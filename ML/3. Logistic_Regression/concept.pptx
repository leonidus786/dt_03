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82" r:id="rId15"/>
    <p:sldId id="281"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6.158"/>
    </inkml:context>
    <inkml:brush xml:id="br0">
      <inkml:brushProperty name="width" value="0.035" units="cm"/>
      <inkml:brushProperty name="height" value="0.035" units="cm"/>
      <inkml:brushProperty name="color" value="#008C3A"/>
    </inkml:brush>
  </inkml:definitions>
  <inkml:trace contextRef="#ctx0" brushRef="#br0">250 49 7757,'0'-2'222,"0"0"1,0 1 0,-1-1-1,1 0 1,0 0 0,-1 1-1,1-1 1,-1 0-1,1 1 1,-1-1 0,0 1-1,0-1 1,0 1 0,0-1-1,0 1 1,0-1-1,0 1 1,0 0 0,0 0-1,-1-1 1,1 1 0,0 0-1,-1 0 1,1 0 0,-1 1-1,0-1 1,1 0-1,-1 0 1,1 1 0,-1-1-1,0 1 1,0 0 0,1-1-1,-1 1 1,-2 0-1,1 0 1328,-20-3 651,19 2-1859,0 0-98,0 1 0,0-1 1,-1 1-1,1 0 0,-1 0 0,1 0 0,0 1 1,-1 0-1,1-1 0,0 2 0,0-1 1,0 0-1,0 1 0,0 0 0,0 0 1,0 0-1,0 0 0,1 0 0,-1 1 1,1 0-1,0 0 0,-1 0 0,1 0 1,1 0-1,-1 1 0,0-1 0,1 1 1,0 0-1,0-1 0,0 1 0,0 0 0,1 0 1,-1 1-1,1-1 0,0 0 0,0 0 1,1 1-1,-1-1 0,1 7 0,3 69 514,15 81 0,-9-98-219,-2 1 1,-5 121-1,-38 217-539,-24 365 0,59-625 0,25 229 0,-9-263 0,43 164 0,-26-162 0,-22-92 0,-9-18 0,0 0 0,0 0 0,-1 0 0,1 0 0,0 0 0,0 0 0,-1 0 0,1 0 0,0 0 0,0 0 0,-1 0 0,1 0 0,0-1 0,0 1 0,-1 0 0,1-1 0,0 1 0,-1 0 0,2-2 0,20-13 0,-18 6 0,-3 4 0,10-23 0,2 5 0,-3 13 0,4 5 0,-10 4 0,3 1 0,16 9 0,-19-6 0,18 8 0,2-5 0,-1 0 0,1-2 0,0 0 0,0-2 0,1-1 0,35-2 0,17-5 0,126-23 0,78-36 0,-69 14 0,406-71 0,-609 119 0,-1 0 0,30-1 0,5 4-188,-39 0-906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6.663"/>
    </inkml:context>
    <inkml:brush xml:id="br0">
      <inkml:brushProperty name="width" value="0.035" units="cm"/>
      <inkml:brushProperty name="height" value="0.035" units="cm"/>
      <inkml:brushProperty name="color" value="#008C3A"/>
    </inkml:brush>
  </inkml:definitions>
  <inkml:trace contextRef="#ctx0" brushRef="#br0">114 433 9413,'-2'-1'457,"-1"0"1,1 0-1,0-1 1,-1 1-1,1 0 1,0-1-1,0 0 0,0 1 1,0-1-1,0 0 1,0 0-1,1 0 1,-1 0-1,1-1 0,-1 1 1,1 0-1,0-1 1,0 1-1,-1-3 1,2 4 21,0 0-1,-1 0 1,1 0 0,0 0 0,0 0 0,-1 1 0,1-1 0,-1 0 0,1 0 0,-1 0-1,1 1 1,-1-1 0,1 0 0,-1 1 0,0-1 0,1 0 0,-1 1 0,0-1 0,-1 0-1,1 1-356,1 0-1,-1 0 0,0 0 0,1 0 0,-1 0 0,0 0 0,1 0 0,-1 0 0,0 0 1,1 0-1,-1 0 0,0 0 0,1 1 0,-1-1 0,1 0 0,-1 0 0,0 1 0,1-1 1,-1 1-1,1-1 0,-1 1 0,-1 1-23,0 0 0,0 0 0,0 0 1,0 1-1,0-1 0,1 1 0,-1-1 0,1 1 1,0 0-1,0-1 0,0 1 0,-1 5 0,-8 45 17,3 1-1,2 1 1,2-1-1,3 1 1,12 97-1,-6-125-114,0 0 0,2 0 0,1-1 0,14 30 0,-17-44 0,-1-1 0,2 0 0,0 0 0,0-1 0,1 1 0,0-2 0,1 1 0,0-1 0,0-1 0,21 15 0,-24-20 0,0 0 0,0-1 0,0 0 0,0 0 0,1-1 0,-1 0 0,0 0 0,1 0 0,-1-1 0,1 0 0,-1 0 0,1 0 0,-1-1 0,0 0 0,1-1 0,-1 1 0,0-1 0,0 0 0,0-1 0,0 1 0,7-5 0,0-1 0,-1-1 0,-1 0 0,0-1 0,0 0 0,-1-1 0,0 0 0,-1 0 0,0-1 0,0 0 0,-2-1 0,1 0 0,-2 0 0,8-22 0,-1-1 0,-2 0 0,-1 0 0,-3-1 0,5-44 0,-8 32 0,-2 0 0,-2 0 0,-2 1 0,-12-71 0,8 87 0,-2 0 0,0 1 0,-3 0 0,0 0 0,-2 1 0,-1 1 0,-28-44 0,35 63-220,0 0 1,-1 1-1,0 0 1,-1 0-1,0 1 1,0 0-1,-1 0 1,0 1-1,0 0 1,-17-7-1,18 10-13,1 1-1,-1 0 1,0 0-1,0 1 0,0 0 1,-1 1-1,1 0 1,0 1-1,-1-1 1,1 2-1,0-1 1,0 1-1,-1 1 1,-9 2-1,6 0-1116,0 0-1,1 0 1,-18 10 0,25-11 294,0 0 1,1 0 0,-1 0-1,1 0 1,0 1-1,-6 7 1,-13 26-10021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7.750"/>
    </inkml:context>
    <inkml:brush xml:id="br0">
      <inkml:brushProperty name="width" value="0.035" units="cm"/>
      <inkml:brushProperty name="height" value="0.035" units="cm"/>
      <inkml:brushProperty name="color" value="#008C3A"/>
    </inkml:brush>
  </inkml:definitions>
  <inkml:trace contextRef="#ctx0" brushRef="#br0">922 109 7481,'-3'-4'565,"-1"-1"1,1 1-1,-1 0 1,0 0 0,0 0-1,0 0 1,-1 1-1,1 0 1,-1 0-1,-8-5 1,-55-20 3428,48 20-3359,5 2-52,0 1 0,-1 1 0,1 0 0,-1 1 0,0 1 0,0 0 0,0 1 0,0 1 0,0 1 0,0 0 0,-24 5 0,20-1-198,0 0 0,1 2 0,0 0 0,0 2 0,0 0 0,1 1 0,1 0 0,-22 18 0,17-11-225,2 2-1,0 0 0,1 1 1,1 1-1,1 0 0,1 1 1,0 1-1,2 1 0,1 0 1,1 1-1,1 0 0,1 1 1,-10 42-1,17-54-174,1 0 0,1 0 0,0 0 0,1 0 0,1 0 0,0 0 0,0 0 0,2 0 0,0-1 0,0 1 1,1-1-1,1 1 0,0-1 0,1-1 0,0 1 0,11 14 0,-11-17-45,1-2 0,0 1 0,0-1 0,1 0 1,0 0-1,1-1 0,0 0 0,0 0 0,0-1 0,1-1 0,0 0 0,0 0 0,0 0 1,1-1-1,-1-1 0,1 0 0,0-1 0,0 0 0,0 0 0,19 0 0,-13-2 8,0-1-1,0-1 1,0 0-1,0-1 1,-1-1-1,0-1 1,1 0-1,-2-1 1,24-12-1,-19 7 70,-1-2-1,0 0 1,-1-2-1,-1 0 1,0 0-1,22-28 1,152-219 3201,-139 185-2771,-52 76-447,0 1 0,1-1 0,-1 1 0,0-1 0,0 1 0,0-1 0,1 0 0,-1 1 0,0 0 0,1-1 0,-1 1 0,0-1 0,1 1 0,-1-1 0,0 1 0,1 0 0,-1-1 0,1 1 0,-1 0 0,1-1 0,-1 1 0,1 0 0,-1 0 0,1-1 0,-1 1 0,1 0 0,-1 0 0,1 0 0,-1 0 0,1 0 0,0 0 0,-1 0 0,1 0 0,-1 0 0,1 0 0,-1 0 0,1 0 0,-1 0 0,2 1 0,5 14 0,-7-13 0,6 14 0,-1 0 0,0 1 0,-2-1 0,0 1 0,0 0 0,-2 0 0,0 21 0,-16 124 0,8-101 0,-19 121 0,-71 256 0,-86 166 0,182-602 0,-124 350 0,82-252 0,-78 132 0,103-204 0,-1-1 0,0-1 0,-2-1 0,-26 24 0,32-34 0,-1-1 0,0-1 0,-2 0 0,1-2 0,-1 0 0,-1 0 0,-23 8 0,38-18 0,1 0 0,-1 0 0,1 0 0,-1 0 0,1-1 0,-1 1 0,0-1 0,1 0 0,-1 0 0,0 0 0,0-1 0,1 0 0,-1 1 0,1-1 0,-1 0 0,1-1 0,-1 1 0,1 0 0,0-1 0,-1 0 0,1 0 0,0 0 0,-4-4 0,3 2 0,-1 0 0,1-1 0,0 0 0,0 0 0,1 0 0,0 0 0,0 0 0,0-1 0,0 0 0,1 1 0,0-1 0,-2-10 0,0-6 0,2 1 0,0-1 0,2 0 0,0 0 0,2 0 0,0 0 0,8-29 0,0 10 0,2 0 0,32-73 0,4 17-557,5 3-1,3 2 1,5 3-1,3 2 1,139-144-1,-46 81-1219,332-247 0,-89 100 1512,-273 190 1398,0 0 807,-76 75-515,-51 41-1269,-2 16-75,-2 0 0,0-1 1,-13 43-1,7-33-411,-9 65 1,15-52-513,-3 15-3220,3 107 0,10-79-5159,5-48 469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7.923"/>
    </inkml:context>
    <inkml:brush xml:id="br0">
      <inkml:brushProperty name="width" value="0.035" units="cm"/>
      <inkml:brushProperty name="height" value="0.035" units="cm"/>
      <inkml:brushProperty name="color" value="#008C3A"/>
    </inkml:brush>
  </inkml:definitions>
  <inkml:trace contextRef="#ctx0" brushRef="#br0">14 37 11333,'-13'-37'6613,"29"55"-8414,15 16 33,-8-7-2364,7 6-3129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265"/>
    </inkml:context>
    <inkml:brush xml:id="br0">
      <inkml:brushProperty name="width" value="0.035" units="cm"/>
      <inkml:brushProperty name="height" value="0.035" units="cm"/>
      <inkml:brushProperty name="color" value="#008C3A"/>
    </inkml:brush>
  </inkml:definitions>
  <inkml:trace contextRef="#ctx0" brushRef="#br0">21 592 9989,'-2'-4'509,"-1"-1"1,1 1-1,-1-1 0,1 1 1,1-1-1,-1 0 0,1 0 1,-1 0-1,1 0 1,1 0-1,-1 0 0,1 0 1,0 0-1,0 0 0,1 0 1,-1 0-1,1-1 1,0 2-1,0-1 0,1 0 1,2-6-1,1-4 318,1 0 1,0 1-1,2 0 0,-1 0 1,19-24-1,38-48 1916,59-68 489,-111 141-3160,1-2 0,0 0 0,2 1-1,0 0 1,0 1-1,25-15 1,-35 26-67,0-1 0,0 1 0,0 0 0,0 0 0,0 1 0,0 0 0,1 0 0,-1 0 0,0 0 0,1 1 0,-1 0 0,0 0 0,1 0 0,-1 1 1,1 0-1,-1 0 0,0 0 0,0 1 0,0-1 0,0 1 0,0 0 0,0 1 0,0-1 0,0 1 0,5 4 0,4 5-5,0-1 0,-1 2 0,0 0 0,-1 0 0,0 2 0,-1-1 0,-1 1 0,14 27 0,-10-15 0,-1 2 0,-1-1 0,-2 2 0,9 38 0,-14-40 0,-1 0 0,-1 1 0,-1-1 0,-2 1 0,-1-1 0,-1 0 0,-1 1 0,-2-1 0,-13 45 0,6-38 0,-1-1 0,-1-1 0,-2 0 0,-1-2 0,-2 1 0,-1-2 0,-26 30 0,-81 74-4435,3-4-2433,124-130 6696,-1 0 1,1 0 0,0 0-1,0 1 1,0-1-1,-1 0 1,1 0-1,0 0 1,0 0-1,0 0 1,-1 1-1,1-1 1,0 0-1,0 0 1,0 0 0,0 1-1,-1-1 1,1 0-1,0 0 1,0 1-1,0-1 1,0 0-1,0 0 1,0 0-1,0 1 1,0-1-1,0 0 1,0 0 0,0 1-1,0-1 1,0 0-1,0 0 1,0 1-1,0-1 1,0 0-1,0 0 1,0 1-1,0-1 1,0 0-1,1 1 1,22-7-11279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437"/>
    </inkml:context>
    <inkml:brush xml:id="br0">
      <inkml:brushProperty name="width" value="0.035" units="cm"/>
      <inkml:brushProperty name="height" value="0.035" units="cm"/>
      <inkml:brushProperty name="color" value="#008C3A"/>
    </inkml:brush>
  </inkml:definitions>
  <inkml:trace contextRef="#ctx0" brushRef="#br0">126 1 15085,'-51'7'3141,"51"-7"-3073,0 0 0,-1 0 0,1 0 0,0 0 1,-1 0-1,1 0 0,0 0 0,0 0 0,-1 0 0,1 0 0,0 0 0,-1 0 0,1 0 0,0 0 0,-1 0 0,1 0 0,0 0 0,-1 0 0,1 0 0,0 0 0,-1 1 0,1-1 0,0 0 0,0 0 0,-1 0 0,1 0 0,0 1 0,0-1 0,-1 0 0,1 0 0,0 1 1,0-1-1,0 0 0,0 0 0,-1 1 0,1-1 0,0 0 0,0 1 0,0-1 0,0 0 0,0 1 0,0-1 0,-10 368 8688,10-198-5897,-25 115-2865,3-53-595,19-164-1058,-1 62-3450,7-45-4347,1-38-3496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657"/>
    </inkml:context>
    <inkml:brush xml:id="br0">
      <inkml:brushProperty name="width" value="0.035" units="cm"/>
      <inkml:brushProperty name="height" value="0.035" units="cm"/>
      <inkml:brushProperty name="color" value="#008C3A"/>
    </inkml:brush>
  </inkml:definitions>
  <inkml:trace contextRef="#ctx0" brushRef="#br0">42 229 14865,'-9'-2'609,"-19"-6"1643,28 8-2169,-1-1 0,1 1 0,-1-1 1,1 0-1,0 1 0,-1-1 1,1 1-1,0-1 0,-1 0 0,1 1 1,0-1-1,0 0 0,0 0 1,0 1-1,0-1 0,0 0 0,0 1 1,0-1-1,0 0 0,0 0 1,0 1-1,0-1 0,0 0 1,0 1-1,1-1 0,-1 0 0,0 1 1,1-1-1,-1 0 0,0 1 1,1-1-1,-1 1 0,1-1 0,-1 1 1,1-1-1,-1 1 0,1-1 1,0 0-1,6-7 564,0 0 0,1 1 0,0 0 0,0 0 0,0 1 0,1 0 0,0 0 0,0 1 0,16-7 0,10-2 511,51-12 0,-70 22-934,80-20 190,1 5 0,1 4 0,165-5 0,-125 21-39,0 6 1,144 25 0,-215-21-376,90 26 0,-137-31 0,0 2 0,0-1 0,0 2 0,-1 1 0,0 0 0,-1 2 0,0 0 0,22 20 0,-31-24-34,-1 2 1,0-1-1,-1 1 0,1 0 1,-2 1-1,0 0 0,0 0 1,-1 0-1,0 0 0,-1 1 1,0 0-1,-1 0 0,0 0 1,-1 0-1,-1 1 0,0-1 1,0 0-1,-1 1 0,-1-1 1,-3 22-1,-6 15-410,-2-1 0,-3 0 0,-38 86 0,16-41-387,10-34-2517,8-18-402,6-1-3604,11-16-4663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8.807"/>
    </inkml:context>
    <inkml:brush xml:id="br0">
      <inkml:brushProperty name="width" value="0.035" units="cm"/>
      <inkml:brushProperty name="height" value="0.035" units="cm"/>
      <inkml:brushProperty name="color" value="#008C3A"/>
    </inkml:brush>
  </inkml:definitions>
  <inkml:trace contextRef="#ctx0" brushRef="#br0">1 1 11881,'0'0'6457,"13"12"-5625,1 3-392,-4-9-604,16 9-916,-9-6-953,7 12-2759,13 15-3765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29.055"/>
    </inkml:context>
    <inkml:brush xml:id="br0">
      <inkml:brushProperty name="width" value="0.035" units="cm"/>
      <inkml:brushProperty name="height" value="0.035" units="cm"/>
      <inkml:brushProperty name="color" value="#008C3A"/>
    </inkml:brush>
  </inkml:definitions>
  <inkml:trace contextRef="#ctx0" brushRef="#br0">270 1 13845,'0'0'6581,"0"3"-3568,-1 8-2241,0 1 0,0-1 1,-2 0-1,1 1 0,-1-1 0,-6 14 0,-35 67 3151,-3-8-3923,9-19 0,-43 105 0,73-149 0,1 1 0,0-1 0,2 1 0,0 0 0,2 0 0,1 1 0,0-1 0,2 0 0,3 36 0,-2-48 0,1 0 0,0-1 0,1 1 0,0 0 0,0-1 0,1 0 0,1 0 0,-1 0 0,1 0 0,1-1 0,0 0 0,0 0 0,0 0 0,1-1 0,0 0 0,1 0 0,-1 0 0,1-1 0,1-1 0,-1 1 0,1-1 0,0-1 0,0 0 0,0 0 0,1-1 0,-1 0 0,20 4 0,9-1-809,0-2-1,1-1 1,0-2-1,-1-2 1,66-9 0,193-50-9860,-145 22-3589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0.182"/>
    </inkml:context>
    <inkml:brush xml:id="br0">
      <inkml:brushProperty name="width" value="0.035" units="cm"/>
      <inkml:brushProperty name="height" value="0.035" units="cm"/>
      <inkml:brushProperty name="color" value="#008C3A"/>
    </inkml:brush>
  </inkml:definitions>
  <inkml:trace contextRef="#ctx0" brushRef="#br0">178 633 11225,'1'-3'2625,"8"-15"1565,-9 18-4053,0 0-1,1 0 0,-1-1 1,0 1-1,0 0 0,0 0 1,0 0-1,1 0 1,-1 0-1,0 0 0,0-1 1,0 1-1,1 0 0,-1 0 1,0 0-1,0 0 1,0 0-1,1 0 0,-1 0 1,0 0-1,0 0 0,0 0 1,1 0-1,-1 0 1,0 0-1,0 0 0,0 0 1,1 0-1,-1 0 0,0 0 1,0 0-1,1 1 0,-1-1 1,0 0-1,0 0 1,0 0-1,0 0 0,1 0 1,-1 1-1,15 32 6173,-11-22-6976,3 15 950,0 0 0,-2 1 1,-1 0-1,0 0 0,-3 1 1,0-1-1,-3 28 0,-32 191 1081,-7-53-1364,-83 237 0,122-424 0,1 0 0,-2-1 0,1 1 0,-1 0 0,0-1 0,0 0 0,0 1 0,-6 5 0,9-11 0,-1 1 0,1-1 0,0 0 0,0 0 0,0 1 0,0-1 0,0 0 0,0 0 0,0 0 0,-1 1 0,1-1 0,0 0 0,0 0 0,0 0 0,-1 0 0,1 1 0,0-1 0,0 0 0,0 0 0,-1 0 0,1 0 0,0 0 0,0 0 0,-1 0 0,1 0 0,0 0 0,0 0 0,0 1 0,-1-1 0,1 0 0,0 0 0,0-1 0,-1 1 0,1 0 0,0 0 0,0 0 0,-1 0 0,1 0 0,0 0 0,0 0 0,-1 0 0,1 0 0,0 0 0,0-1 0,0 1 0,-1 0 0,1 0 0,0 0 0,0 0 0,0-1 0,0 1 0,-1 0 0,1 0 0,0 0 0,0-1 0,0 1 0,0 0 0,0 0 0,0-1 0,0 1 0,0 0 0,-2-17 0,2 15 0,-1-85 0,4 1 0,4 1 0,4-1 0,3 1 0,30-97 0,-1 43 0,6 2 0,85-166 0,-95 226 0,97-142 0,-112 186 0,2 1 0,2 1 0,0 2 0,2 0 0,1 2 0,46-30 0,-60 46 0,1 0 0,0 2 0,0 0 0,1 1 0,0 1 0,1 1 0,0 1 0,0 0 0,0 2 0,0 0 0,1 1 0,-1 1 0,31 2 0,-37 2 0,1 0 0,-1 1 0,1 1 0,-1 0 0,0 1 0,-1 1 0,0 0 0,0 0 0,21 17 0,-23-17 0,0 1 1,0 1-1,0 0 1,-1 1 0,0 0 0,-1 0-1,0 1 1,0 0 0,-1 1 0,-1-1-1,0 2 1,0-1 0,-2 1 0,1 0-1,-2 0 1,0 1 0,0-1 0,-1 1-1,-1 0 1,0 0 0,0 16-1,-2-9-5,-1 0-1,-1 0 0,-1-1 0,-1 1 0,0-1 0,-2 1 0,0-1 0,-2-1 0,0 0 0,-1 0 0,0 0 0,-17 23 0,2-11-314,-1-1 0,-1-1 0,-2-1 0,-31 24 0,-133 86-1985,104-84 1461,-3-5-1,-2-4 1,-144 49 0,211-86 839,0 0-1,0-1 1,-1-2-1,1-1 1,-1-1 0,-1-1-1,1-1 1,0-2-1,-30-4 1,91 14 567,0 2 1,0 1-1,57 29 1,-30-13-326,360 145-1145,17-41-5841,-298-102 254,-2-5-4225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0.974"/>
    </inkml:context>
    <inkml:brush xml:id="br0">
      <inkml:brushProperty name="width" value="0.035" units="cm"/>
      <inkml:brushProperty name="height" value="0.035" units="cm"/>
      <inkml:brushProperty name="color" value="#008C3A"/>
    </inkml:brush>
  </inkml:definitions>
  <inkml:trace contextRef="#ctx0" brushRef="#br0">1 701 11161,'139'-30'4142,"-120"25"-2742,34-15-1,11-3 258,-43 18-1294,178-52 1756,-158 43-1757,-1-1 1,65-36-1,-93 44-264,0-1-1,0 0 1,0-1-1,-1 0 1,-1-1-1,0 0 1,0-1-1,-1 0 1,11-15-1,-16 18-68,1 0-1,-1 0 1,-1-1 0,1 1-1,-2-1 1,1 1-1,-1-1 1,0 0 0,-1 0-1,0 0 1,-1 0-1,1 0 1,-2 0 0,1 0-1,-4-14 1,1 11-2,0 0-1,-1 0 1,0 0 0,-1 1-1,-1-1 1,0 1-1,0 1 1,-1-1 0,0 1-1,-1 0 1,0 1 0,-1 0-1,-16-14 1,17 17 34,0 0 1,0 0-1,0 1 1,-1 0-1,0 1 1,0 0-1,0 0 1,-1 1-1,0 0 1,1 1-1,-1 0 1,0 0-1,0 1 1,0 0-1,0 1 0,0 0 1,-17 3-1,8 1 99,0 1-1,0 1 0,1 0 1,0 1-1,0 2 0,1 0 1,0 0-1,0 2 0,-18 14 0,16-9-44,1 1 0,0 0 0,2 1-1,0 1 1,0 1 0,2 0-1,-13 24 1,16-23-67,1 0 0,1 0 0,1 1 0,1 0 0,1 0 0,1 1 0,-4 37 0,7-43-49,2 1 0,0 0 1,1 0-1,1-1 0,1 1 0,0-1 1,1 0-1,1 0 0,0 0 0,12 22 1,-6-19-183,1 0 1,1-1-1,1-1 1,1 0 0,1-1-1,0-1 1,1 0-1,0-1 1,2-1 0,-1-1-1,39 20 1,-6-7-350,1-2 0,1-3 0,89 24 0,-94-33 250,1-2 1,0-2 0,0-2-1,0-2 1,1-3 0,0-1-1,82-13 1,-94 7 238,-1-3-1,0-1 1,0-1 0,-1-2-1,-1-2 1,0-1 0,-1-2-1,-1-1 1,0-2-1,42-35 1,-22 10 215,-2-3 0,50-59 0,-75 75 23,-1 0 0,-2-2 1,-1 0-1,32-74 0,-51 103-165,-1 0 0,0 0 0,-1 0 0,1 0 0,-1-1 0,0 1 0,-1 0 0,0-1-1,0 1 1,-1-11 0,1 15-6,-1-1-1,0 1 1,1 0 0,-1 0-1,0 0 1,0 0 0,0 0-1,-1 0 1,1 0-1,0 0 1,-1 0 0,1 0-1,-1 0 1,0 1-1,1-1 1,-1 1 0,0-1-1,0 1 1,0 0-1,0 0 1,0 0 0,0 0-1,-1 0 1,1 0-1,0 0 1,0 1 0,-1-1-1,1 1 1,0 0-1,-1 0 1,1 0 0,-5 0-1,-7 1 32,-1 1-1,1 0 1,0 0-1,0 2 1,0 0 0,0 0-1,1 2 1,0-1-1,-15 10 1,-19 12 118,-47 38 1,55-37-114,-105 78-5,119-84-113,0 1 1,1 0-1,-24 33 0,46-55 44,1 1-1,-1 0 1,1 0-1,0 0 1,-1 0 0,1 0-1,0 0 1,0 0-1,1 0 1,-1 0 0,0 1-1,1-1 1,-1 0-1,1 4 1,0-6 11,0 1 1,0 0-1,1 0 0,-1 0 0,0-1 1,0 1-1,1 0 0,-1 0 0,1-1 1,-1 1-1,1 0 0,-1-1 1,1 1-1,-1 0 0,1-1 0,0 1 1,-1-1-1,1 1 0,0-1 0,0 1 1,-1-1-1,1 0 0,0 1 1,0-1-1,0 1 0,6 0 12,-1 0 0,1 0-1,-1-1 1,0 1 0,1-2-1,-1 1 1,9-2 0,18-4-15,-2-2 1,1-2 0,-1 0 0,-1-2 0,31-17-1,-6 4 191,74-43 837,-88 44-289,47-20 0,-81 41-654,-1 1 1,1-1 0,0 1-1,0 0 1,0 1 0,0 0-1,0 0 1,0 1 0,1-1-1,-1 1 1,0 1 0,0 0-1,0 0 1,0 0 0,0 1-1,0 0 1,0 0 0,-1 0-1,12 7 1,-12-5 3,0 1 1,-1-1-1,0 1 1,0 0-1,0 1 0,0-1 1,-1 1-1,0 0 1,0 0-1,-1 0 0,0 0 1,0 1-1,0-1 1,1 9-1,2 6 144,-1 0 0,0 1 0,0 26 1,-2 10-96,-2 0 1,-3 0 0,-11 69 0,-44 174 356,20-120-378,-51 249-109,34-173-16,-14 17-688,49-215 324,-2 0-1,-45 84 0,58-128 352,0-1-1,-1 0 1,0-1-1,-1 0 1,-1 0-1,0-1 1,-1 0-1,0-1 0,0-1 1,-1 0-1,-1 0 1,0-1-1,0-1 1,-29 12-1,40-19 74,0 0 0,0 0-1,0-1 1,0 1 0,1-1-1,-1 1 1,0-1 0,0 0-1,0 0 1,0-1 0,0 1 0,0-1-1,0 1 1,0-1 0,1 0-1,-1 0 1,0 0 0,1 0-1,-1 0 1,0-1 0,1 1 0,0-1-1,-1 0 1,1 0 0,0 0-1,0 0 1,0 0 0,0 0 0,-2-3-1,1-1 26,-1 1 0,1-1 0,0 0-1,0 0 1,0-1 0,1 1 0,0 0-1,1-1 1,-1 1 0,1-1 0,0-9-1,1-9-63,2 0 0,1 1-1,1 0 1,0-1 0,2 1-1,1 1 1,13-30 0,-1 9-11,3 1 1,48-74-1,3 19-37,4 4-1,5 3 0,128-112 1,291-195-7791,-439 351 5824,66-42-5418,-7 16-4925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1.318"/>
    </inkml:context>
    <inkml:brush xml:id="br0">
      <inkml:brushProperty name="width" value="0.035" units="cm"/>
      <inkml:brushProperty name="height" value="0.035" units="cm"/>
      <inkml:brushProperty name="color" value="#008C3A"/>
    </inkml:brush>
  </inkml:definitions>
  <inkml:trace contextRef="#ctx0" brushRef="#br0">0 305 13861,'42'-3'2275,"-33"2"-1524,0-1 1,1 2-1,-1 0 1,1 0-1,-1 0 1,0 1 0,12 3-1,14 7-35,0 1-1,-1 3 1,-1 0-1,0 2 1,-1 1-1,-1 2 1,38 32-1,-45-32-549,-1 0 0,-1 2 0,0 1 0,-2 0 0,-1 2 0,-1 0 0,-1 1-1,-2 0 1,17 37 0,-26-47-108,-1 0 0,0 1 0,-1 0 0,-1-1 0,0 1 0,0 34 0,-3-40-37,-1 0-1,0 0 1,0 0-1,-1 0 1,-1 0 0,0-1-1,0 1 1,-1-1-1,0 0 1,-1 0 0,-11 17-1,-3-3 29,-2-1-1,0-1 1,-2 0-1,0-2 1,-1-1 0,-52 31-1,70-47 35,0 1 1,-1-1-1,0 0 0,1-1 0,-9 2 0,13-3-35,0 0-1,0-1 1,0 0 0,0 1-1,0-1 1,0 0-1,-1 0 1,1 0-1,0-1 1,0 1-1,0 0 1,0-1 0,0 1-1,0-1 1,0 0-1,0 0 1,0 0-1,-3-1 1,4 1-22,0 0 1,1 0 0,-1 1-1,0-1 1,0 0-1,0 0 1,1 0-1,-1 0 1,0 0 0,1 0-1,-1 0 1,1 0-1,-1 0 1,1-1-1,0 1 1,-1 0-1,1 0 1,0 0 0,0-2-1,5-26 178,-3 23-171,10-32-11,2 1-1,1 0 1,34-59 0,76-101-110,-107 170 53,48-63-1790,4 2 0,3 4 0,4 3 0,140-113-1,-173 157-1555,3 3-1,73-42 1,-18 25-7024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250"/>
    </inkml:context>
    <inkml:brush xml:id="br0">
      <inkml:brushProperty name="width" value="0.035" units="cm"/>
      <inkml:brushProperty name="height" value="0.035" units="cm"/>
      <inkml:brushProperty name="color" value="#008C3A"/>
    </inkml:brush>
  </inkml:definitions>
  <inkml:trace contextRef="#ctx0" brushRef="#br0">148 676 11925,'5'-3'836,"0"1"0,0-1 0,0 0 0,0-1 0,6-5 0,13-9 1123,7 0-405,-14 9-534,-1-1 0,18-13 0,-29 18-743,0 1 0,-1 0 1,1-1-1,-1 0 0,0 0 0,-1 0 0,1-1 1,-1 1-1,0-1 0,3-8 0,-3 9-164,0-1 1,-1 0-1,0 0 0,-1 0 1,1 0-1,-1 0 0,0 0 1,-1 0-1,1 0 0,-1 0 1,0 0-1,-1-1 0,0 1 0,0 0 1,0 0-1,0 0 0,-1 0 1,0 0-1,-5-9 0,6 13-103,-1 1-1,1-1 0,-1 1 0,0-1 0,1 1 1,-1 0-1,0-1 0,0 1 0,0 0 0,0 0 1,0 0-1,0 1 0,0-1 0,0 0 1,0 1-1,0-1 0,0 1 0,0 0 0,-1 0 1,1 0-1,0 0 0,0 0 0,0 0 1,0 0-1,-1 1 0,1-1 0,-3 2 0,-6 1 13,1 0 0,-1 0 0,1 1 0,-11 6 0,5 1 0,1 0 0,0 1 0,1 1 0,0 0 0,1 1 0,1 0 0,0 1 0,-19 32 0,18-27-1,2 1 0,0 1 0,1 0 0,1 0 1,1 1-1,1 0 0,1 1 0,1-1 0,1 1 0,-1 45 0,5-56-17,1 0 0,0 0 0,0 0 0,2 0 0,-1 0 0,2 0 0,0-1-1,0 1 1,1-1 0,1 0 0,0-1 0,0 1 0,1-1 0,1 0 0,0-1-1,0 0 1,1 0 0,0-1 0,1 0 0,0 0 0,14 9 0,-3-6-72,1 0 1,0-2-1,1 0 1,-1-2-1,2 0 1,-1-2 0,1 0-1,0-2 1,0 0-1,26-1 1,-4-2-183,0-2 1,0-2 0,0-2-1,62-15 1,-80 12 204,-1-1 1,0-1-1,-1-1 1,0-2-1,-1 0 1,0-2-1,-1-1 0,-1 0 1,-1-2-1,0-1 1,-1 0-1,-1-2 1,-1 0-1,-1-1 0,0-1 1,-2-1-1,23-46 1,66-154 376,-51 104 1,81-133 1,-126 238-321,12-19 75,28-33 0,-43 58-67,1 1 0,1 0 1,0 1-1,0 0 1,0 0-1,1 1 0,-1 0 1,20-9-1,-23 13-17,0 0 0,0 0 1,0 1-1,0 0 0,1 0 0,-1 0 0,0 0 0,1 1 1,-1 0-1,1 0 0,-1 0 0,1 1 0,-1 0 1,0 0-1,0 0 0,1 1 0,-1 0 0,0 0 1,0 0-1,0 0 0,-1 1 0,8 5 0,-2-1 19,-2 1-1,1 0 0,-1 1 0,0-1 1,-1 2-1,0-1 0,0 1 0,9 20 1,-3-1-1,-2 0 0,-1 0 0,-2 1 1,0 1-1,-2-1 0,-2 1 0,0 0 1,-2 0-1,-3 41 0,-3-11-15,-3-1 1,-3 0-1,-30 107 0,14-89-82,-59 124 1,43-127 65,41-73 74,4-6-75,153-295 340,-111 204-42,4 1 0,91-130 0,-129 209-234,1 1 0,1 0 0,0 0 0,1 2 0,0 0 0,1 0 0,0 1 0,1 1 0,1 1 0,23-10 0,-26 13-26,0 1-1,0 1 1,0 1-1,1 0 0,0 1 1,-1 0-1,1 1 1,0 1-1,0 1 1,0 0-1,-1 0 1,1 2-1,26 7 0,1 4 61,0 3-1,-1 2 0,0 1 0,-2 2 0,-1 2 0,0 1 0,-2 2 0,-1 2 0,-2 1 0,33 37 1,-50-48-95,-1 0 0,-1 1 1,-1 0-1,-1 1 1,-1 1-1,0 0 0,-2 0 1,9 34-1,-14-44-12,-2 1 0,0 0-1,0 0 1,-1-1 0,-1 1 0,0 0-1,0 0 1,-2 0 0,1 0 0,-2 0-1,0 0 1,0-1 0,-1 0 0,-1 1-1,0-1 1,-1-1 0,-9 16 0,0-7-33,0 0 0,-2-1 0,0-1 0,-1-1 0,-1-1 0,-1 0 0,0-1 0,0-1 0,-32 15 0,-26 8-113,-110 38 0,155-63 136,-71 25-89,552-270-194,-18-37 52,-10 26 625,-417 243-329,0-1-1,0 0 1,1 1-1,-1 0 1,0 0-1,1 0 1,-1 0-1,1 1 1,-1-1-1,1 1 1,0 0-1,-1 0 1,1 0 0,-1 0-1,1 1 1,-1 0-1,1-1 1,-1 1-1,1 1 1,-1-1-1,0 0 1,0 1-1,1-1 1,-1 1-1,0 0 1,4 4-1,-2-2 35,-1 1-1,-1-1 1,1 1-1,0 0 1,-1 0 0,0 0-1,0 0 1,-1 0-1,0 1 1,1-1-1,-2 1 1,1 0-1,-1-1 1,2 11-1,-2 10 42,0-1 1,-1 1-1,-2 0 0,-9 48 0,-35 101-714,-1 5-6910,44-166 6032,-2 9-1981,6-8-2277,10 0-5305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415"/>
    </inkml:context>
    <inkml:brush xml:id="br0">
      <inkml:brushProperty name="width" value="0.035" units="cm"/>
      <inkml:brushProperty name="height" value="0.035" units="cm"/>
      <inkml:brushProperty name="color" value="#008C3A"/>
    </inkml:brush>
  </inkml:definitions>
  <inkml:trace contextRef="#ctx0" brushRef="#br0">7 46 11529,'-6'-33'2488,"19"21"4469,14 18-6081,67 60-912,-61-30-1464,1 3-872,6 9-2965,0 13-4284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2.736"/>
    </inkml:context>
    <inkml:brush xml:id="br0">
      <inkml:brushProperty name="width" value="0.035" units="cm"/>
      <inkml:brushProperty name="height" value="0.035" units="cm"/>
      <inkml:brushProperty name="color" value="#008C3A"/>
    </inkml:brush>
  </inkml:definitions>
  <inkml:trace contextRef="#ctx0" brushRef="#br0">55 152 15213,'-3'4'274,"0"1"168,-1-1 0,1 1 0,1 0 0,-1-1 0,1 1 0,0 1 0,0-1 0,0 0 0,0 0 0,1 1 0,0-1 0,0 1 0,1 10 0,-13 167 9173,8-90-9146,1-28-208,2 0-1,8 72 1,-4-119-243,1-1-1,0 0 0,1 0 1,0 0-1,2-1 1,0 0-1,1 0 0,0 0 1,1-1-1,1 0 0,1 0 1,20 24-1,-21-32-17,-1 1 0,2-2 0,-1 1 0,1-1 0,0 0 0,0-1 0,0 0 0,21 6 0,-22-9 0,1 0 0,-1-1 0,0 0 0,1 0 0,-1-1 0,0 0 0,1-1 0,-1 0 0,0-1 0,1 0 0,9-3 0,-10 3 0,6-2 0,-2-1 0,1 0 0,0-1 0,-1-1 0,0 0 0,-1 0 0,0-1 0,0-1 0,0 0 0,-1-1 0,-1 0 0,0 0 0,17-23 0,-12 12 0,-1-1 0,-1 0 0,-1-1 0,0 0 0,-2-1 0,13-49 0,-15 44 0,-2-1 0,-1 0 0,-2 0 0,-1 0 0,-1 0 0,-2 0 0,0 0 0,-2 0 0,-2 0 0,-1 1 0,-1-1 0,-1 1 0,-1 1 0,-2 0 0,-1 0 0,-1 1 0,-2 0 0,-17-24 0,21 34-272,-2 0 0,0 1-1,0 0 1,-2 1 0,0 0 0,0 2-1,-1 0 1,-20-12 0,34 23-86,0 1-1,-1 0 1,1 0 0,0 1 0,-1-1 0,1 0-1,-1 1 1,0-1 0,1 1 0,-1 0 0,1 0 0,-1 0-1,1 0 1,-1 0 0,0 1 0,1-1 0,-1 1-1,-3 1 1,5-2-189,-1 1-1,0 0 1,0 0-1,1 0 1,-1 0 0,1 1-1,-1-1 1,1 0-1,-1 0 1,1 1-1,0-1 1,0 1-1,0 0 1,0-1 0,0 1-1,-1 1 1,-9 30-10674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33.092"/>
    </inkml:context>
    <inkml:brush xml:id="br0">
      <inkml:brushProperty name="width" value="0.035" units="cm"/>
      <inkml:brushProperty name="height" value="0.035" units="cm"/>
      <inkml:brushProperty name="color" value="#008C3A"/>
    </inkml:brush>
  </inkml:definitions>
  <inkml:trace contextRef="#ctx0" brushRef="#br0">0 17 17098,'1'-1'162,"0"0"1,-1-1 0,1 1-1,0 0 1,0 0 0,0 0-1,0 0 1,0 0 0,0 1-1,0-1 1,0 0 0,0 0-1,0 1 1,0-1 0,1 1-1,-1-1 1,0 1 0,1-1-1,-1 1 1,0 0 0,0-1-1,3 1 1,-1 0-3,0 0 0,0 1 0,0-1 1,1 1-1,-1 0 0,0 0 0,0 0 0,0 0 1,4 2-1,-1 1 22,0-1 0,0 1 0,-1-1 0,0 2 0,0-1 0,0 1 0,0-1 0,-1 1 1,7 10-1,-2 1 120,-1 1 1,-1 0 0,0 1 0,-2 0 0,8 35 0,3 96 426,-14-119-611,-1 12-16,-1 1 0,-3-1 0,-12 65 0,7-59-109,-12 112-178,19-156 179,18-17 263,68-64 546,-58 50-598,1 2 1,57-40 0,-59 51-116,0 1 1,1 1 0,0 1 0,0 1 0,1 2 0,48-8-1,-32 10 226,1 1 0,0 2 0,71 6 0,-81 0-145,0 2-1,0 2 0,-1 1 1,1 1-1,-2 2 1,0 2-1,0 0 0,-1 3 1,-1 0-1,-1 2 1,0 2-1,30 25 0,-42-30-200,-2 0 1,0 2-1,0 0 0,-2 0 0,0 1 0,-1 1 0,-1 1 0,0-1 1,-2 2-1,0 0 0,-2 0 0,0 0 0,-1 1 0,-1 0 0,-2 1 1,0-1-1,-1 1 0,-1 0 0,-1 0 0,-3 26 0,0-20-1122,-1 0 0,-2 0-1,-1-1 1,-17 50-1,18-63-1687,0 0-1,-3 26 1,4 34-12193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1.813"/>
    </inkml:context>
    <inkml:brush xml:id="br0">
      <inkml:brushProperty name="width" value="0.035" units="cm"/>
      <inkml:brushProperty name="height" value="0.035" units="cm"/>
      <inkml:brushProperty name="color" value="#008C3A"/>
    </inkml:brush>
  </inkml:definitions>
  <inkml:trace contextRef="#ctx0" brushRef="#br0">97 130 7197,'12'-20'1797,"-10"15"-204,0-1-1,0 1 1,0-1 0,0 1 0,-1-1 0,1-7-1,-1-4-740,-2 14-398,0 1 1,0 0-1,-1 0 1,1 0-1,0 0 1,-1 0-1,1 0 1,-1 0 0,0 0-1,0 0 1,0 1-1,0-1 1,-3-1-1,-2-3 1003,2-4-528,12 9 395,14 10 375,-20-5-1699,0 0 0,0 1 0,0-1 0,-1 1 0,0 0 0,0-1 0,0 1 0,0-1 0,-1 1 0,-1 6 0,0 9 0,-49 350 0,4-64 0,39-226 0,3 0 0,3 1 0,4-1 0,13 81 0,-9-128 0,1 0 0,1-1 0,3 0 0,0-1 0,18 36 0,-18-47 0,1-1 0,0 0 0,2 0 0,0-1 0,1-1 0,0 0 0,2-1 0,27 21 0,-23-23-552,1 0 1,0-2-1,1 0 0,0-2 0,1 0 1,0-2-1,28 7 0,1-4-2940,0-2-1,74 2 1,14-7-11400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605"/>
    </inkml:context>
    <inkml:brush xml:id="br0">
      <inkml:brushProperty name="width" value="0.035" units="cm"/>
      <inkml:brushProperty name="height" value="0.035" units="cm"/>
      <inkml:brushProperty name="color" value="#008C3A"/>
    </inkml:brush>
  </inkml:definitions>
  <inkml:trace contextRef="#ctx0" brushRef="#br0">175 878 13365,'-17'13'3235,"15"-12"-2993,1 0 1,-1 1-1,0-1 0,1 0 0,-1 1 0,1-1 1,-1 1-1,1-1 0,-1 1 0,1 0 1,0 0-1,0-1 0,0 1 0,0 0 1,0 0-1,1 0 0,-1 0 0,1 0 0,-1 0 1,1 1-1,0-1 0,-1 0 0,1 0 1,0 0-1,0 0 0,1 0 0,-1 0 1,1 3-1,0 39 1303,-1 0 0,-10 66 0,-24 90 2818,27-166-4219,-7 41-144,-22 125 0,33-174 0,-1 0 0,-15 46 0,13-59 0,4-14 0,2-13 0,0 14 0,20-168 0,-3 38 0,103-517 0,-84 497 0,73-191 0,-97 309 0,2 0 0,2 1 0,1 0 0,1 2 0,1 0 0,32-35 0,-43 54 0,1 1 0,1 1 0,0 0 0,0 0 0,1 1 0,-1 0 0,2 1 0,22-10 0,-26 13 0,1 1 0,0 0 0,-1 0 0,1 1 0,0 0 0,0 1 0,0 0 0,0 0 0,0 1 0,0 0 0,0 1 0,0-1 0,16 7 0,-13-3 1,0 1 0,0 0 0,-1 1 0,0 0 0,-1 0 0,1 1 0,-1 1 0,-1 0 0,0 0 1,0 1-1,-1 0 0,0 0 0,0 1 0,-1 0 0,-1 0 0,0 1 0,-1 0 0,0 0 0,4 14 0,-2-4-11,-2 0 1,0 0-1,-1 1 1,-2 0-1,0 0 1,-1 0-1,-1 0 1,-2 0-1,0 0 1,-6 24-1,-13 26-788,-2-2 1,-36 72-1,12-27-485,32-81 859,8-20 174,0 1 0,1 1 0,1-1 0,1 1 0,-4 24 0,8-35 195,0-1 0,0 0 0,0 1 0,1-1 0,0 0-1,0 0 1,0 1 0,0-1 0,1 0 0,0 0-1,0-1 1,1 1 0,-1 0 0,1-1 0,0 1 0,0-1-1,1 0 1,-1 0 0,1 0 0,0-1 0,0 1 0,6 4-1,24 13-213,1-1-1,1-2 1,0-1-1,67 20 1,-21-6 37,-39-16 171,-1 3 1,0 2-1,-1 1 1,-2 3-1,46 33 1,-79-52 85,-1 0 0,0 0 1,0 0-1,0 1 1,0 0-1,-1 0 1,0 0-1,0 0 1,-1 1-1,1 0 1,-1-1-1,2 11 1,-4-12 35,0 0 1,0 0 0,-1 0-1,0 0 1,0 0 0,0 0-1,0 0 1,-1 0 0,0 0 0,0 0-1,-1 0 1,1 0 0,-1 0-1,0 0 1,0-1 0,-1 1 0,1-1-1,-6 8 1,-8 7 176,0-1-1,-2 0 1,0-2 0,-1 0-1,0-1 1,-1 0 0,-37 18-1,-3-2 261,-99 36 1,-29-7-243,-277 51 1,443-107-1103,-1 0 0,-37 0 0,57-4 432,0 0 0,-1-1 1,1 1-1,0-1 0,-1 0 0,1 0 1,0 0-1,0 0 0,0 0 0,-5-4 1,7 5-25,0-1 0,0 0 0,0 1 0,0-1 1,0 0-1,1 0 0,-1 1 0,0-1 0,0 0 0,1 0 1,-1 0-1,1 0 0,-1 0 0,1 0 0,-1 0 1,1 0-1,-1-2 0,9-11-10394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789"/>
    </inkml:context>
    <inkml:brush xml:id="br0">
      <inkml:brushProperty name="width" value="0.035" units="cm"/>
      <inkml:brushProperty name="height" value="0.035" units="cm"/>
      <inkml:brushProperty name="color" value="#008C3A"/>
    </inkml:brush>
  </inkml:definitions>
  <inkml:trace contextRef="#ctx0" brushRef="#br0">0 14 17382,'0'-1'146,"0"0"0,0 1 0,0-1-1,1 1 1,-1-1 0,0 0 0,0 1 0,0-1 0,1 1 0,-1-1 0,0 1 0,1-1 0,-1 1 0,1-1 0,-1 1 0,0-1 0,1 1 0,-1 0 0,1-1 0,-1 1 0,1-1 0,-1 1 0,1 0 0,-1 0 0,1-1 0,0 1 0,-1 0 0,1 0 0,-1 0 0,1-1 0,0 1 0,-1 0 0,1 0 0,-1 0 0,1 0 0,0 0-1,-1 0 1,1 1 0,0-1 0,22 20 6756,-14-10-5659,-5-6-1147,0 1-1,0 0 1,-1 0 0,0 0 0,0 0 0,-1 1-1,1-1 1,-1 1 0,0-1 0,-1 1-1,1 0 1,-1 0 0,0 0 0,-1 0 0,1 0-1,-2 10 1,-1 9-395,-1 0-1,-12 44 1,6-31-729,-2 33-3737,10-22-5056,2-26-3676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2.943"/>
    </inkml:context>
    <inkml:brush xml:id="br0">
      <inkml:brushProperty name="width" value="0.035" units="cm"/>
      <inkml:brushProperty name="height" value="0.035" units="cm"/>
      <inkml:brushProperty name="color" value="#008C3A"/>
    </inkml:brush>
  </inkml:definitions>
  <inkml:trace contextRef="#ctx0" brushRef="#br0">87 152 14429,'-61'-68'3261,"52"56"-593,-1-2-480,4-3 2136,6-3-3723,0 0-798,16 26-2043,19 8-108,-4 3-840,7 9-2613,4 8-4912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3.582"/>
    </inkml:context>
    <inkml:brush xml:id="br0">
      <inkml:brushProperty name="width" value="0.035" units="cm"/>
      <inkml:brushProperty name="height" value="0.035" units="cm"/>
      <inkml:brushProperty name="color" value="#008C3A"/>
    </inkml:brush>
  </inkml:definitions>
  <inkml:trace contextRef="#ctx0" brushRef="#br0">29 1 15665,'-24'9'2955,"19"-7"1559,22 28 448,3 14-4443,-2 1 0,-2 1 0,-2 1 0,-3 0 0,-1 0 0,-2 1 0,-3 0 0,0 81 0,-5-117-519,1-4 0,-1 1 0,0-1 0,-1 0 0,0 0 0,0 0 0,0 0 0,-1 0 0,-5 13 0,36-81 0,2 3 0,2 0 0,4 2 0,1 2 0,66-70 0,-96 115 0,1 0 0,1 0 0,0 1 0,0 0 0,0 1 0,0 0 0,1 0 0,0 1 0,23-7 0,-28 11 0,-1 0 0,1 0 0,0 0 0,-1 1 0,1 0 0,0 0 0,0 0 0,-1 1 0,1-1 0,0 1 0,-1 1 0,1-1 0,-1 1 0,1 0 0,-1 0 0,0 1 0,0 0 0,0 0 0,0 0 0,0 0 0,-1 1 0,8 6 0,-3 0 0,-1 0 0,0 1 0,0 0 0,-1 0 0,-1 0 0,0 1 0,5 14 0,26 93 0,-19-56 0,-16-59-2,10 37-942,1-1 0,3 0 1,31 58-1,-41-87 676,1-1 0,-1-1 0,2 1 0,-1-1 1,1-1-1,1 1 0,-1-1 0,1-1 0,1 0 0,-1 0 1,1-1-1,1 0 0,-1 0 0,1-1 0,0-1 1,0 0-1,21 5 0,-15-6-376,-1-1 1,1 0 0,-1-2-1,1 0 1,-1 0-1,1-2 1,-1 0 0,0-1-1,0 0 1,0-2-1,0 0 1,24-10-1,-28 8 467,0 0-1,0 0 1,0-1-1,-1 0 1,0-1-1,-1-1 1,1 1-1,-2-2 1,13-15-1,-9 6 604,0 0 0,-1 0 1,-1-1-1,0 0 0,11-37 0,-17 38 337,-1 1 1,0-1 0,-1 0-1,-1 0 1,-1 0 0,-1 0-1,-2-20 1,1 26-215,-1 1 1,0-1 0,-1 1 0,0 0-1,-1 0 1,0 0 0,-1 0-1,-1 1 1,0-1 0,0 1 0,-1 1-1,-1-1 1,0 1 0,0 1 0,-1 0-1,-1 0 1,-15-13 0,20 20-536,1 1-1,-1 0 1,0-1 0,1 2 0,-1-1 0,0 0 0,0 1-1,0 0 1,0 0 0,-1 1 0,1-1 0,0 1 0,0 0 0,0 1-1,-6 0 1,2 1-19,0-1-1,0 2 1,0-1-1,0 1 1,0 1-1,1 0 1,-10 5-1,1 3 6,0 0 0,1 2 0,1 0 0,0 0 0,1 2 0,0-1 0,2 2 0,0 0 0,0 0 0,-10 23 0,20-36 0,0 0 0,1 0 0,-1 0 0,1 0 0,0 0 0,-2 7 0,3-9 0,0-1 0,0 0 0,0 0 0,0 1 0,0-1 0,0 0 0,1 1 0,-1-1 0,0 0 0,1 0 0,-1 0 0,1 1 0,-1-1 0,1 0 0,0 0 0,-1 0 0,1 0 0,0 0 0,0 0 0,0 0 0,0 0 0,0 0 0,0-1 0,0 1 0,0 0 0,0 0 0,0-1 0,1 1 0,4 1 0,-1 0 0,1 0 0,-1-1 0,1 0 0,0 0 0,0 0 0,-1-1 0,12 0 0,48-8 0,-48 6 0,16-3-202,0 2 0,1 2 0,-1 0 0,67 10 0,-83-7 39,-1 2 0,0 0 0,0 1 1,0 0-1,-1 2 0,0-1 0,0 2 1,0 0-1,-1 1 0,0 0 0,22 21 0,-28-22-357,32 32-5221,-16-8-3526,-1 3-2024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3.861"/>
    </inkml:context>
    <inkml:brush xml:id="br0">
      <inkml:brushProperty name="width" value="0.035" units="cm"/>
      <inkml:brushProperty name="height" value="0.035" units="cm"/>
      <inkml:brushProperty name="color" value="#008C3A"/>
    </inkml:brush>
  </inkml:definitions>
  <inkml:trace contextRef="#ctx0" brushRef="#br0">0 0 13889,'54'7'2024,"-51"-6"-1819,0-1 0,-1 1-1,1 0 1,-1 0 0,1 0 0,-1 0 0,1 0 0,-1 1 0,1-1 0,-1 1-1,0-1 1,0 1 0,0 0 0,0 0 0,0 0 0,0 0 0,-1 0 0,1 0-1,-1 1 1,1-1 0,-1 1 0,0-1 0,0 1 0,0-1 0,1 4 0,12 22 788,86 90 2301,-68-84-2466,-2 2 0,43 65 0,-57-73-595,-1 1 0,-1 1 0,-2 0 0,-1 0 0,-1 1 0,-2 0 0,6 40 1,-11-48-139,-2 0 1,0-1 0,-1 1 0,-1 0 0,-2 0-1,0 0 1,-1-1 0,-1 0 0,-1 0 0,-17 40 0,22-60-32,0 0 0,0 1-1,0-1 1,0 0 0,0 0 0,-1 0 0,1-1 0,-1 1 0,1 0 0,-1 0 0,0-1 0,1 1 0,-1-1 0,-2 2 0,4-3-53,-1 0 0,1 0-1,0 0 1,-1 0-1,1 0 1,0 0-1,-1 0 1,1 0-1,0 0 1,-1 0-1,1 0 1,0 0-1,0 0 1,-1 0-1,1 0 1,0 0 0,-1 0-1,1 0 1,0-1-1,-1 1 1,1 0-1,0 0 1,0 0-1,-1-1 1,1 1-1,0 0 1,0 0-1,-1 0 1,1-1 0,-5-16 177,4-5-130,1 0 1,1-1 0,1 1 0,1 0-1,0 0 1,10-30 0,6-7-144,28-60 1,-28 77-696,1 1 1,3 1 0,1 1 0,1 1-1,3 2 1,37-41 0,-36 49-1646,1 0 1,0 2 0,2 2-1,43-26 1,16 2-9651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4.321"/>
    </inkml:context>
    <inkml:brush xml:id="br0">
      <inkml:brushProperty name="width" value="0.035" units="cm"/>
      <inkml:brushProperty name="height" value="0.035" units="cm"/>
      <inkml:brushProperty name="color" value="#008C3A"/>
    </inkml:brush>
  </inkml:definitions>
  <inkml:trace contextRef="#ctx0" brushRef="#br0">61 10 12977,'9'-9'3192,"-16"13"1114,-13 14-871,20-15-3272,0 0 0,0 0 1,1 0-1,-1 0 1,1 0-1,-1 0 0,1 0 1,0 0-1,0 0 1,1 0-1,-1-1 1,3 6-1,0-1 107,3 7 69,1 0-1,0 0 0,1-1 1,0 0-1,15 15 0,61 52 514,-42-41-505,-6-5-215,2-2 0,46 29 0,-66-48-134,1-2-1,1 0 1,0-1 0,1-1 0,0-1 0,37 9-1,-49-16 0,-1 0 0,1-1 0,-1 0-1,1-1 1,-1 1 0,1-2-1,-1 0 1,1 0 0,-1 0-1,0-1 1,0-1 0,-1 1 0,1-1-1,-1-1 1,1 0 0,14-11-1,-5 0 174,-1-1-1,-1-1 1,0-1-1,14-21 1,34-39 1884,-62 80-2046,-4 9-6,-7 15-4,9-22 2,-38 133 0,12-37 0,-156 581 0,177-662 0,-81 413 0,41-187 0,37-204 0,-2 0 0,-23 58 0,31-93-10,0 0 0,-1 0 0,1 0 0,-1-1 0,0 1 0,0-1 0,-1 1-1,1-1 1,-1 0 0,0 0 0,0 0 0,0-1 0,-1 0 0,1 0 0,-1 0 0,0 0 0,-6 3 0,4-4-24,0-1 1,0 1 0,0-1-1,0 0 1,0-1-1,0 1 1,0-2 0,0 1-1,0-1 1,0 0-1,-13-3 1,0-3-34,0 0-1,1-1 1,0-1 0,1-1-1,0-1 1,1 0 0,0-2-1,-18-15 1,23 17 90,0-1 1,0 0 0,2 0-1,-1-1 1,2 0-1,-1-1 1,2 0-1,0 0 1,1-1 0,0 0-1,1 0 1,1-1-1,0 1 1,1-1-1,1 0 1,1-1 0,0 1-1,1 0 1,1-1-1,0 1 1,1-1-1,1 1 1,0 0-1,2 0 1,8-28 0,-2 16-151,1 1 1,2 1 0,0 0-1,2 0 1,1 2 0,22-28 0,-11 20-415,1 2 0,1 1 1,63-46-1,-50 46-634,83-44-1,138-54-3551,-39 42-2931,-32 26-3767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5.437"/>
    </inkml:context>
    <inkml:brush xml:id="br0">
      <inkml:brushProperty name="width" value="0.035" units="cm"/>
      <inkml:brushProperty name="height" value="0.035" units="cm"/>
      <inkml:brushProperty name="color" value="#008C3A"/>
    </inkml:brush>
  </inkml:definitions>
  <inkml:trace contextRef="#ctx0" brushRef="#br0">436 57 11049,'-3'-4'765,"-1"-1"1,1 1-1,-1 0 1,0 0-1,0 0 1,0 1-1,-1-1 1,1 1-1,-1 0 1,0 0-1,0 1 1,0-1-1,0 1 1,0 0-1,0 0 1,-1 1-1,1 0 1,-10-1-1,10 2-361,1 0-1,-1 1 1,0-1 0,1 1 0,-1 0-1,0 1 1,1-1 0,0 1 0,-1 0-1,1 0 1,0 0 0,-6 5-1,3-1-225,0-1-1,1 2 1,0-1-1,0 1 0,0 0 1,1 0-1,0 0 0,0 1 1,-4 10-1,-8 12-25,-11 15-152,2 0 0,2 2 0,3 1 0,1 0 0,3 2 0,1 0 0,3 1 0,2 0 0,3 0 0,-4 90 0,12-121 0,-1 33 0,3-1 0,11 74 0,-10-110 0,1 1 0,1-1 0,0 0 0,1 0 0,0-1 0,2 0 0,0 0 0,0 0 0,2-1 0,0 0 0,18 19 0,-12-17-229,1-1 1,0 0-1,1-2 1,0 0-1,1-1 1,1-1-1,0 0 1,0-2-1,1 0 0,1-2 1,28 7-1,-14-7-558,1-1 1,1-3-1,-1-1 0,0-1 0,1-2 0,37-6 0,36-9-7205,8-8-5548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6.389"/>
    </inkml:context>
    <inkml:brush xml:id="br0">
      <inkml:brushProperty name="width" value="0.035" units="cm"/>
      <inkml:brushProperty name="height" value="0.035" units="cm"/>
      <inkml:brushProperty name="color" value="#008C3A"/>
    </inkml:brush>
  </inkml:definitions>
  <inkml:trace contextRef="#ctx0" brushRef="#br0">196 17 16430,'-50'-17'3399,"41"17"3669,15 11-5314,-5-8-1595,1 0 0,-1-1 0,0 1 1,0 0-1,0 0 0,-1 0 0,1 0 0,-1 0 0,1-1 0,-1 1 0,0 0 0,0 5 0,-8 39 1509,3-21-1288,-66 436-380,7-25 0,62-400 0,1-1 0,7 71 0,-5-95 0,1-1 0,0 1 0,1-1 0,0 1 0,1-1 0,0 0 0,1 0 0,0-1 0,0 0 0,1 1 0,1-2 0,0 1 0,8 8 0,-11-15-1,0 0 0,0 0 0,1 0 1,-1-1-1,1 1 0,0-1 0,-1 0 0,1-1 0,0 1 1,0-1-1,0 0 0,0 0 0,1-1 0,-1 1 0,0-1 1,0 0-1,0-1 0,0 1 0,0-1 0,0 0 0,8-3 1,3-1-32,0 0 1,-1-1 0,0-1-1,0 0 1,22-16 0,-4-1-183,-1-2 1,-2-1-1,-1-1 1,-1-1-1,-1-2 1,-2-1-1,29-48 1,-53 78 205,0 0 0,1 0 0,-2 1 0,1-1 0,0 0 0,0 0 0,-1 0 0,1-1 0,-1 1 0,1 0 0,-1 0 0,0 0 0,0 0 0,0 0 0,0 0 1,-1-4-1,1 5 6,0 1 0,-1-1 1,1 0-1,-1 0 1,1 0-1,-1 1 0,0-1 1,1 0-1,-1 0 0,0 1 1,1-1-1,-1 1 1,0-1-1,0 1 0,1-1 1,-1 1-1,0-1 1,0 1-1,0-1 0,0 1 1,0 0-1,0 0 1,0 0-1,1-1 0,-1 1 1,0 0-1,0 0 0,0 0 1,0 0-1,0 1 1,0-1-1,0 0 0,-1 0 1,-11 3 3,1 1 1,-1-1-1,1 2 1,0 0-1,0 0 1,1 1-1,-13 9 1,-72 55-85,88-63-41,0-1-1,1 1 0,0 1 0,0-1 0,-5 10 0,10-16 33,1 1 0,0 0 0,0 0 0,0 0 0,0 0 0,0 0 0,0 0-1,0 0 1,0 0 0,1 0 0,-1 0 0,1 0 0,0 1 0,0-1 0,-1 0-1,1 0 1,1 0 0,-1 1 0,0-1 0,0 0 0,1 0 0,-1 0 0,1 0-1,0 0 1,0 0 0,0 0 0,0 0 0,2 3 0,-1-3 36,-1-1-1,1 0 1,0 1 0,0-1 0,-1 0 0,1 0-1,0 0 1,0-1 0,0 1 0,0 0-1,0-1 1,1 1 0,-1-1 0,0 0 0,0 0-1,0 0 1,0 0 0,3 0 0,48-8-191,-29 3 38,48-6 29,-23 3 1098,83-4-1,67 23 416,-179-12-1187,0-1 0,0-1 1,0 0-1,0-1 1,-1-1-1,0-1 0,0-1 1,0-1-1,-1 0 1,0-2-1,30-20 0,5-10 581,-2-2 1,57-60-1,-64 60-619,-39 37-109,0 1 0,1 0 0,-1 0 0,1 0 0,0 1 0,0 0 0,1 0 0,-1 1 0,1 0 0,-1 0 0,1 0 0,0 1 0,-1 0 0,1 0 0,0 1 0,0-1 0,0 2 0,-1-1 0,1 1 0,0 0 0,0 0 0,-1 1 0,1 0 0,-1 0 0,10 5 0,-1-1 0,0 2 0,0 0 0,-1 1 0,0 0 0,0 1 0,-1 0 0,-1 2 0,1-1 0,13 18 0,-13-12 0,0 1 0,-1 0 0,-1 1 0,0 0 0,-2 1 0,0 0 0,-1 0 0,-1 1 0,-1 0 0,-1 0 0,-1 0 0,-1 1 0,1 33 0,-4-54 0,0 0 0,0 0 0,0 0 0,0-1 0,0 1 0,0 0 0,0 0 0,0 0 0,0 0 0,0-1 0,0 1 0,1 0 0,-1 0 0,0 0 0,1-1 0,-1 1 0,0 0 0,1 0 0,0 0 0,1-1 0,0 0 0,0 0 0,0 0 0,0 0 0,0-1 0,0 1 0,0-1 0,0 1 0,0-1 0,0 0 0,0 0 0,-1 0 0,1 0 0,1-1 0,28-19 0,-17 10 0,0-1 0,0-1 0,12-16 0,26-27 0,90-78 0,-108 102 0,0 3 0,2 0 0,60-34 0,-76 51 0,1 1 0,0 2 0,0 0 0,1 1 0,0 1 0,0 1 0,0 1 0,42-4 0,-57 9 0,0 1 0,0-1 0,0 1 0,0 1 0,0-1 0,0 1 0,-1 0 0,1 1 0,0-1 0,-1 1 0,0 1 0,0-1 0,0 1 0,0 0 0,0 1 0,-1-1 0,0 1 0,0 0 0,0 0 0,0 1 0,-1-1 0,5 9 0,-3-4 0,-1 0 0,0 1 0,-1-1 0,0 1 0,0 0 0,-1 0 0,-1 1 0,0-1 0,0 0 0,-1 21 0,-2-15 0,0 0 0,-1 0 0,-1 0 0,-1-1 0,0 1 0,-11 26 0,1-14 0,-1 0 0,-1-1 0,-1 0 0,-1-1 0,-2-2 0,-1 0 0,-26 25 0,20-22 0,17-22 0,8-10 0,4-8 0,1 4 0,0 1 0,1 0 0,0 0 0,0 0 0,0 1 0,1-1 0,0 1 0,1 0 0,7-6 0,62-49 0,-69 56 0,82-60 0,3 4 0,2 4 0,2 4 0,3 4 0,1 5 0,146-44 0,-233 84 0,1 1 0,0 0 0,0 1 0,0 1 0,0 0 0,0 1 0,24 2 0,-32-1 0,-1 0 0,0 0 0,1 0 0,-1 0 0,0 1 0,1 0 0,-1 0 0,0 0 0,0 0 0,-1 0 0,1 1 0,0 0 0,-1 0 0,1 0 0,-1 0 0,0 0 0,0 1 0,-1-1 0,1 1 0,-1 0 0,1 0 0,-1 0 0,0 0 0,-1 0 0,3 6 0,-1 7 0,-1 0 0,0 0 0,-1 1 0,-1-1 0,0 0 0,-4 18 0,2-7 0,-1-3 0,-2 0 0,-13 46 0,10-44 0,7-22-1104,0 1 0,0-1 1,0 1-1,1-1 0,0 11 0,0-5-1354,25-17-18244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6.548"/>
    </inkml:context>
    <inkml:brush xml:id="br0">
      <inkml:brushProperty name="width" value="0.035" units="cm"/>
      <inkml:brushProperty name="height" value="0.035" units="cm"/>
      <inkml:brushProperty name="color" value="#008C3A"/>
    </inkml:brush>
  </inkml:definitions>
  <inkml:trace contextRef="#ctx0" brushRef="#br0">0 26 12729,'35'-11'4257,"-29"-3"-2625,29 14 1092,-16 14-2600,13 17-872,3-11-1176,0 3-44,9 14-2989,14 6-3928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102"/>
    </inkml:context>
    <inkml:brush xml:id="br0">
      <inkml:brushProperty name="width" value="0.035" units="cm"/>
      <inkml:brushProperty name="height" value="0.035" units="cm"/>
      <inkml:brushProperty name="color" value="#008C3A"/>
    </inkml:brush>
  </inkml:definitions>
  <inkml:trace contextRef="#ctx0" brushRef="#br0">632 842 13841,'4'-10'924,"1"0"0,0 1 0,1-1 0,0 1 0,1 0 0,-1 1 0,2 0 0,-1 0 0,17-13 0,43-38 1636,103-100 1461,-144 131-3434,-2 0-1,-1-2 1,-2 0-1,23-43 1,33-93-387,-10 19-228,-56 127 28,-21 47 0,-4 8 0,-69 218 0,-88 241 0,-190 378 0,342-826 0,-71 193 0,77-200 0,3 1 0,1 1 0,2-1 0,-3 46 0,10-72 0,0 1 0,1 0 0,0-1 0,1 1 0,1-1 0,0 0 0,1 0 0,8 21 0,-9-30 0,-1 0 0,1 0 0,-1 0 0,1 0 0,1-1 0,-1 1 0,1-1 0,-1 0 0,1 0 0,0 0 0,1 0 0,-1-1 0,1 0 0,-1 0 0,1 0 0,0 0 0,0-1 0,1 0 0,-1 0 0,0 0 0,1-1 0,-1 0 0,0 0 0,11 1 0,-5-3-54,0 1 1,-1-1-1,1-1 1,0 0-1,0 0 1,-1-1-1,1-1 0,-1 0 1,0 0-1,0-1 1,-1 0-1,1 0 1,13-11-1,-12 7-33,-1 0 0,1-1 1,-2 0-1,1 0 0,-1-1 0,-1-1 0,0 1 1,-1-1-1,0-1 0,6-14 0,-11 21 39,0-1-1,0 0 1,-1 0-1,0-1 1,0 1-1,-1 0 1,0 0-1,0 0 1,-1 0-1,0 0 1,0-1-1,-1 1 1,0 0-1,0 1 1,0-1 0,-1 0-1,0 1 1,-7-13-1,-3 0-9,0 0-1,0 1 1,-2 1 0,-28-28-1,3 10 117,-1 1 0,-85-51-1,-101-39 390,56 33-72,157 83-326,1 0-1,0 0 1,1-2 0,-1 1-1,2-2 1,-12-11 0,21 19-49,-1 0 1,0 0 0,1-1 0,0 1 0,0-1-1,0 0 1,0 1 0,0-1 0,1 0 0,0 0 0,0 0-1,0 0 1,0 0 0,0 0 0,1 0 0,0 0 0,0-1-1,0 1 1,0 0 0,1 0 0,-1 0 0,1 0-1,0 0 1,1 0 0,-1 0 0,0 0 0,4-4 0,3-5-41,1 0 1,0 1-1,1 0 1,0 1 0,1 0-1,0 0 1,1 1 0,0 1-1,1 0 1,19-11 0,18-6-115,76-29-1,-117 52 147,744-232 418,-718 225-260,-12 4-52,0 1-1,1 0 0,35-1 0,-50 6-103,-1 0-1,0 0 0,0 1 0,0 0 0,0 0 0,0 1 0,0 0 1,0 1-1,0 0 0,-1 0 0,1 0 0,-1 1 0,13 9 1,-4 0-1427,0 1 0,-1 1 0,23 29 0,11 24-10424,-25-31 1118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257"/>
    </inkml:context>
    <inkml:brush xml:id="br0">
      <inkml:brushProperty name="width" value="0.035" units="cm"/>
      <inkml:brushProperty name="height" value="0.035" units="cm"/>
      <inkml:brushProperty name="color" value="#008C3A"/>
    </inkml:brush>
  </inkml:definitions>
  <inkml:trace contextRef="#ctx0" brushRef="#br0">0 43 12117,'0'0'2024,"16"-17"-360,-3 3-311,3 8-389,-4 1-684,17 5-2349,0 0-35,-4 5-1992,10 15-3053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7.890"/>
    </inkml:context>
    <inkml:brush xml:id="br0">
      <inkml:brushProperty name="width" value="0.035" units="cm"/>
      <inkml:brushProperty name="height" value="0.035" units="cm"/>
      <inkml:brushProperty name="color" value="#008C3A"/>
    </inkml:brush>
  </inkml:definitions>
  <inkml:trace contextRef="#ctx0" brushRef="#br0">306 136 11733,'-27'-33'3310,"8"9"3729,-23-39 1,41 62-6981,0 0 0,0 0 1,0 0-1,0-1 0,0 1 0,0 0 0,0 0 0,0 1 1,0-1-1,-1 0 0,1 0 0,0 0 0,-1 1 1,1-1-1,0 1 0,-1-1 0,1 1 0,-1 0 1,1-1-1,-1 1 0,1 0 0,0 0 0,-1 0 0,1 0 1,-1 0-1,1 0 0,-1 1 0,1-1 0,-1 0 1,1 1-1,0-1 0,-1 1 0,1 0 0,-1-1 0,1 1 1,0 0-1,-2 1 0,-3 2 174,-1 0-1,0 1 1,1-1 0,0 2-1,-9 8 1,2 2-233,1 1 0,0-1 0,2 2 0,0 0 0,0 0 0,2 1 0,1 0 0,-10 37 0,10-28 0,2 0 0,1 0 0,1 1 0,1 0 0,4 49 0,0-61 0,0 1 0,1-1 0,1 0 0,0-1 0,2 1 0,-1-1 0,15 27 0,-16-37 0,-1 1 0,1-2 0,1 1 0,-1 0 0,1-1 0,0 0 0,0 0 0,0 0 0,1-1 0,0 0 0,0 0 0,0 0 0,0-1 0,1 0 0,-1 0 0,1 0 0,0-1 0,-1 0 0,1-1 0,0 1 0,10 0 0,-4-2 0,0 0 0,-1-1 0,1-1 0,0 0 0,-1 0 0,1-1 0,-1-1 0,0 0 0,0-1 0,0 0 0,0-1 0,18-12 0,-15 8 0,0-1 0,-1-1 0,0 0 0,-1-1 0,-1 0 0,0-1 0,-1 0 0,13-21 0,-6-7 0,-8 10 0,-11 25 0,-2 3 0,3 3 1,0 0 0,0 0-1,0 1 1,0-1 0,0 0 0,-1 0 0,1 0-1,0 0 1,-1 0 0,1 0 0,-1 1 0,1-1-1,-1 0 1,1 0 0,-1 1 0,1-1 0,-1 0-1,0 1 1,1-1 0,-1 1 0,0-1 0,-1 0-1,-8 2-53,9-1 12,-4 0-113,0 1-1,1 0 1,-1 0-1,0 0 1,0 1-1,1 0 1,-1 0-1,1 0 1,0 0-1,-1 0 1,-3 4 0,5-4-14,1-1 1,0 1-1,-1 0 0,1 0 1,0 0-1,0 0 1,0 0-1,0 1 1,0-1-1,1 1 1,-1-1-1,1 1 1,0-1-1,-1 1 1,1 0-1,0 0 1,1-1-1,-2 6 1,2-2-154,0-1 0,0 1 0,0-1 0,1 1 0,0-1 0,0 1 0,1-1 1,-1 0-1,5 10 0,-4-12 252,1 0 0,-1 0 0,1 0-1,-1 0 1,1-1 0,0 1 0,0-1 0,0 1 0,0-1 0,1 0 0,-1 0 0,1-1 0,-1 1 0,7 1-1,10 4 301,-1 1-1,0 1 1,32 19-1,-46-25-224,1 0 1,0 0-1,0-1 0,0 1 1,0-1-1,0-1 0,12 3 1,-7-2-115,-1-1-25,0 0 0,-1 0 0,1-1-1,0-1 1,0 0 0,0 0 0,0 0 0,15-6 0,9-3-732,34-17 1,-43 18 622,0-2 0,0-1 0,-1-2 0,-1 0 0,0-1 0,-1-1 0,-1-1 1,0-1-1,27-31 0,-21 13 847,-2 0 0,-1-1 0,27-61 1,-30 51 374,-9 19 332,0 1-1,31-46 1,-42 71-1237,0 0 1,0 1-1,0-1 0,0 0 1,0 1-1,1-1 0,-1 1 1,1 0-1,-1-1 1,1 1-1,-1 0 0,1 0 1,0 0-1,0 0 1,-1 0-1,1 1 0,0-1 1,0 0-1,0 1 1,0-1-1,0 1 0,0 0 1,0 0-1,0 0 0,0 0 1,0 0-1,0 0 1,0 0-1,0 1 0,0-1 1,0 1-1,-1-1 1,1 1-1,0 0 0,0-1 1,0 1-1,2 2 1,0 0 28,-1 0 0,1 0 0,-1 1 1,0-1-1,0 1 0,0 0 0,0-1 0,-1 1 1,0 1-1,1-1 0,-1 0 0,-1 0 1,1 1-1,1 7 0,0 6 126,-1-1 0,-1 1 1,0 0-1,-2 0 0,0 0 0,-6 30 0,-33 106-1121,22-92-1094,7-29 181,-2 10-3154,11-12-3661,3-8-2443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085"/>
    </inkml:context>
    <inkml:brush xml:id="br0">
      <inkml:brushProperty name="width" value="0.035" units="cm"/>
      <inkml:brushProperty name="height" value="0.035" units="cm"/>
      <inkml:brushProperty name="color" value="#008C3A"/>
    </inkml:brush>
  </inkml:definitions>
  <inkml:trace contextRef="#ctx0" brushRef="#br0">13 59 14561,'0'0'9,"-1"-2"222,-1 0 0,1 1 1,0-1-1,0 0 0,0 0 1,0 1-1,0-1 0,0 0 1,1 0-1,-1 0 0,0 0 1,1-3-1,0 4-98,1 0 1,0 0-1,0 0 0,0 0 1,0 0-1,1 0 0,-1 1 0,0-1 1,0 0-1,0 1 0,1-1 1,-1 1-1,0 0 0,0-1 1,1 1-1,-1 0 0,0 0 1,1 0-1,-1 0 0,0 0 1,1 0-1,1 0 0,23-2 176,267-16 6521,-248 17-5833,1 3 0,-1 2 0,0 1 0,66 17 0,-103-19-997,0-1 0,0 1 0,-1 0 0,1 1 0,-1-1 0,1 1 0,7 7 0,-12-9 0,0 1 0,-1-1 0,0 1 0,1 0 0,-1-1 0,0 1 0,0 0 0,-1 0 0,1 0 0,-1 1 0,1-1 0,-1 0 0,0 1 0,0-1 0,-1 0 0,1 1 0,-1-1 0,1 1 0,-1-1 0,0 5 0,-1 9-1102,-1-1 1,-1 1-1,0-1 1,-1 0-1,0 0 0,-2-1 1,-6 16-1,10-27 66,0-1 1,1 1-1,-1 0 0,1 0 1,0-1-1,1 1 0,-1 0 1,0 0-1,1 7 0,5 4-9577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270"/>
    </inkml:context>
    <inkml:brush xml:id="br0">
      <inkml:brushProperty name="width" value="0.035" units="cm"/>
      <inkml:brushProperty name="height" value="0.035" units="cm"/>
      <inkml:brushProperty name="color" value="#008C3A"/>
    </inkml:brush>
  </inkml:definitions>
  <inkml:trace contextRef="#ctx0" brushRef="#br0">0 44 3340,'29'-12'8310,"-20"-16"-11828,-8 25 1244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8.804"/>
    </inkml:context>
    <inkml:brush xml:id="br0">
      <inkml:brushProperty name="width" value="0.035" units="cm"/>
      <inkml:brushProperty name="height" value="0.035" units="cm"/>
      <inkml:brushProperty name="color" value="#008C3A"/>
    </inkml:brush>
  </inkml:definitions>
  <inkml:trace contextRef="#ctx0" brushRef="#br0">265 83 11657,'13'-18'970,"-7"11"1066,-1-1 1,-1 0-1,1 0 0,2-9 0,-6 16-1855,-1 0 0,0 0 0,1 0-1,-1 0 1,1 0 0,-1 1 0,1-1 0,0 0-1,-1 0 1,1 1 0,0-1 0,0 0 0,0 1-1,-1-1 1,1 0 0,0 1 0,0-1 0,0 1-1,0 0 1,0-1 0,0 1 0,0 0 0,0-1-1,0 1 1,0 0 0,0 0 0,0 0 0,0 0-1,0 0 1,1 0 0,-1 0-69,0 0-1,-1 0 1,1 1 0,0-1-1,-1 0 1,1 0 0,0 0-1,-1 1 1,1-1-1,0 0 1,-1 1 0,1-1-1,-1 0 1,1 1 0,-1-1-1,1 1 1,-1-1 0,1 1-1,-1-1 1,1 1 0,-1-1-1,1 1 1,-1 0-1,0-1 1,0 1 0,1-1-1,-1 1 1,0 0 0,0-1-1,1 1 1,-1 0 0,0-1-1,0 1 1,0 0-1,0 0 1,0-1 0,0 1-1,-1 0 1,-1 4-112,0-1 0,-1 0 0,1 0 0,-1 0 0,0 0 0,-6 4 0,-1 4 0,-37 43 0,-63 54 0,6-6 0,88-86 0,12-14 0,1 0 0,-1 0 0,1 0 0,0 1 0,1 0 0,-1-1 0,1 1 0,-1 0 0,1 0 0,0 1 0,-1 4 0,12-29-1352,18-32-1,11-19-2674,-28 53-217,-1 6-2488,3-2-5343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204"/>
    </inkml:context>
    <inkml:brush xml:id="br0">
      <inkml:brushProperty name="width" value="0.035" units="cm"/>
      <inkml:brushProperty name="height" value="0.035" units="cm"/>
      <inkml:brushProperty name="color" value="#008C3A"/>
    </inkml:brush>
  </inkml:definitions>
  <inkml:trace contextRef="#ctx0" brushRef="#br0">29 202 9301,'-2'-1'12489,"-12"-13"-9339,14 14-3043,0 0 0,0 0 0,0-1 1,0 1-1,0 0 0,0-1 0,0 1 1,0 0-1,0-1 0,0 1 0,0 0 0,0-1 1,0 1-1,0 0 0,0-1 0,0 1 1,0 0-1,0 0 0,1-1 0,-1 1 1,0 0-1,0-1 0,0 1 0,1 0 0,-1 0 1,0 0-1,0-1 0,0 1 0,1 0 1,-1 0-1,1-1 0,3-1 303,1 0 0,0 0 0,0 0 0,0 1 0,8-2 0,-9 3-678,4-3 514,0 1 0,1-2 0,14-6-1,-22 8-173,1 0-1,-1 0 1,0 0 0,1 0-1,-1 1 1,0-2-1,0 1 1,0 0 0,-1 0-1,1 0 1,0 0-1,-1 0 1,1-1-1,-1 1 1,0-5 0,-1 2-72,0-1 1,-1 0-1,1 1 1,-1-1 0,0 1-1,-1 0 1,1-1 0,-1 1-1,0 0 1,-1 1-1,1-1 1,-1 1 0,0-1-1,0 1 1,0 0-1,0 0 1,-1 1 0,0-1-1,0 1 1,0 0-1,-9-4 1,13 6-202,0 1 0,0-1 0,0 1 0,0-1-1,0 1 1,0 0 0,0-1 0,0 1 0,0 0 0,0-1 0,0 1 0,0 0 0,0 0 0,0 0-1,0 0 1,0 0 0,0 0 0,0 0 0,0 1 0,0-1 0,0 0 0,0 0 0,0 1 0,0-1-1,0 1 1,0-1 0,0 1 0,0-1 0,0 1 0,1 0 0,-1-1 0,0 1 0,0 0-1,1-1 1,-1 1 0,0 0 0,1 0 0,-1 0 0,1 0 0,-1 0 0,1 0 0,0 0 0,-1 0-1,1 0 1,0 0 0,-1 0 0,1 0 0,0 0 0,0 0 0,0 0 0,0 0 0,0 0 0,0 0-1,0 0 1,1 0 0,-1 0 0,0 0 0,1 2 0,11 28-6518,3 1-4418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850"/>
    </inkml:context>
    <inkml:brush xml:id="br0">
      <inkml:brushProperty name="width" value="0.035" units="cm"/>
      <inkml:brushProperty name="height" value="0.035" units="cm"/>
      <inkml:brushProperty name="color" value="#008C3A"/>
    </inkml:brush>
  </inkml:definitions>
  <inkml:trace contextRef="#ctx0" brushRef="#br0">178 7 13405,'12'-7'2078,"-17"10"-231,4-2-1464,0-1 0,0 1 0,0 0 0,-1 0 0,1 0 0,0-1 0,0 1 0,0 1 0,1-1 0,-1 0 0,0 0 0,0 0 0,0 0 0,1 0 0,-1 1 0,0 2 0,0 9 72,0 0 0,-1 1 0,0-1 0,-1 0 0,-1 0 0,-5 13 1,-40 81 3661,9-20-2494,24-50-1623,9-22 0,0 0 0,1 1 0,1 0 0,0 0 0,1 0 0,1 0 0,-1 19 0,6-16 0,11-7 0,5-4 0,-12-7 0,0-1 0,1 0 0,-1 0 0,0 0 0,0-1 0,0 1 0,0-2 0,-1 1 0,1-1 0,0 0 0,0 0 0,-1 0 0,1-1 0,-1 0 0,0 0 0,0 0 0,0-1 0,0 1 0,-1-1 0,9-9 0,-3 2 0,-1 0 0,0-1 0,0 0 0,-2 0 0,1-1 0,-1 0 0,8-23 0,-9 18 0,-1-1 0,-1 0 0,0 1 0,-2-1 0,0-1 0,-1-31 0,-2 39 0,0-1 0,0 1 0,-1 0 0,-1 0 0,0 0 0,-1 0 0,0 0 0,-1 1 0,0 0 0,-1 0 0,-9-15 0,2 11 0,8 13 0,1 1 0,14 18 6,15 13-35,-14-16-184,0 1 0,-1 1 0,-1 0 0,0 0 0,-1 1-1,7 22 1,-8-18-102,2-2 0,0 1-1,23 34 1,-29-50 298,0 0 0,1-1 1,0 1-1,-1-1 0,1 0 1,0 0-1,1-1 0,-1 1 1,0-1-1,1 0 0,-1 0 1,1 0-1,0 0 0,0-1 0,0 0 1,0 0-1,-1-1 0,1 1 1,0-1-1,0 0 0,0 0 1,8-2-1,11-1 79,-2-2-1,1-1 1,35-13 0,-36 12 47,182-73 909,-115 44-389,-80 33-562,0-1-1,1 2 0,0-1 0,0 1 1,-1 1-1,1 0 0,0 0 1,0 1-1,19 2 0,-26-2-52,0 1 0,0-1 0,0 1 1,0 0-1,0 0 0,0 0 0,-1 0 0,1 1 0,0-1 0,-1 1 0,1-1 0,-1 1 1,1 0-1,-1 0 0,0 0 0,0 1 0,0-1 0,0 0 0,0 1 0,0-1 0,-1 1 1,1 0-1,-1-1 0,0 1 0,0 0 0,0 0 0,0 0 0,0 0 0,-1 0 0,1 0 1,-1 0-1,0 0 0,0 0 0,0 6 0,-17 117-1835,12-101 1007,0 0-1,2 1 1,1 0-1,1-1 1,1 1-1,4 30 1,-3-52-26,-1 0 0,1-1 0,0 1 0,1 0 0,-1-1 0,1 1 1,-1-1-1,1 0 0,0 0 0,0 0 0,1 0 0,2 4 0,30 31-10502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6:49.986"/>
    </inkml:context>
    <inkml:brush xml:id="br0">
      <inkml:brushProperty name="width" value="0.035" units="cm"/>
      <inkml:brushProperty name="height" value="0.035" units="cm"/>
      <inkml:brushProperty name="color" value="#008C3A"/>
    </inkml:brush>
  </inkml:definitions>
  <inkml:trace contextRef="#ctx0" brushRef="#br0">29 14 12713,'-3'17'7257,"-10"-34"-9585,0 3 511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2.208"/>
    </inkml:context>
    <inkml:brush xml:id="br0">
      <inkml:brushProperty name="width" value="0.035" units="cm"/>
      <inkml:brushProperty name="height" value="0.035" units="cm"/>
      <inkml:brushProperty name="color" value="#008C3A"/>
    </inkml:brush>
  </inkml:definitions>
  <inkml:trace contextRef="#ctx0" brushRef="#br0">76 27 12865,'-13'-9'2275,"-2"0"412,5 1 3275,-3 35-393,13-20-5102,1-1 1,1 1-1,-1 0 0,5 10 0,4 21 606,-4 27-1073,-2 0 0,-7 98 0,-32 129 0,26-226-1539,3 0 1,5 119-1,10-142-10429,-3-20-1231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2.534"/>
    </inkml:context>
    <inkml:brush xml:id="br0">
      <inkml:brushProperty name="width" value="0.035" units="cm"/>
      <inkml:brushProperty name="height" value="0.035" units="cm"/>
      <inkml:brushProperty name="color" value="#008C3A"/>
    </inkml:brush>
  </inkml:definitions>
  <inkml:trace contextRef="#ctx0" brushRef="#br0">106 66 12057,'-20'-6'824,"16"6"-568,0-1-1,1 0 0,-1 0 1,1-1-1,-1 1 0,1-1 1,0 1-1,0-1 0,0 0 0,-1 0 1,2-1-1,-1 1 0,0-1 1,0 1-1,-3-6 0,-24-19 13347,35 28-12664,13 4-790,0 0 0,0 2 0,-1 0 0,20 10 1,70 44 329,-72-39-436,515 345-42,-460-304 0,-56-40 0,59 42 0,104 95 0,-172-138 0,-2 2 0,0 1 0,-2 0 0,-1 1 0,-1 2 0,-1 0 0,-1 1 0,23 58 0,-35-73 0,-1 1 0,0 0 0,-1 0 0,-1 0 0,-1 1 0,0-1 0,0 0 0,-2 0 0,0 1 0,-1-1 0,0 0 0,-1 0 0,-1 0 0,-1 0 0,0-1 0,0 0 0,-2 0 0,0 0 0,0-1 0,-1 0 0,-12 15 0,-4 2 0,-2-1 0,0-2 0,-2-1 0,-1 0 0,-1-3 0,-1 0 0,-48 25 0,0-5-375,-99 37 0,-90 19-1218,162-61 947,60-24-1738,-92 18-1,18-14-8667,95-15 79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3.137"/>
    </inkml:context>
    <inkml:brush xml:id="br0">
      <inkml:brushProperty name="width" value="0.035" units="cm"/>
      <inkml:brushProperty name="height" value="0.035" units="cm"/>
      <inkml:brushProperty name="color" value="#008C3A"/>
    </inkml:brush>
  </inkml:definitions>
  <inkml:trace contextRef="#ctx0" brushRef="#br0">705 461 12105,'-16'-1'1860,"0"0"0,1 0 0,-1 2 1,0 0-1,-30 6 0,27-3-508,1 1 1,-27 12-1,-9 7-559,1 3-1,2 1 0,-51 38 1,74-45-468,1 1-1,1 1 1,1 2 0,0 0 0,2 2 0,-28 42 0,25-21-310,25-45-20,-1 1-1,1-1 1,1 0 0,-1 1-1,0-1 1,1 1-1,0-1 1,-1 1 0,1-1-1,1 1 1,-1-1 0,0 0-1,2 5 1,-2-6-19,1-1 0,0 0 0,-1 0 0,1 0 0,0 0 0,-1 0 0,1 0 0,0 0 0,0 0 0,0 0 0,0-1 0,0 1 0,0 0 0,0 0 0,0-1 0,0 1 0,0-1 0,0 1 0,3 0 0,31 4-238,-17-5 164,-1-2 0,21-3 0,21-9 37,0-4 0,-2-1 1,61-30-1,19-7 621,-104 44-440,0 1 0,1 1 0,35-4 0,-57 12-97,0 1 0,0 1 0,0 0 0,0 0 0,0 1 0,0 1 0,0 0 0,0 0 0,0 2 0,-1-1 0,1 1 0,14 8 0,47 32-880,-54-32 266,0 0 1,0-1-1,1-1 1,42 15-1,-50-21-82,1-1 0,0 0 0,-1-1-1,1 0 1,0-1 0,0 0 0,0-1 0,0 0-1,0-1 1,23-5 0,-30 4 493,3 0-52,0 0 0,0 0-1,0-1 1,0-1 0,-1 0 0,1 0 0,-1 0-1,0-1 1,0 0 0,0-1 0,10-10 0,-4-2 326,-2-1 0,0-1 1,-1 1-1,-1-2 0,0 0 0,7-26 1,31-137 1781,-41 151-1627,37-252 4678,-40 251-4085,20-119 3917,-60 510-3891,31-239-842,1-84-56,2 1 1,2-1-1,1 1 0,2-1 0,9 48 0,-9-71-121,17 54-3127,-3-37-2137,-15-26 4537,-1-1 0,1 1 0,0 0 1,0-1-1,0 1 0,0-1 0,0 0 0,0 1 1,0-1-1,3 1 0,11-2-10252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3.547"/>
    </inkml:context>
    <inkml:brush xml:id="br0">
      <inkml:brushProperty name="width" value="0.035" units="cm"/>
      <inkml:brushProperty name="height" value="0.035" units="cm"/>
      <inkml:brushProperty name="color" value="#008C3A"/>
    </inkml:brush>
  </inkml:definitions>
  <inkml:trace contextRef="#ctx0" brushRef="#br0">20 100 12965,'-16'-5'2134,"13"4"-5,7 2-48,15 4-706,-8-2-847,1-1 0,0 1 0,0-2 0,0 0 0,19-1 0,384-46 3035,-138 11-2853,18 7 79,-289 28-752,0-1 0,0 2 0,0-1-1,1 1 1,-1-1 0,6 3 0,3 0 22,-15-2-54,1 0 1,-1-1 0,1 1 0,-1 0-1,0 0 1,0 0 0,1 0 0,-1 0-1,0 0 1,0-1 0,0 1-1,0 0 1,0 0 0,0 0 0,0 0-1,0 0 1,0 0 0,-1 0 0,1-1-1,0 1 1,-1 1 0,-2 4 2,1 0 0,-2 0 0,1 0 0,-1 0 0,1 0 0,-2-1 0,1 0 0,-1 0 0,1 0 0,-1-1 0,0 1 0,-7 3 0,-3 5-8,-31 27 37,-47 46-211,90-83 165,7-4 51,16-2 298,-1-2 0,-1 0 0,30-12 0,-33 10-84,0 2 0,1-1 1,0 2-1,0 0 0,0 1 0,0 1 1,23-1-1,-36 3-256,0 0 0,0 0 0,0 0 0,0 1 0,0-1 0,0 1 0,0 0 0,0 0 0,0 0 0,0 0 0,0 0 0,0 1 0,-1 0 0,1-1 0,-1 1 0,1 0 0,-1 0 0,0 0 0,0 0 0,1 1 0,-1-1 0,-1 1 0,1-1 0,0 1 0,-1 0 0,1-1 0,-1 1 0,0 0 0,0 0 0,1 3 0,-1 1 0,0-1 0,-1 1 0,0-1 0,0 1 0,0-1 0,-1 1 0,0-1 0,0 0 0,0 1 0,-1-1 0,0 0 0,0 0 0,-4 7 0,-49 86-5766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4.516"/>
    </inkml:context>
    <inkml:brush xml:id="br0">
      <inkml:brushProperty name="width" value="0.035" units="cm"/>
      <inkml:brushProperty name="height" value="0.035" units="cm"/>
      <inkml:brushProperty name="color" value="#008C3A"/>
    </inkml:brush>
  </inkml:definitions>
  <inkml:trace contextRef="#ctx0" brushRef="#br0">175 735 8165,'26'-3'2150,"-21"3"-166,-8 3 1188,-23 6 9380,84-68-10745,-40 43-1396,0-1 0,-2-1 0,0 0-1,-1-1 1,16-27 0,-6-5-332,-2-2-1,-3-1 1,-2-1 0,-2 0-1,9-63 1,-22 103-79,-1 0 0,0 0 0,-1 0 0,0 0 0,-1 0 0,-1 0 0,-4-23 0,5 37 0,0 0 0,0 0 0,0 0 0,-1 1 0,1-1 0,0 0 0,0 0 0,-1 0 0,1 0 0,-1 0 0,1 0 0,-1 0 0,1 1 0,-1-1 0,1 0 0,-1 0 0,0 1 0,1-1 0,-1 0 0,0 1 0,1-1 0,-1 1 0,0-1 0,0 1 0,0-1 0,0 1 0,0 0 0,1-1 0,-1 1 0,0 0 0,0 0 0,0 0 0,0-1 0,0 1 0,0 0 0,0 0 0,0 0 0,0 1 0,0-1 0,0 0 0,0 0 0,0 0 0,0 1 0,1-1 0,-1 0 0,0 1 0,0-1 0,0 1 0,0-1 0,1 1 0,-1 0 0,0-1 0,0 1 0,1-1 0,-2 2 0,-3 3 0,0 0 0,0 0 0,0 0 0,1 1 0,0-1 0,-4 8 0,0 3 0,0 0 0,2 1 0,0 0 0,1 0 0,1 1 0,0 0 0,1-1 0,1 1 0,1 0 0,1 0 0,0 0 0,1 0 0,1 0 0,6 25 0,-1-14 0,1-1 0,1 1 0,2-2 0,1 1 0,1-2 0,1 0 0,2 0 0,18 23 0,-10-18 0,0-2 0,2 0 0,31 25 0,34 35 0,-75-74-56,-2 1-1,1 1 1,-2 0 0,-1 1-1,13 23 1,-22-36 39,-1 0 0,0-1 0,0 1 0,0 0-1,-1 1 1,0-1 0,0 0 0,0 0 0,-1 0 0,1 1 0,-1-1 0,0 0 0,-1 0-1,0 1 1,1-1 0,-2 0 0,1 0 0,0 0 0,-1 0 0,0 0 0,0 0-1,-1-1 1,1 1 0,-1 0 0,0-1 0,-7 8 0,-5 2-42,0 0 0,-1 0-1,0-2 1,-1 0 0,-1-1 0,0 0 0,-28 11 0,0-3-74,-93 25 0,-66-2-1367,163-34 945,7-2-1243,-58 4-1,24-14-4466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5.042"/>
    </inkml:context>
    <inkml:brush xml:id="br0">
      <inkml:brushProperty name="width" value="0.035" units="cm"/>
      <inkml:brushProperty name="height" value="0.035" units="cm"/>
      <inkml:brushProperty name="color" value="#008C3A"/>
    </inkml:brush>
  </inkml:definitions>
  <inkml:trace contextRef="#ctx0" brushRef="#br0">255 842 10857,'20'-8'389,"-3"2"845,0 0 1,-1-1 0,0-1-1,25-17 1,-32 19-608,-1 0-1,0-1 1,0 0 0,-1 0 0,0-1-1,8-11 1,-12 15-416,-1 0 0,0 0 1,0-1-1,-1 1 0,1 0 0,-1-1 0,0 1 1,0 0-1,0-1 0,0 0 0,-1 1 0,0-1 1,0 1-1,0-1 0,-1 0 0,1 1 0,-3-7 1,-3-14 846,-16-38-1,19 54-782,-1 0 0,-1 0 0,1 1-1,-1 0 1,-1 0 0,1 0 0,-12-12-1,12 18-149,1-1-1,0 1 0,0 0 1,-1 1-1,1-1 0,-1 1 1,0-1-1,1 1 0,-1 1 1,0-1-1,1 1 0,-1 0 0,0 0 1,0 0-1,0 0 0,1 1 1,-1 0-1,0 0 0,1 0 1,-1 1-1,-4 2 0,-4 2-113,1 0 0,0 1-1,0 1 1,1 0 0,0 0-1,0 1 1,1 1-1,0 0 1,1 0 0,0 1-1,0 0 1,-7 13 0,-4 10-18,0 2 0,3 0 0,-14 39 0,22-54 7,2 2 0,0-1 0,2 1 0,0-1 0,2 2 0,0-1 0,1 31 0,3-44 0,-1-1 0,2 1 0,-1-1 0,1 0 0,1 1 0,-1-1 0,2 0 0,-1-1 0,1 1 0,1 0 0,-1-1 0,1 0 0,1 0 0,0-1 0,0 1 0,0-1 0,1-1 0,0 1 0,0-1 0,13 8 0,-4-5 0,0 0 0,0-2 0,1 0 0,1 0 0,-1-2 0,1 0 0,0-1 0,0-1 0,0-1 0,21 0 0,14-1 0,0-3 0,63-11 0,-76 6-81,-1-1-1,0-2 1,0-1 0,-1-2-1,0-2 1,-1-2-1,-1-1 1,0-2 0,-2-1-1,0-2 1,-2-1 0,-1-1-1,0-2 1,-2-2-1,-1 0 1,-2-2 0,-1 0-1,-1-2 1,-2-1 0,-1-1-1,23-53 1,-2-15 425,55-198 0,-89 272-187,-2-1 1,0 0-1,-2 0 1,-1-1-1,-2 1 1,-2-32-1,-2 49-157,-2 12 0,-5 13 0,9-10 0,-10 14 0,1 0 0,1 0 0,0 1 0,2 0 0,0 0 0,-7 25 0,-23 120 0,33-140 0,-9 44 0,4-1 0,2 2 0,3-1 0,3 1 0,13 117 0,-10-171-714,1-1 0,0 1 0,0-1 0,8 18 0,-9-25 289,0-1 0,1 1 0,-1-1 0,1 1 0,0-1 0,1 0 0,-1 0 0,1-1 0,-1 1 0,1-1 0,0 1 1,0-1-1,1-1 0,4 4 0,12 5-6004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15.209"/>
    </inkml:context>
    <inkml:brush xml:id="br0">
      <inkml:brushProperty name="width" value="0.035" units="cm"/>
      <inkml:brushProperty name="height" value="0.035" units="cm"/>
      <inkml:brushProperty name="color" value="#008C3A"/>
    </inkml:brush>
  </inkml:definitions>
  <inkml:trace contextRef="#ctx0" brushRef="#br0">64 183 16610,'-63'20'9100,"79"-28"-6835,31 2 1087,10 3-2176,1 0-912,21 0-264,10-2 0,16-7-140,12-2-1328,13-3-236,0-12-440,-9 1-613,-7 2-459,-18 0-3101,-11 3-5720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8.735"/>
    </inkml:context>
    <inkml:brush xml:id="br0">
      <inkml:brushProperty name="width" value="0.035" units="cm"/>
      <inkml:brushProperty name="height" value="0.035" units="cm"/>
      <inkml:brushProperty name="color" value="#008C3A"/>
    </inkml:brush>
  </inkml:definitions>
  <inkml:trace contextRef="#ctx0" brushRef="#br0">127 268 7153,'10'-9'1430,"-1"0"1,0-1-1,-1 0 1,0-1-1,0 0 1,-1 0-1,10-23 1,-10 18 205,1 0-1,0 1 1,1 0-1,1 1 1,0 0-1,19-19 1,-19 20-133,-9 12-606,6-11-576,-50 51-321,6 3 0,2 1 0,2 2 0,-32 58 0,51-78 0,1 2 0,1-1 0,1 2 0,2-1 0,0 2 0,2-1 0,-5 49 0,11-65 0,1 0 0,0 0 0,0-1 0,1 1 0,1 0 0,0-1 0,1 1 0,0-1 0,1 0 0,0 0 0,1 0 0,0 0 0,0-1 0,1 1 0,1-2 0,0 1 0,0-1 0,1 0 0,0 0 0,0-1 0,1 0 0,14 10 0,-4-6 0,1 0 0,-1-2 0,2 0 0,0-1 0,0-1 0,0-1 0,1-1 0,0 0 0,0-2 0,44 3 0,-18-5 0,-1-2 0,0-3 0,0-1 0,0-2 0,52-14 0,-79 15 0,1-1 0,-1-1 0,0-1 0,-1-1 0,0 0 0,0-1 0,-1-1 0,-1-1 0,0-1 0,0 0 0,-1-1 0,-1-1 0,25-31 0,-34 37 0,0 0 0,-1 0 0,-1 0 0,1-1 0,-1 0 0,-1 0 0,0 0 0,0 0 0,-1-1 0,1-17 0,-2 12 0,-1 1 0,-1 0 0,-1 0 0,0 0 0,-1 0 0,-9-27 0,2 15 0,-1 1 0,-2 0 0,0 1 0,-2 1 0,-1 0 0,0 1 0,-33-34 0,29 37-5,-1 0 0,0 2 0,-2 0 0,0 2-1,-1 1 1,-1 0 0,0 2 0,0 1 0,-33-11 0,41 17-31,0 1 0,0 1 0,0 1 0,-1 0 0,1 1 0,-1 1 0,0 1 0,1 0 0,-1 1 0,0 1 0,1 1 0,0 0 0,-1 2 0,1 0 0,-31 13 0,41-14-243,1 0 1,-1 0 0,1 0 0,0 1 0,1-1-1,-1 1 1,-5 7 0,-9 11-2187,-31 46 0,47-63 1721,0 1 0,0 0 0,1 1 0,0-1 1,0 0-1,1 1 0,0 0 0,0-1 0,1 1 0,-1 0 1,1 15-1,1-10-1225,-1 44-9136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052"/>
    </inkml:context>
    <inkml:brush xml:id="br0">
      <inkml:brushProperty name="width" value="0.035" units="cm"/>
      <inkml:brushProperty name="height" value="0.035" units="cm"/>
      <inkml:brushProperty name="color" value="#008C3A"/>
    </inkml:brush>
  </inkml:definitions>
  <inkml:trace contextRef="#ctx0" brushRef="#br0">307 29 14933,'-12'-9'3264,"9"6"-1831,-1 0 1,0 1-1,1-1 0,-1 1 0,0 0 1,-6-3-1,9 10 414,-9 44-1373,3 1-1,-1 71 1,12 106 592,-1-97-863,-27 843-203,-70-383-680,30-242-590,38-218-1536,-2 19-2457,24-119 985,0 37 1,6-15-6932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708"/>
    </inkml:context>
    <inkml:brush xml:id="br0">
      <inkml:brushProperty name="width" value="0.035" units="cm"/>
      <inkml:brushProperty name="height" value="0.035" units="cm"/>
      <inkml:brushProperty name="color" value="#008C3A"/>
    </inkml:brush>
  </inkml:definitions>
  <inkml:trace contextRef="#ctx0" brushRef="#br0">107 1 10349,'-2'2'604,"-1"0"1,0 0-1,1 1 0,-1 0 1,1-1-1,0 1 1,0 0-1,0 0 0,0 0 1,1 0-1,-1 1 0,1-1 1,0 0-1,-2 5 0,-8 58 1559,5-27-356,-32 274 4447,33-250-5539,-8 117 560,11 184 0,14-184-3359,12-2-3323,-24-176 5165,0 0 1,0 0 0,1 0 0,-1 0-1,0 0 1,1 0 0,-1 0 0,1-1-1,0 1 1,-1 0 0,1 0 0,0-1-1,0 1 1,0 0 0,1-1 0,-1 1-1,0-1 1,0 1 0,1-1 0,-1 0-1,1 0 1,-1 0 0,1 1 0,0-1-1,-1-1 1,4 2 0,-3-2-116,0 0 0,0 0 1,0 0-1,0-1 0,0 1 0,0 0 1,0-1-1,-1 0 0,1 0 0,0 1 1,0-1-1,0 0 0,-1 0 1,1 0-1,-1-1 0,1 1 0,-1 0 1,1-1-1,-1 1 0,0-1 0,1 1 1,0-4-1,15-22-7352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39.922"/>
    </inkml:context>
    <inkml:brush xml:id="br0">
      <inkml:brushProperty name="width" value="0.035" units="cm"/>
      <inkml:brushProperty name="height" value="0.035" units="cm"/>
      <inkml:brushProperty name="color" value="#008C3A"/>
    </inkml:brush>
  </inkml:definitions>
  <inkml:trace contextRef="#ctx0" brushRef="#br0">350 127 8425,'-20'-31'1082,"-8"-21"5820,11 17-2948,15 33-2230,25-2-150,-21 3-1520,0 1 0,1-1 0,-1 1-1,0-1 1,1 1 0,-1 0 0,0 0 0,1 0 0,-1 0 0,0 1 0,0-1 0,1 1 0,-1-1 0,0 1 0,5 2 0,4 1 66,-1 1 1,1 1 0,-1 0 0,0 0-1,0 1 1,-1 0 0,1 1 0,-2 0-1,12 13 1,-16-16-69,0 0 0,-1 1 0,1-1 0,-1 1 0,0 0 0,0 0 0,-1 0 0,0 0 0,0 1 0,0-1 0,-1 1 0,0-1 0,0 1 0,-1-1 0,0 1 0,0-1 0,0 1 0,-1-1-1,-2 10 1,-1-1 31,-1-1 0,0 1 0,-1-1 0,-1 0-1,0 0 1,-1-1 0,-1 0 0,0-1-1,0 1 1,-18 16 0,-12 7 75,-76 55 0,30-25-547,50-36-582,-36 29-1883,25-24-8765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0.390"/>
    </inkml:context>
    <inkml:brush xml:id="br0">
      <inkml:brushProperty name="width" value="0.035" units="cm"/>
      <inkml:brushProperty name="height" value="0.035" units="cm"/>
      <inkml:brushProperty name="color" value="#008C3A"/>
    </inkml:brush>
  </inkml:definitions>
  <inkml:trace contextRef="#ctx0" brushRef="#br0">1 227 10517,'0'0'6721,"2"1"-4589,8 1-1241,-1 1 0,1-1 0,0-1 0,0 0 0,-1 0 0,1-1 0,18-1 0,73-16-223,-46 6 162,103-19-25,48-8-19,-205 38-787,1-1 0,-1 1 1,0-1-1,0 1 0,1-1 0,-1 0 0,0 0 0,0 1 0,0-1 0,0 0 0,0 0 0,0 0 0,0 0 0,-1 0 0,2-2 0,-2 2-53,1 1 0,-1-1 0,0 1 0,1-1 0,-1 0 0,1 1 1,-1-1-1,0 1 0,1 0 0,-1-1 0,1 1 0,-1-1 0,1 1 0,0 0 0,-1-1 0,1 1 0,-1 0 0,1 0 0,-1-1 0,2 1 0,-5-22-2216,1 8 1684,0 6-1656,1 1 0,0-1 0,1 0 0,-1 0 0,2-14 0,5 2-6905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2.281"/>
    </inkml:context>
    <inkml:brush xml:id="br0">
      <inkml:brushProperty name="width" value="0.035" units="cm"/>
      <inkml:brushProperty name="height" value="0.035" units="cm"/>
      <inkml:brushProperty name="color" value="#008C3A"/>
    </inkml:brush>
  </inkml:definitions>
  <inkml:trace contextRef="#ctx0" brushRef="#br0">190 597 6717,'-23'-20'12281,"24"19"-12153,0 0 0,0 0-1,-1 0 1,1-1-1,-1 1 1,1 0-1,-1 0 1,1 0 0,-1-1-1,0 1 1,0 0-1,1 0 1,-1-1-1,0 1 1,0 0 0,0-1-1,0 1 1,-1 0-1,1 0 1,0-1-1,0 1 1,-1 0 0,1 0-1,-1-1 1,1 1-1,-1 0 1,0-1-1,0 0 251,0 0-1,0 1 1,1-1-1,-1 0 0,1 0 1,-1 0-1,1 0 1,0 1-1,0-1 0,0 0 1,0-3-1,-4 7-143,0-1 0,-1 0 0,1 1-1,-1-2 1,-8 2 0,10-2 851,-1 13-296,4-12-769,0-1 32,0 1 1,0 0 0,0-1-1,0 1 1,-1-1 0,1 1 0,0 0-1,0-1 1,0 1 0,-1-1-1,1 1 1,0-1 0,-1 1-1,1 0 1,-1-1 0,1 0-1,-1 1 1,1-1 0,-1 1 0,1-1-1,-1 1 1,1-1 0,-1 0-1,1 1 1,-1-1 0,0 0-1,1 0 1,-1 0 0,1 1 0,-1-1-1,0 0 1,1 0 0,-1 0-1,0 0 1,1 0 0,-1 0-1,0 0 1,1 0 0,-1 0 0,1 0-1,-1-1 1,0 1 0,1 0-1,-2-1 1,-15 1-53,15 1 0,0 0 0,0 1 0,0-1 0,1 0 0,-1 1 0,0-1 0,1 1 0,-1-1 0,1 1 0,0 0 0,-1 0 0,1-1 0,0 1 0,0 0 0,0 0 0,1 0 0,-2 3 0,-8 39 0,2 49 0,-4 27 0,-3 10 0,6-44 0,7-72 0,1 1 0,1-1 0,0 0 0,3 16 0,3 72 0,-6-98 0,1-5 0,3-14 0,3-28 0,-4-92 0,27-322 0,21 195 0,-39 217 0,3 1 0,1 0 0,38-70 0,-50 106 0,1 0 0,1 0 0,-1 0 0,1 1 0,0 0 0,1 0 0,0 0 0,0 1 0,11-7 0,-16 12 0,-1-1 0,1 1 0,-1 1 0,1-1 0,-1 0 0,1 0 0,0 1 0,-1-1 0,1 0 0,0 1 0,0 0 0,0-1 0,-1 1 0,1 0 0,0 0 0,0 0 0,0 0 0,0 1 0,-1-1 0,1 0 0,0 1 0,0-1 0,-1 1 0,1-1 0,0 1 0,-1 0 0,1 0 0,-1 0 0,1 0 0,-1 0 0,1 0 0,-1 0 0,0 1 0,1-1 0,1 3 0,1 1 0,0 1 0,-1 0 0,1 0 0,-1 0 0,0 0 0,-1 0 0,4 11 0,-3-1 0,0 0 0,0 1 0,-2-1 0,0 32 0,-12 68 0,3-44 0,7-64 0,-2 34 0,1 1 0,3 43 0,0-74 0,1-1 0,-1 1 0,2-1 0,-1 0 0,2 0 0,-1 0 0,2 0 0,-1 0 0,1-1 0,1 0 0,0 0 0,12 15 0,-1-8-86,0 0 0,2-2 0,0 0 0,1-1 0,0 0 0,1-2 1,26 12-1,168 57-1032,-107-43 837,-91-31 230,4-1-23,-1 2-1,0 1 1,0 0 0,-1 1-1,23 18 1,-40-27 81,-1 1 0,1-1-1,-1 1 1,1 0 0,-1 0 0,0 0-1,0 0 1,0 0 0,0 0 0,0 0-1,0 0 1,-1 0 0,1 1 0,-1-1 0,1 0-1,-1 0 1,0 1 0,0-1 0,0 0-1,0 0 1,-1 4 0,1-2 20,-1-1 0,0 1 0,0-1 0,0 1-1,0-1 1,-1 0 0,1 0 0,-1 1 0,0-1 0,0 0 0,0 0 0,-4 3 0,-10 7 90,-2 0-1,1-2 1,-2 0 0,1-1-1,-29 11 1,10-4 40,-249 107 646,189-84-916,37-20-1091,56-19 511,23-16-1119,143-93-1098,-39 29 2143,18-14 2352,4 6-1,3 6 1,4 7-1,176-59 1,-326 132-1585,19-7 0,1 2 0,37-7 0,-55 12 0,0 0 0,0 1 0,0-1 0,0 1 0,0 0 0,1 0 0,-1 0 0,0 1 0,0-1 0,0 1 0,0 0 0,0 1 0,0-1 0,0 0 0,0 1 0,-1 0 0,1 0 0,0 0 0,-1 1 0,0-1 0,6 6 0,-7-5 6,0 0 1,-1 0-1,0 0 1,1 0-1,-1 0 1,0 0-1,0 1 0,-1-1 1,1 0-1,-1 1 1,1-1-1,-1 0 1,-1 5-1,-6 47-296,5-43 43,-5 58-6084,8-20-4129,5-7-2085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2.450"/>
    </inkml:context>
    <inkml:brush xml:id="br0">
      <inkml:brushProperty name="width" value="0.035" units="cm"/>
      <inkml:brushProperty name="height" value="0.035" units="cm"/>
      <inkml:brushProperty name="color" value="#008C3A"/>
    </inkml:brush>
  </inkml:definitions>
  <inkml:trace contextRef="#ctx0" brushRef="#br0">64 109 10857,'-32'-34'2324,"16"19"-364,0-2 865,16 0-1337,3 3-1524,20 8-2428,-4 0 39,12 9-1755,14 11-3185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057"/>
    </inkml:context>
    <inkml:brush xml:id="br0">
      <inkml:brushProperty name="width" value="0.035" units="cm"/>
      <inkml:brushProperty name="height" value="0.035" units="cm"/>
      <inkml:brushProperty name="color" value="#008C3A"/>
    </inkml:brush>
  </inkml:definitions>
  <inkml:trace contextRef="#ctx0" brushRef="#br0">1 281 11277,'0'0'16724,"3"2"-15641,7 2-826,0 1 0,-1 0 0,0 0 0,0 1 0,0 0 0,-1 1 0,0 0 0,0 0 0,-1 1 0,0 0 0,0 0 0,-1 1 0,10 17 0,-5-2-235,-1 0 0,-1 0 0,11 49 0,-9-32-25,-5-26 3,-6-14 0,1-1 0,-1 1 0,0-1 0,1 0 0,-1 1 0,0-1 0,1 0 0,-1 1 0,1-1 0,-1 0 0,1 1 0,-1-1 0,1 0 0,-1 0 0,1 1 0,-1-1 0,1 0 0,-1 0 0,1 0 0,-1 0 0,1 0 0,-1 0 0,1 1 0,-1-1 0,1-1 0,-1 1 0,1 0 0,-1 0 0,1 0 0,-1 0 0,1 0 0,-1 0 0,1-1 0,-1 1 0,1 0 0,-1 0 0,1-1 0,-1 1 0,1 0 0,-1-1 0,1 1 0,-1 0 0,0-1 0,1 1 0,-1-1 0,0 1 0,1 0 0,-1-1 0,0 1 0,0-1 0,0 1 0,1-1 0,-1 0 0,1-1 0,13-15-40,-1-1 1,0 0-1,-1-1 0,10-25 1,20-30-76,-40 71 114,90-127 148,-78 112-119,1 1 0,1 0 0,1 2-1,0 0 1,20-13 0,-30 24-28,0-1 0,0 1 0,1 1 0,0 0 0,-1 0 0,1 0 0,0 1 0,0 0 0,1 1 0,-1 0 0,0 0 0,0 1 0,1-1 0,-1 2 0,0-1 0,1 2 0,-1-1 0,0 1 0,0 0 0,0 0 0,0 1 0,-1 0 0,10 6 0,13 7 0,-2 3 0,0 0 0,-1 2 0,33 32 0,-27-24 0,10 9 0,1-1 0,1-3 0,2-1 0,60 30 0,-102-60 0,0-1 0,1 0 0,-1 0 0,1 0 0,-1-1 0,1 0 0,-1 0 0,1 0 0,0-1 0,-1 0 0,1 0 0,0 0 0,0-1 0,-1 1 0,1-1 0,-1-1 0,1 1 0,-1-1 0,1 0 0,-1 0 0,0-1 0,0 0 0,0 0 0,0 0 0,-1 0 0,1-1 0,-1 1 0,0-1 0,0 0 0,0-1 0,0 1 0,-1-1 0,0 1 0,0-1 0,0 0 0,0 0 0,2-9 0,2-6-74,-1 1 1,-1-1-1,0 1 1,-2-1-1,0 0 1,-1-25-1,-8-122-536,6 157 543,-1 0 0,-1 0-1,0 0 1,0 0 0,-6-15-1,7 24 47,1-1-1,-1 0 1,0 0 0,0 0-1,0 0 1,-1 1 0,1-1-1,0 0 1,0 1-1,-1-1 1,1 1 0,-1-1-1,0 1 1,1 0 0,-1 0-1,0 0 1,0 0-1,0 0 1,1 0 0,-1 0-1,0 1 1,0-1 0,0 0-1,0 1 1,-1 0-1,1 0 1,0-1 0,0 1-1,0 0 1,0 1 0,0-1-1,0 0 1,-4 2-1,1-1-117,1 1 0,-1-1 0,1 1 0,-1 0 0,1 1 0,0-1 0,0 1 0,0 0 0,0 0 0,0 0 0,1 0 0,0 1 0,-1 0-1,1-1 1,0 1 0,1 0 0,-1 0 0,1 1 0,0-1 0,0 1 0,0-1 0,0 1 0,-1 8 0,0-3-34,-4 9-550,2 1 0,-4 21 1,8-37 679,0 1 0,1-1 0,-1 0 1,1 0-1,0 1 0,0-1 1,1 0-1,-1 0 0,1 0 0,0 1 1,0-1-1,1 0 0,-1 0 0,1 0 1,0-1-1,3 8 0,-1-8 435,-1 0-1,1 0 0,0 0 1,0 0-1,0 0 0,0-1 1,0 1-1,8 2 0,-8-4-226,0 1-1,0 0 0,0 1 1,1-1-1,-2 1 1,1 0-1,0 0 1,3 3-1,9 13 379,-4-4-914,1-1-1,18 16 1,-26-26-961,1 0 1,-1 0 0,1 0-1,0-1 1,11 5 0,-9-7-5312,19-1-4279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330"/>
    </inkml:context>
    <inkml:brush xml:id="br0">
      <inkml:brushProperty name="width" value="0.035" units="cm"/>
      <inkml:brushProperty name="height" value="0.035" units="cm"/>
      <inkml:brushProperty name="color" value="#008C3A"/>
    </inkml:brush>
  </inkml:definitions>
  <inkml:trace contextRef="#ctx0" brushRef="#br0">1 0 13745,'0'0'2148,"1"2"123,45 88 4175,7-4-3492,-29-50-2566,-2 1 0,-1 1 0,-2 0-1,27 78 1,-36-80-203,-2 2-1,6 65 0,-13-85-143,-1 0 0,0 0 0,-2 0 0,0 0 0,-1 0 0,-1-1 0,0 1 0,-9 18 0,9-24-20,3-8-7,-1 0 1,1 0 0,-1 1 0,0-2 0,0 1 0,0 0 0,0 0 0,-1-1 0,1 1 0,-1-1 0,0 0 0,-6 5-1,7-8-11,1-1-1,0 0 1,0 0-1,0 0 1,-1 0-1,1 0 1,0 0-1,0 0 0,0 0 1,1 0-1,-1-1 1,-1-1-1,2 3 0,-2-2-9,1 0 1,0-1-1,-1 1 0,1-1 1,0 1-1,0-1 1,1 0-1,-1 1 0,0-1 1,1 0-1,0 0 1,-1 1-1,1-1 0,1-5 1,8-41-249,-6 36 141,8-27-788,3 1 1,0 1 0,34-61-1,-27 57-67,0 3-465,1 1 0,2 1 0,39-46 0,44-35-7168,-62 74 294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3.820"/>
    </inkml:context>
    <inkml:brush xml:id="br0">
      <inkml:brushProperty name="width" value="0.035" units="cm"/>
      <inkml:brushProperty name="height" value="0.035" units="cm"/>
      <inkml:brushProperty name="color" value="#008C3A"/>
    </inkml:brush>
  </inkml:definitions>
  <inkml:trace contextRef="#ctx0" brushRef="#br0">144 1 11329,'-4'4'484,"1"-1"1,-1 1-1,0-1 1,1 0-1,-1 0 0,-1 0 1,1 0-1,0-1 0,-1 0 1,1 0-1,-1 0 1,0 0-1,-8 1 0,9-2-183,0 0-1,0 1 0,0-1 1,0 1-1,1 0 0,-1 0 1,0 0-1,1 0 1,0 0-1,-1 1 0,1 0 1,0 0-1,0 0 0,0 0 1,1 0-1,-1 0 0,1 1 1,0-1-1,-3 7 0,3-4-61,0 1 0,0 0-1,1-1 1,0 1 0,0 0-1,0 0 1,1 0-1,0 0 1,1-1 0,-1 1-1,3 7 1,0 3-56,2-1 0,0 1 0,1-1-1,0 0 1,2-1 0,-1 0 0,2 0 0,20 26 0,-8-17-530,2-1 0,0-2 0,2 0 0,0-1 0,52 30 0,-36-28-277,1-2 1,0-2-1,65 19 1,-97-34 575,0-1 0,0 0 0,1 0 0,-1-1 0,0 0 0,1-1 0,-1 0 0,0-1 0,1 0 0,-1 0 0,0-1 0,14-4 0,-17 2 167,1 1 0,0-1 1,-1 0-1,0 0 0,0-1 0,0 0 0,0 0 0,-1-1 0,0 0 0,0 0 0,-1 0 0,1-1 0,-1 0 0,-1 0 0,7-13 0,54-134 3852,-25 54-872,-38 95-3077,0 0 1,0 0 0,1 1-1,0-1 1,-1 1 0,2 0-1,-1-1 1,0 1 0,1 1-1,0-1 1,0 1 0,0-1-1,0 1 1,0 0 0,9-4-1,-9 6-22,0 0 1,0 0-1,0 0 0,0 1 0,1-1 0,-1 1 0,0 0 0,0 0 0,0 1 1,0-1-1,0 1 0,0 0 0,0 0 0,0 0 0,0 0 0,0 1 0,0 0 1,0 0-1,-1 0 0,1 0 0,2 3 0,13 9 0,-1 1 0,0 0 0,-1 2 0,-1 0 0,-1 1 0,16 24 0,-1 2 0,39 82 0,-40-66 0,-3 1 0,-3 1 0,-2 1 0,15 85 0,-29-110 0,-2 0 0,-2 0 0,-1 0 0,-3 0 0,0 1 0,-3-1 0,-1 0 0,-19 71 0,10-66 0,-1-1 0,-3-1 0,-1 0 0,-28 43 0,28-55 0,-1-1 0,-1-1 0,-2-1 0,-1-1 0,-52 43 0,52-49-19,-56 40-194,72-54 191,-1 0 1,0-1-1,0 0 1,0 0-1,-1-1 1,1 0-1,-18 3 1,25-6 25,1 0 1,-1 1-1,0-1 0,1 0 1,-1 0-1,1-1 1,-1 1-1,1 0 0,-1 0 1,1-1-1,-1 1 0,1-1 1,-1 1-1,1-1 0,-1 0 1,1 0-1,0 1 1,0-1-1,-1 0 0,1 0 1,0 0-1,0 0 0,0 0 1,0-1-1,0 1 0,0 0 1,0 0-1,0-1 1,1 1-1,-1-1 0,0 1 1,1 0-1,-1-1 0,1 1 1,0-1-1,-1 0 0,1 1 1,0-1-1,0 1 1,0-1-1,0 1 0,0-1 1,1-2-1,-1-6 31,1-1 1,1 1-1,0-1 0,0 1 1,5-11-1,8-18-45,1 1 1,37-62-1,55-64-306,-89 137 206,50-69-1772,4 4 0,100-97 0,68-32-8907,-95 103-2104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4.729"/>
    </inkml:context>
    <inkml:brush xml:id="br0">
      <inkml:brushProperty name="width" value="0.035" units="cm"/>
      <inkml:brushProperty name="height" value="0.035" units="cm"/>
      <inkml:brushProperty name="color" value="#008C3A"/>
    </inkml:brush>
  </inkml:definitions>
  <inkml:trace contextRef="#ctx0" brushRef="#br0">544 17 10397,'-3'-1'2500,"-6"-2"-815,-1 0-1,1 0 1,-1 1-1,-10-2 1,16 4-1376,0 0 1,1 0-1,-1 0 1,0 0-1,1 1 1,-1 0-1,1-1 1,-1 1-1,1 1 1,-1-1-1,1 0 1,0 1-1,-1 0 1,1-1-1,-5 5 1,-4 4 334,1 1 0,1 0 0,0 0 0,-15 24 0,-32 57 1331,41-63-1495,-43 75-207,5 2 1,-68 192-1,112-268-273,1 1 0,1-1 0,2 2 0,0-1 0,3 1 0,0 32 0,3-55 0,0 1 0,1-1 0,0 1 0,1-1 0,0 0 0,1 0 0,-1 0 0,2 0 0,-1 0 0,1 0 0,1-1 0,0 0 0,0 0 0,0 0 0,1-1 0,0 1 0,1-1 0,-1-1 0,1 1 0,1-1 0,-1 0 0,1-1 0,0 0 0,11 5 0,1-1-78,1-2 0,0 0 0,1-1 0,-1-1 0,1-1 0,0-1 0,0-1 0,1-1 0,-1-1 0,40-5 0,-13-2-161,-1-2 1,0-2-1,84-32 0,-82 21 175,0-2-1,-1-3 1,-2-1 0,0-2-1,-3-3 1,0-1 0,-2-2-1,-2-2 1,46-56 0,-70 73 54,25-41 0,-39 59 12,0 1 0,-1-1 0,0 0 1,1 1-1,-1-1 0,0 0 0,0 0 1,-1 0-1,1 0 0,-1 0 0,1 0 0,-1 0 1,0 0-1,0 0 0,-1-6 0,0 7-3,1 1-1,-1 0 0,0-1 0,1 1 0,-1 0 1,0 0-1,0 0 0,0 0 0,0 0 1,0-1-1,0 2 0,-1-1 0,1 0 0,0 0 1,0 0-1,-1 0 0,1 1 0,0-1 1,-1 1-1,1-1 0,0 1 0,-1 0 0,1-1 1,-1 1-1,1 0 0,-1 0 0,1 0 1,-1 0-1,1 0 0,-1 0 0,-1 1 0,-12 1-101,0 0 0,0 1 0,0 1 0,0 1 0,0 0 0,1 1 0,0 0 0,0 1 0,1 1 0,-19 13 0,-4 6-1593,0 3 1,-40 42 0,75-71 1643,0-1 1,0 1 0,0 0-1,0 0 1,0 0 0,0 0-1,0 0 1,1 0 0,-1 0-1,0 0 1,0 0 0,1 1-1,-1-1 1,1 0 0,-1 0-1,1 1 1,0-1 0,-1 0-1,1 0 1,0 1 0,0-1 0,0 0-1,0 1 1,0-1 0,0 1-1,0-1 1,1 3 0,1-3 50,-1 1 1,1 0 0,-1-1 0,1 1 0,0-1 0,0 0-1,0 1 1,0-1 0,0 0 0,0 0 0,0 0 0,0-1 0,1 1-1,-1 0 1,4 0 0,22 3 318,-1-2-1,1 0 0,0-2 1,31-3-1,4 0-92,-21 2-728,0-1 1,0-3 0,-1-2 0,59-16 0,-59 10-1321,-1-1 1,0-3-1,-1-1 0,43-27 1,-33 12-2148,-4-6-1874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4.867"/>
    </inkml:context>
    <inkml:brush xml:id="br0">
      <inkml:brushProperty name="width" value="0.035" units="cm"/>
      <inkml:brushProperty name="height" value="0.035" units="cm"/>
      <inkml:brushProperty name="color" value="#008C3A"/>
    </inkml:brush>
  </inkml:definitions>
  <inkml:trace contextRef="#ctx0" brushRef="#br0">1 197 8209,'12'-90'1434,"-11"85"-1184,0 0 0,0 1 0,0-1 1,0 1-1,1-1 0,0 1 0,0 0 0,0-1 0,0 1 1,1 0-1,-1 0 0,1 1 0,6-7 0,11-16 2765,-19 25-2894,-1 0-1,1 0 0,0 0 1,0 0-1,0 0 1,0 0-1,0 0 1,0 1-1,0-1 1,0 0-1,0 0 0,0 1 1,1-1-1,-1 1 1,0-1-1,0 1 1,1-1-1,-1 1 1,0 0-1,0 0 1,1 0-1,-1-1 0,0 1 1,1 1-1,-1-1 1,0 0-1,1 0 1,-1 0-1,0 1 1,1-1-1,-1 0 0,2 2 1,1-1 23,0 1 0,0 0 1,0 0-1,-1 0 0,1 1 0,0-1 1,-1 1-1,0 0 0,4 4 0,1 3 111,0 0-1,-2 1 0,1 0 0,-1 0 1,-1 0-1,0 1 0,6 20 0,17 93 546,-15-58-876,-2-16-468,24 95-2533,-26-115-1004,16 32 0,-3-16-5487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5.778"/>
    </inkml:context>
    <inkml:brush xml:id="br0">
      <inkml:brushProperty name="width" value="0.035" units="cm"/>
      <inkml:brushProperty name="height" value="0.035" units="cm"/>
      <inkml:brushProperty name="color" value="#008C3A"/>
    </inkml:brush>
  </inkml:definitions>
  <inkml:trace contextRef="#ctx0" brushRef="#br0">1 571 9457,'12'-10'738,"1"1"0,0 0 0,0 1-1,1 0 1,0 1 0,1 0 0,15-4 0,111-26 1516,-122 32-2128,492-113 1484,-449 100-1436,0-2-1,-2-3 0,0-2 0,-2-3 0,60-40 0,-105 60-42,-1-1 0,0 0 0,-1-1 0,0 0 1,-1-1-1,12-16 0,-20 25 735,-19 12-477,0 1-1,0 0 1,1 1-1,1 1 0,0 0 1,1 2-1,1-1 1,-13 19-1,23-30-366,0 1 0,1 0 0,-1 0 0,1 0 0,0 0 0,1 0 1,-1 0-1,1 0 0,0 0 0,0 1 0,0-1 0,0 1 0,1-1 0,-1 0 0,1 1 0,1-1 0,-1 1 0,0-1 0,1 1 0,0-1 0,2 6 1,-1-6-89,1 0 1,-1 1 0,1-1 0,0 0-1,0 0 1,1 0 0,-1-1 0,1 1-1,0-1 1,-1 0 0,2 0 0,-1 0-1,0-1 1,0 1 0,1-1 0,0 0 0,8 2-1,5 1-258,0 0 1,1-2-1,-1 0 0,1-1 0,29-1 0,93-12-1068,-116 8 1238,0 0 0,0-2 0,0-1 0,0-2 0,-1 0 0,0-1 0,-1-1 0,0-1 0,0-2 0,36-26 0,-56 37 158,59-53 246,-55 48-164,-1 0-1,0 0 0,-1-1 0,1 1 1,-1-1-1,-1 0 0,0-1 0,5-11 1,-8 16-10,1-1 0,-1 1 0,0-1 1,-1 1-1,1-1 0,-1 0 1,0 0-1,0 1 0,0-1 1,0 0-1,-1 1 0,0-1 0,0 1 1,-3-9-1,2 10-8,1 0 0,-1 0 0,0 1 0,0-1 0,0 1 0,0-1 0,-1 1 0,1 0 0,-1 0 1,1 0-1,-1 0 0,0 0 0,0 1 0,0-1 0,0 1 0,0 0 0,0 0 0,0 0 0,0 0 0,0 0 0,-5 0 0,-2 0 8,0 1-1,0 0 1,1 0-1,-1 1 1,0 0 0,1 1-1,-1 0 1,0 0-1,1 1 1,0 0-1,0 1 1,0 0 0,0 1-1,1 0 1,-1 0-1,1 0 1,-8 9-1,5-5-50,1 0 0,0 1 0,0 1 0,1 0-1,1 0 1,0 1 0,1-1 0,0 2-1,0-1 1,1 1 0,-6 20 0,11-30-31,0 1 1,1 0 0,-1 0-1,1 0 1,-1-1 0,1 1-1,0 0 1,0 0 0,1 0-1,-1 0 1,1-1 0,0 1-1,0 0 1,0-1 0,1 1-1,2 5 1,-1-4-13,1 0 0,0 0 1,-1 0-1,2 0 0,-1-1 0,0 0 1,1 0-1,0 0 0,8 4 0,0 0 89,1-1-1,0-1 1,1 0 0,-1-1-1,1-1 1,0 0-1,16 2 1,8-3 937,-30-3-795,1 1 0,-1 0 0,0 0 0,1 1 1,-1 0-1,0 1 0,0 0 0,0 0 1,14 8-1,-3 3-43,0 1-1,0 0 1,-1 2-1,-1 0 1,-1 1-1,-1 1 1,21 31 0,-14-16-56,-1 2 0,-2 0 1,29 75-1,-41-86-176,0-1 0,-2 1-1,-1 0 1,-1 1 0,-1-1 0,-1 1-1,-1-1 1,-1 1 0,-2 0 0,0-1-1,-2 1 1,-1-1 0,-1 0 0,-1-1-1,-1 1 1,-1-1 0,-1-1-1,-1 1 1,-1-2 0,-15 22 0,-5 1-315,-2-1 0,-72 72 1,78-89 297,-1-2 0,-2-1 0,0-1 0,-61 32 0,92-54 73,-1-1 1,0 1-1,0-1 0,0 0 1,0 1-1,1-1 0,-1 0 1,0 1-1,0-1 0,0 0 1,0 0-1,0 0 0,0 0 0,0 0 1,0 0-1,0 0 0,0 0 1,0 0-1,-1-1 0,2 1 2,0 0 0,-1-1 0,1 1-1,-1-1 1,1 1 0,-1-1 0,1 1-1,0-1 1,-1 1 0,1-1 0,0 1-1,0-1 1,-1 1 0,1-1-1,0 1 1,0-1 0,0 1 0,0-1-1,0 0 1,0 1 0,0-1 0,0 0-1,0-3-32,0-1-1,1 1 1,0 0-1,0-1 1,0 1-1,3-7 1,11-19-347,1 1 0,40-54 0,-31 48 173,125-178-665,149-220 182,104-267 1173,-398 690-486,1-2 89,-1 1 1,2-1-1,12-17 1,-18 28-69,-1 1 0,1-1 0,-1 0 0,1 0 0,0 0 0,-1 0 0,1 0 0,0 1 0,0-1 0,-1 0 0,1 0 0,0 1 0,0-1 0,0 1 0,0-1 0,0 1 0,0-1 0,0 1 0,0 0 0,0-1 0,0 1 0,0 0 0,0 0 0,1 0 0,-1 0 1,0 0-1,0 0 0,0 0 0,0 0 0,0 0 0,0 0 0,0 1 0,0-1 0,0 1 0,0-1 0,0 0 0,0 1 0,0-1 0,0 1 0,0 0 0,0-1 0,0 1 0,-1 0 0,1 0 0,0-1 0,0 1 0,-1 0 0,1 0 0,-1 0 0,1 0 0,-1 0 0,1 0 0,-1 0 0,1 1 0,10 22 96,-1 0-1,-2 1 1,10 40-1,0 0 14,-7-28-303,3-1-1,30 60 1,-36-82-38,0-1 0,1 1 0,0-2 0,1 1 0,1-1 0,0-1 0,0 0 0,1 0 0,16 10 0,-26-21 188,0-1 1,-1 1 0,1 0 0,0-1 0,0 1 0,-1-1 0,1 1 0,0-1 0,-1 0 0,1 0 0,-1 0 0,1 1 0,-1-2 0,1 1 0,-1 0 0,3-3 0,-4 1 21,1 0 1,-1 0-1,0-1 0,0 1 1,0 0-1,-1 0 0,1-1 0,-1 1 1,1 0-1,-1 0 0,0 0 1,0 0-1,-1 0 0,1 0 0,-4-5 1,5 7 6,-11-18 7,-1 0 0,0 1 0,-2 0 0,0 1 1,0 1-1,-2 0 0,0 1 0,-1 1 0,0 0 0,-1 1 0,-1 1 0,-21-10 0,-2 1-112,0 2 0,-2 2 0,0 1 0,-76-15 0,90 25-708,-35-3 1,33 9-2040,-1 3-3396,5 2-2665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167"/>
    </inkml:context>
    <inkml:brush xml:id="br0">
      <inkml:brushProperty name="width" value="0.035" units="cm"/>
      <inkml:brushProperty name="height" value="0.035" units="cm"/>
      <inkml:brushProperty name="color" value="#008C3A"/>
    </inkml:brush>
  </inkml:definitions>
  <inkml:trace contextRef="#ctx0" brushRef="#br0">6 16 13637,'-1'0'73,"1"0"0,0 0-1,-1 0 1,1-1 0,0 1-1,-1 0 1,1 0 0,0-1-1,0 1 1,-1 0 0,1 0-1,0-1 1,0 1 0,-1 0-1,1-1 1,0 1 0,0-1-1,0 1 1,0 0 0,0-1-1,-1 1 1,1 0 0,0-1-1,0 1 1,0-1 0,0 1 0,0 0-1,0-1 1,0 1 0,0-1-1,1 1 1,-1-1 0,13-3 1600,-7 3-1277,0 1-1,0 1 1,-1-1-1,1 1 0,8 2 1,19 6 458,-6-2-362,1 1 0,-1 1 1,-1 1-1,48 26 0,-52-22-388,-1 1-1,-1 1 1,0 1 0,-1 0-1,-1 2 1,-1 0 0,0 1 0,-2 1-1,15 23 1,-22-29-83,-1 0 0,0 0 1,-1 0-1,-1 0 0,0 1 0,-1 0 0,-1 0 0,0 1 1,-1-1-1,-1 0 0,0 1 0,-2-1 0,0 1 1,0-1-1,-6 21 0,-4 1 165,-2 0 0,-2-1 0,-1-1 0,-31 50 0,47-85-169,-2 1 327,2-5-3,3-10-209,1 0 0,0 0-1,0 0 1,1 1 0,11-20 0,42-61 145,-21 36-117,158-223 472,-182 264-573,-1 2 0,16-14 1,-22 22-68,0 2-1,0-1 1,0 1 0,0 0-1,1 0 1,-1 0 0,1 1-1,10-3 1,-12 5-107,0 0 1,-1 0-1,1 0 0,0 1 1,0 0-1,0 0 1,0 0-1,0 1 0,0 0 1,-1 0-1,1 0 0,0 0 1,-1 1-1,1 0 1,0 0-1,-1 0 0,0 0 1,0 1-1,0-1 0,0 1 1,0 0-1,0 1 1,-1-1-1,1 1 0,5 7 1,0 1-1325,0 0 0,13 25 0,8 26-7682,-19-32 155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325"/>
    </inkml:context>
    <inkml:brush xml:id="br0">
      <inkml:brushProperty name="width" value="0.035" units="cm"/>
      <inkml:brushProperty name="height" value="0.035" units="cm"/>
      <inkml:brushProperty name="color" value="#008C3A"/>
    </inkml:brush>
  </inkml:definitions>
  <inkml:trace contextRef="#ctx0" brushRef="#br0">0 263 8665,'10'-103'2180,"2"75"-400,-2-1-316,-4 18-288,7-9-204,0 3-491,31-15 31,-19 24-1212,4 2-493,6 0-347,22 3-2448,-13 9-2837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759"/>
    </inkml:context>
    <inkml:brush xml:id="br0">
      <inkml:brushProperty name="width" value="0.035" units="cm"/>
      <inkml:brushProperty name="height" value="0.035" units="cm"/>
      <inkml:brushProperty name="color" value="#008C3A"/>
    </inkml:brush>
  </inkml:definitions>
  <inkml:trace contextRef="#ctx0" brushRef="#br0">301 520 6785,'0'0'155,"0"0"0,0 0 1,0-1-1,1 1 0,-1 0 1,0-1-1,0 1 1,0-1-1,0 1 0,0 0 1,0-1-1,1 1 0,-1 0 1,0-1-1,0 1 1,0-1-1,0 1 0,0 0 1,0-1-1,-1 1 0,1 0 1,0-1-1,0 1 1,0-1-1,0 1 0,0 0 1,0-1-1,-1 1 0,1 0 1,0-1-1,0 1 1,-1 0-1,1 0 0,0-1 1,0 1-1,-1 0 0,1 0 1,0-1-1,-1 1 0,1 0 1,0 0-1,-1 0 1,1 0-1,0-1 0,-1 1 1,1 0-1,0 0 0,-1 0 1,1 0-1,-1 0 1,1 0-1,0 0 0,-1 0 1,1 0-1,0 0 0,-1 0 1,1 0-1,-1 0 1,1 0-1,0 1 0,-1-1 1,1 0-1,0 0 0,-1 0 1,0 1-1,11-16 3769,-1 4-4576,4 1 1135,-2-1 0,1 0 0,-2-1 0,0 0 0,10-15 0,-18 22-335,1 1 0,-1-1 0,0 0 1,-1 1-1,1-1 0,-1 0 0,0 0 0,0 0 0,0 0 1,-1 0-1,0 0 0,0-1 0,0 1 0,-1 0 1,1 0-1,-1 0 0,-1 0 0,1 0 0,-3-6 0,3 8-70,0 0-1,-1 0 0,1 1 0,-1-1 1,1 0-1,-1 0 0,0 1 1,0-1-1,0 1 0,0 0 0,-1 0 1,1 0-1,-1 0 0,1 0 0,-1 0 1,0 0-1,1 1 0,-6-2 1,3 1 10,0 1 0,0 0 1,-1 0-1,1 0 1,0 1-1,-1 0 1,1 0-1,0 0 1,-1 1-1,-6 1 1,0 1 33,1 0 0,0 0 0,-1 2 0,2-1 1,-1 1-1,0 1 0,1 0 0,0 1 0,-15 13 0,9-4-35,0 1-1,1 0 0,2 1 1,-1 1-1,2 0 0,1 1 0,0 1 1,2-1-1,0 1 0,1 1 1,-8 40-1,13-48-110,1 0 0,1 0 1,0 0-1,1 0 0,0 0 0,2 1 1,-1-1-1,8 26 0,-6-30-55,1 1 0,1-1 0,-1 0 0,2 0 0,-1 0 0,1-1 0,1 0 0,0 0 0,0 0 0,1-1 0,0 0 0,11 8 0,-10-9-89,1 0 0,0-1 1,0 0-1,0-1 0,0 0 0,1-1 0,0 0 1,0 0-1,0-2 0,0 1 0,1-1 0,-1-1 1,1 0-1,-1 0 0,1-1 0,22-4 0,-20 2 76,1-1 0,-1-1 0,0-1 0,-1 0 0,1-1 0,-1 0 0,0-1 0,0 0 0,-1-1 0,0 0 0,-1-1 0,0-1 0,12-12 0,-4 2 243,-1-1-1,-1 0 1,0-2 0,-2 0-1,-1 0 1,-1-2 0,0 0-1,11-37 1,20-71 826,99-258 1938,-141 388-2876,-1-1 0,1 1-1,0-1 1,0 1-1,0 0 1,1 0 0,-1 0-1,1 0 1,-1 1-1,1-1 1,5-3 0,-6 5-22,0 0 1,0 0 0,0 0 0,0 1 0,0-1 0,1 1 0,-1-1 0,0 1 0,0 0 0,0 0 0,0 0 0,1 0 0,-1 0-1,0 0 1,0 0 0,0 1 0,0-1 0,1 1 0,-1 0 0,4 2 0,-3-2 9,0 1 0,0 1 0,0-1 1,0 0-1,0 1 0,-1-1 0,1 1 0,-1 0 0,1 0 0,-1 0 1,0 0-1,3 6 0,16 44 224,-18-45-235,7 21 51,-2 0 0,-2 0 1,0 0-1,-2 1 0,-1 0 1,-2 0-1,0 0 0,-6 40 0,0-31-294,-2 0 0,-2-1-1,-1 1 1,-2-2 0,-31 67-1,36-89-89,-3 6-662,0 0 0,-1 0 0,-1-2-1,-1 1 1,-20 22 0,20-29-116,-35 41-8349,33-34-2279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6.895"/>
    </inkml:context>
    <inkml:brush xml:id="br0">
      <inkml:brushProperty name="width" value="0.035" units="cm"/>
      <inkml:brushProperty name="height" value="0.035" units="cm"/>
      <inkml:brushProperty name="color" value="#008C3A"/>
    </inkml:brush>
  </inkml:definitions>
  <inkml:trace contextRef="#ctx0" brushRef="#br0">17 89 12417,'-16'-32'4469,"19"15"-3657,0 0-628,13 14-2373,6-5-451,-9 5-1152,3-6-2485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7.255"/>
    </inkml:context>
    <inkml:brush xml:id="br0">
      <inkml:brushProperty name="width" value="0.035" units="cm"/>
      <inkml:brushProperty name="height" value="0.035" units="cm"/>
      <inkml:brushProperty name="color" value="#008C3A"/>
    </inkml:brush>
  </inkml:definitions>
  <inkml:trace contextRef="#ctx0" brushRef="#br0">261 29 10417,'-11'-23'2496,"9"18"1603,1 7-2306,-1 3-1309,0 0 1,1 0-1,0 1 0,0-1 1,0 0-1,0 0 0,1 1 1,0-1-1,0 0 0,1 6 1,13 56 1291,-6-33-788,6 40 186,-4 0 0,-3 0 0,-4 1 0,-6 79 0,1-38-1174,5 0 0,5 0 0,5-1 0,50 204 0,0-77 0,61 271 0,-66-101-143,-54-351-13,-3-1 0,-3 1 0,-2 0 0,-22 108 0,22-148-332,-2-1 0,0 1 0,-1-2 0,-1 1 0,-1-1 0,0 0 0,-2-1 0,0 0 0,-1 0-1,-1-2 1,0 1 0,-2-2 0,1 0 0,-2 0 0,0-2 0,-1 0 0,-29 18 0,13-14-1479,-1-2 1,0-1-1,-1-2 1,-57 13 0,-42-2-8277</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7:48.263"/>
    </inkml:context>
    <inkml:brush xml:id="br0">
      <inkml:brushProperty name="width" value="0.035" units="cm"/>
      <inkml:brushProperty name="height" value="0.035" units="cm"/>
      <inkml:brushProperty name="color" value="#008C3A"/>
    </inkml:brush>
  </inkml:definitions>
  <inkml:trace contextRef="#ctx0" brushRef="#br0">138 120 7013,'-1'-11'1166,"-1"-1"0,0 1 0,-1 0 0,0 0 0,-1 0 0,0 0 0,-1 0 0,-12-20 2418,1 43-650,12-6-2624,1 0 0,-1-1 0,1 1 0,0 0 0,1 0 0,0 1 1,0-1-1,-1 7 0,-8 59 1252,6-35-856,-15 129 264,7 1 0,7 0-1,8 1 1,31 234 0,-18-299-1804,5-2-1,51 161 1,-52-211 253,1-1-1,2-1 0,3-1 1,2-1-1,2-1 1,64 78-1,-50-78-1614,3-2 0,1-2 1,2-2-1,95 60 0,63 12-9977,-206-111 12116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109"/>
    </inkml:context>
    <inkml:brush xml:id="br0">
      <inkml:brushProperty name="width" value="0.035" units="cm"/>
      <inkml:brushProperty name="height" value="0.035" units="cm"/>
      <inkml:brushProperty name="color" value="#008C3A"/>
    </inkml:brush>
  </inkml:definitions>
  <inkml:trace contextRef="#ctx0" brushRef="#br0">300 918 11985,'0'-1'138,"0"0"1,0 0-1,-1 0 0,1 0 1,-1 1-1,1-1 0,-1 0 1,1 0-1,-1 0 0,1 1 1,-1-1-1,0 0 0,1 1 1,-1-1-1,0 1 0,1-1 1,-1 1-1,0-1 0,0 1 1,0-1-1,1 1 0,-1 0 1,0-1-1,0 1 0,0 0 1,0 0-1,0 0 0,0 0 1,0 0-1,0 0 0,1 0 1,-1 0-1,0 0 0,0 0 1,0 0-1,0 0 0,0 1 1,0-1-1,-12 3 14422,13 17-13733,-3 5-827,-4-21 0,5-4 0,-17 20 0,19-20 0,0 0 0,0 0 0,0 0 0,0-1 0,0 1 0,0 0 0,0 0 0,0 0 0,0-1 0,0 1 0,0 0 0,0 0 0,0 0 0,0 0 0,0-1 0,0 1 0,0 0 0,0 0 0,0 0 0,0 0 0,-1-1 0,1 1 0,0 0 0,0 0 0,0 0 0,0 0 0,0 0 0,0-1 0,-1 1 0,1 0 0,0 0 0,0 0 0,0 0 0,0 0 0,-1 0 0,1 0 0,0 0 0,0 0 0,0 0 0,-1 0 0,1-1 0,0 1 0,0 0 0,0 0 0,0 0 0,-1 0 0,1 1 0,0-1 0,0 0 0,0 0 0,-1 0 0,1 0 0,0 0 0,0 0 0,0 0 0,0 0 0,-1 0 0,1 0 0,0 0 0,0 1 0,0-1 0,0 0 0,0 0 0,-1 0 0,1 0 0,0 0 0,0 1 0,0-1 0,-1-17 0,1 16 0,2-28 0,9-47 0,0 6 0,7-222 0,-14 183 0,-2 63 0,19-210 0,-19 243 0,-1 0 0,0 0 0,-2-17 0,1 30 0,0 0 0,0 1 0,0-1 0,-1 0 0,1 1 0,0-1 0,-1 0 0,1 0 0,0 1 0,0-1 0,-1 0 0,1 0 0,0 0 0,-1 1 0,1-1 0,0 0 0,-1 0 0,1 0 0,-1 0 0,1 0 0,0 0 0,-1 0 0,1 0 0,-1 1 0,1-2 0,0 1 0,-1 0 0,1 0 0,0 0 0,-1 0 0,1 0 0,-1 0 0,1 0 0,0 0 0,-1 0 0,1-1 0,0 1 0,-1 0 0,1 0 0,0-1 0,-1 1 0,1 0 0,0 0 0,0-1 0,-1 1 0,1 0 0,0-1 0,0 1 0,-1 0 0,1-1 0,0 1 0,0 0 0,0-1 0,0 1 0,0 0 0,0-1 0,0 1 0,-1-1 0,1 1 0,0 0 0,0-1 0,0 1 0,1-1 0,-3 3 0,-14 15 0,1 0 0,1 1 0,0 1 0,1 0 0,2 1 0,-15 32 0,10-21 0,14-27 0,-12 20 0,1 2 0,1-1 0,1 1 0,2 1 0,1 0 0,1 0 0,1 1 0,-3 33 0,-1 108 0,10-142 0,1 0 0,1-1 0,2 0 0,0 0 0,2 0 0,1 0 0,19 47 0,-20-58 0,16 40 0,3-2 0,37 62 0,73 91 0,-33-54 0,-102-151 0,21 31 0,0 1 0,-3 1 0,0 1 0,20 60 0,-35-84 0,-1-1 0,0 0 0,-1 0 0,0 1 0,0-1 0,-1 1 0,-1-1 0,1 1 0,-4 15 0,1-18 0,1 0 0,-1-1 0,-1 1 0,1 0 0,-1-1 0,-1 0 0,1 0 0,-1 0 0,0 0 0,-1-1 0,1 0 0,-1 0 0,-10 7 0,-14 9 0,-1-1 0,0-2 0,-2-1 0,0-2 0,-1-1 0,0-2 0,-46 12 0,71-23-229,-1 0 0,1 0 0,0-1 1,-1 0-1,1-1 0,-1 0 0,1 0 0,-17-3 0,22 2 62,-1-1-1,1 1 0,0-1 0,0 0 1,0 0-1,0 0 0,0 0 0,0-1 1,1 1-1,-1-1 0,1 0 0,-1 0 1,1-1-1,0 1 0,1-1 0,-1 1 1,0-1-1,1 0 0,0 0 0,-2-5 0,0 0-1455,1-1 0,0 0-1,0 0 1,1 0 0,0 0-1,0-19 1,4-24-11214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382"/>
    </inkml:context>
    <inkml:brush xml:id="br0">
      <inkml:brushProperty name="width" value="0.035" units="cm"/>
      <inkml:brushProperty name="height" value="0.035" units="cm"/>
      <inkml:brushProperty name="color" value="#008C3A"/>
    </inkml:brush>
  </inkml:definitions>
  <inkml:trace contextRef="#ctx0" brushRef="#br0">32 172 13925,'-25'-90'3219,"23"86"-2402,1 0 0,0-1 0,0 1 0,0-1 0,1 1-1,-1-1 1,1 0 0,0 1 0,0-1 0,1 1 0,1-9-1,1-6 4117,8 39-4045,-5-3-888,-1 1 0,-1-1 0,0 1 0,1 22 0,3 80 0,-6-59 0,9 168 50,5 74-36,23-7-429,-36-283-1460,0-1 0,1 1 0,0 0 0,11 19 0,-15-31 1299,1 1 0,0-1 0,0 1 0,0-1-1,0 0 1,0 1 0,0-1 0,1 0 0,-1 0-1,0 0 1,1 0 0,1 1 0,22 8-11991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2.537"/>
    </inkml:context>
    <inkml:brush xml:id="br0">
      <inkml:brushProperty name="width" value="0.035" units="cm"/>
      <inkml:brushProperty name="height" value="0.035" units="cm"/>
      <inkml:brushProperty name="color" value="#008C3A"/>
    </inkml:brush>
  </inkml:definitions>
  <inkml:trace contextRef="#ctx0" brushRef="#br0">36 269 15149,'-35'-5'3353,"41"-10"-449,0 4-272,10 2-544,10-8-471,18 0-353,16 3-228,13-3-196,19-3-536,13-3-520,3 6-832,16-6-416,0 3-613,-10 0-847,-12 3-564,-4 5-2445,-9 1-5120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4.135"/>
    </inkml:context>
    <inkml:brush xml:id="br0">
      <inkml:brushProperty name="width" value="0.035" units="cm"/>
      <inkml:brushProperty name="height" value="0.035" units="cm"/>
      <inkml:brushProperty name="color" value="#008C3A"/>
    </inkml:brush>
  </inkml:definitions>
  <inkml:trace contextRef="#ctx0" brushRef="#br0">315 1056 9293,'15'-4'2169,"-14"1"1166,-25-1 4072,3 1-4337,-23-7 1110,32 6-3892,1 1-1,0 1 1,-1 0 0,-15 0-1,3 2 21,10-1-130,-1 1 0,0 0 0,1 2 0,-1-1 0,-25 8 0,13-4-474,22-8-1257,12-4 940,4 0 454,-9 5 51,12-23 946,7-12 1552,-21 37-2390,0 0 0,0 0 0,0-1 0,0 1 0,0 0 0,0 0 0,0 0 0,0 0 0,0 0 0,0 0 0,1 0 0,-1 0 0,0 0 0,0-1 0,0 1 0,0 0 0,0 0 0,0 0 0,0 0 0,0 0 0,1 0 0,-1 0 0,0 0 0,0 0 0,0 0 0,0 0 0,0 0 0,0 0 0,0 0 0,1 0 0,-1 0 0,0 0 0,0 0 0,0 0 0,0 0 0,0 0 0,0 0 0,1 0 0,-1 0 0,0 0 0,0 0 0,0 1 0,0-1 0,0 0 0,0 0 0,0 0 0,0 0 0,0 0 0,0 0 0,1 0 0,-1 0 0,0 0 0,0 1 0,0-1 0,0 0 0,1 11 0,-2 12 0,-5 16 0,2-19 0,0 0 0,2 0 0,0 1 0,2-1 0,0 0 0,4 25 0,-1-29 0,0-1 0,1 0 0,1 0 0,1-1 0,0 0 0,1 0 0,0 0 0,1-1 0,1 0 0,11 14 0,-13-20 0,0 0 0,0 0 0,0-1 0,1 0 0,0 0 0,1-1 0,-1 0 0,1-1 0,0 0 0,0 0 0,0-1 0,1 0 0,-1 0 0,1-1 0,0-1 0,-1 1 0,12-1 0,-2-2 0,1 0 0,-1-1 0,1-1 0,-1-1 0,0 0 0,0-2 0,0 0 0,-1-1 0,0-1 0,0-1 0,19-12 0,21-18 0,96-82 0,-93 69 0,-33 28 0,-10 13 0,-17 11 0,0 0 0,0 0 0,0 0 0,0 0 0,0 0 0,0 0 0,0 1 0,0-1 0,0 0 0,0 1 0,0-1 0,0 1 0,0-1 0,0 1 0,0-1 0,0 1 0,0-1 0,0 1 0,-1 0 0,1 0 0,0-1 0,-1 1 0,1 0 0,0 0 0,-1 0 0,1 0 0,-1 0 0,1 0 0,-1 0 0,1 0 0,-1 2 0,10 41 0,-7-26 0,2 1 0,0-1 0,2 0 0,0 0 0,0-1 0,2 0 0,10 17 0,-13-25 0,0-1 0,1 1 0,-1-1 0,2-1 0,-1 1 0,1-1 0,0 0 0,0-1 0,1 0 0,0-1 0,0 1 0,19 7 0,-2-6 0,1-1 0,0 0 0,0-2 0,0-1 0,0-2 0,0 0 0,0-2 0,0-1 0,1-1 0,-2-1 0,1-2 0,48-16 0,-60 17 0,-1-2 0,0 0 0,0-1 0,-1-1 0,0 0 0,0 0 0,-1-1 0,0-1 0,-1 0 0,0 0 0,-1-2 0,0 1 0,-1-1 0,-1 0 0,0-1 0,0 0 0,-2 0 0,1-1 0,-2 1 0,0-1 0,-1-1 0,4-30 0,-7 40 0,0 1 0,-1-1 0,0 0 0,-1 0 0,1 1 0,-1-1 0,-2-9 0,2 13 0,1 0 0,-1 0 0,0 0 0,0 1 0,0-1 0,0 0 0,-1 0 0,1 0 0,0 1 0,-1-1 0,1 1 0,-1-1 0,1 1 0,-1-1 0,0 1 0,0 0 0,0 0 0,1 0 0,-1 0 0,0 0 0,0 0 0,0 1 0,-1-1 0,-2 0 0,-7 0 0,-1 0 0,0 0 0,1 2 0,-1-1 0,0 2 0,0 0 0,1 0 0,-1 1 0,1 1 0,0 0 0,0 0 0,0 1 0,1 1 0,-14 8 0,-1 3 0,1 0 0,1 2 0,1 0 0,-38 42 0,59-58-10,0-1 0,0 0-1,0 1 1,0-1 0,1 1 0,-1-1 0,1 1-1,-1 0 1,1-1 0,0 1 0,0 0 0,1 0 0,-2 4-1,2-6-6,0 1-1,0 0 0,0-1 1,1 1-1,-1-1 0,0 1 1,1 0-1,-1-1 0,1 1 1,-1-1-1,1 1 1,0-1-1,0 1 0,-1-1 1,1 1-1,0-1 0,0 0 1,2 2-1,0-1-17,0 0 1,0 1-1,0-2 0,1 1 0,-1 0 1,1 0-1,-1-1 0,1 0 1,0 0-1,-1 0 0,1 0 1,0-1-1,0 1 0,0-1 0,-1 0 1,1 0-1,0 0 0,0-1 1,3 0-1,6-1-87,-1-1 0,0-1 0,0 0 0,-1 0 0,1-1 1,-1-1-1,0 0 0,0-1 0,-1 1 0,14-13 0,-12 8 72,0-2 0,0 0 0,-1 0-1,0-1 1,-2 0 0,1-1 0,11-26 0,-5 3 14,-2 0 0,-1 0 1,14-74-1,51-557 1155,-59 470-98,-19 185-824,-3 11 112,-10 20 102,6-2-411,-1 0 0,2 1 0,0 0 0,1 0 0,1 0 0,-4 24 0,-7 109 0,12-111 0,-4 40 0,3 0 0,4 0 0,13 112 0,-8-163 0,1 0 0,1-1 0,1 0 0,1-1 0,22 43 0,-22-52 0,0 0 0,2-1 0,0-1 0,0 0 0,2 0 0,-1-1 0,2-1 0,0 0 0,24 16 0,-29-23-9,0 0 0,0 0 0,0-1 0,0 0 0,1 0 0,-1-1 0,1 0 0,0-1 0,0 0 0,0-1 0,0 0 0,0-1 0,0 1 0,0-2 0,0 0 0,0 0 0,0-1 0,0 0 0,0 0-1,-1-1 1,1-1 0,-1 0 0,0 0 0,0 0 0,0-1 0,0-1 0,11-9 0,-1-1-218,31-34 0,-36 35 116,1 0-1,1 0 1,18-13-1,-31 28 95,0 1-1,0-1 1,-1 0-1,1 1 0,0 0 1,0 0-1,-1-1 1,1 2-1,0-1 1,-1 0-1,4 2 0,-6-3 17,98 70-126,-82-61 131,1 0-1,0-1 1,1-1 0,0-1-1,0 0 1,34 6 0,-46-11 38,1-1 0,0 1 0,0-1 0,-1 0 1,1 0-1,0-1 0,0 0 0,-1 0 1,1-1-1,-1 0 0,1 0 0,-1 0 0,0-1 1,1 0-1,-2 0 0,1-1 0,0 1 1,-1-1-1,1-1 0,-1 1 0,0-1 0,8-9 1,-7 5-1,-1 1 0,0-1 1,0 0-1,0 0 1,-1-1-1,4-14 0,-3 9-9,1-1 1,0 1-1,1 0 0,1 0 0,12-16 0,-20 30-33,0 1 0,0-1 0,1 1 0,-1-1 0,0 1 0,1-1 0,-1 1 0,1-1 0,-1 1 0,0-1 0,1 1 0,-1-1 0,1 1 0,-1 0 0,1-1 0,-1 1 0,1 0 0,0 0 0,-1-1 0,1 1 0,-1 0 0,1 0 0,0 0 0,-1 0 0,1 0 0,0-1 0,-1 1 0,1 0 0,-1 0 0,1 1 0,0-1 0,0 0 0,1 1 0,-1 0 0,0 0 0,0 0 0,0 0 0,0 0 0,0 0 0,0 1 0,0-1 0,0 0 0,0 1 0,-1-1 0,2 3 0,13 49 0,-15-52 0,4 26 0,-1 0 0,-1 46 0,0 13 0,57 495 0,-53-511 0,-3 98 0,-4-147 0,-2 64 0,-18 114 0,11-140 0,-2-1 0,-3 0 0,-33 82 0,38-116 0,-1 0 0,-2-1 0,0-1 0,-1 0 0,-1 0 0,-2-2 0,0 0 0,0-1 0,-2 0 0,-30 22 0,26-25 0,-1 0 0,-1-2 0,0-1 0,-1 0 0,-39 11 0,49-18 0,0-2 0,-1-1 0,1 0 0,-1-1 0,0 0 0,1-1 0,-1-1 0,0-1 0,0-1 0,-26-5 0,39 6 0,0-1 0,0 1 0,0-1 0,0 0 0,0 0 0,0 0 0,0 0 0,0-1 0,1 0 0,-1 0 0,1 0 0,0 0 0,0 0 0,-4-6 0,3 3 0,0-1 0,1 0 0,-1 0 0,1 0 0,1 0 0,-1 0 0,-2-14 0,3 2 0,0 0 0,1 0 0,1 0 0,0 0 0,2 0 0,3-20 0,5-5 0,2-1 0,1 2 0,37-78 0,80-116 0,-70 146-1342,3 3 0,4 3 0,4 2 0,93-83 0,-34 50-4403,268-182 0,-340 260-5838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6.183"/>
    </inkml:context>
    <inkml:brush xml:id="br0">
      <inkml:brushProperty name="width" value="0.035" units="cm"/>
      <inkml:brushProperty name="height" value="0.035" units="cm"/>
      <inkml:brushProperty name="color" value="#008C3A"/>
    </inkml:brush>
  </inkml:definitions>
  <inkml:trace contextRef="#ctx0" brushRef="#br0">43 208 9621,'5'-35'1173,"-3"25"-554,0 0 1,-1 0 0,0 0-1,-1 0 1,0 0-1,-2-13 1,1 21-124,1-1 1,1 0-1,-1 0 1,0 0 0,1 0-1,-1 0 1,1 0-1,0 1 1,0-1-1,0 0 1,0 0 0,0 1-1,1-1 1,-1 1-1,4-5 1,32-31 6578,-33 34-6294,-3 5-685,0-1 1,0 1-1,-1-1 1,1 1-1,0-1 1,0 1-1,-1-1 1,1 1-1,0 0 1,-1-1-1,1 1 1,-1 0-1,1 0 1,-1 0-1,1-1 1,-1 1-1,1 1 1,-1-2-63,3 8-29,-1-1 1,0 0-1,-1 1 1,1-1-1,-1 1 1,-1 0-1,1-1 1,-1 1-1,-1 0 1,1-1-1,-1 1 1,-4 13-1,0 12-12,-42 245 7,-1 6 0,25 49 0,22-260 0,3-2 0,19 118 0,-19-176 0,1 0 0,1 0 0,0 0 0,0 0 0,8 13 0,-10-23 0,-1 0 0,1-1 0,0 1 0,0 0 0,0-1 0,0 1 0,1-1 0,-1 0 0,1 0 0,-1 0 0,6 3 0,-6-4 0,0-1 0,0 1 0,0 0 0,0-1 0,0 0 0,0 1 0,0-1 0,0 0 0,0 0 0,0 0 0,0 0 0,1-1 0,-1 1 0,0 0 0,0-1 0,0 0 0,0 1 0,0-1 0,0 0 0,1-1 0,10-5 0,-1-1 0,0-1 0,0 1 0,-1-2 0,0 1 0,-1-2 0,14-17 0,57-91 0,-37 50 0,-2 6 0,46-64 0,-73 107 0,1 1 0,1 1 0,1 1 0,23-18 0,-35 31 0,0 0 0,0 0 0,0 0 0,1 1 0,0 0 0,-1 1 0,1-1 0,0 1 0,0 0 0,0 1 0,1 0 0,-1 0 0,0 0 0,11 1 0,-7 2 0,0-1 0,0 2 0,0-1 0,0 2 0,-1-1 0,1 1 0,-1 1 0,15 9 0,6 6 0,-2 1 0,-1 2 0,0 1 0,39 46 0,-36-36 0,92 94 0,-118-124 0,1 0 0,-1-1 0,0 1 0,1-1 0,0 0 0,0 0 0,0-1 0,0 0 0,0 0 0,0 0 0,0-1 0,1 0 0,-1 0 0,1 0 0,-1-1 0,12-1 0,-13 0 0,-1 0 0,0-1 0,1 1 0,-1-1 0,0 0 0,0-1 0,0 1 0,-1-1 0,1 1 0,0-1 0,-1 0 0,0-1 0,0 1 0,0 0 0,4-6 0,0 0 0,38-43 0,-36 39 0,1 1 0,0 0 0,1 1 0,0 0 0,1 1 0,17-12 0,-26 20 0,1 1 0,-1-1 0,1 1 0,0 0 0,0 0 0,0 0 0,0 0 0,-1 1 0,1 0 0,0-1 0,0 1 0,0 1 0,0-1 0,0 1 0,0-1 0,0 1 0,5 2 0,9 4 0,-1 0 0,25 13 0,-22-9 0,10 4 0,1 0 0,0-2 0,36 9 0,-59-21 0,1 1 0,0-1 0,-1-1 0,1 0 0,0 0 0,0-1 0,-1 0 0,1 0 0,8-3 0,1-1 0,0 0 0,33-17 0,-42 17 0,-1 0 0,1 0 0,-1-1 0,-1 0 0,1-1 0,-1 1 0,-1-1 0,1-1 0,-1 1 0,0-1 0,-1 0 0,1-1 0,-2 1 0,1-1 0,-1 0 0,-1 0 0,0-1 0,0 1 0,-1-1 0,0 1 0,0-1 0,-1 0 0,0 0 0,-2-17 0,1 16 0,-1-1 0,0 0 0,-1 1 0,-1-1 0,0 1 0,0 0 0,-1 0 0,0 0 0,-1 0 0,0 1 0,-1 0 0,0 0 0,-1 0 0,0 1 0,0 0 0,-1 0 0,0 1 0,-1 0 0,1 0 0,-16-9 0,7 8-502,-1 0 1,0 1-1,0 2 0,-1-1 0,0 2 1,0 1-1,0 0 0,-1 1 1,1 1-1,-1 1 0,-36 3 0,39-1-296,-1 1-1,1 1 0,0 1 0,0 0 0,0 1 0,0 1 0,1 0 0,0 2 0,0 0 0,0 0 0,1 2 0,1-1 0,-20 18 0,8 1-11778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6.970"/>
    </inkml:context>
    <inkml:brush xml:id="br0">
      <inkml:brushProperty name="width" value="0.035" units="cm"/>
      <inkml:brushProperty name="height" value="0.035" units="cm"/>
      <inkml:brushProperty name="color" value="#008C3A"/>
    </inkml:brush>
  </inkml:definitions>
  <inkml:trace contextRef="#ctx0" brushRef="#br0">25 186 14605,'-3'2'569,"1"0"0,0 0 0,0 0-1,0 1 1,1-1 0,-1 1 0,0-1-1,1 1 1,0 0 0,-1-1 0,1 1-1,0 0 1,1 0 0,-1 0 0,0 0-1,1 0 1,-1 6 0,10 18 636,22 36 1011,-9-17-1493,1-1 0,54 75 0,-75-118-730,0 0 0,0 1 0,1-2-1,-1 1 1,0 0 0,1 0-1,-1-1 1,1 1 0,0-1-1,-1 0 1,1 1 0,0-1-1,0-1 1,0 1 0,0 0-1,0-1 1,0 1 0,0-1-1,0 0 1,0 0 0,0 0-1,0-1 1,0 1 0,0-1 0,3 0-1,7-3-7,0-1 0,0 0 0,-1 0 0,14-8 0,-11 4 13,53-26-54,-34 16 114,2 2 0,0 1 1,42-12-1,-57 22 4,-10 4-38,0-1 1,-1 0-1,1 0 1,-1-1-1,0 0 0,0-1 1,0 0-1,-1-1 0,18-13 1,-16 8 4,-2 3 25,0-1 0,0-1-1,-1 1 1,0-2 0,7-12-1,-7 10 143,-1 0 1,0 0-1,-1-1 0,0 0 1,-1 0-1,-1 0 0,0-1 1,1-14-1,-1 1-196,-2 24 0,-1 3 0,-1 1 0,0-1 0,0 0 0,1 1 0,-1-1 0,0 0 0,1 0 0,-1 1 0,1-1 0,-1 1 0,1-1 0,-1 0 0,1 1 0,-1-1 0,1 1 0,0-1 0,0 0 0,4-1 0,-2 2 0,33 2 0,-30-1 0,-4 0 0,0-1 0,0 0 0,-1 0 0,1 0 0,0 0 0,0 0 0,0 0 0,0 0 0,-1-1 0,1 1 0,0 0 0,0-1 0,-1 0 0,1 1 0,2-3 0,8-4 0,-1-6 0,-11 7 0,-1 5 0,0-1 0,1 1 0,0-1 0,-1 1 0,1-1 0,0 0 0,0 1 0,0-1 0,0 1 0,0-1 0,0 1 0,0-1 0,0 1 0,1-1 0,0-2 0,5-7 0,6 2 0,2 7 0,0 0 0,0 2 0,1-1 0,-1 2 0,0 0 0,28 6 0,-34-6 0,-1 1 0,0-1 0,0 2 0,0-1 0,0 1 0,0 0 0,0 0 0,-1 1 0,1 0 0,-1 0 0,0 0 0,0 1 0,0 0 0,-1 0 0,6 8 0,-5-5 0,0 0 0,-1 1 0,-1 0 0,1 0 0,-1 1 0,-1-1 0,0 1 0,0 0 0,-1 0 0,2 16 0,-1 13 0,-2 50 0,-1 14 0,0-98 0,0-4 0,0 1 0,0-1 0,0 0 0,0 0 0,0 0 0,0 1 0,0-1 0,0 0 0,0 0 0,1 0 0,-1 0 0,0 1 0,1-1 0,-1 0 0,1 0 0,-1 0 0,1 0 0,0 0 0,-1 0 0,1 0 0,0 0 0,0 0 0,0-1 0,-1 1 0,1 0 0,0 0 0,0-1 0,0 1 0,0 0 0,0-1 0,2 1 0,-3-1 0,4 2 0,-1-1 0,1 0 0,-1 0 0,1 0 0,0 0 0,-1-1 0,1 1 0,0-1 0,0 0 0,-1 0 0,1 0 0,0-1 0,0 1 0,-1-1 0,1 0 0,-1 0 0,1 0 0,6-4 0,37-24 0,-1-3 0,64-57 0,-29 13 0,-66 69 0,-14 7 0,-1 0 0,1 0 0,0 0 0,0-1 0,-1 1 0,1 0 0,0 0 0,0 0 0,-1 0 0,1 1 0,0-1 0,0 0 0,-1 0 0,1 0 0,0 1 0,-1-1 0,1 0 0,0 0 0,-1 1 0,1-1 0,0 1 0,-1-1 0,1 1 0,-1-1 0,1 1 0,-1-1 0,1 1 0,-1-1 0,1 1 0,-1 0 0,1-1 0,-1 1 0,0 0 0,1-1 0,-1 1 0,0 0 0,0-1 0,0 1 0,1 0 0,-1 0 0,0-1 0,0 1 0,0 0 0,0 0 0,0-1 0,0 1 0,-1 0 0,1 0 0,0 0 0,-14 40 0,10-33 0,-9 21 0,-2-1 0,-1-1 0,-32 43 0,-19 32 0,63-95-182,-2 2-749,1 1-1,0 0 1,0 0 0,-2 11-1,6-20 811,1 0 0,-1 0 0,1 0-1,0 0 1,-1 0 0,1 1 0,0-1 0,0 0-1,0 0 1,0 0 0,0 0 0,0 0-1,0 1 1,0-1 0,0 0 0,0 0-1,1 0 1,-1 0 0,1 0 0,-1 0-1,0 0 1,1 0 0,0 0 0,-1 0 0,1 0-1,0 0 1,-1 0 0,1 0 0,0 0-1,0-1 1,0 1 0,0 0 0,0-1-1,0 1 1,0 0 0,0-1 0,0 1-1,0-1 1,0 0 0,0 1 0,0-1 0,0 0-1,0 0 1,0 1 0,1-1 0,-1 0-1,0 0 1,0 0 0,2-1 0,28-5-6993,21-5-4655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7.141"/>
    </inkml:context>
    <inkml:brush xml:id="br0">
      <inkml:brushProperty name="width" value="0.035" units="cm"/>
      <inkml:brushProperty name="height" value="0.035" units="cm"/>
      <inkml:brushProperty name="color" value="#008C3A"/>
    </inkml:brush>
  </inkml:definitions>
  <inkml:trace contextRef="#ctx0" brushRef="#br0">109 54 12457,'-41'-8'2376,"18"2"6001,11-2-8781,-1-4-1160,4 4-1376,-1-4-2521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9.110"/>
    </inkml:context>
    <inkml:brush xml:id="br0">
      <inkml:brushProperty name="width" value="0.035" units="cm"/>
      <inkml:brushProperty name="height" value="0.035" units="cm"/>
      <inkml:brushProperty name="color" value="#008C3A"/>
    </inkml:brush>
  </inkml:definitions>
  <inkml:trace contextRef="#ctx0" brushRef="#br0">142 129 10985,'-3'-3'465,"1"1"0,-1-1 0,1 0 0,0 0 0,0 1 0,0-2 0,0 1 0,1 0 0,-1 0 0,1 0 0,-1-1 0,1 1 0,0-1 0,0-4 0,-8-21 5183,9 26-5118,-1 0 0,0 0-1,1 0 1,0 0 0,0 0-1,0 0 1,0 0 0,0 0 0,1 0-1,-1-1 1,1 1 0,0 0-1,1-3 1,-1 3 538,-2 7-490,-19 67-488,-5 13-87,-15 99 1,29-103-4,3 2 0,4-1 0,4 1 0,11 95 0,0-70-433,19 115-2505,-24-192 2209,2-1 1,1 1 0,1-2-1,1 1 1,20 35 0,-1-22-7446,2-4-5694</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09.411"/>
    </inkml:context>
    <inkml:brush xml:id="br0">
      <inkml:brushProperty name="width" value="0.035" units="cm"/>
      <inkml:brushProperty name="height" value="0.035" units="cm"/>
      <inkml:brushProperty name="color" value="#008C3A"/>
    </inkml:brush>
  </inkml:definitions>
  <inkml:trace contextRef="#ctx0" brushRef="#br0">201 41 14789,'-74'-19'3034,"74"19"-2930,0 0 0,0 0-1,0 0 1,0 0 0,0 0 0,0-1 0,0 1 0,0 0-1,0 0 1,1 0 0,-1 0 0,0 0 0,0 0 0,0 0-1,0-1 1,0 1 0,0 0 0,0 0 0,0 0 0,0 0-1,0 0 1,0 0 0,0-1 0,0 1 0,0 0 0,0 0-1,0 0 1,0 0 0,0 0 0,0 0 0,0 0 0,0-1-1,0 1 1,0 0 0,0 0 0,-1 0 0,1 0 0,0 0-1,0 0 1,0 0 0,0 0 0,0-1 0,0 1 0,0 0-1,0 0 1,21-4 1045,-10 2-111,7-2-185,1 1-1,-1 1 1,0 1 0,36 2-1,-4 4-571,0 3-1,-1 2 1,0 2-1,-1 2 1,0 2-1,-1 2 0,80 45 1,-114-56-246,-1 1 0,0 0 1,-1 1-1,0 0 0,0 1 1,-1 0-1,-1 1 0,1 0 0,-2 1 1,1-1-1,-2 2 0,9 17 0,-12-21-29,-1-1 0,0 1 0,-1 0 0,0 0 0,0 1 0,-1-1 0,0 0 0,-1 1 0,0-1 0,0 0 1,-1 1-1,0-1 0,-1 0 0,0 0 0,-1 0 0,1 0 0,-2 0 0,1 0 0,-1-1 0,-6 9 0,-7 9 9,-1-1 1,0 0 0,-2-2 0,-1-1 0,-31 27 0,-130 92-208,139-110 37,-203 155-2843,85-60-2767,145-115 3738,2 2 1,-1 0-1,2 0 1,-16 20 0,16-10-7721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070"/>
    </inkml:context>
    <inkml:brush xml:id="br0">
      <inkml:brushProperty name="width" value="0.035" units="cm"/>
      <inkml:brushProperty name="height" value="0.035" units="cm"/>
      <inkml:brushProperty name="color" value="#008C3A"/>
    </inkml:brush>
  </inkml:definitions>
  <inkml:trace contextRef="#ctx0" brushRef="#br0">437 297 14165,'-8'-3'720,"-1"1"-1,0 0 1,0 1-1,0 0 0,0 0 1,0 1-1,0 0 1,0 0-1,0 1 0,0 0 1,-15 5-1,11-2-194,0 0-1,1 2 0,-1 0 1,1 0-1,1 1 1,-1 0-1,-12 11 0,4 0-435,0 1-1,1 0 0,1 2 0,1 0 0,1 1 0,1 1 0,-18 33 0,-7 41-2001,39-95 1859,0-1 1,1 1-1,-1 0 1,0-1-1,0 1 1,1 0-1,0 0 1,-1 0-1,1-1 0,0 1 1,-1 0-1,1 0 1,0 0-1,1 0 1,-1 0-1,1 3 1,-1-4 38,1-1 0,-1 1 0,1 0 1,-1-1-1,1 1 0,-1 0 0,1-1 1,-1 1-1,1-1 0,0 1 0,-1-1 1,1 1-1,0-1 0,0 0 0,-1 1 0,1-1 1,0 0-1,0 0 0,0 1 0,-1-1 1,1 0-1,0 0 0,0 0 0,0 0 1,0 0-1,-1 0 0,1 0 0,0 0 1,0 0-1,0-1 0,0 1 0,-1 0 1,2-1-1,62-19-251,64-30 0,-73 26 373,112-30-1,-147 49-42,-1 2-1,1 0 0,-1 1 1,1 1-1,0 1 0,-1 1 1,1 1-1,-1 0 0,1 1 1,19 7-1,-6 2 24,0 2 0,-1 1 1,44 27-1,15 8-38,-67-36-118,-15-9 22,0 0-1,0-1 0,0 0 1,10 3-1,-15-6 39,0 0 0,-1-1-1,1 1 1,-1-1-1,1 0 1,0 0 0,-1 0-1,1 0 1,0-1 0,-1 1-1,1-1 1,-1 0-1,1 0 1,-1-1 0,6-2-1,-2 0 166,1-1-1,0-1 1,-1 1-1,0-1 1,0-1-1,-1 1 1,0-1 0,0 0-1,0-1 1,-1 1-1,0-1 1,-1 0-1,6-12 1,64-191 3475,-53 145-2768,10-43-276,-19 61-315,2 0 0,28-61 0,-31 94-272,-10 15 0,0-1 0,0 1 0,0 0 0,-1 0 0,1 0 0,0 0 0,0 0 0,0 0 0,0 0 0,-1 0 0,1 0 0,0 0 0,0 1 0,0-1 0,-1 0 0,1 0 0,0 1 0,0-1 0,-1 1 0,1-1 0,0 1 0,-1-1 0,1 1 0,0-1 0,-1 1 0,1-1 0,-1 1 0,1 0 0,0 0 0,12 25 0,19 136 0,-7-29 0,-24-130 0,-1 0 0,1 0 0,0-1 0,0 1 0,0-1 0,1 1 0,-1-1 0,0 1 0,1-1 0,0 0 0,-1 1 0,1-1 0,0 0 0,0 0 0,0-1 0,1 1 0,-1 0 0,0-1 0,1 1 0,-1-1 0,1 0 0,-1 1 0,1-1 0,0-1 0,-1 1 0,1 0 0,0-1 0,4 1 0,6 0 0,1-1 0,-1-1 0,1 0 0,24-6 0,-12 2 0,11 1 0,1 1 0,44 3 0,-74 0 0,0 1 0,0 0 0,0 0 0,0 1 0,0 0 0,0 0 0,0 1 0,-1 0 0,1 0 0,-1 1 0,0-1 0,0 2 0,0-1 0,7 8 0,-10-8 0,0 0 0,-1 0 0,1 0 0,-1 1 0,0-1 0,0 1 0,-1 0 0,0 0 0,0 0 0,0 0 0,0 0 0,-1 1 0,0-1 0,0 0 0,0 1 0,0-1 0,-1 0 0,0 1 0,0-1 0,-2 10 0,-1-2-55,0 0 0,-1-1 0,0 0 0,-1 1 0,0-2 0,-1 1 0,0-1 0,-1 1 0,-14 17 0,-9 5-545,-50 47-1,48-52 30,-39 48-1,22-18-6720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691"/>
    </inkml:context>
    <inkml:brush xml:id="br0">
      <inkml:brushProperty name="width" value="0.035" units="cm"/>
      <inkml:brushProperty name="height" value="0.035" units="cm"/>
      <inkml:brushProperty name="color" value="#008C3A"/>
    </inkml:brush>
  </inkml:definitions>
  <inkml:trace contextRef="#ctx0" brushRef="#br0">890 29 16502,'-32'-23'3051,"26"18"2459,4 29-4372,-1 1 0,-2-1 0,0 0-1,-1 0 1,-16 37 0,4-6-261,-225 703-877,161-497 0,-90 271 0,90-293-1762,-68 181-5724,112-321-310,15-13-4943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0.950"/>
    </inkml:context>
    <inkml:brush xml:id="br0">
      <inkml:brushProperty name="width" value="0.035" units="cm"/>
      <inkml:brushProperty name="height" value="0.035" units="cm"/>
      <inkml:brushProperty name="color" value="#008C3A"/>
    </inkml:brush>
  </inkml:definitions>
  <inkml:trace contextRef="#ctx0" brushRef="#br0">234 6 16942,'-18'-6'3426,"11"11"-67,7-2-2737,0 0-1,0 0 1,0 0 0,0 0-1,1 0 1,-1 0-1,3 5 1,2 17 167,-4 13-182,-2 0-1,-1 1 1,-1-1 0,-16 66 0,5-33-363,-60 287-1008,4-27-903,55-237 654,-5 147 1,21-158-3728,4-30-2403,6-2-6301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136"/>
    </inkml:context>
    <inkml:brush xml:id="br0">
      <inkml:brushProperty name="width" value="0.035" units="cm"/>
      <inkml:brushProperty name="height" value="0.035" units="cm"/>
      <inkml:brushProperty name="color" value="#008C3A"/>
    </inkml:brush>
  </inkml:definitions>
  <inkml:trace contextRef="#ctx0" brushRef="#br0">45 700 13469,'-28'-100'2156,"12"20"-35,19 26-145,6 5-252,1-8-332,12 0-292,16-9-252,19 6-268,10 6-540,9 8-328,7 12-160,3 6-276,12 13-384,-6 15-512,-3 15-280,-13 7-504,-6 16-2585,-13 10-3952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652"/>
    </inkml:context>
    <inkml:brush xml:id="br0">
      <inkml:brushProperty name="width" value="0.035" units="cm"/>
      <inkml:brushProperty name="height" value="0.035" units="cm"/>
      <inkml:brushProperty name="color" value="#008C3A"/>
    </inkml:brush>
  </inkml:definitions>
  <inkml:trace contextRef="#ctx0" brushRef="#br0">0 265 7913,'2'1'368,"0"-1"1,0 0-1,0 0 1,0 0-1,-1 0 1,1 0-1,0 0 1,0 0-1,0 0 1,0-1-1,-1 1 1,1-1-1,0 0 1,0 1-1,-1-1 1,1 0-1,-1 0 1,1 0 0,2-2-1,23-10 1541,40-5-1194,126-17 0,-104 22-1191,-38 5 106,219-42-1854,-217 37 2114,-1-2 1,100-44-1,-109 36 1649,-33 15-63,-28 12-880,6 1-522,1 0-1,-1 1 1,1 0-1,1 1 1,-1 0-1,-17 17 0,-57 64-373,20-19-844,-23 21-585,87-88 1839,2-2-33,-1 1-1,1-1 1,0 0-1,0 1 1,0-1-1,0 1 1,-1-1-1,1 1 0,0-1 1,0 1-1,-1 0 1,1-1-1,-1 1 1,1 0-1,1 1 1,-2-1-27,1 0 1,0 0-1,0 0 1,-1 0 0,1 0-1,0-1 1,0 1-1,0 0 1,0 0 0,0-1-1,0 1 1,1-1-1,-1 1 1,1 0 0,8-2 155,-1 1 1,1-2 0,-1 1 0,0-1-1,1-1 1,-1 1 0,0-2 0,12-5-1,1 0 195,24-8 740,1 1 0,74-13 0,-95 25-829,1 1 0,-1 1 0,1 1 1,-1 2-1,1 1 0,35 7 0,-26-2-78,304 48-1866,-328-54 1550,-1 0 1,1-1-1,0-1 0,-1 0 0,1 0 1,0-1-1,-1-1 0,0 0 1,1 0-1,15-8 0,-25 10 66,3-2 51,0 1 1,0-1 0,-1 0-1,0 0 1,1-1 0,-1 1-1,-1-1 1,1 0 0,0 0-1,3-6 1,3-2 250,-7 9-98,0-1 0,-1 1 0,1-1 0,-1 0 0,0 0 0,0 0 0,0 0 0,0 0-1,-1 0 1,2-5 0,4-11 425,3-2 1157,2 1 0,21-31 0,-32 52-1756,0 0 1,0 0-1,0 1 1,0-1-1,0 0 1,-1 0-1,1 0 0,0 1 1,0-1-1,0 0 1,0 1-1,0-1 1,-1 1-1,1-1 1,0 1-1,0-1 1,-1 1-1,2 0 1,-2 0-15,3 1-163,0 2 1,-1-1-1,1 0 0,-1 0 1,0 1-1,0-1 0,0 1 0,0 0 1,-1 0-1,0-1 0,1 1 1,-1 0-1,-1 0 0,1 0 1,0 0-1,-1 1 0,0-1 0,0 7 1,0-5-176,0 0 0,0 0 0,1 0 0,0 0 0,0-1 0,1 1 0,0 0 0,3 8 0,-1-9-546,-1 0 0,1 0 0,0 0 0,1 0 0,6 5 1,6 5-6567,0-4-3447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790"/>
    </inkml:context>
    <inkml:brush xml:id="br0">
      <inkml:brushProperty name="width" value="0.035" units="cm"/>
      <inkml:brushProperty name="height" value="0.035" units="cm"/>
      <inkml:brushProperty name="color" value="#008C3A"/>
    </inkml:brush>
  </inkml:definitions>
  <inkml:trace contextRef="#ctx0" brushRef="#br0">1 129 8285,'22'-43'1352,"-6"9"-336,-10 22-372,16-2-452,1 3-472,2 5-640,3 0-2148,-5 3-1169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1.944"/>
    </inkml:context>
    <inkml:brush xml:id="br0">
      <inkml:brushProperty name="width" value="0.035" units="cm"/>
      <inkml:brushProperty name="height" value="0.035" units="cm"/>
      <inkml:brushProperty name="color" value="#008C3A"/>
    </inkml:brush>
  </inkml:definitions>
  <inkml:trace contextRef="#ctx0" brushRef="#br0">325 0 12173,'2'6'561,"1"9"1695,-3-15-2162,-1 0 0,1 0 0,0 1 0,-1-1 0,1 0 0,0 0 0,-1 0 0,1 0 0,0 0 0,-1 0 0,1 0 0,-1 0 0,1 0 1,0 0-1,-1 0 0,1 0 0,0 0 0,-1 0 0,1 0 0,-1 0 0,1 0 0,0-1 0,-1 1 0,1 0 0,0 0 0,-1 0 0,1-1 0,0 1 0,-1 0 0,1 0 1,0-1-1,-1 0 0,0 1 60,0 0 0,0 0 0,0 0 1,0 0-1,0 0 0,0 0 1,0 0-1,0 0 0,0 0 0,0 0 1,0 0-1,0 1 0,0-1 1,1 0-1,-1 1 0,0-1 0,0 1 1,0-1-1,0 1 0,0-1 0,1 1 1,-1-1-1,0 1 0,0 0 1,1 0-1,-1-1 0,0 1 0,1 0 1,-1 0-1,1 0 0,-1 0 0,1-1 1,0 1-1,-1 0 0,1 0 1,0 0-1,-1 1 0,-15 46 2518,15-42-2210,-13 54 1874,-8 88 0,8-46-1331,-9 61-1005,-30 163 0,-51 140-558,84-370-3111,6-1-5536,7-7-7146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2.159"/>
    </inkml:context>
    <inkml:brush xml:id="br0">
      <inkml:brushProperty name="width" value="0.035" units="cm"/>
      <inkml:brushProperty name="height" value="0.035" units="cm"/>
      <inkml:brushProperty name="color" value="#008C3A"/>
    </inkml:brush>
  </inkml:definitions>
  <inkml:trace contextRef="#ctx0" brushRef="#br0">3 166 15921,'-3'-14'3053,"10"-3"-445,-1-1 3853,-3 1-5117,0 0 396,-6-3-1872,0 3-1276,-7-6-5129,7 0-260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3.106"/>
    </inkml:context>
    <inkml:brush xml:id="br0">
      <inkml:brushProperty name="width" value="0.035" units="cm"/>
      <inkml:brushProperty name="height" value="0.035" units="cm"/>
      <inkml:brushProperty name="color" value="#008C3A"/>
    </inkml:brush>
  </inkml:definitions>
  <inkml:trace contextRef="#ctx0" brushRef="#br0">128 9 8273,'-63'-7'1975,"50"5"5524,-9 5-5698,21-3-1746,0 0-1,-1 0 1,1 1 0,0-1 0,-1 0-1,1 1 1,0-1 0,0 1 0,-1-1 0,1 1-1,0-1 1,0 1 0,0 0 0,0 0-1,0-1 1,0 1 0,0 0 0,0 0 0,0 0-1,1 0 1,-1 0 0,0 0 0,0 1-1,1-1 1,-1 0 0,1 0 0,-1 0 0,1 1-1,0-1 1,-1 0 0,1 0 0,0 1-1,0-1 1,0 0 0,0 1 0,0-1 0,0 2-1,2 1-3,0 0-1,0 0 0,0-1 0,1 1 1,-1-1-1,1 1 0,0-1 1,0 0-1,0 0 0,1 0 0,-1 0 1,1-1-1,-1 1 0,6 1 0,-9-4-48,21 12 83,1-1 1,1 0-1,0-2 1,0-1-1,1-1 1,-1-1-1,28 3 1,-26-4-50,97 17-153,140 7 0,133-17-1493,438-51-8675,-521 9 2293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3.431"/>
    </inkml:context>
    <inkml:brush xml:id="br0">
      <inkml:brushProperty name="width" value="0.035" units="cm"/>
      <inkml:brushProperty name="height" value="0.035" units="cm"/>
      <inkml:brushProperty name="color" value="#008C3A"/>
    </inkml:brush>
  </inkml:definitions>
  <inkml:trace contextRef="#ctx0" brushRef="#br0">1 218 12805,'25'-14'3008,"-2"8"-1967,15-2-153,9-7-180,20 1-176,19-3-112,25 0-396,13-3-280,18 0-296,24 0-612,24-3-661,23 3-2727,15-3-3541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550"/>
    </inkml:context>
    <inkml:brush xml:id="br0">
      <inkml:brushProperty name="width" value="0.035" units="cm"/>
      <inkml:brushProperty name="height" value="0.035" units="cm"/>
      <inkml:brushProperty name="color" value="#008C3A"/>
    </inkml:brush>
  </inkml:definitions>
  <inkml:trace contextRef="#ctx0" brushRef="#br0">356 256 9813,'0'0'183,"1"0"0,-1 0 0,1 0 0,-1 0 0,1 1 0,-1-1 0,1 0 0,0-1 0,-1 1 0,1 0 0,-1 0 0,1 0 0,-1 0 0,1 0 0,-1 0 0,1-1 0,-1 1 1,1 0-1,-1 0 0,1-1 0,-1 1 0,0-3 3259,-11 5-2114,2 2-1034,0 0 0,1 0 1,0 2-1,0-1 1,0 1-1,1 0 0,0 0 1,0 1-1,0 0 1,-7 10-1,-22 21 257,19-24-429,1 2 1,1 0-1,1 1 1,0 0-1,1 1 0,1 1 1,0 0-1,2 0 1,0 1-1,2 0 1,-11 35-1,17-46-137,1 0 0,0-1 1,1 1-1,0 0 0,0 0 0,1 0 0,0-1 0,1 1 0,0 0 0,0-1 1,1 1-1,6 15 0,-5-18-12,-1 1 1,1-1-1,0 0 1,1 0-1,0 0 1,-1 0-1,2-1 1,-1 0 0,1 0-1,0 0 1,0-1-1,0 0 1,0 0-1,1 0 1,0-1-1,-1 0 1,1 0-1,0-1 1,1 0-1,-1 0 1,0-1-1,1 0 1,-1 0-1,0 0 1,1-1-1,-1 0 1,1-1-1,-1 0 1,1 0-1,-1-1 1,0 1-1,0-1 1,0-1-1,0 0 1,0 0-1,0 0 1,-1-1 0,13-8-1,-5 1 42,0-1 0,0-1 0,-1 0 0,-1 0 0,0-2 0,-1 1 0,-1-1 0,0-1 0,-1 0 0,0 0 0,-2-1 0,9-26 0,-10 24 20,-1-1-1,0 1 0,-2-1 1,0 0-1,-2 0 1,0 0-1,-1 0 1,-1 0-1,-1 0 1,-1 0-1,-7-27 1,2 17 9,-2 0 1,-1 1-1,-2 1 0,0 0 1,-31-46-1,37 64-71,-1 1 0,0-1 0,-1 1 0,1 1 0,-2-1 0,1 2 0,-18-11 0,20 14-75,0 0 0,-1 1 0,1 0 0,-1 0 0,0 1 0,0 0 0,0 0 0,0 1 0,0 0 0,0 0 0,0 1 0,-13 1 0,10 1-402,1 0 0,-1 1 0,1 1-1,-1-1 1,1 2 0,0-1 0,1 1-1,-1 1 1,-9 7 0,7-4-1067,1-1 0,0 2 0,-14 15 0,-9 22-6094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741"/>
    </inkml:context>
    <inkml:brush xml:id="br0">
      <inkml:brushProperty name="width" value="0.035" units="cm"/>
      <inkml:brushProperty name="height" value="0.035" units="cm"/>
      <inkml:brushProperty name="color" value="#008C3A"/>
    </inkml:brush>
  </inkml:definitions>
  <inkml:trace contextRef="#ctx0" brushRef="#br0">290 20 13213,'0'0'2004,"-7"-11"-199,-2 2 4231,-17 12-5080,1 0-356,9 8 0,-6 12-140,3 3-580,0-1-380,-3 1-360,-1 3-796,-2-1-564,-4-2-468,1 0-2545,9 11-4180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7.960"/>
    </inkml:context>
    <inkml:brush xml:id="br0">
      <inkml:brushProperty name="width" value="0.035" units="cm"/>
      <inkml:brushProperty name="height" value="0.035" units="cm"/>
      <inkml:brushProperty name="color" value="#008C3A"/>
    </inkml:brush>
  </inkml:definitions>
  <inkml:trace contextRef="#ctx0" brushRef="#br0">566 1 9705,'0'0'3576,"-3"31"-1968,-7 18-208,-2-4-47,-7 7-309,-4 8-264,-11 11-140,-8 6-148,-5 3-292,-4 9-460,-6 11-500,-4-3-880,-5 3-1105,-7 6-1727,6-3-3465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8.592"/>
    </inkml:context>
    <inkml:brush xml:id="br0">
      <inkml:brushProperty name="width" value="0.035" units="cm"/>
      <inkml:brushProperty name="height" value="0.035" units="cm"/>
      <inkml:brushProperty name="color" value="#008C3A"/>
    </inkml:brush>
  </inkml:definitions>
  <inkml:trace contextRef="#ctx0" brushRef="#br0">2575 111 5328,'-4'-7'192,"0"0"0,-1 0 0,0 1 0,0-1 0,0 1-1,-1 0 1,0 1 0,0 0 0,0 0 0,-1 0-1,0 0 1,0 1 0,0 0 0,0 1 0,-1-1-1,0 2 1,1-1 0,-15-2 0,-16-1 371,0 2 0,0 1 1,-1 2-1,1 2 0,-1 1 1,1 2-1,0 2 0,0 1 1,-72 25-1,28-1-18,2 3 0,1 3 1,-98 64-1,-57 56 378,-282 246 1,185-106-463,245-210-125,-120 156-1,180-207-258,1 1-1,2 1 0,2 1 0,2 1 1,1 1-1,2 1 0,-14 58 0,23-72-42,2 1 1,1 0-1,2 0 0,0 1 0,2-1 0,1 0 0,2 0 1,1 0-1,1 0 0,1 0 0,1-1 0,14 32 1,-4-22-15,3 0 1,1-2 0,1 0-1,3-1 1,0-2 0,2 0 0,2-2-1,0-1 1,55 42 0,-15-20 0,3-4-1,1-2 1,137 62 0,-78-53-122,3-6 0,1-5 1,2-6-1,259 35 0,-291-62-18,-1-4 0,1-4 0,0-5 0,0-5 1,196-38-1,-234 29 67,0-3 0,-2-3 0,0-2 1,-2-3-1,-1-4 0,-1-2 1,-2-2-1,-1-3 0,101-86 0,-119 85 73,-2-2 0,-1-1 0,-2-2-1,-2-1 1,-2-2 0,-2-1 0,31-69-1,-43 76 68,-2-1 0,-2-1-1,-2 0 1,-1-1 0,-3 0-1,-1-1 1,-2 0 0,-3 0 0,-4-77-1,-5 70-1,-1-1 1,-3 2-1,-2-1 0,-2 2 0,-3 0 1,-1 0-1,-3 2 0,-2 1 0,-2 1 0,-2 1 1,-2 1-1,-2 2 0,-1 1 0,-67-63 0,63 71-266,-1 2 0,-1 1 0,-2 2-1,-1 2 1,-1 2 0,-87-35-1,90 45-470,-1 1-1,-1 2 1,0 3-1,0 1 0,-1 1 1,1 3-1,-1 1 1,-60 7-1,-31 14-3926,8 11-2446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19.088"/>
    </inkml:context>
    <inkml:brush xml:id="br0">
      <inkml:brushProperty name="width" value="0.035" units="cm"/>
      <inkml:brushProperty name="height" value="0.035" units="cm"/>
      <inkml:brushProperty name="color" value="#008C3A"/>
    </inkml:brush>
  </inkml:definitions>
  <inkml:trace contextRef="#ctx0" brushRef="#br0">1 15 6161,'9'-11'-1825,"17"8"473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1.905"/>
    </inkml:context>
    <inkml:brush xml:id="br0">
      <inkml:brushProperty name="width" value="0.035" units="cm"/>
      <inkml:brushProperty name="height" value="0.035" units="cm"/>
      <inkml:brushProperty name="color" value="#008C3A"/>
    </inkml:brush>
  </inkml:definitions>
  <inkml:trace contextRef="#ctx0" brushRef="#br0">253 331 6261,'-4'-3'659,"1"0"1,-1 0-1,1-1 1,0 1-1,0-1 1,0 1-1,1-1 1,-1 0 0,1 0-1,0 0 1,0-1-1,1 1 1,-1 0-1,-1-9 1,3 10-425,-1 0 1,1 0 0,0 0-1,0 0 1,0 0-1,0 0 1,1 0-1,0 0 1,-1 0 0,1 0-1,0 0 1,0 0-1,0 0 1,1 0 0,2-3-1,9-12 31,1 1 1,1 0-1,1 1 0,0 1 1,1 0-1,1 1 0,0 1 0,0 1 1,2 0-1,-1 2 0,2 0 0,-1 1 1,1 1-1,0 1 0,1 1 0,0 1 1,0 1-1,42-2 0,-54 5-217,-1 1-1,1 1 1,0 0-1,-1 0 0,1 1 1,-1 0-1,1 1 1,-1 0-1,0 0 0,0 1 1,12 7-1,-16-8-32,0 0 1,-1 1-1,1 0 0,-1 0 0,0 0 0,0 1 0,0 0 0,0-1 0,-1 1 0,0 0 0,0 1 0,0-1 0,-1 0 1,1 1-1,-2-1 0,1 1 0,0 0 0,-1 0 0,1 9 0,-1 1 3,-2 0 0,1 0 0,-2 0 0,0 0 0,-1 0 0,0 0 0,-1-1-1,-12 29 1,-7 6 0,-35 57 0,58-106-19,-46 73 20,-69 86 0,-68 60-35,5-8 96,124-141 79,-48 83 1,99-149-116,0-1 0,1 1 0,0 0 0,0 0 0,0 0 0,0-1 0,1 2 0,0-1 0,0 0 1,0 0-1,1 10 0,0-12-29,1 0 0,-1-1 0,1 1 0,0 0 1,0 0-1,0-1 0,0 1 0,0-1 0,1 1 1,-1-1-1,1 0 0,0 1 0,-1-1 0,1 0 1,0 0-1,0 0 0,1 0 0,-1-1 0,0 1 1,1 0-1,-1-1 0,4 2 0,1 0 9,1 0-1,0 0 0,0-1 1,-1 0-1,1 0 1,1-1-1,-1 0 1,9-1-1,72-4 55,-61 1-90,426-52-2415,-126-12-2584,-90 11-2493,-74 16-2295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2.689"/>
    </inkml:context>
    <inkml:brush xml:id="br0">
      <inkml:brushProperty name="width" value="0.035" units="cm"/>
      <inkml:brushProperty name="height" value="0.035" units="cm"/>
      <inkml:brushProperty name="color" value="#008C3A"/>
    </inkml:brush>
  </inkml:definitions>
  <inkml:trace contextRef="#ctx0" brushRef="#br0">209 37 7545,'9'-36'5455,"-25"44"-3761,10 1 5038,-6 51-3633,-3 29-712,-65 481 3037,71-512-5182,-22 94-73,15-77-1412,-10 105 0,24-152 314,-2 90-2351,11-60-885,-5-48 2177,1 0 1,0-1 0,7 16 0,11 13-8967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2.922"/>
    </inkml:context>
    <inkml:brush xml:id="br0">
      <inkml:brushProperty name="width" value="0.035" units="cm"/>
      <inkml:brushProperty name="height" value="0.035" units="cm"/>
      <inkml:brushProperty name="color" value="#008C3A"/>
    </inkml:brush>
  </inkml:definitions>
  <inkml:trace contextRef="#ctx0" brushRef="#br0">1 255 8793,'42'-94'7613,"-36"86"-7347,0 1 1,0 0 0,0 1 0,1 0 0,0 0 0,0 0 0,1 1 0,-1 0 0,1 0 0,0 1 0,1 0 0,9-3 0,18-6 222,54-13 1,-90 26-488,64-14-75,1 2-1,101-6 1,-123 17-1343,0 1-1,0 3 1,0 1-1,80 19 1,-115-21 574,0 0 0,0 1 0,0 0 0,8 5 1,21 21-5521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078"/>
    </inkml:context>
    <inkml:brush xml:id="br0">
      <inkml:brushProperty name="width" value="0.035" units="cm"/>
      <inkml:brushProperty name="height" value="0.035" units="cm"/>
      <inkml:brushProperty name="color" value="#008C3A"/>
    </inkml:brush>
  </inkml:definitions>
  <inkml:trace contextRef="#ctx0" brushRef="#br0">163 306 7809,'-91'-14'6720,"87"13"-6404,0 0 0,0 0 0,0 0 0,0-1 0,1 0 1,-1 1-1,1-1 0,-1-1 0,1 1 0,0 0 0,0-1 0,0 0 1,0 0-1,0 0 0,1 0 0,-1 0 0,1 0 0,-2-4 0,2 5-241,1 0-1,0 0 1,0-1-1,1 1 0,-1 0 1,0 0-1,1-1 0,-1 1 1,1-1-1,0 1 0,0 0 1,0-1-1,0 1 0,0 0 1,0-1-1,1 1 0,-1 0 1,1-1-1,0 1 0,0 0 1,-1 0-1,1-1 0,1 1 1,-1 0-1,0 0 0,0 0 1,1 0-1,-1 1 0,1-1 1,0 0-1,0 1 0,2-3 1,19-12-410,1 0 1,1 2-1,0 0 1,1 2-1,0 1 1,52-14-1,174-27-9050,-150 39 1107</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500"/>
    </inkml:context>
    <inkml:brush xml:id="br0">
      <inkml:brushProperty name="width" value="0.035" units="cm"/>
      <inkml:brushProperty name="height" value="0.035" units="cm"/>
      <inkml:brushProperty name="color" value="#008C3A"/>
    </inkml:brush>
  </inkml:definitions>
  <inkml:trace contextRef="#ctx0" brushRef="#br0">507 121 7461,'-11'-12'1223,"0"1"0,-1 1 0,0 0 0,-1 1 0,0 0 0,-1 1 0,-20-10 1,16 11-676,1 1 0,-1 1 0,0 0 0,0 2 0,-1 0 0,-18-1 0,29 4-492,0 0 1,0 0-1,1 1 1,-1 0 0,0 1-1,0-1 1,1 2-1,-1-1 1,1 1-1,-1 0 1,1 0 0,0 1-1,0 0 1,1 0-1,-1 1 1,-8 8-1,1 1-342,0 1 0,1 0 1,0 0-1,2 2 0,0-1 0,-12 24 0,22-38 205,0 0 0,0 0 0,0 0 0,0 0 1,0 0-1,1 1 0,-1-1 0,1 0 0,-1 1 0,1-1 1,0 1-1,0-1 0,0 0 0,0 1 0,0-1 0,1 0 1,-1 1-1,1-1 0,0 0 0,-1 1 0,1-1 0,0 0 1,2 3-1,-1-3 5,1 1 0,-1 0 0,1 0 0,0-1 0,0 1 1,0-1-1,0 0 0,1 0 0,-1 0 0,1-1 0,-1 1 0,1-1 1,3 1-1,7 2-46,0-1 0,1-1 1,-1 0-1,0-1 0,0 0 0,26-3 0,75-19 1507,150-46-1,-175 42-798,1 0-207,91-39 1,-161 57 372,0 1-1,29-4 1,-48 13-488,-1 0 0,0 0-1,1 0 1,-1-1 0,0 1 0,0 0 0,-1 1-1,2 4 1,-2 2 106,0 1-1,-1-1 1,-3 17-1,3-17-301,-1 1-1,1 0 0,1-1 1,1 21-1,0-21-429,1 0-1,0-1 0,0 1 1,1-1-1,0 0 0,1 0 1,5 12-1,-7-18-69,1 0-1,-1 1 1,1-1-1,-1 0 1,1 0 0,0-1-1,0 1 1,0 0-1,5 2 1,-4-3-268,-1-1 1,1 1-1,0 0 1,0-1 0,0 0-1,0 0 1,0 0-1,1-1 1,-1 1-1,6-1 1,37 0-8143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3.738"/>
    </inkml:context>
    <inkml:brush xml:id="br0">
      <inkml:brushProperty name="width" value="0.035" units="cm"/>
      <inkml:brushProperty name="height" value="0.035" units="cm"/>
      <inkml:brushProperty name="color" value="#008C3A"/>
    </inkml:brush>
  </inkml:definitions>
  <inkml:trace contextRef="#ctx0" brushRef="#br0">115 1 6081,'-35'2'9044,"47"18"-7515,4 18-249,-6 2-268,-4 8-192,4 24-148,-7 5-124,-9 11 44,-4 9-356,-6 4-528,-6 1-988,0 1-1004,-7 0-3061,-3 0-4284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5.113"/>
    </inkml:context>
    <inkml:brush xml:id="br0">
      <inkml:brushProperty name="width" value="0.035" units="cm"/>
      <inkml:brushProperty name="height" value="0.035" units="cm"/>
      <inkml:brushProperty name="color" value="#008C3A"/>
    </inkml:brush>
  </inkml:definitions>
  <inkml:trace contextRef="#ctx0" brushRef="#br0">208 428 4916,'-1'0'282,"1"0"0,-1-1 0,0 1-1,1-1 1,-1 1 0,0 0-1,1-1 1,-1 1 0,1-1-1,-1 1 1,0-1 0,1 0 0,-1 1-1,1-1 1,0 0 0,-1 1-1,1-1 1,0 0 0,-1 1-1,1-1 1,0 0 0,0 0-1,-1 1 1,1-1 0,0 0 0,0 0-1,0 1 1,0-1 0,0 0-1,0 0 1,0 1 0,1-1-1,-1 0 1,0 0 0,0 1 0,0-1-1,1 0 1,0-1 0,3-6 10,-3 7-532,0-1 1658,-2-1-169,-2-12-240,0 0 292,1-1 0,-2-25 0,4 35-1138,1 0 0,-1 0 0,1 0 0,0 0-1,1 0 1,-1 0 0,1 1 0,0-1-1,1 1 1,4-10 0,2 2-15,1 0 1,0 0-1,1 1 1,0 1-1,1-1 0,0 2 1,1 0-1,0 0 1,15-7-1,9-4 32,1 3-1,50-18 1,-68 29-140,-1 1-1,1 1 1,1 0 0,-1 2-1,0 0 1,1 2 0,22 0-1,-39 1-36,0 0 1,-1 1-1,1-1 0,-1 1 0,1-1 0,-1 1 0,0 0 1,1 1-1,-1-1 0,0 1 0,0-1 0,0 1 0,0 0 1,0 0-1,0 0 0,0 1 0,-1-1 0,1 1 0,-1-1 1,1 1-1,1 3 0,-2-2 0,-1 0 1,1 0-1,-1 0 0,1 0 0,-2 0 1,1 0-1,0 1 0,-1-1 1,1 0-1,-1 0 0,0 1 1,-1-1-1,1 0 0,-1 1 1,0-1-1,0 0 0,-3 8 1,-9 20-28,-2 0 1,-2-1-1,-19 29 1,15-28-287,2 2 1,-22 53-1,33-67 74,1 0 0,1 1-1,-6 41 1,11-54 179,0 0 0,1 0 0,1 0 0,-1-1 0,1 1 1,1 0-1,-1 0 0,1-1 0,1 1 0,-1-1 0,1 0 0,1 0 0,-1 0 0,7 9 1,1-1-57,0-1 1,1-1-1,0 0 1,1 0 0,1-1-1,0-1 1,25 16 0,9 0-90,58 25 1,8 2 121,-109-51 143,0 1 0,0-1 1,0 1-1,-1-1 0,1 1 0,-1 1 0,0-1 0,7 10 0,-10-12-14,0 0 0,-1 0-1,1 0 1,0 0 0,-1 0 0,1 1-1,-1-1 1,0 0 0,0 0 0,0 1-1,0-1 1,0 0 0,0 0 0,-1 1-1,1-1 1,-1 0 0,0 0 0,1 0-1,-1 0 1,0 0 0,-2 3 0,-23 36 564,15-29-439,-1-1 0,-1 0 0,0-1 1,0 0-1,-1-1 0,-1-1 0,1 0 1,-22 9-1,15-8-48,-121 52 657,-241 69 0,105-41-5931,271-87 4358,-15 6-1439,8-1-4731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217"/>
    </inkml:context>
    <inkml:brush xml:id="br0">
      <inkml:brushProperty name="width" value="0.035" units="cm"/>
      <inkml:brushProperty name="height" value="0.035" units="cm"/>
      <inkml:brushProperty name="color" value="#008C3A"/>
    </inkml:brush>
  </inkml:definitions>
  <inkml:trace contextRef="#ctx0" brushRef="#br0">269 0 11177,'-1'2'4830,"-2"1"-4102,1 1 0,0-1-1,0 0 1,0 1-1,1-1 1,-1 1 0,1 0-1,-1 5 1,-1 7 448,1 0 0,0 22 1,-2 12 740,-18 66-488,-6-2 1,-48 130-1,32-108-952,23-69-3014,-17 107-1,33-144 1472,2 0-1,1 1 1,2-1 0,0 0-1,3 1 1,6 34 0,1-30-5519,4 2-4074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372"/>
    </inkml:context>
    <inkml:brush xml:id="br0">
      <inkml:brushProperty name="width" value="0.035" units="cm"/>
      <inkml:brushProperty name="height" value="0.035" units="cm"/>
      <inkml:brushProperty name="color" value="#008C3A"/>
    </inkml:brush>
  </inkml:definitions>
  <inkml:trace contextRef="#ctx0" brushRef="#br0">57 324 10673,'-31'-72'2240,"21"61"-244,1-12-259,2 0-241,7-5-344,0 2-244,13 0-152,15-11-164,4 11-196,9 9-224,10 3-324,10 0-480,12 8-656,12 6-820,-5 3-449,-1 8-1911,0 9-3461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6.841"/>
    </inkml:context>
    <inkml:brush xml:id="br0">
      <inkml:brushProperty name="width" value="0.035" units="cm"/>
      <inkml:brushProperty name="height" value="0.035" units="cm"/>
      <inkml:brushProperty name="color" value="#008C3A"/>
    </inkml:brush>
  </inkml:definitions>
  <inkml:trace contextRef="#ctx0" brushRef="#br0">2 221 6649,'0'-1'83,"0"0"0,-1 1 1,1-1-1,0 0 0,0 0 1,-1 0-1,1 0 1,0 1-1,0-1 0,0 0 1,0 0-1,0 0 0,0 0 1,0 1-1,1-1 1,-1 0-1,0 0 0,0 0 1,1 0-1,-1 1 0,0-1 1,1 0-1,-1 0 1,1 1-1,-1-1 0,1 0 1,-1 1-1,1-1 0,-1 0 1,1 1-1,0-1 0,-1 1 1,1-1-1,0 1 1,0 0-1,-1-1 0,1 1 1,0 0-1,0-1 0,1 1 1,47-19 1298,-33 14-1026,307-78 1557,-79 25 500,-221 51-1522,-1 1 0,1 1 0,41-4 0,-61 9-33,-15 18-299,3-7-431,0 0-1,-1 0 1,-11 10 0,13-15-334,1 1 1,0 0 0,1 0 0,0 1 0,0 0-1,0 0 1,1 0 0,-7 16 0,10-19-44,0-1-1,0 1 1,1 0 0,-1 0 0,1 0-1,0 0 1,1 0 0,-1 0 0,1 0-1,0 0 1,1 6 0,0-9 149,0 1 1,0-1-1,0 1 1,0-1-1,0 1 1,1-1-1,-1 0 1,1 0-1,0 0 0,0 0 1,0 0-1,0 0 1,0 0-1,0-1 1,0 1-1,0 0 1,1-1-1,-1 0 1,1 0-1,-1 0 0,1 0 1,4 1-1,8 1 84,1 0 0,-1-1 0,1-1 0,-1 0-1,1-2 1,0 1 0,17-5 0,10 2 131,120-12 265,185-40-1,-267 40-344,-35 8-37,155-35-16,49-26 1004,-82 16 3480,-165 51-4349,0 0-1,1 1 1,-1-1 0,1 0-1,-1 1 1,1 0 0,-1 0-1,1 0 1,0 0-1,-1 1 1,1-1 0,-1 1-1,1 0 1,-1 0-1,0 0 1,1 0 0,3 3-1,22 7-547,-15-9-604,1 0 0,0-1-1,-1-1 1,1 0 0,0-1-1,21-4 1,-4 1-2315,27-4-5444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7.028"/>
    </inkml:context>
    <inkml:brush xml:id="br0">
      <inkml:brushProperty name="width" value="0.035" units="cm"/>
      <inkml:brushProperty name="height" value="0.035" units="cm"/>
      <inkml:brushProperty name="color" value="#008C3A"/>
    </inkml:brush>
  </inkml:definitions>
  <inkml:trace contextRef="#ctx0" brushRef="#br0">0 100 6573,'23'-11'2340,"-17"-3"-160,0-6 1288,-2 5-2048,2-2 1309,-12 6-6906,-4-1-3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7.972"/>
    </inkml:context>
    <inkml:brush xml:id="br0">
      <inkml:brushProperty name="width" value="0.035" units="cm"/>
      <inkml:brushProperty name="height" value="0.035" units="cm"/>
      <inkml:brushProperty name="color" value="#008C3A"/>
    </inkml:brush>
  </inkml:definitions>
  <inkml:trace contextRef="#ctx0" brushRef="#br0">347 26 7033,'16'-26'10479,"-9"38"-8351,-6-9-2009,0 0 1,1-1-1,-2 1 1,1 0-1,0 0 1,0 0-1,-1 0 1,0-1-1,1 1 1,-1 0 0,0 0-1,-1 0 1,1 0-1,0 0 1,-1 0-1,-1 3 1,-18 49 923,16-46-844,-58 116 1108,-85 129 0,74-133-1009,66-109-270,-2 2-59,0 0 1,1 1-1,1 1 0,0-1 1,1 1-1,1 0 1,-4 18-1,9-32 8,0-1-1,-1 1 1,1-1 0,0 1-1,0-1 1,0 0-1,0 1 1,0-1 0,1 1-1,-1-1 1,0 1 0,1-1-1,-1 0 1,1 1-1,-1-1 1,1 0 0,0 1-1,0-1 1,-1 0 0,1 0-1,0 0 1,0 1-1,0-1 1,0 0 0,0 0-1,0-1 1,1 1 0,-1 0-1,0 0 1,0 0-1,1-1 1,-1 1 0,0-1-1,1 1 1,-1-1 0,1 0-1,-1 1 1,1-1-1,-1 0 1,0 0 0,3 0-1,7 0-89,0 0-1,0-1 1,0 0 0,16-5-1,-20 5 79,228-66-1334,-109 28 877,432-138 1647,-553 175-1036,1 0 352,0 0 1,1 0-1,-1 0 0,12-1 0,-17 3-385,0 0-1,0 0 1,0 0 0,0 0-1,0 0 1,-1 0-1,1 0 1,0 0 0,0 0-1,0 0 1,0 1-1,0-1 1,0 0 0,0 1-1,-1-1 1,1 1-1,0-1 1,0 1 0,-1-1-1,1 1 1,0 0-1,-1-1 1,1 1 0,0 0-1,-1-1 1,1 1-1,-1 0 1,1 0 0,-1 0-1,1-1 1,-1 1-1,0 0 1,0 0 0,1 0-1,-1 0 1,0 0-1,0 0 1,0 0 0,0-1-1,0 1 1,0 2-1,-2 10 281,-1 0 0,0 0-1,0 0 1,-2 0 0,1-1-1,-2 0 1,-11 20 0,-3 10 86,3-4-751,2 0 0,2 1 0,1 1 0,2 0 0,2 1 0,-5 59 0,13-85-858,1 0 1,0 0-1,1 0 0,6 23 0,14 25-7626,3-9-4340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828"/>
    </inkml:context>
    <inkml:brush xml:id="br0">
      <inkml:brushProperty name="width" value="0.035" units="cm"/>
      <inkml:brushProperty name="height" value="0.035" units="cm"/>
      <inkml:brushProperty name="color" value="#008C3A"/>
    </inkml:brush>
  </inkml:definitions>
  <inkml:trace contextRef="#ctx0" brushRef="#br0">371 0 11305,'-41'33'3170,"34"-28"-2589,1-1 0,0 1-1,0 0 1,0 1 0,0-1 0,1 1-1,0 0 1,0 0 0,-4 8 0,-8 22 3152,-14 43 1,6-14-1013,-49 149-956,18-46-1234,41-127-1951,1 1-1,3 0 1,-9 57-1,17-76 195,1-1 0,2 1 0,0 0 0,1-1 0,1 1 0,1 0-1,1-1 1,9 28 0,13 13-11840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0.010"/>
    </inkml:context>
    <inkml:brush xml:id="br0">
      <inkml:brushProperty name="width" value="0.035" units="cm"/>
      <inkml:brushProperty name="height" value="0.035" units="cm"/>
      <inkml:brushProperty name="color" value="#008C3A"/>
    </inkml:brush>
  </inkml:definitions>
  <inkml:trace contextRef="#ctx0" brushRef="#br0">102 421 13421,'-41'-100'2576,"38"85"189,-7-5-401,0 3-276,-2-6-348,-1 3-244,7-3-335,-1 3-233,7-2-216,0 2-296,4 0-372,-4 0-304,12 0-828,-2 0-305,-4 5-919,0 1-828,1 0-3225,-4-3-5804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2.377"/>
    </inkml:context>
    <inkml:brush xml:id="br0">
      <inkml:brushProperty name="width" value="0.035" units="cm"/>
      <inkml:brushProperty name="height" value="0.035" units="cm"/>
      <inkml:brushProperty name="color" value="#008C3A"/>
    </inkml:brush>
  </inkml:definitions>
  <inkml:trace contextRef="#ctx0" brushRef="#br0">595 102 5989,'22'-66'9461,"-28"35"-5205,1 28-3360,-3 2-619,0 0 0,1 1 0,-1 1-1,0-1 1,0 1 0,0 1 0,0 0 0,1 0 0,-1 0 0,1 1 0,-9 4 0,-2 3 258,0 0 0,2 2 0,-24 19 0,12-8-127,1 2-1,2 1 1,-28 36-1,40-45-291,1 1-1,1 0 1,0 0 0,1 1-1,2 1 1,-14 40 0,20-48-87,0 0 0,0 0 0,1 1 0,1-1 0,0 0 0,1 1 0,0-1 1,0 0-1,2 0 0,-1 0 0,2 0 0,0 0 0,0 0 0,1-1 0,0 0 0,1 0 1,0 0-1,14 18 0,12 9 9,0-1 1,3-2 0,55 44-1,-37-32-21,-36-32-14,2 1 5,0 1-1,-2 1 1,0 0 0,19 27-1,-33-40-6,0-1-1,-1 1 0,1-1 1,-1 1-1,1 0 0,-2 0 1,1 0-1,0 0 0,-1 0 0,0 1 1,0-1-1,-1 0 0,1 0 1,-1 1-1,0-1 0,-1 0 1,1 1-1,-1-1 0,0 0 1,0 0-1,-1 1 0,1-1 0,-1 0 1,0-1-1,-1 1 0,-3 6 1,-3 0 7,0 1 0,-1-2 0,0 1 0,0-1 0,-1-1 0,-22 15 1,-80 41-35,111-63 23,-82 41-2317,-147 56 0,223-96 1642,0-1 0,-1 1-1,1-2 1,-1 1 0,0-1 0,-9 0 0,-10-6-6554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2.541"/>
    </inkml:context>
    <inkml:brush xml:id="br0">
      <inkml:brushProperty name="width" value="0.035" units="cm"/>
      <inkml:brushProperty name="height" value="0.035" units="cm"/>
      <inkml:brushProperty name="color" value="#008C3A"/>
    </inkml:brush>
  </inkml:definitions>
  <inkml:trace contextRef="#ctx0" brushRef="#br0">54 258 14813,'-16'-20'2905,"-3"0"-397,10 6-392,-1-1-408,20 1-340,57-23 521,-17 20-1257,20 0-392,25 2-908,10 1-349,16 0-819,9-6-864,7 0-720,28 11-2109,25-2-4496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3.212"/>
    </inkml:context>
    <inkml:brush xml:id="br0">
      <inkml:brushProperty name="width" value="0.035" units="cm"/>
      <inkml:brushProperty name="height" value="0.035" units="cm"/>
      <inkml:brushProperty name="color" value="#008C3A"/>
    </inkml:brush>
  </inkml:definitions>
  <inkml:trace contextRef="#ctx0" brushRef="#br0">80 4 13529,'18'-2'3416,"-13"1"203,-6 11-1087,-2 1-1741,1 0 0,1 0 0,0 1 0,0-1 0,2 1-1,1 16 1,0 20 748,-15 324 1454,-32-1-5743,19-195-2381,13-58-5215,12-63-1607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3.491"/>
    </inkml:context>
    <inkml:brush xml:id="br0">
      <inkml:brushProperty name="width" value="0.035" units="cm"/>
      <inkml:brushProperty name="height" value="0.035" units="cm"/>
      <inkml:brushProperty name="color" value="#008C3A"/>
    </inkml:brush>
  </inkml:definitions>
  <inkml:trace contextRef="#ctx0" brushRef="#br0">375 87 15213,'-1'-3'305,"0"0"-1,0 0 0,0 0 0,0 0 0,0 0 0,-1 0 0,1 0 0,-1 0 1,0 0-1,0 1 0,0-1 0,-4-3 0,6 5-153,0 0 1,0 0-1,0 0 0,0 0 0,0 1 0,0-1 1,1 0-1,-1 0 0,0 0 0,0 0 1,1 0-1,-1 0 0,1 0 0,-1 0 0,1 0 1,-1 1-1,1-1 0,1-1 0,-2 1 100,2-1-135,-1 0 1,1 0-1,0 0 1,-1 0-1,1 1 1,0-1-1,0 0 1,0 1-1,1-1 1,-1 1-1,0 0 1,1 0-1,-1 0 1,0 0-1,1 0 0,-1 0 1,1 1-1,0-1 1,-1 1-1,1 0 1,-1 0-1,1-1 1,0 2-1,-1-1 1,1 0-1,-1 1 1,1-1-1,-1 1 1,1 0-1,3 1 1,6 2-3,0 1-1,0 0 1,-1 0 0,0 1 0,12 9-1,-6-3-20,0 1 0,-1 0 0,-1 1 0,0 1 0,-1 0 0,-1 1 0,0 1 0,-1 0 0,12 23 0,-19-30-75,0 1 1,0-1-1,-1 1 1,-1 0-1,0 0 1,-1 0-1,0 0 1,0 0-1,-1 1 1,-1-1 0,1 0-1,-2 1 1,0-1-1,0 0 1,-1 1-1,-1-1 1,0 0-1,-7 17 1,-2-2 2,-2 1 1,-1-2-1,-2 0 0,0 0 1,-1-2-1,-22 22 1,-137 117-291,90-86-420,6-5-446,-96 91-7126,158-136 2590,10-5-3336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4.211"/>
    </inkml:context>
    <inkml:brush xml:id="br0">
      <inkml:brushProperty name="width" value="0.035" units="cm"/>
      <inkml:brushProperty name="height" value="0.035" units="cm"/>
      <inkml:brushProperty name="color" value="#008C3A"/>
    </inkml:brush>
  </inkml:definitions>
  <inkml:trace contextRef="#ctx0" brushRef="#br0">518 269 12105,'-7'3'229,"-5"3"303,1-1 1,-1-1-1,0 0 0,0-1 1,-1 0-1,-19 1 1,-3-1 460,-1 1 0,1 2 1,0 1-1,-48 18 0,72-22-901,0 2 0,1-1 0,-1 2-1,1-1 1,1 1 0,-1 1 0,1 0-1,0 0 1,0 1 0,1 0 0,0 0-1,1 1 1,-1 0 0,2 1 0,-1-1-1,1 1 1,-8 21 0,10-21-124,0 0 0,1 1 0,0-1 0,1 1 1,0-1-1,1 1 0,0 0 0,1 15 0,1-23 21,-1 0-1,1 1 1,0-1-1,0 0 1,0 0-1,0 0 1,0 0-1,1 0 0,-1-1 1,1 1-1,0 0 1,0-1-1,0 1 1,0-1-1,0 1 1,1-1-1,-1 0 1,1 0-1,-1 0 0,1-1 1,0 1-1,-1 0 1,1-1-1,0 0 1,0 0-1,0 0 1,1 0-1,-1 0 1,0 0-1,0-1 0,0 0 1,5 1-1,13 0-10,-1-1-1,1 0 1,0-2-1,28-5 1,83-25 72,-7 1 266,-75 21-185,-15 2 39,2 2 0,-1 1 0,66 0 0,-77 5-82,132 10 291,-130-9-325,0-1-1,0-1 0,0-1 0,0-1 0,33-9 0,-46 8 55,-1-1 1,-1-1-1,1 0 0,-1-1 0,0 0 1,0 0-1,-1-2 0,17-14 1,-20 16 66,-2 2-14,-1-1 0,1 0 0,-1 0 0,0-1 0,-1 0 0,0 1 0,7-15 0,15-50 529,-19 53-430,15-65 573,-20 70-683,0 0-1,2 0 1,-1 1-1,2 0 1,0-1 0,0 1-1,1 1 1,0-1-1,9-11 1,-12 20-129,-1 0 0,1 1 1,-1-1-1,1 0 0,0 1 1,0 0-1,0 0 1,0 0-1,1 0 0,-1 0 1,1 1-1,-1-1 0,1 1 1,-1 0-1,1 0 0,7-1 1,-5 2-5,1 0-1,-1 0 1,1 1 0,-1 0 0,1 0 0,-1 0-1,1 1 1,-1 0 0,6 3 0,6 3 2,0 1-1,-1 1 1,0 1 0,-1 0-1,23 22 1,-27-22-7,-1 0-1,0 1 0,0 0 1,-1 1-1,-1 1 1,0-1-1,9 20 1,-14-24-9,-1 0 0,1 0 0,-2 0 1,1 0-1,-1 0 0,-1 0 0,0 1 0,0-1 1,-1 1-1,0-1 0,0 0 0,-1 1 1,-4 16-1,-1-7 18,-2 0-1,0 0 1,-1 0 0,0-1-1,-2-1 1,-16 22 0,8-11 90,18-26-11,23-19-52,163-107-163,141-129-158,-91 61 2224,-197 166-1513,-37 26-437,0-1-1,0 0 0,0 1 0,0-1 0,0 1 0,0-1 1,0 1-1,0-1 0,0 1 0,0 0 0,1 0 0,-1-1 1,0 1-1,2 0 0,-2 1 0,0 0 0,0-1 0,0 1 0,-1 0 0,1 0 0,0 0 0,0 0 0,-1 0 0,1 0 0,0 0 0,-1 0 0,1 0 0,-1 0 0,1 0 0,-1 0 0,0 1 0,1-1 0,-1 0 0,0 2 0,4 28 0,-4-27 0,1 36 0,-3 1 0,-1-1 0,-1 0 0,-15 57 0,10-58-213,-1 0 0,-2-1 0,-2 0 0,-27 53-1,31-73 22,-1 0-1,-1 0 0,0-2 0,-1 1 0,-1-2 1,0 0-1,-1 0 0,-1-1 0,0-1 0,-27 16 1,16-14-1165,0-2 0,-1 0 0,-1-2 0,-34 9 0,-61 6-7450,36-11-2198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8.816"/>
    </inkml:context>
    <inkml:brush xml:id="br0">
      <inkml:brushProperty name="width" value="0.035" units="cm"/>
      <inkml:brushProperty name="height" value="0.035" units="cm"/>
      <inkml:brushProperty name="color" value="#008C3A"/>
    </inkml:brush>
  </inkml:definitions>
  <inkml:trace contextRef="#ctx0" brushRef="#br0">562 6 11661,'16'-5'1757,"-21"8"156,1-1-1289,-1 1 0,0 0 1,1 1-1,-1-1 0,-4 5 0,3 0 103,0 0 0,0 1 0,1-1 0,0 1 0,1 0-1,-5 12 1,-4 8 811,-106 182 3971,4-7-3972,81-137-1744,-79 163 646,89-173-1549,3 1 1,-17 69-1,34-114 489,-12 74-3210,15-78 2447,0 0 0,1 0 0,0 0 0,1 0 1,0 0-1,0 0 0,5 14 0,6 9-9760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162"/>
    </inkml:context>
    <inkml:brush xml:id="br0">
      <inkml:brushProperty name="width" value="0.035" units="cm"/>
      <inkml:brushProperty name="height" value="0.035" units="cm"/>
      <inkml:brushProperty name="color" value="#008C3A"/>
    </inkml:brush>
  </inkml:definitions>
  <inkml:trace contextRef="#ctx0" brushRef="#br0">1 358 9577,'42'-121'4036,"-39"112"-3599,0 0 1,1 0-1,0 0 1,1 0 0,0 1-1,0-1 1,0 1 0,1 1-1,14-15 1,-8 12-110,0-1 1,1 2-1,0 0 1,0 0-1,24-10 0,-5 6-104,1 1 0,0 1 0,0 2-1,67-9 1,-55 13-505,-1 2-1,88 6 1,-105-1-198,-1 2-1,0 0 0,0 2 1,0 1-1,0 1 0,31 15 1,-49-19 275,-1 0 1,-1 0 0,1 0-1,0 1 1,-1 0-1,0 0 1,0 1-1,-1-1 1,1 1-1,-1 0 1,-1 1-1,1-1 1,-1 1 0,7 14-1,-8-12-6,0 0 0,-1 1 1,0 0-1,0-1 0,-1 1 0,0 0 0,0 0 0,-2-1 1,1 1-1,-1 0 0,-4 17 0,-2-2 76,-1 1-1,-1-1 1,-1-1-1,-1 0 1,-2 0 0,0-1-1,-1 0 1,-2-2 0,0 0-1,-1 0 1,-27 24-1,-25 18 1969,-141 98-1,201-155-1646,-89 71 1478,126-81-2836,195-57-5903,-149 36 3090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480"/>
    </inkml:context>
    <inkml:brush xml:id="br0">
      <inkml:brushProperty name="width" value="0.035" units="cm"/>
      <inkml:brushProperty name="height" value="0.035" units="cm"/>
      <inkml:brushProperty name="color" value="#008C3A"/>
    </inkml:brush>
  </inkml:definitions>
  <inkml:trace contextRef="#ctx0" brushRef="#br0">399 0 7945,'-5'1'1763,"-10"0"-649,0 2 0,1 0 0,-1 1 0,1 1 0,-23 9 0,-17 11 887,-55 27 335,94-43-2123,1 0 0,0 1 1,1 0-1,0 1 0,-12 13 1,22-22-200,1 0 0,0 1 0,0-1 0,0 1 0,0-1 0,0 1 0,0 0 0,1 0 0,-1 0 0,1 0 0,0 0 0,0 0 0,0 0 0,0 0 0,0 0 0,1 0 0,0 1 0,-1-1 0,1 0 0,0 0 0,1 1 0,-1-1 0,1 0 0,-1 0 0,1 0 0,2 5 1,-1-4-68,1 1 1,0-1 0,0 1-1,1-1 1,-1 0 0,1 0 0,0-1-1,0 1 1,0-1 0,0 0-1,1 0 1,-1 0 0,1 0 0,6 2-1,6 1-106,0 0-1,1-1 1,0 0 0,0-2-1,32 3 1,96-4-210,-91-3 278,40 0 149,-1-4 1,153-30-1,-180 20 88,-1-2 0,-1-4 0,-1-2-1,86-45 1,-126 53 641,0 0 0,-1-2-1,0-1 1,-2 0 0,0-2 0,22-26-1,-41 43 761,-1 20-2528,1 0 1,1 0-1,5 20 0,-7-33 295,0 0 0,1 0 0,0 0 0,-1 0-1,1 0 1,5 7 0,13 7-7433,0-7-197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29.661"/>
    </inkml:context>
    <inkml:brush xml:id="br0">
      <inkml:brushProperty name="width" value="0.035" units="cm"/>
      <inkml:brushProperty name="height" value="0.035" units="cm"/>
      <inkml:brushProperty name="color" value="#008C3A"/>
    </inkml:brush>
  </inkml:definitions>
  <inkml:trace contextRef="#ctx0" brushRef="#br0">26 174 9657,'-26'-42'1940,"26"22"-256,7 0-424,-1 8-216,19-11-300,7 6-1356,3 9-280,6-1-504,13-5-804,7 5-1116,12 9-1613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5.393"/>
    </inkml:context>
    <inkml:brush xml:id="br0">
      <inkml:brushProperty name="width" value="0.035" units="cm"/>
      <inkml:brushProperty name="height" value="0.035" units="cm"/>
      <inkml:brushProperty name="color" value="#008C3A"/>
    </inkml:brush>
  </inkml:definitions>
  <inkml:trace contextRef="#ctx0" brushRef="#br0">38 304 5485,'-12'-8'773,"9"5"322,0-1 0,0 0 1,1 0-1,0 0 0,-1 0 0,1 0 0,0-1 0,1 1 1,-1-1-1,0-7 0,1 10 1768,3 0-2146,3-5-542,0 1 0,1 0 0,0 1 1,0 0-1,0 0 0,1 0 0,0 0 1,0 1-1,0 1 0,0-1 0,1 1 1,12-4-1,18-4-44,53-8 0,-57 13-84,325-64-3962,-119 26-4457,-101 21-829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6.787"/>
    </inkml:context>
    <inkml:brush xml:id="br0">
      <inkml:brushProperty name="width" value="0.035" units="cm"/>
      <inkml:brushProperty name="height" value="0.035" units="cm"/>
      <inkml:brushProperty name="color" value="#008C3A"/>
    </inkml:brush>
  </inkml:definitions>
  <inkml:trace contextRef="#ctx0" brushRef="#br0">361 163 5965,'28'-42'6481,"-14"19"-4456,-12 19-1546,0 1 0,0 0 0,0-1 0,-1 1 0,1-1 0,-1 0 0,0 1 0,0-1 0,0 0 0,0 0 0,0-7 0,0-1 135,-13-22 5362,7 35-5034,-9 4-714,1 2 1,0-1 0,0 1 0,1 1 0,0 1 0,0-1 0,1 2-1,0-1 1,1 2 0,0-1 0,-13 20 0,-7 11 528,2 1-1,-24 49 1,27-42-757,2 1 0,3 1 0,-20 76 0,30-86 0,2 0 0,2 0 0,1 0 0,2 1 0,4 47 0,0-72-23,1 1-1,1-1 1,1 0-1,0-1 1,1 1-1,1-1 1,0 0-1,1 0 1,11 17-1,-11-23-19,0 0-1,0 0 0,1-1 1,0 0-1,0 0 0,1-1 1,1 0-1,-1-1 0,1 0 1,0 0-1,1-1 0,-1 0 1,23 7-1,-9-6-239,0-2-1,0-1 1,0 0 0,1-2 0,0-1 0,-1-1-1,1-1 1,-1-1 0,1-1 0,-1-2 0,0 0-1,0-1 1,44-19 0,-59 21 225,-1 0-1,0 0 1,0-1-1,-1 0 1,1 0 0,-1-1-1,0 0 1,0 0-1,-1 0 1,0-1 0,0 0-1,0-1 1,7-13-1,-11 17 49,0 0 0,0 0 0,-1 1 0,0-1 0,0-1 0,0 1 0,0 0 0,-1 0 0,1 0 0,-1 0-1,0-1 1,0 1 0,-1 0 0,1 0 0,-1 0 0,0 0 0,0 0 0,0 0 0,-1 0 0,1 0 0,-1 0 0,0 0 0,0 1-1,-1-1 1,1 1 0,-1-1 0,1 1 0,-1 0 0,0 0 0,0 0 0,-6-4 0,-4-2-11,0 0-1,-1 1 1,1 0 0,-2 1 0,1 1 0,-1 0-1,0 1 1,0 1 0,-21-4 0,4 3-582,0 2 1,-1 0-1,-51 4 1,54 2-1579,-41 7 0,10 8-5885,45-9-716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7.560"/>
    </inkml:context>
    <inkml:brush xml:id="br0">
      <inkml:brushProperty name="width" value="0.035" units="cm"/>
      <inkml:brushProperty name="height" value="0.035" units="cm"/>
      <inkml:brushProperty name="color" value="#008C3A"/>
    </inkml:brush>
  </inkml:definitions>
  <inkml:trace contextRef="#ctx0" brushRef="#br0">141 63 9333,'6'-31'2474,"-7"19"758,-14-8 6148,12 52-7533,2 0 1,1-1-1,4 35 0,0 29-923,-4 4-907,-26 192 1,-22-55-2649,-10 69-2769,57-299 3826,0 1 0,1-1-1,-1 1 1,1-1 0,0 1-1,1-1 1,1 9 0,6-5-7584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7.790"/>
    </inkml:context>
    <inkml:brush xml:id="br0">
      <inkml:brushProperty name="width" value="0.035" units="cm"/>
      <inkml:brushProperty name="height" value="0.035" units="cm"/>
      <inkml:brushProperty name="color" value="#008C3A"/>
    </inkml:brush>
  </inkml:definitions>
  <inkml:trace contextRef="#ctx0" brushRef="#br0">557 8 11785,'0'0'70,"0"0"0,0 0-1,0 0 1,0 0 0,-1 0 0,1 0 0,0 0-1,0 0 1,0 0 0,0 0 0,0 0 0,0 0-1,0 0 1,-1 0 0,1 0 0,0 0 0,0 0 0,0 0-1,0 0 1,0-1 0,0 1 0,0 0 0,0 0-1,-1 0 1,1 0 0,0 0 0,0 0 0,0 0-1,0 0 1,0 0 0,0-1 0,0 1 0,0 0-1,0 0 1,0 0 0,0 0 0,0 0 0,0 0-1,0 0 1,0-1 0,0 1 0,0 0 0,0 0-1,0 0 1,0 0 0,0 0 0,0 0 0,0-1-1,0 1 1,0 0 0,0 0 0,0 0 0,0 0-1,0 0 1,0 0 0,0 0 0,1 0 0,-1-1-1,0 1 1,0 0 0,0 0 0,0 0 0,0 0-1,0 0 1,0 0 0,0 0 0,0 0 0,1 0-1,-1 0 1,1-1 55,-1 1 0,1 0-1,0-1 1,-1 1 0,1 0-1,0 0 1,-1 0 0,1 0 0,0-1-1,0 1 1,-1 0 0,1 0 0,0 0-1,0 1 1,-1-1 0,1 0-1,0 0 1,0 0 0,-1 0 0,1 1-1,0-1 1,0 1 0,0-1-72,0 0 0,-1 1 0,1-1 0,0 1 0,0-1 0,-1 1 0,1-1 1,0 1-1,-1-1 0,1 1 0,-1 0 0,1-1 0,-1 1 0,1 0 0,-1-1 0,1 1 0,-1 0 1,0 0-1,1-1 0,-1 1 0,0 0 0,1 0 0,-1 0 0,0-1 0,0 1 0,0 1 0,0 0 0,0 1 1,-1-1-1,1 0 0,-1 0 0,0 0 0,1 1 0,-1-1 0,0 0 0,0 0 0,-2 2 0,-1 3 46,-1-1 1,0 0-1,-1 0 1,1 0-1,-10 8 0,-190 127 1174,118-85-1448,-92 78 1,169-125-211,0 1 0,1-1 0,0 2 0,-12 18 0,20-27 74,0 1-1,0 0 1,0-1-1,0 1 1,0 0-1,1-1 1,-1 1 0,1 0-1,0-1 1,0 1-1,0 0 1,0 0-1,1-1 1,-1 1 0,1 0-1,-1 0 1,1-1-1,0 1 1,0-1-1,0 1 1,0-1 0,1 1-1,-1-1 1,1 0-1,-1 1 1,1-1-1,0 0 1,0 0 0,0 0-1,3 2 1,31 19-8203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8.459"/>
    </inkml:context>
    <inkml:brush xml:id="br0">
      <inkml:brushProperty name="width" value="0.035" units="cm"/>
      <inkml:brushProperty name="height" value="0.035" units="cm"/>
      <inkml:brushProperty name="color" value="#008C3A"/>
    </inkml:brush>
  </inkml:definitions>
  <inkml:trace contextRef="#ctx0" brushRef="#br0">333 58 10601,'-98'-5'4337,"70"2"-2842,0 2 0,0 0 0,-37 5 0,60-3-1391,-1 0 0,1 0 0,0 1 0,1-1 0,-1 1 0,0 0 0,0 0 1,1 1-1,-1-1 0,1 1 0,0 0 0,0 0 0,-5 5 0,7-5-120,0-1 0,0 0 0,1 1 0,0-1 0,-1 1 0,1 0 0,0-1 0,0 1 0,0 0 0,1 0 0,-1 0 0,1-1 1,-1 1-1,1 0 0,0 0 0,0 0 0,0 0 0,1 0 0,-1 0 0,1-1 0,-1 1 0,1 0 0,0 0 0,2 4 0,-1-3-54,0 0-1,1 1 0,-1-1 1,1 0-1,0-1 1,0 1-1,0-1 1,0 1-1,0-1 1,1 0-1,0 0 1,0 0-1,0-1 1,0 1-1,0-1 1,0 0-1,0 0 1,1 0-1,-1-1 1,1 0-1,-1 1 1,1-2-1,7 2 1,9-1 180,1 0 1,0-2 0,41-6-1,-27 3 131,94-3 326,18-2-126,-84 3-363,-15 2 41,56-13 0,-88 13-17,0 0 1,-1-2 0,0 1-1,0-2 1,-1 0 0,20-13-1,-35 20-86,1 0 0,0 0 0,0-1 0,-1 1 0,1-1 0,0 1 0,-1-1 0,1 1 0,0-1-1,-1 1 1,1-1 0,-1 1 0,1-1 0,-1 0 0,1 1 0,-1-1 0,0 0 0,1 0-1,-1 1 1,0-1 0,1 0 0,-1 0 0,0 0 0,0 1 0,0-1 0,0 0 0,0 0 0,0 0-1,0 1 1,0-1 0,0 0 0,0 0 0,0 0 0,0 1 0,0-1 0,-1 0 0,1 0-1,0 1 1,-1-1 0,1 0 0,-1 0 0,1 1 0,-1-1 0,1 0 0,-1 1 0,1-1 0,-1 1-1,1-1 1,-1 1 0,0-1 0,1 1 0,-1-1 0,0 1 0,0 0 0,1-1 0,-2 1 0,-1-1 10,1 1 1,-1 0-1,0-1 1,1 1 0,-1 1-1,0-1 1,1 0 0,-1 1-1,0-1 1,-2 2-1,-14 1 44,19 2 55,0-4-127,0 0 0,0 0 0,0 0 1,-1 0-1,1 0 0,0 0 0,0 1 0,0-1 0,1 0 1,-1 0-1,0 0 0,0 0 0,0 0 0,1 0 1,-1 0-1,1 0 0,-1 0 0,1 0 0,-1 0 0,1 0 1,-1-1-1,1 1 0,0 0 0,-1 0 0,2 0 1,6-1-15,9 1-44,-1-1 0,1-1 0,-1-1 0,1-1 0,20-5 0,232-98 403,-266 106-266,1 0 1,0-1-1,0 1 0,0 1 1,0-1-1,0 0 0,-1 1 1,1 0-1,0 0 0,0 0 1,4 2-1,-5-1-36,-1 0 0,1 0-1,-1 0 1,1 0 0,-1 1 0,0-1 0,0 1-1,0-1 1,0 1 0,0 0 0,-1-1 0,1 1-1,-1 0 1,0 0 0,1 4 0,13 51 291,-12-46-230,22 161-300,-25-170 180,1 0 0,0 0-1,0 0 1,0-1 0,0 1 0,0 0-1,1 0 1,-1-1 0,1 1-1,-1 0 1,1-1 0,4 5-1,-5-6 17,0-1-3,0 0-1,0 0 0,0 0 0,0 0 1,0 0-1,0 0 0,1 0 1,-1 0-1,0 0 0,0 0 0,0 0 1,0-1-1,0 1 0,0-1 0,0 1 1,0 0-1,1-2 0,-1 2-7,19-8-15,-1-1 0,1-1 1,-2-1-1,1 0 1,-2-1-1,30-27 0,38-24 36,-51 40-25,-16 10-2,0 2 0,1 0 0,22-10 0,-36 19 21,0 0 1,0 0 0,0 0-1,0 1 1,0 0 0,1 0-1,-1 1 1,0-1-1,0 1 1,1 0 0,-1 1-1,0-1 1,0 1-1,0 0 1,1 0 0,-1 1-1,0 0 1,5 2-1,-2 0 47,-1 0-1,1 1 0,-1 0 0,-1 0 0,1 1 0,-1 0 1,8 8-1,-12-10-41,1-1-1,0 1 1,-1-1 0,0 1 0,0 0-1,0 0 1,0 0 0,-1 0 0,0 0 0,1 0-1,-2 0 1,1 1 0,0-1 0,-1 0-1,0 0 1,0 9 0,-3 15-378,3-21 138,0 0 0,-1-1 0,0 1 0,0 0 0,-1-1 0,1 1-1,-1-1 1,-1 0 0,1 0 0,-1 0 0,-1 0 0,-3 6-1,2-5-434,0-1 0,0 1-1,-1-1 1,0 0 0,0 0-1,-1-1 1,-9 7 0,-36 11-5747,6-4-1493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39.059"/>
    </inkml:context>
    <inkml:brush xml:id="br0">
      <inkml:brushProperty name="width" value="0.035" units="cm"/>
      <inkml:brushProperty name="height" value="0.035" units="cm"/>
      <inkml:brushProperty name="color" value="#008C3A"/>
    </inkml:brush>
  </inkml:definitions>
  <inkml:trace contextRef="#ctx0" brushRef="#br0">1 82 5557,'13'-18'1900,"-1"-15"5528,0 3-1907,-6 29-4262,71 13 218,-1 3 0,121 41 0,-161-45-1315,-24-7-112,200 64 341,-155-47-720,86 45 0,-129-58 215,0 0 1,-1 0-1,0 2 1,0-1-1,-1 2 0,-1-1 1,18 21-1,-26-27 80,-1 0-1,1 0 0,-1 0 1,1 0-1,-1 0 0,-1 0 1,1 0-1,-1 1 0,1-1 1,-1 1-1,0-1 0,-1 1 1,1-1-1,-1 1 0,0 0 1,0-1-1,-1 1 1,1 0-1,-1-1 0,0 1 1,0-1-1,0 1 0,-1-1 1,0 0-1,1 0 0,-2 1 1,1-1-1,0-1 0,-5 6 1,-2 3-68,-1-2 0,0 1 1,0-1-1,-1-1 0,-1 0 1,1-1-1,-2 0 0,1 0 0,-17 6 1,-22 8-700,-57 17 1,65-25 136,-79 26-1413,-36 13-5199,77-22-1198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1.274"/>
    </inkml:context>
    <inkml:brush xml:id="br0">
      <inkml:brushProperty name="width" value="0.035" units="cm"/>
      <inkml:brushProperty name="height" value="0.035" units="cm"/>
      <inkml:brushProperty name="color" value="#008C3A"/>
    </inkml:brush>
  </inkml:definitions>
  <inkml:trace contextRef="#ctx0" brushRef="#br0">198 211 6653,'-11'-6'1844,"0"0"0,0 0 0,-1 1 0,-20-7-1,-3-1 2382,21 7-2931,8 4-490,0 0 1,1 0-1,-1-1 0,0 0 1,1 0-1,-1 0 1,1-1-1,0 0 1,1 0-1,-10-9 0,14 13-780,0-1-1,-1 1 1,1-1 0,0 1-1,-1-1 1,1 1-1,0-1 1,0 0-1,-1 1 1,1-1-1,0 1 1,0-1-1,0 0 1,0 1-1,0-1 1,0 1-1,0-1 1,0 0-1,0 1 1,0-1-1,0 1 1,0-1-1,0 0 1,1 1-1,-1-1 1,0 1 0,0-1-1,1 0 1,17-14 792,32-6 210,-48 20-1023,44-11-3,1 2 0,94-9 0,-78 12 0,-18 1 0,1 3 0,0 1 0,0 2 0,0 2 0,56 10 0,-95-10 0,1 0 0,-1 0 0,0 0 0,0 1 0,0 0 0,-1 1 0,1-1 0,-1 1 0,1 1 0,-1-1 0,0 1 0,-1 0 0,1 0 0,-1 1 0,0-1 0,-1 1 0,5 7 0,-3-1 0,0 0 0,0 1 0,-1 0 0,-1 0 0,0 0 0,-1 1 0,0-1 0,0 21 0,0 12 0,-2 1 0,-6 51 0,-18 95 0,17-150 0,-67 437 0,46-311 0,-2 91-1340,27-207 317,3 0 0,13 97 0,-11-134-671,0 0 0,12 30 0,8 0-5338,8 1-6228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1.433"/>
    </inkml:context>
    <inkml:brush xml:id="br0">
      <inkml:brushProperty name="width" value="0.035" units="cm"/>
      <inkml:brushProperty name="height" value="0.035" units="cm"/>
      <inkml:brushProperty name="color" value="#008C3A"/>
    </inkml:brush>
  </inkml:definitions>
  <inkml:trace contextRef="#ctx0" brushRef="#br0">7 200 14641,'-7'-14'8617,"20"-9"-6613,54-14 937,-10 26-2005,19 2-220,16 1-424,19-4-412,16 4-956,10-4-364,6-5-725,3 0-983,0 0-3405,0 2-6108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6.252"/>
    </inkml:context>
    <inkml:brush xml:id="br0">
      <inkml:brushProperty name="width" value="0.035" units="cm"/>
      <inkml:brushProperty name="height" value="0.035" units="cm"/>
      <inkml:brushProperty name="color" value="#008C3A"/>
    </inkml:brush>
  </inkml:definitions>
  <inkml:trace contextRef="#ctx0" brushRef="#br0">612 116 5849,'-5'-2'830,"-1"0"1,1 0 0,0 0 0,0-1 0,0 1 0,0-1 0,-5-4 0,5 4 2399,4 3-3001,0-1 1,0 1-1,0-1 0,0 1 1,0 0-1,0-1 0,0 0 1,0 1-1,0-1 0,0 0 1,0 1-1,0-1 0,0 0 1,1 0-1,-1 0 0,0 0 1,1 0-1,-1 0 0,0 0 1,1 0-1,-1 0 0,1 0 1,0 0-1,-1 0 0,1-2 1,-7-29 2654,6 29-3441,1 0 1585,-6-6-435,6 8-503,0 0 0,0 0 0,-1 0 0,1 0 0,0 1 0,-1-1 0,1 0 0,-1 0 0,1 0 0,-1 0 0,1 1 0,-1-1 0,1 0 0,-1 1 0,0-1 0,0 0 0,0 0 0,-2 0-95,2 0 33,0 1-1,0-1 1,1 1 0,-1-1 0,0 1 0,0 0 0,0-1 0,0 1 0,0 0-1,0 0 1,0-1 0,0 1 0,0 0 0,0 0 0,1 0 0,-1 0 0,0 0-1,0 0 1,0 1 0,0-1 0,0 0 0,0 0 0,0 1 0,0-1-1,0 0 1,0 1 0,1-1 0,-1 1 0,0-1 0,0 1 0,0 0 0,1-1-1,-1 1 1,0 0 0,1-1 0,-1 1 0,1 0 0,-1 0 0,1 0-1,-1 0 1,1-1 0,-1 1 0,1 0 0,0 0 0,0 0 0,-1 0 0,1 0-1,0 2 1,-54 198 3113,-158 366-2223,117-328-827,55-118-792,-8 79-2555,37-151 591,-5 54 0,14-24-5868,4-24-3430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6.542"/>
    </inkml:context>
    <inkml:brush xml:id="br0">
      <inkml:brushProperty name="width" value="0.035" units="cm"/>
      <inkml:brushProperty name="height" value="0.035" units="cm"/>
      <inkml:brushProperty name="color" value="#008C3A"/>
    </inkml:brush>
  </inkml:definitions>
  <inkml:trace contextRef="#ctx0" brushRef="#br0">359 25 12473,'5'-3'272,"0"0"0,0 0-1,1 0 1,-1 1 0,1 0 0,0 0 0,0 0-1,-1 1 1,1 0 0,0 0 0,0 0-1,1 1 1,-1 0 0,0 0 0,0 1-1,0-1 1,0 1 0,0 1 0,-1-1 0,11 4-1,-1 1 78,1 1-1,-1 0 1,-1 0-1,1 2 1,-2 0-1,1 0 1,-1 1-1,0 1 1,-1 0-1,-1 1 1,1 0-1,-2 1 1,0 0-1,15 27 1,-19-30-277,-1-1 1,-1 1 0,0 0-1,0 1 1,-1-1 0,0 0-1,-1 1 1,0 0 0,-1-1-1,0 1 1,-1 0 0,0 0-1,-1-1 1,0 1 0,0 0-1,-1 0 1,-1-1 0,0 0-1,0 1 1,-1-1 0,0 0-1,-1 0 1,0-1 0,-8 12-1,-1-2 9,-2-1-1,0 0 0,-2-1 1,-37 30-1,-87 49 87,130-88-159,-32 19-103,-123 82-774,128-81-341,2 2 0,-38 38 0,68-61 530,0 1-1,0 0 1,0 1 0,-5 10-1,10-15 19,0 0 0,0 0 0,1 0 0,-1 0 0,1 1 0,0-1 0,-1 5-1,5 32-8861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7.105"/>
    </inkml:context>
    <inkml:brush xml:id="br0">
      <inkml:brushProperty name="width" value="0.035" units="cm"/>
      <inkml:brushProperty name="height" value="0.035" units="cm"/>
      <inkml:brushProperty name="color" value="#008C3A"/>
    </inkml:brush>
  </inkml:definitions>
  <inkml:trace contextRef="#ctx0" brushRef="#br0">283 102 13037,'-10'-2'1058,"1"0"0,-1 0 0,0 1 0,0 1 0,0-1 0,-12 2 0,18 0-869,-1 0 0,0 0 1,1 1-1,-1-1 0,0 1 0,1 0 0,0 1 1,-1-1-1,1 1 0,0-1 0,0 1 1,1 0-1,-1 1 0,-5 6 0,-122 141-1349,129-149 930,23 18-311,-16-20 532,0 0 0,-1 0 0,1 0 0,0-1 0,-1 1 0,1-1 0,0 0 0,6-3 0,7 0-11,60-9 264,-1-3 0,0-4 0,-2-3 0,107-47 0,-171 65-136,0-1 0,-1 0 0,1 0 0,-1-1-1,0-1 1,0 0 0,-1 0 0,-1-1 0,1 0 0,13-19 0,-19 23 75,0 1 1,1 0-1,-1-1 0,1 1 0,0 1 0,0-1 0,0 1 1,1-1-1,-1 1 0,1 0 0,5-2 0,-7 4-66,0 0 1,0-1-1,1 1 0,-1 1 0,0-1 0,1 1 0,-1-1 0,1 1 1,-1 0-1,1 0 0,-1 0 0,1 1 0,-1-1 0,0 1 1,1 0-1,-1 0 0,0 0 0,0 0 0,5 3 0,-1 0-42,1 1 0,-1-1 0,0 2 0,-1-1 0,1 1 1,-1 0-1,0 0 0,-1 0 0,0 1 0,0 0 0,0 0 0,-1 1 0,0-1 0,0 1 0,-1 0 0,0 0 0,0 0 0,-1 0 0,0 0 0,0 1 0,-1-1 0,0 1 0,-1-1 0,1 1 0,-2-1 0,1 1 0,-1-1 0,-5 17 0,-6 32 2,11-53-62,10 13 31,-8-16-45,0 0-1,0 0 1,0 0 0,0 0 0,0 0 0,1 0-1,-1 0 1,0 0 0,1-1 0,-1 1 0,0 0 0,1-1-1,-1 1 1,0-1 0,1 0 0,-1 1 0,1-1-1,-1 0 1,1 0 0,-1 0 0,1 0 0,-1 0-1,1 0 1,-1 0 0,1 0 0,-1-1 0,1 1-1,-1-1 1,0 1 0,3-2 0,53-21 14,-49 19-8,117-55 461,174-78 1273,-295 136-1741,0-1 0,1 0 0,-1 1 0,0 0 0,1 0 0,-1 0 0,1 1 0,0-1 0,-1 1 0,1 0 0,-1 0 0,1 1 0,-1-1 0,1 1 0,-1 0 0,1 1 0,-1-1 0,0 1 0,1-1 0,5 5 0,-6-4 0,-1 1 0,-1 0 0,1-1 0,0 1 0,-1 0 0,1 0 0,-1 1 0,0-1 0,0 0 0,0 1 0,-1-1 0,1 1 0,-1 0 0,0-1 0,0 1 0,0 0 0,0 0 0,-1 0 0,0 0 0,1 0 0,-1 0 0,-1-1 0,0 5 0,-2 16-122,-2-1 0,-1 0 0,-15 39 0,-6 23-950,26-80 352,1 0 0,0 0 0,0 1 0,0-1 0,1 0-1,-1 0 1,1 0 0,0 1 0,1-1 0,-1 0 0,1-1 0,0 1 0,1 0 0,-1 0 0,1-1 0,-1 1 0,2-1 0,-1 0 0,0 0 0,1 0-1,-1 0 1,1-1 0,0 0 0,6 4 0,24 12-9501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8:57.273"/>
    </inkml:context>
    <inkml:brush xml:id="br0">
      <inkml:brushProperty name="width" value="0.035" units="cm"/>
      <inkml:brushProperty name="height" value="0.035" units="cm"/>
      <inkml:brushProperty name="color" value="#008C3A"/>
    </inkml:brush>
  </inkml:definitions>
  <inkml:trace contextRef="#ctx0" brushRef="#br0">86 26 11489,'3'-23'9453,"-28"21"-10197,6 2-1208,-4 8-3493,1 1-4372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04.839"/>
    </inkml:context>
    <inkml:brush xml:id="br0">
      <inkml:brushProperty name="width" value="0.035" units="cm"/>
      <inkml:brushProperty name="height" value="0.035" units="cm"/>
      <inkml:brushProperty name="color" value="#008C3A"/>
    </inkml:brush>
  </inkml:definitions>
  <inkml:trace contextRef="#ctx0" brushRef="#br0">75 182 6365,'-8'-14'1718,"7"11"1515,-4 2-1604,-14-3 680,14 3 421,-7-3-1001,11 5-1633,0-1 0,0 0 0,0-1-1,0 1 1,0 0 0,-1 0-1,1 0 1,0 0 0,0-1 0,0 1-1,0-1 1,0 1 0,0-1-1,0 1 1,1-1 0,-1 1 0,0-1-1,-2-1 1,3 0-24,-1-1 0,0 1 1,0-1-1,1 1 0,0-1 0,-1 1 0,1-1 0,0 0 1,0 1-1,0-1 0,1 1 0,-1-1 0,0 1 0,1-1 1,0 1-1,0-1 0,0 1 0,0 0 0,0-1 0,0 1 1,0 0-1,1 0 0,-1 0 0,1 0 0,-1 0 1,1 0-1,0 0 0,0 1 0,0-1 0,0 1 0,0-1 1,0 1-1,4-2 0,7-4 20,1 2 0,-1-1 0,1 2 0,27-6 0,40-5 49,1 3 1,107-1 0,169 17 6,-314-3-121,938 61 66,-2 38-74,-948-96-17,81 8 1,732 101-598,-826-109 571,17 2-61,-1 1-1,-1 2 1,61 25-1,-94-34 78,0 0-1,0 1 0,0-1 1,0 0-1,0 1 1,0-1-1,-1 1 0,1 0 1,0-1-1,0 1 0,0 0 1,-1-1-1,1 1 1,0 0-1,-1 0 0,1 0 1,-1-1-1,1 1 0,-1 0 1,1 0-1,-1 0 1,0 0-1,1 0 0,-1 0 1,0 0-1,0 0 0,0 0 1,0 1-1,0 0-18,-1 0 0,1 0 0,-1 0 0,0 0 0,0 0 0,0 0 0,0-1-1,0 1 1,0 0 0,-1-1 0,1 1 0,-3 2 0,-4 3-280,-1 0 1,1 0-1,-1-1 0,-12 6 1,12-7-621,-1 1 0,1 0 0,-13 12 1,-7 12-6542,14-10-440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0.685"/>
    </inkml:context>
    <inkml:brush xml:id="br0">
      <inkml:brushProperty name="width" value="0.035" units="cm"/>
      <inkml:brushProperty name="height" value="0.035" units="cm"/>
      <inkml:brushProperty name="color" value="#008C3A"/>
    </inkml:brush>
  </inkml:definitions>
  <inkml:trace contextRef="#ctx0" brushRef="#br0">661 47 7517,'1'-1'364,"-1"1"0,0-1 1,1 0-1,-1 1 0,0-1 1,1 0-1,-1 0 0,0 0 1,0 1-1,0-1 0,0 0 0,0 0 1,0 0-1,0 1 0,0-1 1,0 0-1,0 0 0,0 0 1,-1 1-1,1-1 0,0 0 1,0 0-1,-1 1 0,1-1 1,-1 0-1,1 0 0,0 1 0,-1-1 1,0 1-1,1-1 0,-1 0 1,-9-5-171,7 5 2086,2-1-1126,0 1-934,0 0-1,1 0 1,-1 0-1,0 0 0,0 0 1,0 0-1,0 1 1,0-1-1,0 0 1,0 0-1,0 1 0,0-1 1,0 1-1,0-1 1,-1 1-1,1 0 0,0-1 1,0 1-1,0 0 1,-1 0-1,1 0 0,0 0 1,-2 0-1,1 1 75,0-1-1,0 1 1,0 0 0,0 0-1,0 0 1,1 1 0,-1-1-1,0 0 1,1 1-1,-1-1 1,1 1 0,-1-1-1,1 1 1,-1 0-1,0 2 1,-6 9-294,1-1 0,0 1 0,1 1 0,1-1 0,0 1 0,1 0 0,-3 17 0,-11 106 0,11-62 0,-26 100 0,-2-6 0,-11 75 0,-60 248 0,-10 76 0,69-46 0,34 4 0,12-407 0,-25 349 0,27-462 0,-2-1 0,1 1 0,-1-1 0,1 1 0,-1-1 0,-1 1 0,1-1 0,-1 0 0,0 1 0,0-1 0,-1 0 0,1 0 0,-1-1 0,0 1 0,-1-1 0,1 1 0,-5 3 0,8-8 0,-1 1 1,1-1-1,-1 0 0,0 1 0,1-1 1,-1 0-1,0 0 0,1 1 0,-1-1 1,0 0-1,1 0 0,-1 0 1,0 0-1,1 0 0,-1 0 0,0 0 1,0 0-1,1 0 0,-1-1 0,0 1 1,1 0-1,-1 0 0,0 0 1,1-1-1,-1 1 0,1 0 0,-1-1 1,0 1-1,1-1 0,-1 1 0,1-1 1,-1 1-1,1-1 0,0 1 1,-1-1-1,1 1 0,-1-1 0,1 1 1,0-1-1,-1 0 0,1 1 0,0-1 1,0-1-1,-13-34-60,-3-102-5082,14 93-628,6-53-1,9 2-7281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2.295"/>
    </inkml:context>
    <inkml:brush xml:id="br0">
      <inkml:brushProperty name="width" value="0.035" units="cm"/>
      <inkml:brushProperty name="height" value="0.035" units="cm"/>
      <inkml:brushProperty name="color" value="#008C3A"/>
    </inkml:brush>
  </inkml:definitions>
  <inkml:trace contextRef="#ctx0" brushRef="#br0">1 39 4796,'0'0'13416,"3"-1"-13148,5 0-81,-1 1 1,0-1-1,0 2 0,1-1 0,-1 1 0,0 0 0,0 0 0,10 3 1,0 1 159,0-1 0,0-1 0,0 0 1,0-1-1,34-1 0,87-15 215,-68 5-306,884-30 531,-2 95-850,539 101 65,-26-44 47,-880-110-20,-310-5-7,194-19 336,-412 17-265,16-2 33,61-3 65,-53 4-69,-57 3-106,-1 0 0,36 3 0,214 7 213,-231-16-89,-29 4-11,37-11-91,-47 14-119,0 0-184,20-6 62,-38 19-142,13-11 265,-4 1-10,0-1-1,-1 1 1,1 0-1,0 0 1,0 1-1,0-1 1,0 2-1,-6 3 0,10-6-63,-4-32-883,5 1 1268,1 27-180,1 0 0,-1 0 0,0-1 0,-1 1 0,1 0 0,0 0 0,-1 0 0,0 0 0,-2-5 0,2 5 295,1 3-332,0-1 1,0 1-1,0-1 0,0 0 1,0 1-1,0-1 1,0 1-1,0-1 0,0 1 1,0-1-1,0 1 1,0-1-1,-1 1 0,1-1 1,0 1-1,0-1 1,-1 1-1,1 0 0,0-1 1,-1 1-1,1-1 1,0 1-1,-1 0 0,0-1 1,0 1 34,0 0 0,0 0 0,0 1 0,0-1-1,0 0 1,0 1 0,0-1 0,0 1 0,1-1 0,-1 1 0,0 0 0,0-1 0,0 1 0,1 0 0,-1-1 0,0 1 0,1 0 0,-1 0-1,1 0 1,-1 0 0,1-1 0,-2 3 0,-12 24 463,12-23-392,-12 27 497,1 1 0,2 1 1,1-1-1,-7 45 1,-10 138 1441,10-66-1039,-85 737 4,52-401-1134,-4 344-4541,46-621 3314,7-193 1265,-9 460-3000,11-455 2788,3 54-926,-4-70 792,1 1-1,0-1 1,0 1-1,0 0 1,1-1-1,0 0 1,-1 1-1,1-1 1,1 0-1,-1 0 1,6 7-1,7-3-4957,1-1-3286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3.800"/>
    </inkml:context>
    <inkml:brush xml:id="br0">
      <inkml:brushProperty name="width" value="0.035" units="cm"/>
      <inkml:brushProperty name="height" value="0.035" units="cm"/>
      <inkml:brushProperty name="color" value="#008C3A"/>
    </inkml:brush>
  </inkml:definitions>
  <inkml:trace contextRef="#ctx0" brushRef="#br0">83 241 4052,'-40'24'1078,"32"-20"5365,-11-3-4956,18-1-1408,0 0 0,0 0 0,1 0 0,-1 0 0,0 0 0,0 0 0,1 0 0,-1 0 0,0 0 0,0 0 0,1 1 0,-1-1 0,0 0 0,1 1 0,-1-1 0,0 0 0,1 1 0,-1-1 0,0 1 0,0 0 0,8 7 3623,16 2-455,-8-8-4018,179 12 2893,138-37 1158,-164 6-2715,442-17-196,-455 27-309,-88 4-54,296-9 6,531-14-13,-477 11-18,14-1 28,311-8-80,-1 29-12,45 13 131,-607-16-12,-35 0 106,271-32-1,-397 27-110,0 0 1,0-2-1,24-8 1,-38 11-30,1 0 1,-1 0 0,0 0 0,1 0 0,-1-1 0,0 0-1,0 0 1,-1 0 0,1 0 0,-1 0 0,1-1-1,-1 0 1,0 1 0,0-1 0,-1 0 0,1-1-1,2-6 1,-4 9-14,-1 0-1,1 0 1,-1 0-1,0 0 1,0 0-1,0 0 1,0 0-1,0 0 1,0 1-1,-1-1 1,1 0-1,-1 0 1,1 0-1,-1 0 1,0 0-1,-1-2 1,2 2-9,-3-2-200,5 7-280,1 1 419,0 0 1,0 1-1,0-1 0,1 0 1,0-1-1,-1 1 0,1-1 1,1 0-1,7 6 0,49 20-694,-15-8 323,-4 1-224,-40-20 474,-18 1-483,7-3 456,0 0 1,0-1-1,0 0 1,0 0-1,0-1 0,0 0 1,-13-5-1,-65-28-3836,73 29 3099,-35-16-4193,2 4-2995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4.305"/>
    </inkml:context>
    <inkml:brush xml:id="br0">
      <inkml:brushProperty name="width" value="0.035" units="cm"/>
      <inkml:brushProperty name="height" value="0.035" units="cm"/>
      <inkml:brushProperty name="color" value="#008C3A"/>
    </inkml:brush>
  </inkml:definitions>
  <inkml:trace contextRef="#ctx0" brushRef="#br0">1 0 6501,'0'0'2410,"2"3"-1355,11 6-626,-1-1 1,1 0-1,0-1 1,0-1-1,1 0 1,0 0-1,0-1 1,1-1-1,-1-1 1,1 0 0,16 1-1,22 1 42,0-2 0,0-2 1,0-3-1,0-2 0,0-3 0,81-20 0,-70 15-468,-42 10-2587,0 1-3853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7.858"/>
    </inkml:context>
    <inkml:brush xml:id="br0">
      <inkml:brushProperty name="width" value="0.035" units="cm"/>
      <inkml:brushProperty name="height" value="0.035" units="cm"/>
      <inkml:brushProperty name="color" value="#008C3A"/>
    </inkml:brush>
  </inkml:definitions>
  <inkml:trace contextRef="#ctx0" brushRef="#br0">207 269 7361,'-2'-3'407,"1"1"0,0-1 0,-1 0 0,0 0 0,0 1 0,0-1 0,0 0 0,0 1 0,0 0 0,0 0 0,-1 0 0,1 0 0,-1 0 0,0 0 0,0 0 0,1 1-1,-1-1 1,0 1 0,0 0 0,-6-1 0,-32-12 5751,-67-12 0,104 26-3103,4-2-3016,0 0 1,0 0 0,0 1-1,1-1 1,-1 0 0,0 0-1,1 1 1,0-1 0,-1 0 0,1 1-1,0-1 1,0 1 0,-1-1-1,1 1 1,0-1 0,1 1 0,-1 0-1,0-1 1,0 1 0,1 0-1,-1 0 1,0 0 0,1 0 0,2-2-1,3 1 44,-1-1 0,1 1 0,0 0-1,0 0 1,8 0 0,474-53-83,6 34 0,-303 15 0,1334-33 0,3 61 0,-1401-14 0,235 46 0,-330-47-1001,0-1 0,55 1 0,-77-6 651,0-2 1,0 1-1,0-1 1,0-1-1,0 0 1,0-1-1,0 0 0,-1 0 1,0-1-1,1-1 1,16-9-1,-26 13 126,0 0-1,1 0 1,-1 0-1,0 0 1,0 0 0,0 0-1,0 0 1,0 0-1,0-1 1,0 1 0,0 0-1,-1-1 1,1 1-1,0 0 1,-1-1-1,1 1 1,-1-1 0,0 1-1,1-1 1,-1 1-1,0-1 1,0-1 0,-8-25-7175,-5 10-2626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8.226"/>
    </inkml:context>
    <inkml:brush xml:id="br0">
      <inkml:brushProperty name="width" value="0.035" units="cm"/>
      <inkml:brushProperty name="height" value="0.035" units="cm"/>
      <inkml:brushProperty name="color" value="#008C3A"/>
    </inkml:brush>
  </inkml:definitions>
  <inkml:trace contextRef="#ctx0" brushRef="#br0">210 132 12001,'-83'-43'2190,"78"41"-1894,1-1 1,0 0 0,-1 0 0,1 0 0,1-1-1,-6-5 1,-13-12 2164,-46-18 4152,66 37-5474,3 7-11,3 6-820,1-1 1,0 0 0,1 0-1,0 0 1,1-1 0,0 0-1,13 15 1,69 57 703,-65-61-767,401 295 835,-155-126-728,-180-122-352,145 112 0,-164-120 0,73 79 0,-123-116 0,-1 1 0,-1 1 0,-1 0 0,-1 2 0,-1 0 0,14 33 0,-26-49 0,0 1 0,0-1 0,-1 1 0,0-1 0,-1 1 0,-1 0 0,1 0 0,-2 0 0,1 0 0,-2 0 0,1 0 0,-2 0 0,1 0 0,-1-1 0,-1 1 0,0 0 0,-1-1 0,0 0 0,0 0 0,-8 12 0,1-5-60,-1-1 0,-1-1 0,0 0 0,-1-1 0,0-1 0,-1 0 0,-1-1 0,0 0 0,-1-1 0,-18 8 1,-29 13-642,-98 32 0,116-47 387,-414 124-7427,365-114 4816,-29 14-3544,21 4-3804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9.910"/>
    </inkml:context>
    <inkml:brush xml:id="br0">
      <inkml:brushProperty name="width" value="0.035" units="cm"/>
      <inkml:brushProperty name="height" value="0.035" units="cm"/>
      <inkml:brushProperty name="color" value="#008C3A"/>
    </inkml:brush>
  </inkml:definitions>
  <inkml:trace contextRef="#ctx0" brushRef="#br0">543 817 11557,'0'0'10049,"-1"-2"-8698,-2-6-1510,-17-34 9103,19 40-8523,23-35 183,-20 29-604,1 1 0,0 0 0,1 0 0,-1 0 0,1 0 0,1 1 0,6-9 0,16-27 0,-11 15 0,-2 0 0,-2-2 0,0 0 0,-2 0 0,-1-1 0,8-48 0,-4-10 0,-7 60 0,-1 0 0,-2 0 0,-1 0 0,-1 0 0,-5-55 0,4 80 0,-1 0 0,0 0 0,1-1 0,-1 1 0,-1 0 0,1 0 0,0 0 0,-1 0 0,1 0 0,-1 1 0,0-1 0,0 0 0,0 1 0,-1 0 0,1-1 0,0 1 0,-5-3 0,5 4 0,-1 0 0,0 0 0,1 0 0,-1 0 0,0 1 0,0-1 0,0 1 0,1-1 0,-1 1 0,0 0 0,0 0 0,0 1 0,1-1 0,-1 0 0,0 1 0,0 0 0,1 0 0,-1 0 0,0 0 0,-4 2 0,-6 5 0,-1 0 0,1 1 0,1 0 0,0 1 0,0 0 0,1 1 0,1 0 0,0 1 0,-16 23 0,-3 12 0,-33 68 0,49-90 0,2 0 0,1 1 0,1 0 0,-9 38 0,10-23 0,2-18 0,1 0 0,2 1 0,0-1 0,1 1 0,2 0 0,4 41 0,0-35 0,2-1 0,1 0 0,1-1 0,2 0 0,0 0 0,18 30 0,8-3 0,3-1 0,74 78 0,21 28 0,-115-135 0,-2 2 0,0 0 0,-2 1 0,18 44 0,-30-64 0,-1 0 0,1 0 0,-2 0 0,1 0 0,-1 0 0,0 0 0,-1 1 0,0-1 0,0 0 0,0 1 0,-1-1 0,-1 0 0,0 0 0,0 0 0,-3 8 0,1-7 0,0 0 0,-1-1 0,0 0 0,0 0 0,-1-1 0,0 1 0,0-1 0,-1 0 0,0-1 0,0 0 0,0 0 0,-1 0 0,-9 4 0,-14 7 0,-2 0 0,0-3 0,-62 19 0,-110 16 0,130-33 0,44-8-114,-69 12-1213,91-19 1100,0 0-1,0 0 1,0-1 0,0 0-1,0-1 1,0 0-1,0 0 1,-10-4-1,18 5-65,-1-1 0,1 1 0,-1-1 0,1 0-1,0 0 1,-1 1 0,1-1 0,0 0 0,0 0-1,0 0 1,0 0 0,-1 0 0,2-1 0,-1 1-1,0 0 1,0 0 0,0-1 0,0 1 0,0-3-1,0-19-7800,7-7-4243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0.332"/>
    </inkml:context>
    <inkml:brush xml:id="br0">
      <inkml:brushProperty name="width" value="0.035" units="cm"/>
      <inkml:brushProperty name="height" value="0.035" units="cm"/>
      <inkml:brushProperty name="color" value="#008C3A"/>
    </inkml:brush>
  </inkml:definitions>
  <inkml:trace contextRef="#ctx0" brushRef="#br0">124 162 12561,'-1'-3'284,"1"0"-1,-1 0 1,1 1 0,-1-1 0,1 0-1,0 0 1,0 0 0,1 0-1,-1-3 1,1 3 138,-1 1 0,1-1 1,-1 0-1,0 1 0,0-1 1,-1 0-1,1 1 0,-1-5 0,0 2 423,0-1-1,1 1 0,0-1 0,0 1 0,0-1 0,1 1 1,0-1-1,0 1 0,0 0 0,1-1 0,4-9 0,-1-1 1615,0 6-2028,-1 10-136,0 10-45,-4-10-246,2 8-4,-1-1 0,-1 0 0,1 1 0,-1-1 0,0 1 0,-1-1 0,0 1 0,0-1 0,0 0 0,-4 11 0,-3 19 0,-52 391 0,25-140 0,18-131 0,7-53-4097,-1 54-8751,8-113 10005,2-20-7152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1.565"/>
    </inkml:context>
    <inkml:brush xml:id="br0">
      <inkml:brushProperty name="width" value="0.035" units="cm"/>
      <inkml:brushProperty name="height" value="0.035" units="cm"/>
      <inkml:brushProperty name="color" value="#008C3A"/>
    </inkml:brush>
  </inkml:definitions>
  <inkml:trace contextRef="#ctx0" brushRef="#br0">0 646 10733,'7'-3'1500,"1"0"1,-1 0-1,0 1 1,10-2-1,35-2 1439,56 9-3289,-50 1 1103,376 5-2145,-432-9 1380,16 0 119,-1 1 1,1 0 0,-1 2-1,1 0 1,23 7 0,-38-8 230,-3 0-12,-5 13 145,0 0 1,-1 0 0,-11 19 0,-6 16 388,22-46-837,0 0 1,0-1-1,1 1 1,-1 0-1,1 0 1,0 0-1,0-1 1,1 1-1,-1 0 1,1 0-1,-1 0 1,1-1-1,0 1 1,1 0 0,-1-1-1,3 5 1,-1-2 0,0 0 1,1 0-1,0-1 1,0 1 0,0-1-1,1 0 1,9 9-1,-10-11-46,1 1 0,0-1 0,0 0-1,0 0 1,0-1 0,0 1 0,1-1-1,-1 0 1,1-1 0,-1 1 0,7 0-1,2-1-55,0-1 0,0 0 0,20-3 1,-25 2 56,0 0 0,-1 0 0,1-1 0,-1 0 0,1 0 0,-1-1 0,0 0 0,0-1 0,0 0 0,-1 0 0,1 0 0,-1-1 0,0 0 0,10-10 1,3-1-3,-12 11 15,0-1 1,0-1-1,0 1 0,-1-1 1,0-1-1,-1 0 0,12-16 1,-17 21 17,1 1 0,-1-1 0,1 0 1,0 0-1,0 1 0,0-1 0,0 1 1,0 0-1,0-1 0,1 1 0,-1 0 1,1 0-1,0 1 0,-1-1 0,1 0 1,0 1-1,0 0 0,0 0 0,0 0 1,0 0-1,1 0 0,4 0 0,-4 1 18,1 0-1,0 0 1,0 1-1,0 0 1,0 0 0,0 0-1,-1 1 1,1-1-1,-1 1 1,1 0-1,-1 0 1,1 1-1,6 5 1,24 18 57,-14-9-9,2-1 1,37 20 0,-52-33-74,0 1 0,0-1 0,0 0 0,0-1 0,0 0 0,1 0 1,-1-1-1,1 0 0,0 0 0,-1-1 0,1 0 0,12-2 0,-11 0-2,-1 0 0,0 0 0,0-1 1,0 0-1,0 0 0,-1-1 0,1 0 0,-1-1 0,0 0 0,0 0 0,-1 0 0,1-1 0,-1 0 0,0-1 0,-1 0 0,0 0 1,10-15-1,-1-3-56,-7 11 48,0-1-1,0 1 1,-2-1-1,7-19 1,-9 20-41,-3 11 40,-3 5-18,-11 8 13,0 0 1,1 1-1,1 0 1,0 1-1,0 1 0,1 0 1,1 0-1,-10 18 1,-17 14-26,34-42 64,5 31-670,0-35 463,7-3 128,0-1 0,0-1 1,0 0-1,-1 0 0,0-1 0,0 0 0,-1 0 0,1-1 0,-2-1 1,1 1-1,-1-1 0,6-10 0,12-21 3,31-68 0,-46 88 17,8-24 26,-3 0 0,-1-1 1,-2-1-1,9-74 0,-3 19-28,-10 55 11,-2 0 0,-1-57-1,-5 100 55,-6 23 72,2-7-71,1 1-1,0 0 0,-2 26 1,3-15-3,-1 1-11,1 0 1,2 0-1,0 1 0,2-1 0,1 0 1,1 0-1,1 0 0,2-1 1,17 48-1,-17-60-28,0 0 0,1 0 0,0-1 0,1 1 0,0-2 0,1 1 0,0-2 0,1 1 0,0-1 0,1-1 0,0 0 0,0-1 0,1 0 0,15 7 0,-25-13-1,1-1 1,0 1-1,-1-1 0,1 0 1,-1 0-1,1 0 0,0 0 1,0 0-1,0-1 0,0 0 1,-1 0-1,1 0 0,0 0 1,0-1-1,0 1 0,-1-1 1,1 0-1,0 0 0,0 0 1,-1-1-1,5-1 0,0-2-37,0 0-1,-1 0 0,0-1 1,0 1-1,0-2 0,0 1 1,10-14-1,2-3-85,-9 11 4,1-1 0,-2 0 0,11-19 0,7-6 11,-26 35 114,1 2 191,-1-1 1,0 0 0,0 1 0,0-1-1,-1 0 1,1 0 0,0 0 0,-1 1-1,1-1 1,-1 0 0,1-4 0,-3 6-131,-1 0 0,1 1 0,0-1 0,0 1 1,-1-1-1,1 1 0,0 0 0,0 0 1,0 0-1,0 0 0,0 0 0,0 1 1,0-1-1,1 0 0,-1 1 0,-2 1 1,1 2 122,1 0 1,-1 0-1,1 0 1,0 0 0,0 0-1,-1 6 1,0 0-15,-3 4-19,1 1-1,1-1 1,0 1-1,1 0 1,1 0-1,1 1 1,0-1-1,1 19 1,4 33-26,-3-1 1,-3 1-1,-3-1 1,-3 1-1,-18 69 1,16-97-93,-31 73 0,-19 37-27,34-92 8,-2 0 1,-3-3 0,-66 92-1,55-87-22,29-41 25,6-6 61,-2 0-1,0-1 1,0 0-1,-1 0 1,-1-1-1,0 0 0,-17 13 1,27-23-61,0-1 1,0 1-1,1-1 1,-1 1-1,0-1 1,0 0-1,0 1 1,1-1-1,-1 0 1,0 1-1,0-1 0,0 0 1,0 0-1,0 0 1,1 0-1,-1 0 1,0 0-1,0 0 1,0 0-1,0 0 1,0 0-1,0-1 0,0 1 1,1 0-1,-1 0 1,-1-1-1,1 0 1,0 0 0,0-1 0,0 1 0,0 0 0,1 0 0,-1 0 0,0-1 0,1 1-1,-1 0 1,1 0 0,-1-1 0,1 1 0,0-1 0,-1-2 0,1-4 1,-1 0 0,1-1 0,1 1 0,2-15 0,2 2-71,1 1 0,0-1 0,2 1-1,17-32 1,50-73-1318,-47 80 724,125-186-4183,-38 85-4618,-58 82-377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2.231"/>
    </inkml:context>
    <inkml:brush xml:id="br0">
      <inkml:brushProperty name="width" value="0.035" units="cm"/>
      <inkml:brushProperty name="height" value="0.035" units="cm"/>
      <inkml:brushProperty name="color" value="#008C3A"/>
    </inkml:brush>
  </inkml:definitions>
  <inkml:trace contextRef="#ctx0" brushRef="#br0">77 651 12665,'-3'0'2225,"-4"0"-1233,5-1-786,1 1 0,-1 0 0,0-1-1,1 1 1,-1 0 0,1 0-1,-1 0 1,1 0 0,-1 1 0,0-1-1,1 0 1,-1 1 0,1-1 0,-1 1-1,1-1 1,-1 1 0,1 0-1,0 0 1,-1-1 0,1 1 0,0 0-1,0 0 1,-1 0 0,1 1-1,0-1 1,0 0 0,-1 2 0,-3 9 604,1 0 1,0 1-1,0-1 1,2 1-1,-1 0 1,2 0-1,-1 0 1,2 16-1,0-5-437,2 1-1,0-1 1,10 38-1,-9-50-338,0 0 0,1 0 0,0-1 0,1 1 0,1-1 0,12 19 0,-14-25-136,0-1 0,-1 1 0,1-1 0,1 0 0,-1 0 0,0-1 0,1 1 0,0-1 0,0 0 0,0 0 0,0-1 0,0 0 0,1 0 0,-1 0 0,1 0 0,9 1 0,-5-1-174,0-1 1,1 0 0,-1-1 0,1 0-1,11-2 1,-17 1 204,-1 0 0,0 0 0,0 0 0,0-1 0,0 0 0,0 1 0,0-2 0,0 1 1,-1 0-1,1-1 0,-1 1 0,0-1 0,1 0 0,-1 0 0,5-7 0,-3 2 25,0 1 0,-1-1 1,0 0-1,0 0 0,0-1 0,-1 1 1,0-1-1,-1 0 0,0 0 1,0 0-1,-1 0 0,0 0 1,-1 0-1,0 0 0,0 0 0,-1 0 1,-4-17-1,-6-22 125,-30-79 0,23 78 83,-14-64 1,29 95-151,0 0 1,1 0-1,1 0 1,0 0-1,1 0 1,2-1-1,4-25 1,-4 35-26,2 0 1,-1 1 0,1-1-1,0 1 1,1 0 0,0 0-1,0 1 1,1-1 0,0 1-1,0 0 1,0 1 0,1 0-1,11-9 1,13-7-163,62-35 1,268-107-89,-357 162 307,-1 0 1,1 1 0,-1 0-1,1 0 1,0 0-1,-1 0 1,1 1-1,0-1 1,-1 1-1,1 0 1,0 0-1,0 1 1,-1-1-1,6 2 1,-7-1-9,-1-1 0,1 1 0,-1 0 1,0 1-1,0-1 0,1 0 0,-1 0 0,0 1 1,0-1-1,0 0 0,0 1 0,0-1 0,-1 1 1,1-1-1,0 1 0,-1 0 0,1-1 0,-1 1 1,1 0-1,-1-1 0,0 1 0,0 0 0,0-1 1,0 1-1,0 0 0,0 0 0,0-1 1,0 1-1,-1 0 0,0 1 0,-4 28 499,-13 41 0,1-9-50,-1 12 1,-24 121 652,-37 146 290,50-226-1093,-22 77-144,-40 180 282,75-290-389,4 0 0,-2 129 0,14-180-262,-1-16-222,1 1 1,0 0-1,1 0 1,8 32-1,-8-49 303,-1 0 0,1 0-1,0 1 1,0-1-1,0 0 1,0 0-1,0 0 1,0 0 0,1 0-1,-1 0 1,0 0-1,0-1 1,-1 1-1,1 0 1,0 0 0,0-1-1,0 1 1,1-1-1,-1 1-119,1-1 124,1 0-1,-1 1 1,0-1-1,0 0 1,0 0-1,0 0 1,0 0-1,0 0 1,-1-1-1,1 1 1,0-1 0,-1 1-1,1-1 1,0 0-1,-1 1 1,0-1-1,0 0 1,1 0-1,-1 0 1,0 0-1,1-3 1,1-5-137,0 0-1,-1 0 1,3-16 0,-1 3-115,26-211-1291,-6 29 1285,-16 165 341,1 1-1,1 0 1,19-43-1,-19 58-186,0 1 0,2 0 0,0 1 0,2 0 0,0 1 0,1 1 0,2 0 0,0 1 0,34-30 0,-47 46 21,13-11-1048,1 0 0,0 2 0,1 0-1,20-9 1,67-23-10697</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3.975"/>
    </inkml:context>
    <inkml:brush xml:id="br0">
      <inkml:brushProperty name="width" value="0.035" units="cm"/>
      <inkml:brushProperty name="height" value="0.035" units="cm"/>
      <inkml:brushProperty name="color" value="#008C3A"/>
    </inkml:brush>
  </inkml:definitions>
  <inkml:trace contextRef="#ctx0" brushRef="#br0">134 0 12941,'1'0'98,"0"0"1,0 1-1,0-1 0,0 0 1,0 0-1,0 1 0,0-1 1,0 0-1,0 1 0,0-1 1,0 1-1,0 0 0,0-1 1,-1 1-1,1-1 0,0 1 0,0 0 1,-1 0-1,1-1 0,0 1 1,-1 0-1,1 0 0,-1 0 1,1 0-1,-1 0 0,1 1 1,-2 0 291,1 1 1,-1-1 0,1 1 0,-1-1 0,0 1-1,0-1 1,0 0 0,0 0 0,-2 4 0,-13 27 1941,7-7-1084,2 1 0,1 1 1,-5 40-1,0 93 514,2-13-692,-67 539-183,76-682-903,0 0 1,0-1-1,0 1 0,0 0 0,1-1 0,0 1 1,2 6-1,2 18-195,-1-31 104,6-2 56,0 0-1,-1-1 1,1 0 0,-1-1-1,0 0 1,-1 0 0,0-1-1,0 0 1,0 0-1,8-12 1,70-96-519,-65 84 502,-4 7 7,97-131-252,-91 127 325,1 2 0,1 1 0,39-31 0,-56 50 4,-1 1-1,1 0 1,0 1-1,0-1 1,0 2-1,0-1 1,1 1-1,0 0 1,0 1-1,0 0 1,-1 1-1,2 0 0,-1 0 1,0 1-1,15 1 1,-9 1 4,-1 1 0,1 0 0,-1 1 0,1 1 0,-2 1 0,1 0 0,0 0 0,22 16 0,20 18 34,-2 2 0,82 83 0,-99-92-297,1-2 0,1-2 0,1-1 0,67 34 1,-95-54 258,-1 0 0,0 1 0,0 0 0,-1 1 1,17 19-1,-15-15 88,0-1 0,27 21 0,-33-31-104,0 1 0,0-1 0,1 0 1,-1 0-1,1-1 0,0 0 0,-1 0 0,1-1 0,0 0 0,0 0 1,0-1-1,0 1 0,0-2 0,0 1 0,0-1 0,0 0 0,0 0 1,0-1-1,0 0 0,-1 0 0,11-4 0,-6 1-42,0-1 0,1 0-1,-2 0 1,1-1 0,-1-1 0,0 0 0,0 0-1,-1 0 1,-1-2 0,1 1 0,9-14 0,-11 10 4,0 1-1,-1-1 1,0-1 0,0 1 0,-2-1 0,5-22 0,-7 29 19,-1-1 0,0 0 0,0 0 0,-1 0 1,0 0-1,0 0 0,-1 0 0,0 0 0,0 0 0,-1 0 0,0 1 0,0-1 0,-6-12 0,7 19 15,0-1 0,0 0 0,0 1 0,0-1 1,0 0-1,-1 1 0,1 0 0,0-1 0,-1 1 0,1 0 0,-1-1 0,1 1 0,-1 0 0,0 0 0,0 1 0,1-1 1,-1 0-1,0 0 0,0 1 0,0-1 0,0 1 0,0 0 0,0-1 0,1 1 0,-1 0 0,0 0 0,0 0 0,-4 1 1,-2 1-81,1 0 0,-1 1 0,0 0 0,1 0 1,-11 7-1,-1 0-489,18-9 510,0-1 1,0 1-1,0 0 0,0 0 1,0 0-1,1 0 1,-1 0-1,0 0 0,1 0 1,-1 0-1,0 0 1,1 0-1,0 0 0,-1 0 1,1 0-1,0 1 1,-1-1-1,1 0 0,0 0 1,0 0-1,0 1 1,0-1-1,0 0 0,0 0 1,0 0-1,1 1 1,-1-1-1,0 0 0,1 0 1,-1 0-1,1 0 1,-1 0-1,1 0 0,-1 0 1,1 0-1,1 1 1,-1-1 33,1 0 0,-1 0 1,0 0-1,1 0 1,0 0-1,-1-1 0,1 1 1,-1 0-1,1-1 1,0 0-1,0 1 0,-1-1 1,1 0-1,0 0 1,-1 0-1,1 0 1,0 0-1,0 0 0,-1 0 1,1-1-1,3 0 1,46-16-374,-25 7 255,120-30-228,-79 16 639,-63 23 1,-2 0-204,8-3-19,-9 3-35,-1 1 0,1-1 0,0 1 0,-1 0 0,1 0 0,0-1 1,0 1-1,-1 0 0,1 0 0,0 0 0,0 0 0,-1 0 0,1 0 0,0 0 0,0 0 0,-1 0 0,1 0 0,1 0 0,40 17 71,13 6-148,29 14-107,-78-34 276,1 0-1,-1 0 1,1-1 0,-1 0 0,1 0-1,0-1 1,0 1 0,0-1-1,0-1 1,9 0 0,-8 0-185,0 0 1,-1 1-1,1 0 1,-1 0-1,13 4 1,-17-4 47,0-1 1,1 1-1,-1-1 0,0 0 1,0-1-1,0 1 1,0 0-1,0-1 1,0 1-1,4-3 0,-1 2-46,-4 0 49,0-1-1,0 1 1,0-1-1,0 1 1,-1-1-1,1 0 0,0 0 1,-1 0-1,1 0 1,-1 0-1,0 0 1,0 0-1,2-4 0,29-49 105,-31 52-36,1 1 0,-1-1 0,0 0 0,0 0 0,0 1 0,0-1 0,-1 0 0,2-6 0,3-11 34,18-23 46,-21 41-91,-1 2-22,0-1 0,0 1 0,0 0 0,0 0 0,0 0 0,0 0 0,0-1 0,0 1 0,0-1 0,0 1 0,0-1 0,0 1 0,0-1 0,1-1 0,-1 2 4,-1-1-1,1 1 1,-1 0 0,1-1-1,0 1 1,-1 0 0,1-1-1,-1 1 1,1 0 0,0 0-1,-1 0 1,1-1 0,0 1-1,-1 0 1,1 0 0,0 0-1,-1 0 1,1 0 0,0 0 0,-1 0-1,1 0 1,0 1 0,-1-1-1,1 0 1,0 0 0,-1 0-1,1 1 1,0-1 0,-1 0-1,1 1 1,-1-1 0,1 1-1,0 0 1,19 14 122,0 1 0,-1 0 0,31 37-1,-48-50 9,33-1-186,-34-3 56,1 1 0,-1-1-1,1 0 1,-1 0 0,0 0 0,1 1 0,-1-2 0,0 1 0,0 0-1,0 0 1,0 0 0,0 0 0,0-1 0,1-1 0,1 0-11,1-2 1,12-10 14,-2 0-1,0-2 0,0 0 1,20-35-1,-14 10 1106,-19 40-435,4 4-529,0 0 0,0 0-1,-1 0 1,1 1 0,-1-1 0,1 1-1,-1 0 1,7 8 0,29 32 252,-36-38-375,1 0 1,-1 0-1,0 1 0,0 0 1,0 0-1,-1 0 1,0 0-1,-1 1 0,1-1 1,-1 1-1,0-1 1,-1 1-1,1 0 0,-1 0 1,-1 0-1,1 0 1,-1 0-1,0-1 0,-1 1 1,0 0-1,-2 7 1,-2-2-283,-2 0 1,0 0-1,0-1 1,-1-1-1,0 1 1,-1-1 0,0 0-1,-19 14 1,4-5-3360,5-4-4500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4.115"/>
    </inkml:context>
    <inkml:brush xml:id="br0">
      <inkml:brushProperty name="width" value="0.035" units="cm"/>
      <inkml:brushProperty name="height" value="0.035" units="cm"/>
      <inkml:brushProperty name="color" value="#008C3A"/>
    </inkml:brush>
  </inkml:definitions>
  <inkml:trace contextRef="#ctx0" brushRef="#br0">64 75 12577,'-29'-20'2340,"20"6"-339,-4-1 1383,7 1-4056,-1 3-1280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5.501"/>
    </inkml:context>
    <inkml:brush xml:id="br0">
      <inkml:brushProperty name="width" value="0.035" units="cm"/>
      <inkml:brushProperty name="height" value="0.035" units="cm"/>
      <inkml:brushProperty name="color" value="#008C3A"/>
    </inkml:brush>
  </inkml:definitions>
  <inkml:trace contextRef="#ctx0" brushRef="#br0">1 0 4536,'44'55'1257,"-12"-38"-509,3 3-152,70 31 528,-61-39-916,10-7-332,0 4-432,0-1-620,13-5-769,9 0 261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5.606"/>
    </inkml:context>
    <inkml:brush xml:id="br0">
      <inkml:brushProperty name="width" value="0.035" units="cm"/>
      <inkml:brushProperty name="height" value="0.035" units="cm"/>
      <inkml:brushProperty name="color" value="#008C3A"/>
    </inkml:brush>
  </inkml:definitions>
  <inkml:trace contextRef="#ctx0" brushRef="#br0">35 229 7169,'4'-14'4267,"-10"23"1623,3-3-5032,2-4 1143,-13-5 1085,0 0 2549,620-10-1774,1198-16-3861,-1778 28 0,375-12 0,-5-25 0,-395 38 0,15-2 0,-1 0 0,0-1 0,0-1 0,0 0 0,0-1 0,16-9 0,-29 14 0,-1-1 0,1 1 0,-1-1 0,1 0 0,-1 0 0,0 0 0,1 0 0,-1 0 0,0 0 0,0 0 0,0 0 0,0-1 0,0 1 0,1-2 0,-5-5 0,2 7 0,-2-24-4167,15-8-9059,-6 19 836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15.917"/>
    </inkml:context>
    <inkml:brush xml:id="br0">
      <inkml:brushProperty name="width" value="0.035" units="cm"/>
      <inkml:brushProperty name="height" value="0.035" units="cm"/>
      <inkml:brushProperty name="color" value="#008C3A"/>
    </inkml:brush>
  </inkml:definitions>
  <inkml:trace contextRef="#ctx0" brushRef="#br0">382 101 13545,'-111'-44'2887,"57"22"1692,13-3 2149,29 15-3772,30 19-1062,397 267-1697,-295-190-216,70 50 19,200 186 0,-343-277 0,52 64 0,-84-91 0,-2 1 0,0 0 0,-1 1 0,-1 0 0,0 1 0,-2 0 0,7 25 0,-13-37 0,-1 1 0,0-1 0,-1 1 0,0-1 0,-1 1 0,0 0 0,0 0 0,-1-1 0,-1 1 0,1 0 0,-6 14 0,3-11 0,-1-1 0,-1-1 0,0 1 0,-1-1 0,0 0 0,0 0 0,-18 18 0,5-9 0,-2-2 0,0 0 0,0-1 0,-2-1 0,0-1 0,-1-2 0,-39 17 0,-205 62-65,131-48-363,3 1-1106,-226 79-4427,129-25-4305,117-42-1263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7.835"/>
    </inkml:context>
    <inkml:brush xml:id="br0">
      <inkml:brushProperty name="width" value="0.035" units="cm"/>
      <inkml:brushProperty name="height" value="0.035" units="cm"/>
      <inkml:brushProperty name="color" value="#008C3A"/>
    </inkml:brush>
  </inkml:definitions>
  <inkml:trace contextRef="#ctx0" brushRef="#br0">188 65 11837,'-5'-20'2344,"4"17"2197,-3 3-2120,-3 0-1333,5-1-938,1 1 1,-1 0-1,1 0 0,-1 0 0,0 0 1,1 0-1,-1 0 0,1 0 0,-1 0 1,1 1-1,-1-1 0,0 1 1,1-1-1,-1 1 0,1-1 0,0 1 1,-1 0-1,1 0 0,0 0 0,-1 0 1,1 0-1,0 0 0,0 0 1,0 0-1,0 0 0,0 1 0,0-1 1,0 0-1,0 1 0,0-1 0,1 1 1,-1-1-1,1 1 0,-2 2 1,-30 81 1607,3 2 1,-30 153 0,56-222-1759,1 0 0,1 0 0,1 1 0,1-1 0,0 0 0,2 1 0,0-1 0,0 0 0,2-1 0,0 1 0,1-1 0,1 0 0,10 18 0,-11-24 0,1 0 0,1 0 0,-1-1 0,2 0 0,-1 0 0,1-1 0,1 0 0,-1-1 0,2 0 0,-1 0 0,1-1 0,0-1 0,0 0 0,1 0 0,0-1 0,0-1 0,0 0 0,1 0 0,16 2 0,-5-4-40,0 0 1,0-1-1,1-2 0,-1-1 0,0 0 1,-1-2-1,1-1 0,0 0 1,-1-2-1,0-1 0,-1 0 1,0-2-1,0-1 0,27-18 0,-31 18 4,0-2 0,-2 0 0,1-1 0,-2 0 0,0-2 0,0 1-1,-2-2 1,0 0 0,-1-1 0,0 0 0,-2 0 0,0-1 0,-1-1-1,-1 0 1,-1 0 0,6-28 0,-9 29 33,-1 0-1,-1 0 1,-1 0 0,-1 0 0,0 0 0,-2 0-1,0 0 1,-1 0 0,-1 0 0,-7-21 0,5 25 1,0 1 0,-1-1 0,0 2 0,-1-1 0,-1 1 0,0 0 1,0 1-1,-2 0 0,1 0 0,-2 1 0,1 1 0,-25-17 1,16 14-117,0 1 1,-1 1-1,-1 1 1,0 1-1,0 1 1,-1 0 0,0 2-1,0 1 1,-1 1-1,-42-3 1,45 7-662,1 0 0,-1 2 0,1 0 0,0 1 1,0 1-1,0 0 0,0 2 0,1 1 0,0 0 0,0 1 0,1 1 0,-33 22 1,43-25-524,0 0 1,0 0 0,1 1 0,-9 11 0,-21 40-9290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113"/>
    </inkml:context>
    <inkml:brush xml:id="br0">
      <inkml:brushProperty name="width" value="0.035" units="cm"/>
      <inkml:brushProperty name="height" value="0.035" units="cm"/>
      <inkml:brushProperty name="color" value="#008C3A"/>
    </inkml:brush>
  </inkml:definitions>
  <inkml:trace contextRef="#ctx0" brushRef="#br0">831 32 12593,'-4'-9'1090,"-3"-4"238,6 3 2429,-1 11-3377,1 0 0,-1-1 0,1 1 0,-1 0 0,1 0 0,-1 0 1,1 0-1,0 0 0,0 0 0,0 0 0,-1 0 0,1 1 0,-1 1 1,-9 16 573,0 1 1,1 1 0,-13 41-1,-20 89 2778,14-47-2605,-155 383-1127,-43-19 0,224-463-1,-154 318-4439,135-268 2958,2 1 1,2 1 0,-19 118-1,36-170 780,0 0 0,0 0 0,1 0 0,0 0 0,0 0 1,0 0-1,0 0 0,1 0 0,0 0 0,0 0 0,0 0 0,1 0 0,3 7 0,18 13-8887</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300"/>
    </inkml:context>
    <inkml:brush xml:id="br0">
      <inkml:brushProperty name="width" value="0.035" units="cm"/>
      <inkml:brushProperty name="height" value="0.035" units="cm"/>
      <inkml:brushProperty name="color" value="#008C3A"/>
    </inkml:brush>
  </inkml:definitions>
  <inkml:trace contextRef="#ctx0" brushRef="#br0">464 1 14705,'-13'22'868,"-61"117"4875,1 15 0,36-67-4050,4 1 0,-24 103 0,14-43-1064,-55 232-6933,84-302 2534,3 1-1,0 153 1,12-176-8398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521"/>
    </inkml:context>
    <inkml:brush xml:id="br0">
      <inkml:brushProperty name="width" value="0.035" units="cm"/>
      <inkml:brushProperty name="height" value="0.035" units="cm"/>
      <inkml:brushProperty name="color" value="#008C3A"/>
    </inkml:brush>
  </inkml:definitions>
  <inkml:trace contextRef="#ctx0" brushRef="#br0">553 36 12837,'0'-2'142,"0"0"0,1 0-1,-1-1 1,0 1 0,1 0 0,-1 0-1,1 0 1,-1 0 0,1 0 0,0 0-1,0 0 1,0 0 0,0 1 0,2-4-1,0 4 75,-1 1-1,0-1 0,1 1 0,-1 0 0,1-1 0,-1 1 1,0 0-1,1 1 0,-1-1 0,1 0 0,-1 1 0,0-1 0,4 2 1,23 3 1104,-1 2 1,34 12 0,-51-14-1162,-1-1 0,0 2 0,0-1 0,0 1 0,0 1 0,-1 0 0,0 0 0,13 14 0,-21-19-130,0-1 1,1 1-1,-1-1 1,0 1-1,0 0 1,0 0-1,0 0 1,0 0-1,-1-1 1,1 1-1,-1 0 1,1 0-1,-1 0 1,1 0-1,-1 1 1,0-1-1,0 0 1,0 0-1,0 0 1,-1 0-1,1 0 1,0 0-1,-1 0 1,0 0-1,1 0 0,-2 2 1,0 0 6,-1 0 0,1 0 0,-1 0 0,0 0 1,0 0-1,0-1 0,0 1 0,-1-1 0,-6 5 0,-15 8 17,0-2 0,-1 0 0,-1-2-1,0-1 1,-1-1 0,-29 7 0,-176 28-2054,229-45 1937,-67 11-1439,-55 9-2498,44-5-1586,21-3-3169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8.823"/>
    </inkml:context>
    <inkml:brush xml:id="br0">
      <inkml:brushProperty name="width" value="0.035" units="cm"/>
      <inkml:brushProperty name="height" value="0.035" units="cm"/>
      <inkml:brushProperty name="color" value="#008C3A"/>
    </inkml:brush>
  </inkml:definitions>
  <inkml:trace contextRef="#ctx0" brushRef="#br0">22 292 11789,'-22'-3'9189,"63"-46"-4625,23 35-3652,-1 0-196,10-1-139,16 1-333,10-6-324,5 0-629,8-3-183,2 0-532,-3-2-764,-9 2-504,-4-6-3249,-9 9-5140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9.607"/>
    </inkml:context>
    <inkml:brush xml:id="br0">
      <inkml:brushProperty name="width" value="0.035" units="cm"/>
      <inkml:brushProperty name="height" value="0.035" units="cm"/>
      <inkml:brushProperty name="color" value="#008C3A"/>
    </inkml:brush>
  </inkml:definitions>
  <inkml:trace contextRef="#ctx0" brushRef="#br0">18 1 14573,'-17'-1'14646,"22"7"-14476,1 0-1,-2 0 1,1 1-1,0-1 1,-1 1-1,-1 0 1,1 0-1,-1 1 1,0-1-1,0 1 1,-1-1-1,0 1 1,1 11-1,0 15 400,0 63 0,-3-72-532,0 45-37,-6 184 0,2-207-1717,3 49 0,5-41-4530,18 98 1,-15-109-7610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29.839"/>
    </inkml:context>
    <inkml:brush xml:id="br0">
      <inkml:brushProperty name="width" value="0.035" units="cm"/>
      <inkml:brushProperty name="height" value="0.035" units="cm"/>
      <inkml:brushProperty name="color" value="#008C3A"/>
    </inkml:brush>
  </inkml:definitions>
  <inkml:trace contextRef="#ctx0" brushRef="#br0">64 1 13057,'26'0'437,"-6"-1"35,0 2 0,0 0 0,0 1 0,0 1 0,0 1 1,22 8-1,85 24 2110,-106-30-2309,0 1-1,0 0 1,0 2 0,-1 0-1,0 1 1,-1 1-1,0 1 1,29 25 0,-43-33-218,0 0 0,0 1 0,0 0 0,-1 0 0,0 0 0,0 0 0,0 1 0,-1-1 0,0 1 0,0 0 0,0 0 0,-1 0 0,4 12 0,-6-14-32,0 1 1,1 0-1,-2-1 0,1 1 0,0-1 0,-1 1 0,0-1 1,0 1-1,0-1 0,-1 1 0,1-1 0,-1 0 1,0 0-1,0 0 0,-1 0 0,1 0 0,-1 0 1,0-1-1,0 1 0,-5 4 0,-10 8 34,0-1-1,-1 0 0,-1-2 1,0 0-1,-26 12 1,-115 45-288,136-60 70,-187 64-4670,177-62 2644,11-2-2873,12 3-2917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0.488"/>
    </inkml:context>
    <inkml:brush xml:id="br0">
      <inkml:brushProperty name="width" value="0.035" units="cm"/>
      <inkml:brushProperty name="height" value="0.035" units="cm"/>
      <inkml:brushProperty name="color" value="#008C3A"/>
    </inkml:brush>
  </inkml:definitions>
  <inkml:trace contextRef="#ctx0" brushRef="#br0">387 114 12097,'-18'1'730,"12"-2"-354,0 1 1,1 1-1,-1-1 1,0 1-1,1 0 1,-1 0-1,1 0 1,0 1-1,-1 0 1,-8 4-1,-23 14 1507,31-18-1684,1 0-1,-1 1 1,0 0 0,1 0-1,0 1 1,0 0 0,0-1 0,0 2-1,1-1 1,0 0 0,-5 6-1,-11 20-228,-2-1 0,-2-1 0,0-1 0,-2-1 0,-52 42 0,75-66-84,6-1 0,6 1 109,0-1 0,0 1 0,0-1-1,0-1 1,1 0 0,-1 0 0,13-2-1,69-17-38,-51 10 59,213-52 708,-194 51-355,-54 9-320,26-11 64,-7-1 0,0-1 0,-1-2 1,39-35-1,-61 51-108,11-10 166,23-20 1406,47-50-1,-48 40 83,-32 38-1310,0 3-57,2 1-247,0 0 1,0 0-1,-1 1 0,0 0 1,1-1-1,-1 1 0,0 1 0,0-1 1,-1 0-1,1 1 0,-1-1 1,1 1-1,-1 0 0,0 0 1,-1 0-1,3 7 0,18 30-37,-12-28-187,0 0 0,1-1 0,0 0 1,1-1-1,0 0 0,0 0 0,1-2 0,19 11 0,-29-18 65,37-13-31,-39 11 168,-1-1 0,0 0 0,1 0 0,-1 1 0,1-1 0,-1 0 0,0 0-1,0 0 1,0 0 0,1 0 0,-1 0 0,0 1 0,0-1 0,0 0-1,0 0 1,0 0 0,-1 0 0,1 0 0,0 0 0,0 1 0,-1-3 0,1 2 27,-3-29 550,1 21-426,1 0 0,0 0 0,0 1 0,1-1 0,0 0 0,1 0 0,0 0 0,0 0 0,1 0 0,0 0 0,1 1 0,0-1 0,0 1 0,6-11 0,-7 15-128,1 0 1,-1 1-1,1-1 1,0 1 0,0 0-1,0-1 1,1 2-1,-1-1 1,1 0-1,-1 1 1,1-1-1,0 1 1,0 0-1,0 0 1,0 1 0,0-1-1,1 1 1,4-1-1,2 0 12,0 0-1,0 1 0,-1 0 1,1 1-1,0 0 1,0 1-1,0 0 0,0 1 1,0 0-1,0 1 1,-1 0-1,0 0 0,1 1 1,-1 1-1,0 0 1,-1 0-1,1 1 1,-1 0-1,12 10 0,-6-4-45,1 1 0,-2 0 0,0 0-1,0 2 1,-2 0 0,22 32 0,-29-39-10,-1 0-1,0 1 1,-1-1 0,1 1 0,-2-1 0,1 1 0,-1 0-1,-1 0 1,0 0 0,0 1 0,-1-1 0,0 0 0,0 0 0,-1 0-1,0 0 1,-1 0 0,-3 11 0,-1-2-187,-1-1-1,-1 0 1,-1-1 0,0 1-1,-1-2 1,-1 1 0,0-1 0,-2-1-1,1 0 1,-1-1 0,-1 0-1,-1-1 1,0-1 0,0 0-1,-1-1 1,0-1 0,-1 0 0,0-1-1,0-1 1,-29 8 0,-112 8-5941,52-10-1797,12 0-3896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066"/>
    </inkml:context>
    <inkml:brush xml:id="br0">
      <inkml:brushProperty name="width" value="0.035" units="cm"/>
      <inkml:brushProperty name="height" value="0.035" units="cm"/>
      <inkml:brushProperty name="color" value="#008C3A"/>
    </inkml:brush>
  </inkml:definitions>
  <inkml:trace contextRef="#ctx0" brushRef="#br0">75 333 6857,'2'-36'2718,"-2"0"1,-2-1-1,-8-49 1,-2-52 6252,26 153-6117,-6-1-2592,-1 1 0,0-1-1,-1 2 1,-1-1 0,-1 0 0,4 18 0,12 104 1086,-18-119-1318,16 153-30,-9 0 0,-6 0 0,-8 0 0,-32 200 0,-7-114-1395,-32 296-5225,75-505 1073,6 72-1,4-37-5125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317"/>
    </inkml:context>
    <inkml:brush xml:id="br0">
      <inkml:brushProperty name="width" value="0.035" units="cm"/>
      <inkml:brushProperty name="height" value="0.035" units="cm"/>
      <inkml:brushProperty name="color" value="#008C3A"/>
    </inkml:brush>
  </inkml:definitions>
  <inkml:trace contextRef="#ctx0" brushRef="#br0">121 1 13121,'-9'40'2108,"-1"-20"-163,-5 11 15,-1 1-252,9-4-256,-5 6-360,-1 6-152,0 0-184,-3 6-160,7 3-584,9-1-496,0-2-352,0 0-452,3-3-736,10 0-316,-1-3-3245,-2-6-4564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517"/>
    </inkml:context>
    <inkml:brush xml:id="br0">
      <inkml:brushProperty name="width" value="0.035" units="cm"/>
      <inkml:brushProperty name="height" value="0.035" units="cm"/>
      <inkml:brushProperty name="color" value="#008C3A"/>
    </inkml:brush>
  </inkml:definitions>
  <inkml:trace contextRef="#ctx0" brushRef="#br0">0 183 10769,'0'-66'2340,"3"44"-348,1 2-287,5 2-277,13-7-344,-9 19-232,9-5-172,4-1-124,5 9-200,23 3-216,-16 9-452,10 5-608,0 3-756,-4 9-464,-3 3-2829,4 5-3932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1.938"/>
    </inkml:context>
    <inkml:brush xml:id="br0">
      <inkml:brushProperty name="width" value="0.035" units="cm"/>
      <inkml:brushProperty name="height" value="0.035" units="cm"/>
      <inkml:brushProperty name="color" value="#008C3A"/>
    </inkml:brush>
  </inkml:definitions>
  <inkml:trace contextRef="#ctx0" brushRef="#br0">0 218 8425,'1'-3'1901,"-1"-1"-1686,1 0-1,0 1 0,-1-1 1,1 1-1,1-1 0,-1 1 1,0 0-1,1-1 1,0 1-1,0 0 0,0 0 1,0 0-1,0 0 0,1 1 1,-1-1-1,1 1 1,0-1-1,0 1 0,-1 0 1,2 0-1,-1 0 0,0 0 1,0 1-1,6-3 0,8-3-35,1 1-1,0 0 1,0 2 0,20-4-1,81-6-466,-94 12 211,-2-1 55,-1 2 0,1 0 0,0 1 0,0 2 0,28 5 0,-49-6 48,-1 1 1,1 0 0,-1 0-1,1-1 1,-1 1 0,0 0-1,1 0 1,-1 0-1,0 0 1,-1 0 0,1 1-1,0-1 1,0 4 0,0-1 1,-1 0 0,-1 0 1,1-1-1,-1 1 0,1 0 1,-2-1-1,1 1 0,0 0 1,-1-1-1,0 0 1,0 1-1,0-1 0,-6 8 1,-10 29 134,18-39-155,-1-1 1,1 1-1,-1 0 0,1 0 0,0 0 1,-1 0-1,1 0 0,0 0 0,0 0 1,1 0-1,-1 0 0,0 0 0,1-1 1,-1 1-1,1 0 0,-1 0 0,1 0 0,0-1 1,0 1-1,0 0 0,0 0 0,0-1 1,0 1-1,0-1 0,1 1 0,-1-1 1,0 0-1,1 0 0,-1 1 0,1-1 0,0 0 1,-1 0-1,1 0 0,0-1 0,0 1 1,-1 0-1,1-1 0,0 1 0,2 0 1,21-20 427,-19 11-356,1-1-1,-1 1 1,-1-1-1,6-12 1,-6 12-83,0-1 1,1 1-1,11-15 1,101-114 1965,-115 134-1678,1 0 0,-1 0 0,0-1 0,0 0 0,2-6 0,-3 8-121,-1 0 2211,1 9-2890,0 3-441,1 0 0,0-1 0,1 1 0,8 14 0,-9-18-430,0 0 0,1 0 1,0 0-1,0-1 0,0 0 0,5 4 0,4 3-5014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32.220"/>
    </inkml:context>
    <inkml:brush xml:id="br0">
      <inkml:brushProperty name="width" value="0.035" units="cm"/>
      <inkml:brushProperty name="height" value="0.035" units="cm"/>
      <inkml:brushProperty name="color" value="#008C3A"/>
    </inkml:brush>
  </inkml:definitions>
  <inkml:trace contextRef="#ctx0" brushRef="#br0">22 89 12085,'0'0'2220,"-9"-11"-31,2-1 5383,4-5-7220,0 3-612,9-3-4344,1 0-1213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09:52.885"/>
    </inkml:context>
    <inkml:brush xml:id="br0">
      <inkml:brushProperty name="width" value="0.035" units="cm"/>
      <inkml:brushProperty name="height" value="0.035" units="cm"/>
      <inkml:brushProperty name="color" value="#008C3A"/>
    </inkml:brush>
  </inkml:definitions>
  <inkml:trace contextRef="#ctx0" brushRef="#br0">76 0 3764,'-76'157'472,"137"-111"-24,28-26-12,6-14-79,16-21-57,16-22-2029,16-26 665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03.413"/>
    </inkml:context>
    <inkml:brush xml:id="br0">
      <inkml:brushProperty name="width" value="0.035" units="cm"/>
      <inkml:brushProperty name="height" value="0.035" units="cm"/>
      <inkml:brushProperty name="color" value="#008C3A"/>
    </inkml:brush>
  </inkml:definitions>
  <inkml:trace contextRef="#ctx0" brushRef="#br0">45 1 31158,'0'6309'0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07.583"/>
    </inkml:context>
    <inkml:brush xml:id="br0">
      <inkml:brushProperty name="width" value="0.035" units="cm"/>
      <inkml:brushProperty name="height" value="0.035" units="cm"/>
      <inkml:brushProperty name="color" value="#008C3A"/>
    </inkml:brush>
  </inkml:definitions>
  <inkml:trace contextRef="#ctx0" brushRef="#br0">0 50 24265,'12483'0'0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0.148"/>
    </inkml:context>
    <inkml:brush xml:id="br0">
      <inkml:brushProperty name="width" value="0.035" units="cm"/>
      <inkml:brushProperty name="height" value="0.035" units="cm"/>
      <inkml:brushProperty name="color" value="#008C3A"/>
    </inkml:brush>
  </inkml:definitions>
  <inkml:trace contextRef="#ctx0" brushRef="#br0">357 23 5677,'-2'7'7141,"13"-20"3030,-32-1-7707,11 12 1264,4 5-3482,0 0 0,0 1 0,0 0 0,1 0 0,-8 7 0,-21 15 168,-66 34-1523,-22 13-8537,98-54 3041,12-4-4122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0.394"/>
    </inkml:context>
    <inkml:brush xml:id="br0">
      <inkml:brushProperty name="width" value="0.035" units="cm"/>
      <inkml:brushProperty name="height" value="0.035" units="cm"/>
      <inkml:brushProperty name="color" value="#008C3A"/>
    </inkml:brush>
  </inkml:definitions>
  <inkml:trace contextRef="#ctx0" brushRef="#br0">1 1 10445,'0'0'7893,"2"2"-6296,43 42 3343,12 10-3080,-47-46-2854,0-1-1,0 0 0,0 0 1,22 8-1,-27-12-144,-1 0 0,1 0-1,-1 0 1,0 0 0,1 0 0,-1 1 0,6 8-1,1 1-8524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1.784"/>
    </inkml:context>
    <inkml:brush xml:id="br0">
      <inkml:brushProperty name="width" value="0.035" units="cm"/>
      <inkml:brushProperty name="height" value="0.035" units="cm"/>
      <inkml:brushProperty name="color" value="#008C3A"/>
    </inkml:brush>
  </inkml:definitions>
  <inkml:trace contextRef="#ctx0" brushRef="#br0">105 0 3440,'0'0'2657,"-7"12"-1295,7-11-1106,-1 1 0,0-1 1,-1 0-1,1 1 0,0-1 1,0 0-1,0 0 0,-1 0 1,1 0-1,-1 0 0,1-1 1,-1 1-1,1 0 0,-1-1 1,1 1-1,-1 0 0,1-1 1,-1 0-1,0 1 0,1-1 1,-1 0-1,-1 0 0,-8 2 5594,1-9-4273,-5-4 2348,-11 4-1755,23 6 1071,5 3-2514,31 26-167,2-1-1,1-1 1,48 26-1,-47-33-2394,70 26-1,-56-31-830,-13-5-1865,-12 0-3206,-5-3-3756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2.096"/>
    </inkml:context>
    <inkml:brush xml:id="br0">
      <inkml:brushProperty name="width" value="0.035" units="cm"/>
      <inkml:brushProperty name="height" value="0.035" units="cm"/>
      <inkml:brushProperty name="color" value="#008C3A"/>
    </inkml:brush>
  </inkml:definitions>
  <inkml:trace contextRef="#ctx0" brushRef="#br0">334 1 3424,'0'0'669,"3"1"16,32 6 8830,-16-1-6356,-9 1 689,-19 0 3222,0-1-4310,1 3-3597,-4 4 942,0-1 0,-1 0 1,-1 0-1,0-1 0,0-1 1,-1 0-1,0-1 1,-25 10-1,12-7-3164,-49 15 0,4-2-6671,26-6-2679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5.828"/>
    </inkml:context>
    <inkml:brush xml:id="br0">
      <inkml:brushProperty name="width" value="0.035" units="cm"/>
      <inkml:brushProperty name="height" value="0.035" units="cm"/>
      <inkml:brushProperty name="color" value="#008C3A"/>
    </inkml:brush>
  </inkml:definitions>
  <inkml:trace contextRef="#ctx0" brushRef="#br0">456 299 11633,'-21'-9'913,"11"5"253,-1-1 1,0 2-1,-13-4 1,-7-2 3689,28 7-4248,-1 1 0,0-1 0,0 1 0,0 0 0,0 0 0,-6 0 0,8 1 2345,3-4-2848,0 0 0,1-1 0,-1 1 0,1 0 0,0 0 0,0 0 0,0 0 0,1 0 1,0 1-1,-1-1 0,1 1 0,0 0 0,1 0 0,6-5 0,12-16 98,70-102 559,-86 118-681,-5 7-68,0 1 1,-1-1-1,1 1 0,-1-1 1,1 1-1,-1-1 1,1 1-1,-1-1 1,1 0-1,-1 1 0,0-1 1,1 0-1,-1 1 1,0-1-1,1 0 1,-1 1-1,0-1 0,0 0 1,0 0-1,0 1 1,0-1-1,0 0 1,0 1-1,0-1 0,0 0 1,0 0-1,0 1 1,0-1-1,0 0 1,-1 0-1,1 1 0,0-1 1,0 0-1,-1 1 1,1-1-1,-1 0 1,1 1-1,0-1 0,-1 1 1,1-1-1,-1 1 1,0-1-1,0 0 1,0 0-7,0 1 0,-1-1 0,1 1 1,0-1-1,-1 1 0,1-1 0,-1 1 1,1 0-1,-1 0 0,1 0 0,0 0 1,-1 0-1,1 0 0,-1 0 0,1 0 1,-1 0-1,1 1 0,-1-1 0,1 1 0,0-1 1,-3 2-1,-32 16 100,27-13-96,-10 4-11,0 2 0,0 0 0,2 1 0,-1 1 0,1 0 0,1 2 0,1 0 0,0 0 0,1 2 0,-24 35 0,33-43-10,1 0 1,0 1-1,1-1 1,0 1-1,0 0 1,1 0-1,0 0 1,1 0-1,0 0 1,1 0-1,0 0 1,0 1-1,1-1 1,0 0-1,1 0 1,0 0-1,5 12 1,6 10-76,1 0 0,2 0 0,34 50 0,-32-55 35,-1 0-1,-2 1 1,-1 1-1,15 43 1,-26-64 28,-2 0 1,1 0 0,-1 0 0,-1 0-1,1 0 1,-1 0 0,-1 1-1,0-1 1,0 0 0,0 0 0,-1 0-1,-3 8 1,1-4 9,-1-1-1,-1 0 1,0 0 0,-1 0-1,0-1 1,0 0 0,-11 11-1,-9 6-16,-1-2-1,-2-1 1,0-1-1,-38 21 1,33-24-112,26-16-322,1 0-1,0 0 0,0 1 0,0 0 0,1 1 0,0 0 0,0 0 0,-11 13 0,46-23-4230,68-19-4782,-37 4-535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6.015"/>
    </inkml:context>
    <inkml:brush xml:id="br0">
      <inkml:brushProperty name="width" value="0.035" units="cm"/>
      <inkml:brushProperty name="height" value="0.035" units="cm"/>
      <inkml:brushProperty name="color" value="#008C3A"/>
    </inkml:brush>
  </inkml:definitions>
  <inkml:trace contextRef="#ctx0" brushRef="#br0">186 1 13177,'-5'0'393,"1"0"-1,-1 0 1,0 0 0,1 1-1,-1 0 1,1 0 0,-1 0-1,1 1 1,-1-1-1,1 1 1,0 0 0,0 0-1,0 0 1,0 1 0,0 0-1,0 0 1,-6 6 0,6-5-199,-2 2 435,0 0-1,1 0 1,0 0-1,0 1 1,0 0 0,1 0-1,-4 8 1,6-9-429,-8 14 402,2 1 1,0 0 0,1 1 0,-6 37 0,9-27-846,3 0 0,3 50 0,1-45-2867,18 71-1,-4-33-5919,-8-38-688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17.299"/>
    </inkml:context>
    <inkml:brush xml:id="br0">
      <inkml:brushProperty name="width" value="0.035" units="cm"/>
      <inkml:brushProperty name="height" value="0.035" units="cm"/>
      <inkml:brushProperty name="color" value="#008C3A"/>
    </inkml:brush>
  </inkml:definitions>
  <inkml:trace contextRef="#ctx0" brushRef="#br0">45 225 10445,'-15'-10'808,"-1"0"427,3-1 6514,25-2-5509,-7 10-2108,-1 1-1,1-1 0,-1 1 0,1-1 1,0 1-1,0 1 0,0-1 0,0 1 1,0 0-1,7-1 0,60-2 371,-31 3-459,554-34-1338,-417 35 888,-174 1 395,0-1 0,0 1-1,-1-1 1,1 1 0,-1 1-1,7 1 1,10 4-42,-4-7 72,0 0 1,0-1-1,0 0 0,0-1 0,0-1 0,-1-1 1,1 0-1,19-8 0,-22 6-15,-11 4 13,-5 3 4,-11 2-16,1 1 1,0 0 0,0 0-1,0 1 1,1 1 0,0 0-1,-18 13 1,25-16-1,-1 1 1,1 0 1,-1 1-1,1-1 1,0 1-1,0 0 1,-7 10 0,11-13-8,0-1 0,0 1 0,1 0 1,-1 0-1,1 0 0,-1 0 0,1 0 1,-1 0-1,1 0 0,0 0 0,0 0 1,0 0-1,0 0 0,1 0 0,-1 0 1,0 0-1,1 0 0,-1 0 0,1 0 0,0 0 1,0 0-1,0-1 0,0 1 0,0 0 1,0-1-1,0 1 0,2 2 0,1-1-22,-1 1 0,1-1 1,0 0-1,0 0 0,0-1 0,0 1 0,1-1 0,-1 0 0,1 0 0,-1 0 0,1-1 0,0 0 0,-1 0 0,1 0 0,0 0 0,0-1 0,0 1 0,0-1 0,0-1 0,7 0 0,11-2-128,-1 0-1,-1-1 1,25-9-1,3-4-49,58-29 0,-20 7 59,-28 20 172,-56 18 40,-2 3 101,15 17 176,-14-17-194,-1 0-12,6 6-70,0 0-1,0-1 1,1 0-1,-1-1 1,1 1-1,14 7 0,-19-13-89,25 9-56,-19-6 75,-1-1-1,1 0 1,1 0 0,-1-1 0,0 0 0,1 0 0,-1-1-1,1-1 1,-1 0 0,1 0 0,-1-1 0,18-3 0,10-4 14,66-22 0,-100 29-12,18-8 57,1 0-1,-2-2 1,1 0 0,24-19 0,-41 27-32,-2 2 37,3 0-48,0-1-1,0 1 0,0-1 0,0 0 0,-1 0 0,1 0 0,-1 0 0,6-5 0,2 0 1,144-83 85,-105 74 55,-49 16-155,-1 1 1,1-1-1,-1 1 0,1-1 0,0 1 0,-1-1 0,1 1 1,-1 0-1,1 0 0,-1-1 0,0 1 0,1 0 1,-1 0-1,0 1 0,2 0 0,1 1-4,21 16 45,-19-13-57,0-1 0,1-1 1,0 1-1,0-1 0,0 0 0,10 3 0,4 0-92,1-1-1,0-2 0,0 0 0,0-1 0,37-1 0,-22-2 210,-1 2-1,49 7 0,-81-8-20,9 5 65,-10-4-127,0 0 1,-1 0-1,1 0 1,-1 1-1,1-1 0,-1 1 1,0-1-1,3 6 0,-3-6-30,-1 1 0,0-1 0,1 0 0,0 0 0,-1 0 0,1 0 0,0 0 0,0-1 0,0 1 0,0 0 0,1-1 0,-1 0 0,0 1 0,1-1 0,-1 0 0,5 1 0,87 14-1218,-68-13 1047,0 1 0,-1 1 0,0 1 0,33 14 0,-57-20 188,0 1-1,-1 0 1,1-1-1,-1 1 1,1 0-1,-1 0 1,1-1 0,-1 1-1,1 0 1,-1 0-1,0 0 1,1 0 0,-1 0-1,0-1 1,0 1-1,0 0 1,0 0 0,0 0-1,0 0 1,0 0-1,0 1 1,0 0 15,0 2 11,0 1 1,-1-1-1,1 0 1,-1 1-1,0-1 1,0 0-1,-1 0 1,1 0-1,-1 0 1,-4 7-1,-22 37 201,19-36-75,3-1-688,25-10-35,-10-2 189,-1-1 0,1-1 0,-1 1 0,0-1 0,0-1 0,0 0-1,0 0 1,-1 0 0,12-9 0,-7 5-545,0 0 0,23-9 1,-19 12 341,1 1-1,0 1 1,-1 1 0,1 1 0,0 0 0,0 1 0,0 1 0,27 4 0,-17-2-66,0-1 0,42-3 0,-7-9 709,76-21-1,-136 30-20,2 0 384,7-5 123,-10 6-752,0 0 1,0 0-1,0-1 0,0 1 0,-1 0 1,1-1-1,0 1 0,0-1 1,0 1-1,-1-1 0,1 1 0,0-1 1,0 1-1,-1-1 0,1 0 0,0 0 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0.453"/>
    </inkml:context>
    <inkml:brush xml:id="br0">
      <inkml:brushProperty name="width" value="0.035" units="cm"/>
      <inkml:brushProperty name="height" value="0.035" units="cm"/>
      <inkml:brushProperty name="color" value="#008C3A"/>
    </inkml:brush>
  </inkml:definitions>
  <inkml:trace contextRef="#ctx0" brushRef="#br0">1 95 3676,'0'0'3972,"3"-2"-3426,9-4 1064,1 1-1,0 0 1,1 0-1,24-3 0,-36 7 1344,-2 0-2936,0 1 0,1-1 0,-1 1 0,0-1 0,0 1-1,1-1 1,-1 0 0,0 1 0,1-1 0,-1 1 0,0-1-1,1 1 1,-1-1 0,1 1 0,-1 0 0,1-1 0,-1 1-1,1-1 1,-1 1 0,1 0 0,-1 0 0,1-1 0,-1 1-1,1 0 1,0 0 0,-1 0 0,2-1 0,4-2 1092,-15-5-705,-10-11 35,9 7-4382,26 8-1834,-12 3 4159,17-3-5678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5.551"/>
    </inkml:context>
    <inkml:brush xml:id="br0">
      <inkml:brushProperty name="width" value="0.035" units="cm"/>
      <inkml:brushProperty name="height" value="0.035" units="cm"/>
      <inkml:brushProperty name="color" value="#008C3A"/>
    </inkml:brush>
  </inkml:definitions>
  <inkml:trace contextRef="#ctx0" brushRef="#br0">62 1 4124,'-5'6'500,"-4"5"-83,7-3 3519,2-9-3784,0 0-1,0 0 0,0-1 0,0 1 1,0 0-1,-1-1 0,1 1 0,0 0 0,-1 0 1,1-1-1,-1 1 0,1 0 0,-1 0 0,1 0 1,-1 0-1,-1-2 0,1 3-43,1-1 0,-1 1 0,1-1 0,-1 1 0,0 0 0,1 0 0,-1-1 0,1 1 0,-1 0 1,0 0-1,1 0 0,-1 0 0,0 0 0,1 0 0,-1 0 0,0 0 0,1 0 0,-1 0 0,0 0 0,1 0 0,-1 0 0,1 0 0,-1 1 0,0-1 0,1 0 0,-2 1 0,1 0 244,-1-1 1,1 1-1,-1 0 0,1 0 0,0-1 0,0 1 0,-1 0 0,1 0 0,0 0 1,0 1-1,0-1 0,0 0 0,0 0 0,0 1 0,0-1 0,0 2 1,1-2-280,0-1 0,-1 1 1,1 0-1,0 0 1,0 0-1,0-1 0,0 1 1,1 0-1,-1 0 1,0 0-1,0-1 1,0 1-1,1 0 0,-1 0 1,0-1-1,1 1 1,-1 0-1,0 0 0,1-1 1,-1 1-1,2 1 1,1 0-31,0 1 0,0-1 1,0 1-1,1-1 0,-1 0 1,0 0-1,1 0 0,0-1 1,-1 1-1,7 1 0,27 5 197,1-2 1,0-1-1,51 0 0,118-11-207,-183 4-70,-19 2-287,39-6 212,-41 6-551,-1-1 0,1 0-1,0 0 1,-1-1 0,1 1-1,-1 0 1,1-1 0,2-2-1,-5 4 577,1 0 0,-1-1-1,0 1 1,0 0 0,1 0-1,-1 0 1,0 0 0,0-1 0,1 1-1,-1 0 1,0 0 0,0 0-1,0-1 1,0 1 0,1 0-1,-1 0 1,0-1 0,0 1 0,0 0-1,0 0 1,0-1 0,0 1-1,0 0 1,0 0 0,0-1-1,1 1 1,-1 0 0,0-1-1,0 1 1,-1 0 0,1 0 0,0-1-1,0 1 1,0 0 0,0-1-1,0 1 1,-11-5-3405,9 4 2866,-17-4-6136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6.355"/>
    </inkml:context>
    <inkml:brush xml:id="br0">
      <inkml:brushProperty name="width" value="0.035" units="cm"/>
      <inkml:brushProperty name="height" value="0.035" units="cm"/>
      <inkml:brushProperty name="color" value="#008C3A"/>
    </inkml:brush>
  </inkml:definitions>
  <inkml:trace contextRef="#ctx0" brushRef="#br0">140 129 6009,'-19'-22'9171,"19"18"-7551,-1 0-1404,-12-64 9745,2 38-4699,10 33-4812,-13 145-353,3-30-116,-39 177-9086,38-229 1284,5-2-5036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7.370"/>
    </inkml:context>
    <inkml:brush xml:id="br0">
      <inkml:brushProperty name="width" value="0.035" units="cm"/>
      <inkml:brushProperty name="height" value="0.035" units="cm"/>
      <inkml:brushProperty name="color" value="#008C3A"/>
    </inkml:brush>
  </inkml:definitions>
  <inkml:trace contextRef="#ctx0" brushRef="#br0">71 0 8061,'-7'43'2152,"14"-15"-372,-4 1-64,-16 88 2317,10-74-3217,-4 3-132,1 5-152,0 1-108,-1-1-264,4 1-328,-3-4-652,0-2-392,2 0-536,1-1-529,-6-2-1795,9 0-3005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7.636"/>
    </inkml:context>
    <inkml:brush xml:id="br0">
      <inkml:brushProperty name="width" value="0.035" units="cm"/>
      <inkml:brushProperty name="height" value="0.035" units="cm"/>
      <inkml:brushProperty name="color" value="#008C3A"/>
    </inkml:brush>
  </inkml:definitions>
  <inkml:trace contextRef="#ctx0" brushRef="#br0">0 46 6997,'2'-3'238,"-1"0"0,1 0 1,0 0-1,0 1 1,0-1-1,0 0 1,0 1-1,1 0 0,-1-1 1,1 1-1,0 0 1,-1 0-1,1 0 1,0 1-1,0-1 0,0 1 1,1 0-1,-1-1 1,0 1-1,0 1 1,1-1-1,3 0 0,5 2 78,0 0-1,0 1 0,0 0 1,0 1-1,-1 0 0,23 11 1,-31-13-285,1 1 0,-1 1 0,1-1 0,-1 0 0,0 1 0,0 0 0,0-1 0,0 1 0,0 0 0,-1 1 0,1-1 0,-1 0 0,0 1 0,0-1 0,0 1 0,-1 0 0,1 0 0,-1 0 0,0-1 0,0 1 0,0 0 0,0 0 0,-1 1 0,0 5 0,0 0 0,-1 0 0,0-1-1,-1 1 1,0 0-1,0-1 1,-1 0 0,-7 16-1,-4 3-296,-19 28 0,-13 26-1143,31-51 676,6-14-173,1 0 0,1 0 0,1 1 0,-6 22 0,12-37-549</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8.124"/>
    </inkml:context>
    <inkml:brush xml:id="br0">
      <inkml:brushProperty name="width" value="0.035" units="cm"/>
      <inkml:brushProperty name="height" value="0.035" units="cm"/>
      <inkml:brushProperty name="color" value="#008C3A"/>
    </inkml:brush>
  </inkml:definitions>
  <inkml:trace contextRef="#ctx0" brushRef="#br0">0 199 4052,'5'0'232,"-1"-1"-1,1 0 0,-1 0 1,1 0-1,-1 0 0,8-4 1,-3 2 107,-6 2 527,0 0-645,6 1-115,0-1 1,0 1-1,0 0 1,0 1-1,10 2 1,-16-2-17,12 56 107,-14-36-166,-1-16-7,0 15 136,2-1 112,-1-16 659,2-3-563,1 1-254,0-1 0,-1-1 0,1 1 0,0 0 0,0-1 0,-1 0 0,1 0 0,0 0 0,-1 0 0,1-1 0,-1 1 0,1-1 0,-1 0 0,0 0 0,0 0-1,0 0 1,0-1 0,0 1 0,0-1 0,-1 0 0,1 0 0,3-5 0,11-15 106,-1-2 0,-1 1 0,-1-2 0,-1 0 0,15-44 0,-26 65-233,31-51-1003,-32 55 993,0 0 0,0-1 0,-1 1 0,1 0-1,1 0 1,-1 0 0,0 0 0,0 0-1,0 0 1,0 0 0,1 0 0,-1 1-1,0-1 1,1 1 0,-1-1 0,1 0 0,-1 1-1,1 0 1,-1-1 0,1 1 0,-1 0-1,1 0 1,-1 0 0,1 0 0,-1 0-1,1 0 1,-1 1 0,1-1 0,-1 0 0,1 1-1,-1-1 1,0 1 0,1-1 0,-1 1-1,0 0 1,3 1 0,0 0-51,1 1 1,-1-1-1,0 1 1,0 0-1,0 1 0,0-1 1,-1 1-1,1 0 1,3 4-1,16 33-1391,-21-38 925,-26-17-4044,22 13 4086,4 0 844,3 0-202,-1 0-1,1 0 1,0 0-1,0 0 1,-1 1-1,1 0 1,0 0-1,0 0 1,-1 1-1,9 1 0,-11-2-132,1 0 235,-1 0-47,5-3 114,-6 3-373,0 0 1,-1 0-1,1 0 1,0 0 0,0 0-1,-1 0 1,1 0-1,0 0 1,-1 0 0,1-1-1,-1 1 1,1 0-1,0-1 1,-1 1 0,1 0-1,-1-1 1,1 1-1,0-1 1,-1 1-1,1-1 1,-1 1 0,0-1-1,1 1 1,-1-1-1,1 1 1,-1-1 0,0 1-1,1-1 1,-1 0-1,0 1 1,0-1-1,1 0 1,-1 1 0,0-1-1,0 0 1,0 1-1,0-1 1,0 0 0,0 0-1,0 1 1,0-1-1,0 0 1,0 1 0,-1-1-1,1-1 1,-4-10-957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3.120"/>
    </inkml:context>
    <inkml:brush xml:id="br0">
      <inkml:brushProperty name="width" value="0.035" units="cm"/>
      <inkml:brushProperty name="height" value="0.035" units="cm"/>
      <inkml:brushProperty name="color" value="#008C3A"/>
    </inkml:brush>
  </inkml:definitions>
  <inkml:trace contextRef="#ctx0" brushRef="#br0">68 132 4748,'-11'3'2397,"10"-4"-2094,1 1 0,-1 0 0,1 0 0,0 0 0,-1-1 0,1 1 1,0 0-1,0 0 0,-1-1 0,1 1 0,0 0 0,0 0 1,-1-1-1,1 1 0,0 0 0,0-1 0,0 1 0,-1 0 0,1-1 1,0 1-1,0 0 0,0-1 0,0 1 0,0-1 0,0 1 0,0 0 1,0-1-1,0 1 0,0-1 0,2-16 9061,1 5-6490,-1 5-3962,-23 5 2066,20 2-932,1 0 0,-1 0 0,1 0 0,-1 0 0,1 0 0,-1 0 0,1 0-1,-1 0 1,1-1 0,-1 1 0,1 0 0,-1 0 0,1 0 0,0 0 0,-1-1 0,1 1 0,-1 0 0,1 0-1,0-1 1,-1 1 0,1 0 0,0-1 0,-1 1 0,1-1 0,0 1 0,-1 0 0,1-1 0,0 1-1,0-1 1,-1 1 0,1 0 0,0-1 0,0 1 0,0-1 0,0 1 0,0-1 0,0 1 0,0-1-1,0 1 1,0-1 0,0 1 0,0-1 0,0 1 0,0-1 0,0 1 0,0-1 0,0 1 0,0 0 0,1-1-1,-1 1 1,0-1 0,0 1 0,1-1 0,-1 1 0,0 0 0,0-1 0,1 1 0,0-1 0,28-30 175,-13 15-28,-15 14 24,18-15-167,-48 189 960,6-39-2381,2-7-1176,12-72-1494,5-35 578,1-1 0,-1 26 0,8 10-7972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4.965"/>
    </inkml:context>
    <inkml:brush xml:id="br0">
      <inkml:brushProperty name="width" value="0.035" units="cm"/>
      <inkml:brushProperty name="height" value="0.035" units="cm"/>
      <inkml:brushProperty name="color" value="#008C3A"/>
    </inkml:brush>
  </inkml:definitions>
  <inkml:trace contextRef="#ctx0" brushRef="#br0">193 84 7241,'-2'-17'1961,"1"14"59,-2 3-78,0 0-1487,1 0 0,-1 0 0,0-1 0,0 1 0,1 0 0,-1-1 0,0 0 0,1 1 0,-1-1 0,1 0 0,-1 0 0,1-1 0,-1 1 0,1 0 0,0-1 0,0 0 0,-1 1 0,1-1 0,0 0 0,1 0 0,-1 0 0,-3-4 0,-2-1 924,-1 1 1,1 0 0,-16-8-1,21 13 97,1 3-1349,-1 0-1,0 1 1,1-1 0,-1 1 0,1-1-1,0 1 1,0 0 0,0 0 0,0-1 0,0 1-1,1 0 1,-1 0 0,1 0 0,0 0-1,0 4 1,-1 0-51,-24 155-110,0-10-3828,22-129 2760,-8 78-4844,10-32-1331,6 1-4245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3.835"/>
    </inkml:context>
    <inkml:brush xml:id="br0">
      <inkml:brushProperty name="width" value="0.035" units="cm"/>
      <inkml:brushProperty name="height" value="0.035" units="cm"/>
      <inkml:brushProperty name="color" value="#008C3A"/>
    </inkml:brush>
  </inkml:definitions>
  <inkml:trace contextRef="#ctx0" brushRef="#br0">1 74 10857,'0'-2'2120,"1"-2"-1740,0 1-1,0 0 1,0-1 0,1 1 0,-1 0 0,1 0 0,0 0 0,0 0 0,0 0 0,0 0 0,0 0 0,1 1 0,-1-1 0,1 1 0,0-1 0,-1 1 0,1 0 0,0 0 0,4-1 0,0 0-131,-1 1-1,1-1 1,0 1-1,0 1 1,0-1-1,0 1 1,0 1-1,0-1 1,10 2-1,-7-1-195,0 1-1,0 0 1,0 1 0,0 0-1,0 0 1,0 1 0,-1 0-1,0 1 1,1 0 0,-1 1-1,-1 0 1,1 0 0,14 12-1,-21-13-31,1-1-1,-1 1 1,0 0-1,0 0 1,0 0-1,0 0 1,-1 0-1,1 0 1,-1 1-1,0-1 1,-1 0-1,1 1 1,0 6-1,-1 0 11,-1 0 0,1 0 0,-1-1 0,-4 13 0,1-8 81,-1 0-1,0-1 1,-2 1-1,1-2 1,-14 21-1,-49 62 1071,64-89-1085,-132 157 2774,134-161-2725,1 0 1,0 0 0,-1 0-1,1 0 1,1 1 0,-1-1-1,-1 5 1,2-7-99,1 0 1,0 0-1,0 0 0,0-1 1,-1 1-1,1 0 0,0 0 1,0 0-1,0 0 0,1 0 1,-1 0-1,0 0 0,0 0 1,0-1-1,1 1 0,-1 0 1,0 0-1,1 0 0,-1 0 1,1-1-1,0 2 0,2 0 21,-1 0 0,1 0 0,0-1 0,1 1 0,-1-1-1,0 0 1,0 0 0,1 0 0,-1 0 0,0 0 0,1-1 0,-1 0-1,1 1 1,-1-1 0,4-1 0,67-1 89,116-18 0,-84 7-577,106-17-2202,-14 2-3113,-67 17-3699,-63 12-2089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5.396"/>
    </inkml:context>
    <inkml:brush xml:id="br0">
      <inkml:brushProperty name="width" value="0.035" units="cm"/>
      <inkml:brushProperty name="height" value="0.035" units="cm"/>
      <inkml:brushProperty name="color" value="#008C3A"/>
    </inkml:brush>
  </inkml:definitions>
  <inkml:trace contextRef="#ctx0" brushRef="#br0">112 23 11433,'0'0'13,"3"11"4613,-4-12-4230,0 0 0,1 0 0,-1 0-1,0 0 1,1 0 0,-1 0 0,0 0 0,0 0-1,0 1 1,0-1 0,0 0 0,0 1-1,0-1 1,0 0 0,-2 0 0,11-6 644,-8 6-1006,1 0 0,-1 1 0,0-1 0,1 0 0,-1 0 0,1 1 0,-1-1 0,1 1 0,-1-1 0,1 0 0,0 1 0,-1-1 0,1 1 0,0-1 0,-1 1 0,1 0 0,0-1 0,-1 1 0,1 0 0,0-1-1,0 1 1,0 0 0,-1 0 0,1 0 0,0 0 0,0 0 0,0-1 0,1 2 0,10 0 65,0 1 1,1 0-1,-1 1 0,0 0 0,0 1 0,20 9 0,-27-10-87,0 0-1,0 0 1,-1 0-1,1 0 1,-1 0-1,0 1 1,0 0-1,0 0 1,0 0-1,-1 1 1,1-1-1,-1 1 1,-1 0-1,1 0 0,0 0 1,-1 0-1,0 0 1,2 11-1,-2-9-10,0-1 0,0 1 0,1-1-1,-1 1 1,1-1 0,1 0 0,-1 0-1,10 11 1,41 39-423,-41-45 217,-1 1-1,0 1 1,20 26 0,-31-37 201,0 0 0,0-1 0,-1 1 0,1 0 0,0-1 0,-1 1 0,1 0 0,-1 0 0,0 0 0,1 0 0,-1-1 0,0 1 1,0 0-1,0 0 0,0 0 0,-1 0 0,1 0 0,-1 2 0,-1 0-5,0 0-1,1 0 1,-2 0 0,1 0 0,0-1 0,-1 1 0,1-1 0,-4 4 0,-5 3-30,0-1 1,0 1 0,-1-2-1,-16 10 1,-22 9-900,-1-3-1,0-2 1,-100 27 0,108-32-7062,22-8-1020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5.830"/>
    </inkml:context>
    <inkml:brush xml:id="br0">
      <inkml:brushProperty name="width" value="0.035" units="cm"/>
      <inkml:brushProperty name="height" value="0.035" units="cm"/>
      <inkml:brushProperty name="color" value="#008C3A"/>
    </inkml:brush>
  </inkml:definitions>
  <inkml:trace contextRef="#ctx0" brushRef="#br0">162 21 10073,'-1'0'279,"-1"1"0,1-1 1,0 0-1,0 0 0,0 0 1,-1 0-1,1 0 0,0 0 0,0 0 1,-1 0-1,1 0 0,0-1 1,0 1-1,0 0 0,-1-1 0,1 1 1,0-1-1,0 1 0,0-1 1,0 0-1,0 1 0,0-1 0,0 0 1,0 0-1,0 0 0,1 0 1,-1 1-1,-1-3 0,-4-3 510,4 4 1228,-1 2-1650,1 1 1,0 0-1,0 0 1,0 0-1,0 0 1,1 0-1,-1 0 1,0 0-1,0 1 1,1-1-1,-1 0 0,0 1 1,1 0-1,0-1 1,-1 1-1,1 0 1,0 0-1,0 0 1,0 0-1,-1 2 1,-7 33 971,1 0 0,-3 59 0,9-83-1284,-24 158-4261,15-118-272,3 0 0,-3 99 0,14-86-7665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6.250"/>
    </inkml:context>
    <inkml:brush xml:id="br0">
      <inkml:brushProperty name="width" value="0.035" units="cm"/>
      <inkml:brushProperty name="height" value="0.035" units="cm"/>
      <inkml:brushProperty name="color" value="#008C3A"/>
    </inkml:brush>
  </inkml:definitions>
  <inkml:trace contextRef="#ctx0" brushRef="#br0">14 58 11669,'0'0'4341,"-1"3"-2169,-2 6-1305,1 0 0,0 0 0,0 1 1,1-1-1,0 0 0,0 0 0,1 1 0,0-1 0,2 13 0,0-16-769,-1 0 0,1-1 0,0 1 0,0-1 0,1 1 0,-1-1 0,1 0 0,0 0 0,1 0 0,-1 0 1,1-1-1,0 0 0,0 1 0,1-1 0,-1-1 0,7 5 0,-1-2-187,0 0 1,0-1-1,0-1 1,1 1-1,0-2 1,0 0-1,13 3 1,8-1-641,40 2 0,-51-6 433,1-1 0,0-1-1,0-1 1,-1 0 0,35-10 0,-45 9 240,1-1-1,-1 0 1,0-1-1,-1 0 1,1-1 0,-1 0-1,0 0 1,-1-1-1,1 0 1,-1-1-1,-1 0 1,10-11 0,-11 10 110,3-2 333,-1 0 1,0-1-1,-1 0 1,0-1 0,-1 0-1,0 0 1,-1-1-1,5-16 1,-8 22 91,-1 0-1,1 0 1,1 1 0,0-1-1,7-10 1,-9 15 933,9 32-325,-11-16-1085,-1 0 0,0 0 0,-1-1 0,-6 23 0,-5 32-1587,12-56 606,-1 1 0,-1-1 0,0 0 0,-8 18 0,-6 23-3413,4 5-2720,-2 1-4687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6.922"/>
    </inkml:context>
    <inkml:brush xml:id="br0">
      <inkml:brushProperty name="width" value="0.035" units="cm"/>
      <inkml:brushProperty name="height" value="0.035" units="cm"/>
      <inkml:brushProperty name="color" value="#008C3A"/>
    </inkml:brush>
  </inkml:definitions>
  <inkml:trace contextRef="#ctx0" brushRef="#br0">70 26 7645,'8'-25'2429,"-10"24"-449,-6 14 889,7-11-626,-2-4 1113,-23-5 7012,23 30-9897,2 1 0,0 23 0,0 21-7,-13 44-2290,6-54-2052,2 1 0,3-1 0,6 90 0,6-76-8567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262"/>
    </inkml:context>
    <inkml:brush xml:id="br0">
      <inkml:brushProperty name="width" value="0.035" units="cm"/>
      <inkml:brushProperty name="height" value="0.035" units="cm"/>
      <inkml:brushProperty name="color" value="#008C3A"/>
    </inkml:brush>
  </inkml:definitions>
  <inkml:trace contextRef="#ctx0" brushRef="#br0">53 149 9653,'-1'-4'709,"-1"0"0,0 0 0,1 0-1,0 0 1,0 0 0,0 0 0,0 0 0,1 0 0,0-1 0,0-7 0,0 9-301,1 0 1,-1-1 0,0 1 0,-1 0-1,1 0 1,0 0 0,-1 0 0,0-1 0,0 1-1,0 0 1,0 0 0,0 0 0,-1 1-1,-2-5 1,0 1 678,0 0-1,0 0 1,1 0-1,-6-13 1,8 16 1325,-2 26-1189,1-2-1201,1 0 0,1 0 1,1 0-1,1 0 0,5 21 0,2 29-38,20 164-7146,-22-196 1683,13 48-1,-3-23-6182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7.330"/>
    </inkml:context>
    <inkml:brush xml:id="br0">
      <inkml:brushProperty name="width" value="0.035" units="cm"/>
      <inkml:brushProperty name="height" value="0.035" units="cm"/>
      <inkml:brushProperty name="color" value="#008C3A"/>
    </inkml:brush>
  </inkml:definitions>
  <inkml:trace contextRef="#ctx0" brushRef="#br0">130 29 12481,'1'-2'1965,"14"-24"8683,-5 35-9155,-9-8-1418,0 1 0,0-1 0,-1 1 0,1-1-1,0 1 1,-1-1 0,1 1 0,-1 0 0,1-1 0,-1 1 0,0 0-1,0-1 1,1 1 0,-1 0 0,0-1 0,-1 1 0,1 0 0,0-1-1,0 1 1,-1 0 0,0 2 0,-18 40 961,12-28-771,-9 19 600,-22 36 1,22-45-534,2 1 1,-18 47 0,30-69-312,0 1 1,0 0 0,0 0 0,1 0 0,0 0 0,0 0 0,0 0 0,1 0 0,0 0-1,0 0 1,1 0 0,-1 0 0,1 0 0,1 0 0,-1 0 0,1-1 0,0 1 0,0 0-1,1-1 1,-1 1 0,1-1 0,4 6 0,6 0-43,-1 0 0,2 0 0,-1-2 0,1 0 0,0 0 0,1-1 0,22 8 0,-17-6-42,-12-7-69,-1 1 0,1 0 0,-1 0 0,0 1 0,0 0 0,0 0 0,-1 1 0,11 11 0,-18-15 80,1-1 0,-1 0 0,0 0 0,0 1 0,1-1 1,-1 0-1,0 0 0,0 0 0,0 0 0,0 0 0,0 0 0,-1-1 0,0 2 0,2-2 10,-5 3-287,0 0 0,0 0 0,0-1 0,0 0 0,-1 0 0,1-1 0,0 1-1,-1-1 1,0 0 0,1 0 0,-8-1 0,-62-1-3485,65 1 3347,-27-3-2246,10 0-3987,2-2-3252</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7.531"/>
    </inkml:context>
    <inkml:brush xml:id="br0">
      <inkml:brushProperty name="width" value="0.035" units="cm"/>
      <inkml:brushProperty name="height" value="0.035" units="cm"/>
      <inkml:brushProperty name="color" value="#008C3A"/>
    </inkml:brush>
  </inkml:definitions>
  <inkml:trace contextRef="#ctx0" brushRef="#br0">35 55 11401,'-34'14'11725,"40"-31"-10245,-3 3-300,19 8-268,23 0-211,-4 1-325,10 2-588,9-3-629,4 3-447,9-3-1008,0 4-904,0 2-2725,9 2-5104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636"/>
    </inkml:context>
    <inkml:brush xml:id="br0">
      <inkml:brushProperty name="width" value="0.035" units="cm"/>
      <inkml:brushProperty name="height" value="0.035" units="cm"/>
      <inkml:brushProperty name="color" value="#008C3A"/>
    </inkml:brush>
  </inkml:definitions>
  <inkml:trace contextRef="#ctx0" brushRef="#br0">104 12 12657,'-9'-11'2356,"24"11"7121,-40 19-6408,17-5-2650,0 0 0,1 1-1,1 0 1,0 0 0,1 0 0,-6 30-1,-1 1-2,6-27-327,1 1-1,1 0 1,1 0 0,1 0-1,1 0 1,0 0 0,2 0-1,4 31 1,-4-44-118,1 1-1,-1 0 1,2-1 0,-1 1-1,1-1 1,0 0 0,0 0-1,1 0 1,0 0 0,1 0-1,-1-1 1,1 0-1,0 0 1,1 0 0,-1-1-1,1 0 1,0 0 0,1 0-1,-1 0 1,1-1 0,0-1-1,0 1 1,0-1 0,14 4-1,-9-3-45,0-1 0,1-1 0,-1 0 0,1 0 0,0-2-1,-1 1 1,1-2 0,0 0 0,-1 0 0,1-1 0,0-1 0,-1 0 0,0 0 0,23-11-1,-35 13 72,0 0-1,0 0 0,-1 0 1,1 0-1,0 0 0,0 0 1,0 0-1,-1 0 1,1 0-1,0 0 0,-1 0 1,1 0-1,-1 0 0,0 0 1,1 0-1,-1 1 0,0-2 1,0 1-4,-1-2 5,-1 0-1,0 0 1,1 1-1,-1-1 1,0 1 0,-1-1-1,1 1 1,0 0-1,-1 0 1,1 1 0,-1-1-1,1 1 1,-1-1-1,0 1 1,1 0 0,-1 1-1,-5-2 1,-12 0-285,-41 0-1,56 2 154,-29-1-896,-23 2-1275,17 1-2341,20 2-2129,9 4-4459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8.994"/>
    </inkml:context>
    <inkml:brush xml:id="br0">
      <inkml:brushProperty name="width" value="0.035" units="cm"/>
      <inkml:brushProperty name="height" value="0.035" units="cm"/>
      <inkml:brushProperty name="color" value="#008C3A"/>
    </inkml:brush>
  </inkml:definitions>
  <inkml:trace contextRef="#ctx0" brushRef="#br0">51 41 11549,'-1'-4'2387,"0"1"-1381,-4-16 847,3 5 3978,-15 23-2623,15-8-3054,1 0 0,-1 1 0,0-1 0,1 1 1,-1 0-1,1-1 0,-1 1 0,1 0 0,0 0 1,-1 0-1,1 0 0,0 0 0,0 0 0,1 0 1,-1 1-1,0-1 0,1 0 0,-1 4 0,-1 48 1204,3-35-908,10 226 1571,8-83-4987,-11-55-2216,-7-35-2277,-1-62 5882,2 56-10847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9.386"/>
    </inkml:context>
    <inkml:brush xml:id="br0">
      <inkml:brushProperty name="width" value="0.035" units="cm"/>
      <inkml:brushProperty name="height" value="0.035" units="cm"/>
      <inkml:brushProperty name="color" value="#008C3A"/>
    </inkml:brush>
  </inkml:definitions>
  <inkml:trace contextRef="#ctx0" brushRef="#br0">1 119 12269,'23'-16'697,"-14"10"-234,-1 1-1,1 0 1,0 0-1,0 1 1,12-5-1,32-14 2317,-29 12-815,46-16 0,-63 25-1740,0 0-1,1 1 1,-1 0-1,0 0 1,0 1 0,1 0-1,-1 0 1,0 0 0,0 1-1,1 0 1,10 3 0,-16-2-157,1-1 0,0 0 0,-1 1 0,1 0 1,-1 0-1,0-1 0,0 1 0,1 0 0,-1 1 0,0-1 1,-1 0-1,1 1 0,0-1 0,-1 1 0,1-1 0,-1 1 1,0 0-1,0 0 0,0-1 0,0 1 0,0 0 0,-1 0 1,1 0-1,-1 0 0,0 0 0,0 3 0,0 6 36,0 1 0,-1-1 0,0 0 0,-1 0 0,-3 12 0,0 6-440,1 1 0,1 0-1,2 0 1,1 0 0,2 0 0,6 40-1,-4-45-878,2 29-4728,-4-22 137,2-12-3444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49.559"/>
    </inkml:context>
    <inkml:brush xml:id="br0">
      <inkml:brushProperty name="width" value="0.035" units="cm"/>
      <inkml:brushProperty name="height" value="0.035" units="cm"/>
      <inkml:brushProperty name="color" value="#008C3A"/>
    </inkml:brush>
  </inkml:definitions>
  <inkml:trace contextRef="#ctx0" brushRef="#br0">23 303 13005,'-22'17'2168,"35"-31"141,2 3 11,5-1-340,-1 4-420,12-7-288,26-10-228,-3 5-264,10 0-332,9 0-764,6-6-388,4-3-708,-1-2-812,-2-6-684,9 5-2845,-4 12-4832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9.274"/>
    </inkml:context>
    <inkml:brush xml:id="br0">
      <inkml:brushProperty name="width" value="0.05" units="cm"/>
      <inkml:brushProperty name="height" value="0.05" units="cm"/>
      <inkml:brushProperty name="color" value="#E71224"/>
    </inkml:brush>
  </inkml:definitions>
  <inkml:trace contextRef="#ctx0" brushRef="#br0">0 27 5589,'0'0'6797,"0"-3"-5344,0-3-1361,2-11 2914,2 17-1323,4 9-920,26 36 744,110 164 618,39 73-2967,-154-240-341,-10-16-821,29 31 1,3-7-4934,-20-24-125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9.441"/>
    </inkml:context>
    <inkml:brush xml:id="br0">
      <inkml:brushProperty name="width" value="0.05" units="cm"/>
      <inkml:brushProperty name="height" value="0.05" units="cm"/>
      <inkml:brushProperty name="color" value="#E71224"/>
    </inkml:brush>
  </inkml:definitions>
  <inkml:trace contextRef="#ctx0" brushRef="#br0">623 71 5809,'-1'-3'280,"0"1"0,0-1 0,0 0 1,-1 1-1,1-1 0,-1 1 0,1 0 1,-1 0-1,0-1 0,0 1 1,0 0-1,0 0 0,0 1 0,-1-1 1,1 0-1,0 1 0,-1-1 0,-3 0 1,5 1-86,0 0 0,0 0 0,1 1 0,-1-1 1,0 0-1,1 0 0,-1 0 0,1 0 0,-1 0 0,1 0 1,-1 0-1,1 0 0,-1 0 0,1 0 0,0-2 0,0 3-116,0-1-1,-1 1 1,1-1-1,0 0 0,0 1 1,0-1-1,0 1 0,0-1 1,-1 1-1,1-1 1,0 1-1,0-1 0,-1 1 1,1-1-1,0 1 1,-1-1-1,1 1 0,0-1 1,-1 1-1,1 0 0,-1-1 1,1 1-1,-1 0 1,1-1-1,-1 1 0,1 0 1,-1-1-1,0 1 1,-14 3 221,0 2 0,0-1 1,0 2-1,1 0 0,0 0 1,0 2-1,1-1 0,-1 2 1,2 0-1,-18 16 0,-5 7-194,1 2-1,-34 44 0,-59 88-2699,48-52-3845,28-35-1693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0.603"/>
    </inkml:context>
    <inkml:brush xml:id="br0">
      <inkml:brushProperty name="width" value="0.035" units="cm"/>
      <inkml:brushProperty name="height" value="0.035" units="cm"/>
    </inkml:brush>
  </inkml:definitions>
  <inkml:trace contextRef="#ctx0" brushRef="#br0">55 31 4728,'-24'9'1467,"39"-25"867,-12 14-753,-27-8 246,16 8 1325,-9-7-2138,39 10 62,11 2-1097,130 7-1324,-86-4-249,-55-5 17,0 0 1,0 2-1,34 8 1,-21 0-3353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0.829"/>
    </inkml:context>
    <inkml:brush xml:id="br0">
      <inkml:brushProperty name="width" value="0.035" units="cm"/>
      <inkml:brushProperty name="height" value="0.035" units="cm"/>
    </inkml:brush>
  </inkml:definitions>
  <inkml:trace contextRef="#ctx0" brushRef="#br0">1 9 4620,'25'0'4001,"-6"-6"-3865,4 3-12,-8 6-124,5-3-336,2 0-576,0 0-1293,13 0-239</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203"/>
    </inkml:context>
    <inkml:brush xml:id="br0">
      <inkml:brushProperty name="width" value="0.035" units="cm"/>
      <inkml:brushProperty name="height" value="0.035" units="cm"/>
    </inkml:brush>
  </inkml:definitions>
  <inkml:trace contextRef="#ctx0" brushRef="#br0">101 4 4624,'-36'-1'1658,"-19"-2"2444,45 5-387,24 3 1552,64 13-4647,1-4-1,86 4 1,158-6-2919,-261-12 1336,189-7-7565,-166 9 2077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30.966"/>
    </inkml:context>
    <inkml:brush xml:id="br0">
      <inkml:brushProperty name="width" value="0.035" units="cm"/>
      <inkml:brushProperty name="height" value="0.035" units="cm"/>
    </inkml:brush>
  </inkml:definitions>
  <inkml:trace contextRef="#ctx0" brushRef="#br0">32 15 3264,'0'0'2793,"-16"-6"-4622,0-3 601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37.071"/>
    </inkml:context>
    <inkml:brush xml:id="br0">
      <inkml:brushProperty name="width" value="0.035" units="cm"/>
      <inkml:brushProperty name="height" value="0.035" units="cm"/>
    </inkml:brush>
  </inkml:definitions>
  <inkml:trace contextRef="#ctx0" brushRef="#br0">1 10180 27542,'10179'-10179'0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48.350"/>
    </inkml:context>
    <inkml:brush xml:id="br0">
      <inkml:brushProperty name="width" value="0.035" units="cm"/>
      <inkml:brushProperty name="height" value="0.035" units="cm"/>
    </inkml:brush>
  </inkml:definitions>
  <inkml:trace contextRef="#ctx0" brushRef="#br0">4 47 5236,'-4'-17'11049,"15"9"-10490,-8 5-509,1 1 0,0 0 0,0 0 0,1 0 0,-1 1 0,0-1 0,1 1 0,-1 0 0,9 0-1,49-2-70,-34 3-49,85-2-1964,176 21 1,-283-18 1966,0 0 0,0 0 0,0 0 0,-1 1 0,1 0 0,-1 0 0,1 0 0,-1 1 0,0 0 1,9 6-1,-12-7 51,0-1 0,0 1 1,-1 0-1,1 0 1,-1 0-1,1 1 0,-1-1 1,0 0-1,0 0 1,0 1-1,0-1 0,0 1 1,0-1-1,-1 1 1,1-1-1,-1 1 0,0-1 1,0 1-1,0 0 1,0-1-1,0 1 0,0-1 1,-1 1-1,1-1 1,-1 1-1,0-1 0,-1 5 1,-12 28-2,-2-1 0,-1-1 0,-30 46 1,-78 89-1543,41-69-2757,45-56 1230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49.516"/>
    </inkml:context>
    <inkml:brush xml:id="br0">
      <inkml:brushProperty name="width" value="0.035" units="cm"/>
      <inkml:brushProperty name="height" value="0.035" units="cm"/>
    </inkml:brush>
  </inkml:definitions>
  <inkml:trace contextRef="#ctx0" brushRef="#br0">90 3 5845,'-1'0'183,"1"-1"0,0 1 1,0 0-1,-1 0 1,1 0-1,0-1 0,-1 1 1,1 0-1,0 0 1,-1 0-1,1 0 0,-1 0 1,1 0-1,0 0 1,-1 0-1,1 0 0,0 0 1,-1 0-1,1 0 1,-1 0-1,1 0 0,0 0 1,-1 0-1,1 0 1,0 0-1,-1 0 0,1 0 1,0 1-1,-1-1 1,1 0-1,0 0 0,-1 1 1,1-1-1,0 0 1,0 0-1,-1 1 0,-6 18 1422,2 33-2229,5-47 1089,-3 65 35,1 28 84,-5 0 1,-26 135-1,28-214-445,2-7 101,-1 1-1,2-1 1,0 1-1,0-1 1,1 1-1,1 0 1,0 0-1,0 0 1,4 13-1,-4-26-230,0 1 0,0-1 0,0 1 0,0-1 0,1 1-1,-1-1 1,0 1 0,0-1 0,1 1 0,-1-1 0,1 0 0,-1 1 0,0-1 0,1 0 0,-1 1-1,1-1 1,-1 0 0,0 1 0,1-1 0,-1 0 0,1 0 0,-1 1 0,1-1 0,-1 0 0,1 0-1,-1 0 1,1 0 0,-1 0 0,1 0 0,0 0 0,-1 0 0,1 0 0,-1 0 0,1 0 0,27-10 56,37-32-502,-50 31 182,26-17-507,255-172-7963,-172 121 2648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7.792"/>
    </inkml:context>
    <inkml:brush xml:id="br0">
      <inkml:brushProperty name="width" value="0.035" units="cm"/>
      <inkml:brushProperty name="height" value="0.035" units="cm"/>
    </inkml:brush>
  </inkml:definitions>
  <inkml:trace contextRef="#ctx0" brushRef="#br0">217 628 14193,'-3'0'1880,"1"0"-1618,0 0 1,0 0 0,1 1-1,-1-1 1,0 0-1,1 1 1,-1 0 0,0-1-1,1 1 1,-1 0-1,1-1 1,-1 1 0,1 0-1,0 0 1,-1 0-1,1 1 1,0-1 0,-1 0-1,1 0 1,0 1-1,0-1 1,-1 3 0,0 2 24,1 0 0,-1 0 0,1 0 0,0 1 0,1-1 0,0 8 0,-4 27-397,-1 1 0,-21 79 0,-38 81-2814,27-90 554,3-15 79,33-93 2315,4-7 332,8-16-58,0-1 1,-1 1 0,-1-2-1,0 0 1,-2 0-1,6-28 1,2-1-18,81-308 922,-19 59-251,-52 218-465,57-125-1,-76 193-445,1-1 1,0 2-1,1-1 0,1 1 0,0 0 1,0 1-1,16-14 0,-20 20-29,0 1-1,0 0 1,1 1-1,-1-1 1,1 1-1,0 1 1,0-1-1,0 1 1,0 0-1,0 0 1,1 0-1,-1 1 1,0 0-1,1 0 1,-1 1-1,1 0 1,-1 0-1,1 0 1,9 3-1,-8-2-6,-1 1 0,1 0 0,0 0 0,-1 1-1,1 0 1,-1 0 0,0 1 0,0 0 0,0 0 0,-1 1 0,1 0 0,-1 0-1,0 0 1,-1 1 0,1 0 0,-1 0 0,0 0 0,0 1 0,-1 0-1,0 0 1,0 0 0,5 15 0,-2 6 0,-1 0-1,-1 0 1,-1 1 0,0 35 0,-2-23 2,9 47 0,-8-75-15,0 1 1,1-1-1,0 0 1,1 0-1,0-1 1,1 0 0,12 17-1,26 32-35,-18-26-12,26 46 0,-50-78 51,0 0 0,-1 0-1,1 0 1,-1 1-1,0-1 1,0 0 0,0 1-1,-1-1 1,1 1-1,-1-1 1,0 1 0,0-1-1,0 1 1,0-1-1,-1 1 1,-1 6 0,0-5 6,0 0 1,0 0-1,0-1 1,-1 1-1,0 0 1,0-1-1,0 0 1,-1 0-1,1 0 1,-6 4-1,-10 7-117,0-1-1,-1 0 1,-1-2-1,-24 11 1,19-10-318,-62 38-2736,36-15-3992,39-23-1051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291"/>
    </inkml:context>
    <inkml:brush xml:id="br0">
      <inkml:brushProperty name="width" value="0.035" units="cm"/>
      <inkml:brushProperty name="height" value="0.035" units="cm"/>
    </inkml:brush>
  </inkml:definitions>
  <inkml:trace contextRef="#ctx0" brushRef="#br0">1 409 8549,'64'-10'2415,"0"-3"0,67-22 0,-32 7-1065,-84 25-1126,-1-1 1,0-1-1,0 0 0,-1-1 0,1 0 1,-2-1-1,1-1 0,-1 0 0,0-1 0,0 0 1,-1 0-1,0-1 0,-1-1 0,0 0 0,-1-1 1,13-19-1,-22 28-169,1 0 1,-1 0-1,0 0 1,0 0-1,0 0 1,0 0-1,-1 0 0,1 0 1,-1 0-1,0 0 1,1 0-1,-2 1 1,-1-6-1,2 7-40,0 0 0,1 0 1,-1 0-1,0 0 0,0 0 1,0 0-1,-1 0 0,1 0 0,0 0 1,0 0-1,0 1 0,-1-1 0,1 1 1,0-1-1,-1 1 0,1-1 0,0 1 1,-1 0-1,1-1 0,-1 1 0,-1 0 1,-1 0 4,0 1 1,1-1 0,-1 1 0,1 0-1,-1 0 1,1 0 0,-1 0 0,-4 3 0,0 1 8,0 0 0,0 0 0,1 0 0,-1 1 0,-12 14 0,16-15-21,0 1 0,0-1 0,0 1 0,0 0 0,1 1 0,0-1 0,1 1 1,-1-1-1,1 1 0,0 0 0,1-1 0,0 1 0,-1 12 0,2-16-7,0 1-1,0-1 1,1 1 0,-1-1 0,1 0-1,0 1 1,0-1 0,0 0-1,0 0 1,1 0 0,-1 0-1,1 0 1,0 0 0,0 0-1,0 0 1,0 0 0,0-1-1,1 1 1,-1-1 0,1 0 0,0 0-1,-1 0 1,1 0 0,0 0-1,0-1 1,0 1 0,1-1-1,-1 0 1,5 2 0,0-1 5,0 0 0,-1-1 0,1 0 0,0 0 0,1-1 0,-1 0 0,0 0 0,0-1-1,0 0 1,0 0 0,-1-1 0,1 0 0,0-1 0,-1 1 0,13-7 0,-11 4 51,0 0 0,-1-1 1,1 0-1,-1-1 0,0 0 0,-1 0 0,0 0 0,0-1 0,0 0 0,-1 0 0,10-19 0,20-36 633,19-40 1277,-53 99-1889,0-1-1,1 1 1,-1 0-1,1 0 1,0 0-1,0 0 1,0 0-1,1 1 1,0-1-1,-1 1 1,1 0-1,0 0 1,0 1-1,5-3 0,-6 4-56,-1 0 0,1 0 0,0 0 0,-1 0 0,1 1 0,0 0 0,0-1 0,-1 1 0,1 0 0,0 0 0,0 1 0,-1-1 0,1 0 0,0 1 0,0 0 0,-1 0 0,1-1 0,-1 2 0,1-1 0,3 2 0,0 0 16,3 1-7,0 1 0,0 1 0,0-1 0,0 1 0,-1 1 0,0 0 0,-1 0 0,1 0 0,-1 1 0,-1 0 0,1 0 1,-1 1-1,-1 0 0,6 12 0,-7-13-19,-1-1 0,0 1 1,0 0-1,-1 0 0,0 0 1,0 1-1,-1-1 0,0 0 1,-1 1-1,0-1 0,0 1 1,0-1-1,-1 0 0,-1 1 1,1-1-1,-1 0 0,-6 15 1,-1-7-7,-1 0 0,0-1 0,-1 0 0,-1 0 0,0-2 1,-25 23-1,17-17-989,-31 39 1,21-21-3266,50-38-244,-8-2 2566,0-1 0,0 0 0,18-9 0,13-11-5003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443"/>
    </inkml:context>
    <inkml:brush xml:id="br0">
      <inkml:brushProperty name="width" value="0.035" units="cm"/>
      <inkml:brushProperty name="height" value="0.035" units="cm"/>
    </inkml:brush>
  </inkml:definitions>
  <inkml:trace contextRef="#ctx0" brushRef="#br0">70 0 12677,'-1'2'220,"0"0"0,0 0-1,0 0 1,0-1 0,0 1-1,-1 0 1,1-1 0,-1 1 0,1-1-1,-1 1 1,1-1 0,-1 0 0,0 0-1,1 1 1,-1-1 0,0 0-1,0-1 1,0 1 0,-3 1 0,5-2-195,-1 0 91,-1 1 1,1-1-1,0 1 0,0-1 1,-1 1-1,1 0 0,0 0 1,0-1-1,0 1 1,0 0-1,0 0 0,0 0 1,0 0-1,0 0 0,1 1 1,-1-1-1,0 0 1,0 0-1,1 0 0,-1 1 1,1-1-1,-1 0 0,1 2 1,-4 11 628,1 0 1,0 0 0,1 1-1,1-1 1,0 0 0,1 1-1,2 19 1,28 190 2123,-2-75-4006,-26-141 965,5 31-2074,4 57 0,-10-80 491,-1 1 0,-1-1 0,-4 23 0,0-9-3356,4-8-2697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8.581"/>
    </inkml:context>
    <inkml:brush xml:id="br0">
      <inkml:brushProperty name="width" value="0.035" units="cm"/>
      <inkml:brushProperty name="height" value="0.035" units="cm"/>
    </inkml:brush>
  </inkml:definitions>
  <inkml:trace contextRef="#ctx0" brushRef="#br0">16 275 12153,'-9'-14'2036,"2"0"-380,14-3-351,12-12-253,3 9-536,19-3-576,4 0-884,9-5-653,15-7-867,17 1-1480,16-3-2781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128"/>
    </inkml:context>
    <inkml:brush xml:id="br0">
      <inkml:brushProperty name="width" value="0.035" units="cm"/>
      <inkml:brushProperty name="height" value="0.035" units="cm"/>
    </inkml:brush>
  </inkml:definitions>
  <inkml:trace contextRef="#ctx0" brushRef="#br0">457 456 9333,'-5'1'755,"0"0"1,0 0 0,0-1-1,0 0 1,0 0-1,0 0 1,0-1-1,-1 1 1,1-1-1,0-1 1,0 1 0,-7-4-1,9 4 343,12-22 534,-4 11-1329,0 1-1,1 0 1,1 0-1,-1 0 1,2 1-1,10-12 1,-7 8 269,-1 1 0,13-24 0,3-12 655,-2-1-1,-2-1 1,19-71-1,-87 404 144,16-76-700,-64 176-583,-24-7-19,-40 139-642,133-426 3,14-52-425,0 1 0,2 0 0,2 1 0,-3 62-1,17-122-458,-1-16 1151,-2 1 0,-2-1 0,-1 0 0,-2 0 0,-8-52-1,-6-1 68,-32-105-1,41 175 236,0 0 2,0-1 0,2 1 0,-4-34-1,8 49-1,0 0-1,0 0 1,0 0-1,1 0 0,0 1 1,0-1-1,1 0 1,-1 0-1,1 0 0,0 1 1,1-1-1,0 1 1,0 0-1,0 0 0,0 0 1,1 0-1,6-8 0,5 0 4,1 1-1,0 0 0,0 1 0,1 0 1,0 2-1,32-14 0,2 4-20,62-14-1,-23 10 89,0 4-1,2 5 1,106-4-1,-187 18 108,0 0 0,0 1 0,0 0 0,-1 1 0,1 0 0,-1 1 0,14 4 0,-22-6-101,0 0 0,0 0-1,0 0 1,0 0 0,0 0 0,0 1 0,-1-1 0,1 1-1,0-1 1,-1 1 0,1 0 0,-1-1 0,1 1-1,-1 0 1,0 0 0,2 3 0,-3-2-35,0-1 0,1 0 0,-1 0 0,0 0 0,0 1 0,0-1 0,-1 0 0,1 0 0,0 0 0,-1 1 0,0-1 0,1 0 0,-1 0 0,0 0 0,0 0 0,0 0 0,0 0 0,-1 0 0,1-1 0,-3 4 0,-8 13-225,1 1 0,-13 30 0,-2 9-5029,24-47 464,6 2 2483,-2-7 259,2 20-6800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371"/>
    </inkml:context>
    <inkml:brush xml:id="br0">
      <inkml:brushProperty name="width" value="0.035" units="cm"/>
      <inkml:brushProperty name="height" value="0.035" units="cm"/>
    </inkml:brush>
  </inkml:definitions>
  <inkml:trace contextRef="#ctx0" brushRef="#br0">1 4 6681,'15'-2'401,"0"1"0,0 1 1,0 0-1,0 1 0,0 0 1,-1 1-1,1 1 1,0 1-1,-1 0 0,0 1 1,0 0-1,0 1 0,0 1 1,-1 0-1,24 17 1,-34-22 198,7 7 972,-9-8-1460,-1 0-1,1 0 0,0 0 1,-1 0-1,1 0 1,0 1-1,-1-1 0,0 0 1,1 0-1,-1 0 0,0 1 1,0-1-1,1 0 0,-1 1 1,0-1-1,0 0 0,0 0 1,-1 1-1,1-1 1,0 0-1,0 0 0,-1 1 1,0 1-1,-14 39 1313,5-15-1088,-27 179 911,19-87-4148,16-106 1423,0-1-1,1 1 0,1-1 0,2 24 0,3 4-6197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9.510"/>
    </inkml:context>
    <inkml:brush xml:id="br0">
      <inkml:brushProperty name="width" value="0.035" units="cm"/>
      <inkml:brushProperty name="height" value="0.035" units="cm"/>
    </inkml:brush>
  </inkml:definitions>
  <inkml:trace contextRef="#ctx0" brushRef="#br0">1 180 12453,'69'-31'2000,"-34"17"-308,-3-3-359,6 2-233,0 1-324,10 0-368,6-6-520,9 2-740,17 4-1064,-1 0-3061,7 5-3944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0.223"/>
    </inkml:context>
    <inkml:brush xml:id="br0">
      <inkml:brushProperty name="width" value="0.035" units="cm"/>
      <inkml:brushProperty name="height" value="0.035" units="cm"/>
    </inkml:brush>
  </inkml:definitions>
  <inkml:trace contextRef="#ctx0" brushRef="#br0">1 980 6313,'0'0'2048,"2"3"-61,0-1-1575,0 0 1,0 1-1,0-1 0,0 0 0,0 0 0,1-1 0,-1 1 0,1 0 1,-1-1-1,1 0 0,0 1 0,-1-1 0,5 1 0,-2-2-73,-1 1-1,1-1 0,-1-1 1,1 1-1,-1-1 1,1 0-1,-1 0 0,1 0 1,-1 0-1,7-4 0,2 0 67,-1-1-1,1 0 0,-1-2 0,0 1 0,0-1 0,-1-1 0,-1 0 0,1-1 0,-1 0 0,-1 0 0,0-1 0,0 0 0,-1-1 0,10-19 0,-1-4-12,-1-1 0,-3 0 1,0-1-1,7-45 0,1-7-162,94-350 297,-109 410-517,-4 20-5,0 0 0,0 0 0,1 0 0,7-14 1,-9 20 14,-2 8 20,-34 152 282,-13 161 0,44-281-316,1 0-1,2 0 1,2 0 0,2 0-1,11 64 1,-10-87-90,-1 0 0,1-1 0,1 1 0,1-1 0,0 0 0,0 0 0,2-1 1,-1 0-1,1 0 0,1 0 0,0-1 0,1-1 0,0 0 0,1 0 0,0-1 0,0 0 0,21 12 1,-12-11-109,0-1 1,0-1-1,1 0 1,0-2-1,1 0 1,-1-2 0,1 0-1,0-2 1,37 1-1,6-6-58,123-23-1,-10 0 1244,-159 25-969,1 2-1,-1 0 1,1 2-1,-1 0 1,0 1-1,0 0 1,-1 2-1,31 13 1,-23-10-684,-18-6 99,0 0-1,0-1 0,0-1 0,0 1 0,1-1 0,-1 0 1,0-1-1,1 0 0,-1-1 0,0 1 0,0-1 0,1-1 1,-1 0-1,10-3 0,-11 2 3,-2 2 44,0 0 1,0-1-1,0 0 0,0 0 1,-1-1-1,6-3 0,-9 5 387,1 0 0,-1-1 0,0 1-1,1-1 1,-1 1 0,0-1 0,0 1 0,0-1-1,-1 0 1,1 0 0,0 0 0,-1 1 0,1-1-1,-1 0 1,1 0 0,-1 0 0,0 0-1,0 0 1,0-3 0,-5-149-4970,7 113 2321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0.589"/>
    </inkml:context>
    <inkml:brush xml:id="br0">
      <inkml:brushProperty name="width" value="0.035" units="cm"/>
      <inkml:brushProperty name="height" value="0.035" units="cm"/>
    </inkml:brush>
  </inkml:definitions>
  <inkml:trace contextRef="#ctx0" brushRef="#br0">0 157 4868,'132'-38'9823,"-76"17"-5342,59-33 0,-37 17-1851,-76 36-2680,0 0-1,1 0 1,-1 0 0,0 0 0,0 1-1,1-1 1,-1 1 0,1-1-1,-1 1 1,0 0 0,1 0 0,-1 0-1,0 0 1,1 1 0,-1-1-1,0 1 1,4 0 0,-2 1-80,0 1 0,1-1 0,-1 1 0,0 0-1,-1 0 1,6 6 0,12 9-383,3-1-152,0-1 0,2-1 0,-1-2-1,2 0 1,30 10 0,143 31-4367,-59-31 2413,-88-15 3876,-64-3 266,10-4-1427,1 0 1,-1-1-1,0 1 0,0-1 0,0 1 0,0-1 1,0 1-1,0-1 0,0 0 0,0 1 1,0-1-1,-1 0 0,1 0 0,0 0 0,0 0 1,0 0-1,0 0 0,-2 0 0,-31-7 978,31 6-735,0 0-790,-26-8-6915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7.841"/>
    </inkml:context>
    <inkml:brush xml:id="br0">
      <inkml:brushProperty name="width" value="0.035" units="cm"/>
      <inkml:brushProperty name="height" value="0.035" units="cm"/>
    </inkml:brush>
  </inkml:definitions>
  <inkml:trace contextRef="#ctx0" brushRef="#br0">1199 103 7333,'-42'-21'1444,"3"1"1975,-54-20-1,77 35-3024,1 1 1,-1 0-1,0 1 0,0 1 0,0 0 0,0 1 1,-20 1-1,1 3 17,1 1 1,-59 15-1,78-15-318,1 1 0,-1 0 0,1 1 0,0 1 0,1 0 0,-1 1 0,1 0 0,-16 14 0,27-20-75,-1 0 0,1 1 0,-1 0 0,1-1 0,0 1 0,0 0 1,0 0-1,0 1 0,1-1 0,-1 0 0,1 0 0,0 1 0,0-1 1,0 1-1,0-1 0,1 1 0,-1-1 0,1 1 0,0-1 0,0 1 1,0 0-1,1-1 0,-1 1 0,1-1 0,0 1 0,0-1 0,0 1 1,0-1-1,1 0 0,-1 0 0,4 5 0,6 10 9,1-2 1,0 0-1,1 0 0,22 20 1,-12-12 19,0 1-31,-1 1 1,-1 1-1,-2 0 1,-1 2-1,-1 0 1,-1 1-1,-2 1 1,-1 0-1,-1 0 1,-2 2-1,-1-1 1,-1 1-1,-2 0 1,-2 1-1,1 34 1,-6-22-42,-2-1 0,-1 1 0,-3-1 1,-1 0-1,-3-1 0,-1 0 0,-3-1 1,-1 0-1,-2-1 0,-2-1 0,-2-1 0,-29 41 1,9-20-35,-4-2 0,-2-3 0,-66 62 1,-178 134-25,270-234 97,-9 6 230,1 2 1,-40 45-1,73-73-214,0-1 0,0 2 0,0-1 0,0 0 0,1 1 0,-1-1 0,0 1 0,4-1 0,10-4 3,132-80 114,-109 60-128,1 1 1,2 3-1,64-25 0,-100 44-19,-1 1-1,1 1 1,-1 0-1,1 0 1,0 0-1,-1 0 1,1 1-1,0 0 1,0 1-1,-1 0 1,1 0-1,0 0 1,9 3-1,-11-2 8,0 1 1,0-1-1,-1 1 0,1 0 0,-1 0 0,1 0 0,-1 1 0,0-1 0,0 1 1,0 0-1,-1 0 0,0 0 0,1 1 0,-1 0 0,-1-1 0,5 10 0,0 5 31,0 1 0,-1 0 1,-1 0-1,-2 0 0,1 1 0,-2-1 0,-1 1 0,-2 36 0,-6 15 66,-19 82-1,11-71-59,2-6 1,2 1 0,1 115-1,10-167-37,2 0-1,1 0 1,1 0-1,1 0 1,1-1-1,2 0 1,0 0-1,1-1 1,2 0-1,1-1 1,18 30-1,-11-27-272,1 0 0,2-1-1,0-2 1,1 0 0,1-1-1,2-1 1,0-2 0,1 0-1,0-2 1,2-1 0,0-1-1,1-2 1,53 17-1,-29-14-2964,0-2-1,58 7 1,-31-12-3783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08.943"/>
    </inkml:context>
    <inkml:brush xml:id="br0">
      <inkml:brushProperty name="width" value="0.035" units="cm"/>
      <inkml:brushProperty name="height" value="0.035" units="cm"/>
    </inkml:brush>
  </inkml:definitions>
  <inkml:trace contextRef="#ctx0" brushRef="#br0">296 237 6649,'-1'-2'166,"0"0"1,1 0-1,-1 0 1,1 0-1,0 0 1,-1 0-1,1 0 1,0-1-1,0 1 1,0 0-1,1 0 0,-1 0 1,1 0-1,-1 0 1,1 0-1,-1 0 1,1 0-1,0 0 1,0 0-1,0 0 1,0 0-1,0 1 1,1-1-1,-1 0 1,3-2-1,6-7 733,0 1-1,20-16 1,-14 12-296,-1 0-282,1 1 0,1 1 1,0 0-1,0 2 0,1-1 0,0 2 0,1 1 0,0 0 1,0 1-1,39-8 0,-52 14-300,-1 0 0,1 1-1,-1-1 1,1 1 0,-1 0 0,1 1-1,-1-1 1,1 1 0,-1 0 0,0 0 0,1 1-1,-1 0 1,0 0 0,0 0 0,0 0-1,0 1 1,-1 0 0,1 0 0,-1 0 0,1 0-1,-1 1 1,0 0 0,0 0 0,-1 0-1,1 0 1,-1 1 0,5 7 0,-3-2 18,0 1 0,-1 0 0,0 0-1,-1 0 1,0 0 0,-1 0 0,0 1 0,-1-1 0,0 1 0,-1 0 0,0-1 0,-2 13-1,-9 38 211,-2 0 0,-3-1 0,-28 69-1,-16 59 322,42-123-409,3 0 0,-10 120 0,24-164-140,0 0 1,2-1-1,1 1 1,1 0-1,0 0 1,2-1-1,0 0 0,2 0 1,0 0-1,1-1 1,1 0-1,20 32 1,-20-40-8,0 0 0,1-1 0,1 0 1,-1 0-1,2-1 0,-1-1 1,1 0-1,1 0 0,24 12 1,-14-11 1,0 0 1,1-1-1,0-2 1,0 0-1,28 3 1,-38-8 0,1-1 0,-1 0 0,0-1 0,1-1 0,-1 0 1,0-1-1,1-1 0,-1 0 0,0-1 0,22-9 1,-25 9 58,0-2 1,0 1-1,-1-2 1,1 1-1,-2-2 1,1 1-1,-1-1 1,0-1 0,0 1-1,-1-1 1,0-1-1,10-16 1,-16 22 30,-1-1 0,1 0 0,0 1 0,-1-1 0,0 0 1,0 0-1,-1 0 0,1 0 0,-1 0 0,0 0 0,-1 0 0,1 0 1,-1 0-1,0 0 0,0 0 0,0 0 0,-1 1 0,0-1 0,1 0 0,-2 1 1,1-1-1,-1 1 0,1 0 0,-1 0 0,0 0 0,-1 0 0,1 0 1,-7-4-1,6 5-5,-1 1-1,0 0 1,0 1 0,0-1 0,-1 1 0,1 0 0,0 0-1,0 0 1,-1 1 0,1 0 0,0 0 0,-1 1 0,1-1-1,0 1 1,0 0 0,-1 0 0,1 1 0,-7 3 0,-3 1 129,0 0 1,0 2 0,1-1 0,-23 18 0,19-10-51,2 0 0,0 1 0,0 1 0,2 0 0,0 1 0,1 0 0,1 2 0,0-1 0,-13 35 0,8-13 100,2 2 0,1 0 1,-13 82-1,18-57-157,4 1-1,2-1 1,8 86 0,37 203 345,-32-287-451,-2-17-65,-2 2-1,-2-1 1,-3 0 0,-7 63 0,3-97 26,0 1 1,-1-2-1,-1 1 1,-1 0 0,-1-1-1,-1 0 1,0-1-1,-1 0 1,-1 0-1,-1-1 1,-1 0 0,0-1-1,-1 0 1,-19 18-1,9-14-91,-1 0-1,-1-2 0,-1-1 0,-28 14 0,-115 46-1790,157-72 1664,-14 6-719,-1-2 0,0-1 0,0-2 0,-1 0 0,-35 2 0,33-6-2731,0-2 0,-44-4-1,25-3-6028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1.901"/>
    </inkml:context>
    <inkml:brush xml:id="br0">
      <inkml:brushProperty name="width" value="0.035" units="cm"/>
      <inkml:brushProperty name="height" value="0.035" units="cm"/>
    </inkml:brush>
  </inkml:definitions>
  <inkml:trace contextRef="#ctx0" brushRef="#br0">22 94 4372,'0'0'988,"-1"-2"-161,0 0-660,-1 0-1,2 1 1,-1-1-1,0 0 1,0 0 0,1 0-1,-1 0 1,1 0-1,-1 0 1,1 0-1,0 0 1,0 0 0,0 0-1,0-1 1,0 1-1,0 0 1,1 0-1,-1 0 1,1 0-1,-1 0 1,4-5 4503,-5 6-4628,1 1 0,0-1-1,-1 0 1,1 1-1,0-1 1,-1 0 0,1 1-1,-1-1 1,1 1 0,-1-1-1,1 1 1,-1-1-1,1 1 1,-1-1 0,0 1-1,1-1 1,-1 1 0,0 0-1,1-1 1,-1 1 0,0 0-1,1 0 1,-2-1-1,-2-1 773,19-1-488,107-12-63,0 6 1,154 8-1,-257 2-401,-16 0 70,-21 23-1099,7-18 977,1-1 0,-1 0 1,0-1-1,0 0 0,-1-1 0,1 0 1,-1-1-1,1 0 0,-20 0 0,-25-3-42,-82-12 0,80 1 234,41 8 87,-1 0 0,-35-2 1,50 6 86,0-1-81,-26-6 158,26 6 412,9 1-566,253-7-62,16 0-5703,-250 7 2851,-2 0-864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2.910"/>
    </inkml:context>
    <inkml:brush xml:id="br0">
      <inkml:brushProperty name="width" value="0.035" units="cm"/>
      <inkml:brushProperty name="height" value="0.035" units="cm"/>
    </inkml:brush>
  </inkml:definitions>
  <inkml:trace contextRef="#ctx0" brushRef="#br0">7 233 4396,'-1'0'558,"0"-1"-1,1 0 1,-1 0 0,1 0-1,-1 0 1,1 0-1,-1 0 1,1 0-1,-1 0 1,1 0-1,0 0 1,0 0-1,0 0 1,-1-2-1,7-13 2679,-4 13-2882,0 0 0,1 0 0,0 0 0,-1 1 0,1-1 1,8-5 3611,-17 53-3283,4-36-543,1 1 0,-1-1 0,1 18 0,2-13-76,11 132 450,-10-126-490,2 0 1,1 0 0,0-1-1,2 0 1,10 23 0,-9-26-4,0 0 0,1 0 0,1-1 1,1-1-1,19 23 0,-26-33-13,0 0 0,0-1-1,1 1 1,-1-1 0,1 0 0,0 0 0,0-1 0,0 1-1,0-1 1,0 0 0,0-1 0,1 1 0,-1-1 0,1 0 0,-1 0-1,1-1 1,-1 1 0,1-1 0,-1-1 0,1 1 0,-1-1-1,8-1 1,-3-1-3,0-1 1,0 0-1,-1 0 0,1-1 0,-1-1 0,0 1 0,-1-1 0,1-1 1,-1 1-1,-1-2 0,13-13 0,-7 5-20,0 0 0,-2 0-1,0-2 1,-1 1 0,9-23 0,-2-5-2,-3 0 1,-1-2-1,10-80 0,-21 113 10,-1 1 0,-1 0 0,0 0 0,0 0 0,-2 0 0,0 0 0,0 0 0,-1 0 0,0 0 0,-1 1 0,-7-14 0,9 20 6,-1 1 0,0-1 1,0 1-1,0 0 0,-1 0 0,0 0 0,0 0 1,0 0-1,0 1 0,-1 0 0,0 0 0,0 0 0,0 0 1,0 1-1,-1 0 0,1 0 0,-1 1 0,0-1 1,1 1-1,-1 0 0,-1 1 0,1 0 0,0-1 1,0 2-1,-7-1 0,-4 2-47,-1 1 0,1 1 0,0 1 0,0 0 0,0 1 0,1 1-1,0 0 1,0 1 0,0 1 0,1 0 0,0 2 0,-14 11 0,22-17-247,0 0 0,1 0 1,0 1-1,0 0 0,0 0 0,1 0 0,0 1 0,0 0 1,0 0-1,1 0 0,-1 1 0,2 0 0,-6 11 0,6-10-813,-6 25-1676,13-6-3242,2-13-480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096"/>
    </inkml:context>
    <inkml:brush xml:id="br0">
      <inkml:brushProperty name="width" value="0.035" units="cm"/>
      <inkml:brushProperty name="height" value="0.035" units="cm"/>
    </inkml:brush>
  </inkml:definitions>
  <inkml:trace contextRef="#ctx0" brushRef="#br0">7 58 8761,'3'-14'2184,"3"-1"7845,-15 1-10037,2 0-320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558"/>
    </inkml:context>
    <inkml:brush xml:id="br0">
      <inkml:brushProperty name="width" value="0.035" units="cm"/>
      <inkml:brushProperty name="height" value="0.035" units="cm"/>
    </inkml:brush>
  </inkml:definitions>
  <inkml:trace contextRef="#ctx0" brushRef="#br0">93 43 4644,'0'0'7847,"-8"-20"-5407,5 12 2410,2 7-4768,1 0 0,-1 0 1,1 0-1,-1 0 0,0 0 0,1 1 0,-1-1 0,0 0 0,1 0 1,-1 1-1,0-1 0,0 0 0,0 1 0,0-1 0,0 1 0,0-1 1,0 1-1,0-1 0,0 1 0,0 0 0,0 0 0,0-1 0,0 1 1,0 0-1,0 0 0,0 0 0,0 0 0,-2 0 0,1 2-28,0-1-1,-1 0 1,1 1 0,0-1-1,0 1 1,0-1 0,0 1-1,0 0 1,1 0-1,-1 0 1,1 0 0,-1 0-1,1 0 1,-2 3-1,-1 1-28,1 0-1,0 0 1,0 1-1,0-1 1,1 1-1,0-1 0,0 1 1,1 0-1,0 0 1,0 0-1,0 0 1,1 0-1,0 0 1,1-1-1,-1 1 0,1 0 1,1 0-1,-1 0 1,1 0-1,0-1 1,1 1-1,-1-1 0,1 0 1,5 8-1,6 7-4,2-1 0,0 0 0,1-1 0,1 0 0,23 17 0,11 9 14,-22-20-70,44 47 1,-71-69 32,0 1 0,0 0 0,-1-1 0,0 1 0,0 0 0,0 0 0,0 1 0,-1-1 0,1 0 0,-1 1 0,0-1 0,-1 0 0,1 1 0,-1-1 0,1 1 0,-2-1 0,1 1 0,0-1 0,-1 1 0,0-1 0,0 1 0,0-1 0,0 0 0,-1 1 0,0-1 0,1 0 0,-2 0 0,-4 7 0,-1 0-112,0 0 1,-1 0-1,0-1 1,-1 0-1,0 0 1,0-1-1,-1-1 1,-13 9-1,-33 17-3506,56-34 3343,-1 0 0,1 0 0,0 0 1,-1-1-1,1 1 0,0 0 0,0-1 1,-1 1-1,1-1 0,0 1 0,0-1 1,0 0-1,0 0 0,0 1 0,0-1 1,0 0-1,0 0 0,0 0 0,0 0 1,0 0-1,-1-2 0,-2-20-3686,7-12-1899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3.757"/>
    </inkml:context>
    <inkml:brush xml:id="br0">
      <inkml:brushProperty name="width" value="0.035" units="cm"/>
      <inkml:brushProperty name="height" value="0.035" units="cm"/>
    </inkml:brush>
  </inkml:definitions>
  <inkml:trace contextRef="#ctx0" brushRef="#br0">27 228 6109,'-2'0'262,"1"0"1,0-1-1,-1 1 1,1 0 0,0-1-1,-1 1 1,1-1-1,0 0 1,0 1 0,0-1-1,-1 0 1,1 0 0,0 0-1,0 0 1,0 0-1,0 0 1,0 0 0,1 0-1,-1 0 1,0 0 0,1-1-1,-1 1 1,0 0-1,0-3 1,1 2-55,1 0 0,0 0-1,-1-1 1,1 1 0,0 0 0,0 0 0,0 0-1,0 0 1,0 0 0,1 0 0,-1 0 0,1 1-1,-1-1 1,1 0 0,2-1 0,7-6 95,-1 0 1,1 1-1,1 1 1,-1 0-1,15-6 1,4-4 32,108-52 238,-91 51-3034,0 4-3937</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14.496"/>
    </inkml:context>
    <inkml:brush xml:id="br0">
      <inkml:brushProperty name="width" value="0.035" units="cm"/>
      <inkml:brushProperty name="height" value="0.035" units="cm"/>
    </inkml:brush>
  </inkml:definitions>
  <inkml:trace contextRef="#ctx0" brushRef="#br0">1512 265 4420,'-36'5'450,"28"-3"-268,-1-1 1,1 0 0,-1 0-1,0-1 1,1 0 0,-1-1 0,0 0-1,1 0 1,-10-3 0,-18-1 587,1 1 0,-1 1 0,0 2 0,0 2 1,-40 5-1,31-1-390,0 2 1,0 2 0,1 2 0,0 1-1,1 3 1,0 1 0,1 3-1,1 1 1,1 2 0,1 1-1,1 2 1,1 2 0,-34 33 0,20-9 5,2 3 1,2 1 0,3 2 0,2 2 0,3 2 0,3 2 0,2 1 0,3 2 0,3 0-1,3 2 1,4 1 0,2 1 0,-15 107 0,29-138-337,2 0 0,2 0 0,2 0 0,1 0-1,2 0 1,9 40 0,-7-53-37,1 0-1,1 0 1,2-1-1,0 0 1,2-1-1,1 0 1,0-1-1,2 0 1,28 33-1,-11-23-25,1-2 0,1-2 1,1-1-1,2-2 0,1-1 0,1-2 1,0-1-1,65 23 0,4-5-88,2-6 0,132 24 1,-152-42 74,2-4 0,-1-4-1,1-4 1,0-4 0,0-4 0,100-18 0,-87 4 27,-1-5-1,-2-5 1,0-3-1,-2-6 1,96-49-1,-139 58 28,-1-3 0,-2-3-1,-1-2 1,-2-2 0,-1-2-1,-3-2 1,64-73 0,-88 87-9,-2-1 0,-1-1 0,-2 0 1,0-2-1,-2 0 0,14-44 1,-21 49-17,-1-1 1,-2 0-1,-1-1 0,-1 1 1,-2-1-1,-1 0 1,-1 1-1,-6-48 1,-3 21-7,-4 0 1,-1 0 0,-3 1-1,-2 1 1,-3 1 0,-49-86-1,15 46-4,-5 2-1,-113-129 0,122 159-67,-3 3-1,-3 2 0,-2 3 1,-132-89-1,155 119-180,-1 2 0,-2 2 1,0 1-1,-57-16 1,66 25-157,-1 1 1,0 2-1,0 1 1,0 2-1,-1 1 1,-50 5-1,44 0-778,0 2 0,0 2-1,1 1 1,0 3 0,0 0-1,-46 24 1,-4 17-5246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1.151"/>
    </inkml:context>
    <inkml:brush xml:id="br0">
      <inkml:brushProperty name="width" value="0.035" units="cm"/>
      <inkml:brushProperty name="height" value="0.035" units="cm"/>
    </inkml:brush>
  </inkml:definitions>
  <inkml:trace contextRef="#ctx0" brushRef="#br0">45 1 3140,'34'0'893,"-27"0"3033,-9 1-3856,-25 25-347,-7 4-2474,12-18 734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5.232"/>
    </inkml:context>
    <inkml:brush xml:id="br0">
      <inkml:brushProperty name="width" value="0.035" units="cm"/>
      <inkml:brushProperty name="height" value="0.035" units="cm"/>
    </inkml:brush>
  </inkml:definitions>
  <inkml:trace contextRef="#ctx0" brushRef="#br0">401 21 6621,'28'14'5895,"-25"-15"-4684,12 0-459,-1 0 0,1 1 0,0 1-1,0 0 1,-1 1 0,1 0 0,0 2-1,17 5 1,-23-7-520,0-1 1,0-1-1,0 1 0,0-1 1,0-1-1,13-2 0,-19 3-160,54-15 576,-54 14-330,-4-2-290,-7-28 48,-11 30-56,14 1 31,-1 0 0,1 1 0,-1-1 0,1 1-1,-1 0 1,1 1 0,0 0 0,-1-1 0,1 1 0,-7 5 0,-51 33 873,32-19-414,20-15-346,-266 182 2708,246-164-2683,2 2 1,0 0 0,2 2 0,1 1 0,2 1 0,-34 52-1,55-77-177,1 0-1,-1-1 0,1 1 0,0 0 1,0 0-1,0 0 0,1 1 1,0-1-1,0 0 0,0 1 0,0-1 1,1 0-1,0 1 0,0-1 0,1 1 1,-1-1-1,1 0 0,1 0 0,-1 1 1,1-1-1,-1 0 0,1 0 1,1 0-1,-1 0 0,1-1 0,0 1 1,0-1-1,0 1 0,1-1 0,-1 0 1,1 0-1,0-1 0,0 1 0,0-1 1,1 0-1,-1 0 0,1 0 1,6 2-1,9 5-52,1-2 1,0 0-1,0-1 0,1-2 1,0 0-1,0-1 1,0-1-1,42 0 0,-11-4-305,0-3-1,83-15 1,-84 8-407,66-21 1,-96 24 238,0 0 1,0-2-1,-1-1 1,-1-1-1,27-19 1,17-19-3093,-25 17-3861,-24 19-2564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5.698"/>
    </inkml:context>
    <inkml:brush xml:id="br0">
      <inkml:brushProperty name="width" value="0.035" units="cm"/>
      <inkml:brushProperty name="height" value="0.035" units="cm"/>
    </inkml:brush>
  </inkml:definitions>
  <inkml:trace contextRef="#ctx0" brushRef="#br0">0 75 11153,'2'-2'2212,"4"-1"-700,-1-1 0,0 1 0,-1-1 1,9-9-1,-10 10-1300,0 1-1,1-1 1,-1 1 0,1 0 0,0 0-1,-1 0 1,1 0 0,0 1 0,0-1-1,0 1 1,1 0 0,-1 0 0,0 1-1,5-1 1,3-1 146,52-7 41,0 3 0,0 3 0,75 6 0,-127-3-462,301 13-3328,-103 0-5840,-102-5-1156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296"/>
    </inkml:context>
    <inkml:brush xml:id="br0">
      <inkml:brushProperty name="width" value="0.035" units="cm"/>
      <inkml:brushProperty name="height" value="0.035" units="cm"/>
    </inkml:brush>
  </inkml:definitions>
  <inkml:trace contextRef="#ctx0" brushRef="#br0">382 35 7921,'-26'-7'2117,"20"5"3242,7 1-5186,-1 0-1,0 0 0,0 0 1,0 0-1,0 0 0,0 0 0,-1 1 1,1-1-1,0 0 0,0 0 1,-1 0-1,1 0 0,0 0 0,-1 0 1,1 0-1,-1 0 0,1 1 0,-1-1 1,1 0-1,-1 0 0,0 1 1,1-1-1,-1 0 0,0 1 0,0-1 1,1 1-1,-1-1 0,0 1 1,0-1-1,0 1 0,0 0 0,0-1 1,0 1-1,0 0 0,0 0 1,1 0-1,-1-1 0,0 1 0,0 0 1,0 0-1,0 0 0,0 1 1,0-1-1,0 0 0,0 0 0,0 0 1,0 1-1,-1-1 0,-3 2 137,1 0-1,-1-1 1,1 1 0,-1 1-1,1-1 1,0 1-1,-1-1 1,-5 7-1,-17 19 509,1 0-1,2 2 1,-27 43 0,-50 107 391,93-164-1216,1 0 1,1 0-1,0 1 1,2 0 0,0 0-1,0 0 1,2 1-1,0-1 1,1 1-1,1 0 1,1-1-1,0 1 1,1-1-1,6 22 1,-7-34-62,1 0 0,0 0-1,1 0 1,-1 0 0,1-1 0,0 1 0,0-1 0,0 1 0,1-1 0,-1-1-1,1 1 1,0 0 0,0-1 0,8 6 0,-4-5-40,0 0 0,0 0 0,0-1 0,0 0 1,0-1-1,1 0 0,-1 0 0,15 1 0,-10-2 22,-1 0-1,1-2 1,0 1-1,-1-2 1,1 1-1,0-2 1,-1 0-1,0 0 1,0-1-1,0-1 1,0 0-1,17-10 1,-18 8 46,-1-1 0,-1 0 0,0-1 0,0 0 0,0-1 1,-1 1-1,-1-2 0,0 1 0,10-19 0,-9 12 40,-1 0 0,-1-1-1,0 0 1,-1 0 0,-1 0-1,2-21 1,-4 14-26,0 0 0,-2 0 0,-1 0-1,-1 0 1,-1 0 0,-1 0 0,-2 0 0,0 1 0,-17-42 0,22 62-262,-1 1 0,1 0 0,-1 0-1,1-1 1,-1 1 0,0 0 0,0 1 0,-1-1 0,1 0 0,0 1 0,-1-1 0,0 1 0,1-1-1,-1 1 1,0 0 0,0 1 0,-4-3 0,3 6-4378,-3 9 104,0 1-5155</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459"/>
    </inkml:context>
    <inkml:brush xml:id="br0">
      <inkml:brushProperty name="width" value="0.035" units="cm"/>
      <inkml:brushProperty name="height" value="0.035" units="cm"/>
    </inkml:brush>
  </inkml:definitions>
  <inkml:trace contextRef="#ctx0" brushRef="#br0">32 14 11521,'-22'-3'1860,"12"-8"1669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725"/>
    </inkml:context>
    <inkml:brush xml:id="br0">
      <inkml:brushProperty name="width" value="0.035" units="cm"/>
      <inkml:brushProperty name="height" value="0.035" units="cm"/>
    </inkml:brush>
  </inkml:definitions>
  <inkml:trace contextRef="#ctx0" brushRef="#br0">463 7 9545,'0'0'172,"-1"-1"-1,1 1 1,-1-1 0,1 1 0,-1-1 0,1 1-1,-1-1 1,0 1 0,1-1 0,-1 1 0,0 0-1,1-1 1,-1 1 0,0 0 0,0 0-1,1-1 1,-1 1 0,0 0 0,0 0 0,1 0-1,-1 0 1,0 0 0,0 0 0,-1 1 0,-30 1 3834,9 0-1543,15-2-1929,-1 1 1,0 0 0,1 0 0,-1 1 0,1 0 0,-1 0 0,-15 8 0,-54 30 1848,76-39-2305,-17 10 339,0 1-1,1 1 1,1 1 0,0 0-1,1 1 1,-28 33 0,35-37-323,0 1 0,1 1 0,1-1 0,0 1 0,0 0 1,2 1-1,-1 0 0,2 0 0,0 0 0,0 0 0,-1 19 1,5-13-58,1 0 1,0 0 0,2-1 0,0 1-1,11 33 1,4 21-466,10 32-3386,-28-106 3674,-1 1-1,1 0 1,0-1-1,0 1 0,0-1 1,0 1-1,-1-1 1,1 1-1,0 0 0,0-1 1,-1 1-1,1-1 1,0 1-1,-1-1 0,1 0 1,-1 1-1,1-1 0,-1 1 1,1-1-1,0 0 1,-1 1-1,0-1 0,1 0 1,-1 1-1,1-1 1,-1 0-1,0 0 0,-14 5-2363,-16-17-6475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6.879"/>
    </inkml:context>
    <inkml:brush xml:id="br0">
      <inkml:brushProperty name="width" value="0.035" units="cm"/>
      <inkml:brushProperty name="height" value="0.035" units="cm"/>
    </inkml:brush>
  </inkml:definitions>
  <inkml:trace contextRef="#ctx0" brushRef="#br0">0 15 9961,'35'-9'6344,"-16"6"-4871,0 0-337,3 6-272,1 0-156,5 6-176,17 8-352,-4-6-560,3 6-824,1-2-852,2 2-3153,-5 3-4156</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7.280"/>
    </inkml:context>
    <inkml:brush xml:id="br0">
      <inkml:brushProperty name="width" value="0.035" units="cm"/>
      <inkml:brushProperty name="height" value="0.035" units="cm"/>
    </inkml:brush>
  </inkml:definitions>
  <inkml:trace contextRef="#ctx0" brushRef="#br0">13 115 8897,'-1'-3'2191,"-9"-29"5168,9 29-7042,1 0-1,0 0 0,-1 0 1,1 1-1,1-1 1,-1 0-1,0 0 1,1-3-1,0 3-229,0 1 0,0-1 0,1 1 0,-1 0 0,0-1 0,1 1 0,0 0 0,-1 0 0,1 0 0,0 0 0,0 0 0,0 1 0,0-1 0,0 1 0,1-1 0,-1 1 0,0 0 0,1 0 0,-1 0 0,1 0 0,-1 0 0,1 0 0,3 0 0,9-2-261,-1 0 0,1 1 0,-1 1 0,1 1 0,0 0 0,0 0 0,19 4 0,-13 0-3046,-1 1-1,30 11 0,-15-3-6124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7.422"/>
    </inkml:context>
    <inkml:brush xml:id="br0">
      <inkml:brushProperty name="width" value="0.035" units="cm"/>
      <inkml:brushProperty name="height" value="0.035" units="cm"/>
    </inkml:brush>
  </inkml:definitions>
  <inkml:trace contextRef="#ctx0" brushRef="#br0">7 89 10089,'-6'-29'2324,"9"43"-220,0 4 3185,13-27-4641,3 0-296,0 1-512,0-4-520,3 1-952,13-12-689,-3 12-2359,6 2-3669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28.077"/>
    </inkml:context>
    <inkml:brush xml:id="br0">
      <inkml:brushProperty name="width" value="0.035" units="cm"/>
      <inkml:brushProperty name="height" value="0.035" units="cm"/>
    </inkml:brush>
  </inkml:definitions>
  <inkml:trace contextRef="#ctx0" brushRef="#br0">61 15 10901,'0'0'1940,"-13"-5"-380,0-4 449,-6 12-5038,4 0-847</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0.189"/>
    </inkml:context>
    <inkml:brush xml:id="br0">
      <inkml:brushProperty name="width" value="0.035" units="cm"/>
      <inkml:brushProperty name="height" value="0.035" units="cm"/>
    </inkml:brush>
  </inkml:definitions>
  <inkml:trace contextRef="#ctx0" brushRef="#br0">125 0 7585,'-1'0'249,"0"1"0,0-1 1,1 0-1,-1 1 1,0-1-1,1 0 0,-1 1 1,0-1-1,1 1 0,-1-1 1,1 1-1,-1-1 0,1 1 1,-1 0-1,1-1 1,-1 1-1,1 0 0,0-1 1,-1 1-1,1 0 0,0-1 1,-1 1-1,1 0 0,0 0 1,0 1-1,19-2 8528,4-1-10188,44 2 1867,1 4 0,-1 3 0,-1 2 0,96 28 0,-144-32-434,8 1-33,0 2 1,29 13-1,-49-19 2,-1 0-1,1 0 1,0 1 0,-1-1-1,0 1 1,0 1 0,0-1 0,0 1-1,-1-1 1,1 1 0,-1 1 0,0-1-1,-1 0 1,5 10 0,-7-12 8,-1 1 1,1-1-1,-1 0 1,0 1-1,0-1 1,0 0 0,0 1-1,0-1 1,-1 0-1,0 0 1,1 1-1,-1-1 1,0 0-1,-1 0 1,1 0-1,-1 0 1,-2 5-1,-39 52 31,31-45-27,-18 24 264,-1-1-1,-3-2 1,0-1-1,-3-2 1,0-1-1,-2-2 1,-2-2-1,0-2 1,-2-1-1,-85 35 0,115-55-120,-194 69 1835,204-73-2107,4 1-225,0 0 1,0 0 0,0 0 0,1 0 0,-1-1-1,1 1 1,-1 0 0,1 0 0,0-1-1,3 3 1,-1-4-779,16-5-431,-4-2-7275,-5 0-1325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203"/>
    </inkml:context>
    <inkml:brush xml:id="br0">
      <inkml:brushProperty name="width" value="0.035" units="cm"/>
      <inkml:brushProperty name="height" value="0.035" units="cm"/>
    </inkml:brush>
  </inkml:definitions>
  <inkml:trace contextRef="#ctx0" brushRef="#br0">173 43 6785,'-17'27'15313,"10"-16"-13069,2-4-4138,-12 19 2402,-1-2-1,-22 24 1,32-37-384,0 0-1,1 1 1,0-1-1,0 1 1,2 1 0,0-1-1,0 1 1,1 0 0,0 0-1,1 0 1,1 1 0,0-1-1,1 1 1,0-1 0,1 1-1,3 18 1,-1-24-117,0 0 0,1-1 1,0 1-1,0-1 0,1 0 0,0 0 0,0 0 1,0 0-1,1-1 0,0 1 0,1-1 0,8 8 1,-5-7-85,-1 0 1,1 0-1,0-1 0,1 0 1,-1 0-1,1-1 1,0-1-1,14 5 1,-13-6 7,0 0 1,0-1 0,0 0 0,0-1-1,0-1 1,0 0 0,0 0 0,0-1-1,0 0 1,0-1 0,-1 0-1,1-1 1,17-6 0,-19 5 67,-1-1 0,1 1 0,-1-2 1,0 1-1,0-1 0,-1 0 0,0 0 0,0-1 0,0 0 0,-1-1 1,0 1-1,-1-1 0,1 0 0,-2-1 0,9-17 0,-10 13 50,1 0-1,-2 0 0,0-1 1,-1 1-1,0-1 1,-1 1-1,0-1 1,-4-23-1,3 27-38,-2-10 8,-1 1 0,0 0-1,-1 0 1,-1 0 0,-1 1 0,-1 0 0,0 0 0,-2 0 0,0 2 0,0-1 0,-19-21 0,24 33-146,-1 0 1,1 0-1,-1 1 0,0-1 0,0 1 1,-1 0-1,-8-3 0,7 3-101,5 2-43,-1 0 1,1 1 0,0 0 0,-1 0 0,1 0 0,-1 0 0,1 1 0,-1-1 0,0 1 0,1 0 0,-1 0 0,1 0-1,-1 0 1,-4 2 0,-24 8-7154,9 0-2017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368"/>
    </inkml:context>
    <inkml:brush xml:id="br0">
      <inkml:brushProperty name="width" value="0.035" units="cm"/>
      <inkml:brushProperty name="height" value="0.035" units="cm"/>
    </inkml:brush>
  </inkml:definitions>
  <inkml:trace contextRef="#ctx0" brushRef="#br0">42 23 11877,'-10'-23'5229,"-6"29"-9686,1 0 769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665"/>
    </inkml:context>
    <inkml:brush xml:id="br0">
      <inkml:brushProperty name="width" value="0.035" units="cm"/>
      <inkml:brushProperty name="height" value="0.035" units="cm"/>
    </inkml:brush>
  </inkml:definitions>
  <inkml:trace contextRef="#ctx0" brushRef="#br0">394 12 10945,'-29'-2'2374,"23"1"-263,3-1-1436,-1 1-1,1 0 1,-1 0 0,1 0-1,-1 0 1,0 0 0,-4 0-1,-2 3-232,1 1-1,-1 0 1,0 0 0,1 1-1,0 0 1,0 0-1,-10 8 1,11-8-122,-11 8-28,1 1 1,0 1 0,1 0-1,1 1 1,0 1 0,2 0-1,-1 1 1,2 1 0,0 0 0,1 1-1,1 1 1,1-1 0,-10 29-1,15-33-239,1 0-1,0 0 0,1 1 0,1-1 0,1 1 0,0 0 1,1-1-1,0 1 0,1 0 0,1-1 0,7 27 1,5 6-342,2 0 1,29 58 0,-34-83 13,10 36-1407,-21-58 1603,-1 0-1,1-1 0,-1 1 0,1 0 0,-1-1 0,1 1 1,-1-1-1,1 1 0,-1-1 0,1 1 0,-1-1 0,0 0 1,1 1-1,-1-1 0,1 0 0,-1 1 0,0-1 0,0 0 0,1 0 1,-1 0-1,0 1 0,0-1 0,0 0-177,-2 1-19,1 0 1,0-1-1,0 1 1,0-1-1,0 0 0,-1 1 1,1-1-1,0 0 1,0 0-1,-1 0 0,1-1 1,0 1-1,0 0 1,0-1-1,-1 1 0,-2-2 1,-21-12-7351,11 5-1568</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1.822"/>
    </inkml:context>
    <inkml:brush xml:id="br0">
      <inkml:brushProperty name="width" value="0.035" units="cm"/>
      <inkml:brushProperty name="height" value="0.035" units="cm"/>
    </inkml:brush>
  </inkml:definitions>
  <inkml:trace contextRef="#ctx0" brushRef="#br0">1 18 7229,'6'-17'1612,"0"28"-220,4 0-492,9-8-72,0-3-156,3 0-236,0 3-424,1 0-428,2 0-384,-3-3-844,4 0-1400,-7 3-1149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149"/>
    </inkml:context>
    <inkml:brush xml:id="br0">
      <inkml:brushProperty name="width" value="0.035" units="cm"/>
      <inkml:brushProperty name="height" value="0.035" units="cm"/>
    </inkml:brush>
  </inkml:definitions>
  <inkml:trace contextRef="#ctx0" brushRef="#br0">7 31 4588,'0'0'14586,"-1"-2"-14158,-4-24 195,4 23-409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1.063"/>
    </inkml:context>
    <inkml:brush xml:id="br0">
      <inkml:brushProperty name="width" value="0.035" units="cm"/>
      <inkml:brushProperty name="height" value="0.035" units="cm"/>
    </inkml:brush>
  </inkml:definitions>
  <inkml:trace contextRef="#ctx0" brushRef="#br0">0 69 4156,'23'-20'3829,"8"12"-2537,-21-4-1112,-1 1-336,4 2-344,-3 1-988</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090"/>
    </inkml:context>
    <inkml:brush xml:id="br0">
      <inkml:brushProperty name="width" value="0.035" units="cm"/>
      <inkml:brushProperty name="height" value="0.035" units="cm"/>
    </inkml:brush>
  </inkml:definitions>
  <inkml:trace contextRef="#ctx0" brushRef="#br0">331 32 5857,'0'0'6462,"1"-3"-5444,8-25 9993,-14 29-10480,-4 2-367,-1 0 1,1 1-1,0 1 1,0 0-1,0 0 1,1 1-1,0 0 1,0 0-1,0 0 1,1 1-1,0 1 0,-7 8 1,-15 21 381,-31 51-1,47-68-430,-3 3-222,2 1 0,0 0 1,2 1-1,1 1 0,1 0 1,1 0-1,1 1 0,1 0 0,2 0 1,-4 49-1,10 15-4106,0-25-3226,-3-46 2547,-1 0-2629</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358"/>
    </inkml:context>
    <inkml:brush xml:id="br0">
      <inkml:brushProperty name="width" value="0.035" units="cm"/>
      <inkml:brushProperty name="height" value="0.035" units="cm"/>
    </inkml:brush>
  </inkml:definitions>
  <inkml:trace contextRef="#ctx0" brushRef="#br0">0 56 6441,'14'-8'736,"0"0"1,1 1 0,0 1 0,0 0 0,0 1 0,1 1 0,-1 0 0,1 1 0,0 1 0,0 0-1,0 1 1,18 2 0,-12 0-906,0 1 1,0 1-1,0 1 0,0 1 0,-1 0 1,1 2-1,-1 1 0,25 13 0,-40-19-446,18 12 206,-23-13 26,0 0 0,0 0 1,-1 0-1,1 0 0,0 0 0,0 0 1,-1 0-1,1 0 0,0 0 0,-1 1 0,1-1 1,-1 0-1,1 2 0,2 11-4751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0.508"/>
    </inkml:context>
    <inkml:brush xml:id="br0">
      <inkml:brushProperty name="width" value="0.035" units="cm"/>
      <inkml:brushProperty name="height" value="0.035" units="cm"/>
    </inkml:brush>
  </inkml:definitions>
  <inkml:trace contextRef="#ctx0" brushRef="#br0">22 60 6005,'-18'-6'1804,"15"2"2721,29-1 1645,-13 3-7544,139-9 2944,-45 5-2107,-6-8-3371,-62 8-477,5 0-2501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6.285"/>
    </inkml:context>
    <inkml:brush xml:id="br0">
      <inkml:brushProperty name="width" value="0.035" units="cm"/>
      <inkml:brushProperty name="height" value="0.035" units="cm"/>
    </inkml:brush>
  </inkml:definitions>
  <inkml:trace contextRef="#ctx0" brushRef="#br0">359 83 4252,'0'0'1083,"-10"-18"522,8 10 7364,2 5-8720,1 0-1,-1 0 0,0-1 0,1 1 0,-2 0 0,1 0 0,0 0 0,0 0 0,-1 0 0,0 0 0,1 0 0,-1 0 0,0 0 0,-1 0 0,1 0 0,-4-5 2694,0 10-2887,-10 3 54,1 1 0,-1 0 0,2 1-1,-1 0 1,1 2 0,0-1 0,0 1-1,-11 12 1,5-2 250,1 1-1,1 0 0,1 1 0,-22 40 1,33-53-283,-10 16 205,2 0 0,1 1 0,-16 45 0,23-52-207,2-1 1,0 1-1,1 0 1,0 0-1,2 0 1,0 1-1,1-1 0,6 34 1,-4-42-58,0-1 1,1 0 0,0 0-1,0 0 1,1 0 0,0-1-1,1 0 1,0 0-1,0 0 1,0 0 0,1-1-1,0-1 1,1 1 0,12 8-1,-13-10-9,0-1-1,0 0 0,1 0 1,-1-1-1,1 0 1,0 0-1,0-1 1,0 0-1,1 0 1,-1-1-1,0 0 0,0-1 1,1 0-1,-1 0 1,1 0-1,14-4 1,-12 1-8,0-1 0,0 0 0,-1-1 0,1 0 0,-1-1 0,-1 0 0,1 0 0,-1-1 0,0-1 0,0 1 1,7-10-1,8-10-4,-2-1 0,23-35 1,-34 45-7,-1 1 0,-1-1 1,-1-1-1,0 0 1,-1 0-1,-1 0 1,-1-1-1,-1 0 1,3-29-1,-6 36 6,0 1 1,-1-1-1,-1 0 0,0 1 1,0-1-1,-2 0 0,1 1 1,-1 0-1,-1 0 0,-1 0 1,1 0-1,-2 0 0,1 1 1,-2 0-1,0 0 0,-9-11 1,-32-20-103,46 40 28,-16 1-233,16 1 178,0 0 0,0 0 1,0-1-1,0 1 0,0 1 1,0-1-1,0 0 1,0 0-1,0 1 0,0-1 1,0 1-1,0 0 0,0-1 1,0 1-1,0 0 0,0 0 1,1 0-1,-1 0 1,0 1-1,-2 2 0,-16 12-1764,5-6-929,1 2-1,1 0 1,-17 18-1,21-14-5444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695"/>
    </inkml:context>
    <inkml:brush xml:id="br0">
      <inkml:brushProperty name="width" value="0.035" units="cm"/>
      <inkml:brushProperty name="height" value="0.035" units="cm"/>
    </inkml:brush>
  </inkml:definitions>
  <inkml:trace contextRef="#ctx0" brushRef="#br0">96 119 7989,'0'0'6046,"-2"-2"-4421,-6-7-399,0 1-1,0 0 1,-1 0-1,0 1 1,-12-7-1,19 13-356,-16-7 847,17 8-1613,1 0-1,-1-1 1,1 1 0,-1 0-1,1 0 1,-1 0-1,1 0 1,0 0-1,-1 0 1,1-1-1,-1 1 1,1 0 0,0 0-1,-1-1 1,1 1-1,0 0 1,-1-1-1,1 1 1,0 0 0,0-1-1,-1 1 1,1 0-1,0-1 1,0 1-1,0-1 1,-1 1-1,1 0 1,0-1 0,0 1-1,0-1 1,0 1-1,0-1 1,0 1-1,0 0 1,0-1-1,0 0 1,14-10 657,33-4-1142,12 8-2314,64-1 1,-62 7-2098,0 3-3282,-30 1-453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8.866"/>
    </inkml:context>
    <inkml:brush xml:id="br0">
      <inkml:brushProperty name="width" value="0.035" units="cm"/>
      <inkml:brushProperty name="height" value="0.035" units="cm"/>
    </inkml:brush>
  </inkml:definitions>
  <inkml:trace contextRef="#ctx0" brushRef="#br0">29 38 8657,'0'0'6296,"-16"6"-4639,4-4 3019,34-2-4080,19 9-356,-12-9-292,6-6-500,6 1-780,13-7-752,0 1-3309,0-9-4332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2:39.439"/>
    </inkml:context>
    <inkml:brush xml:id="br0">
      <inkml:brushProperty name="width" value="0.035" units="cm"/>
      <inkml:brushProperty name="height" value="0.035" units="cm"/>
    </inkml:brush>
  </inkml:definitions>
  <inkml:trace contextRef="#ctx0" brushRef="#br0">1 154 6229,'4'-6'613,"0"0"0,1 1 0,0 0 0,0 0 0,0 0 1,9-5-1,5-2 24,1 1 1,23-11-1,-2 3 330,-22 9-574,1 0 0,35-10 0,-51 18-451,1 1 0,0-1 0,0 1 0,0 1 1,0-1-1,0 0 0,0 1 0,0 0 1,0 1-1,0-1 0,0 1 0,0 0 0,0 0 1,0 0-1,0 1 0,0-1 0,-1 1 0,6 3 1,-8-2-280,0-1 1,0 0-1,0 1 1,0 0-1,0-1 0,0 1 1,-1 0-1,1 0 1,-1 0-1,0 0 1,0 0-1,0 1 1,0-1-1,-1 0 1,1 0-1,-1 1 1,0 2-1,1 20-4102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1.960"/>
    </inkml:context>
    <inkml:brush xml:id="br0">
      <inkml:brushProperty name="width" value="0.035" units="cm"/>
      <inkml:brushProperty name="height" value="0.035" units="cm"/>
    </inkml:brush>
  </inkml:definitions>
  <inkml:trace contextRef="#ctx0" brushRef="#br0">740 11 7065,'0'0'13429,"-3"-1"-12700,-5-3-422,-11-1 1078,17 5-1312,1 1 0,0 0 0,-1-1 0,1 1 0,0 0 0,0 0 0,0 0 0,0 0 0,0 0 0,0 0 0,0 0 0,0 0 0,0 0 0,0 0 0,0 0 0,0 3 0,-145 218 4174,67-116-3431,-94 99 0,122-149-2112,-80 119 0,34-3-8243,85-141 3791,10-8-3424</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2.277"/>
    </inkml:context>
    <inkml:brush xml:id="br0">
      <inkml:brushProperty name="width" value="0.035" units="cm"/>
      <inkml:brushProperty name="height" value="0.035" units="cm"/>
    </inkml:brush>
  </inkml:definitions>
  <inkml:trace contextRef="#ctx0" brushRef="#br0">722 30 9997,'0'0'103,"1"0"1,0-1-1,-1 1 0,1-1 1,-1 1-1,0-1 1,1 1-1,-1-1 0,1 1 1,-1-1-1,0 0 0,1 1 1,-1-1-1,0 1 0,0-1 1,0 0-1,1 1 1,-1-1-1,0 0 0,0 1 1,0-1-1,0 0 0,0 1 1,0-1-1,0 0 1,0 1-1,0-1 0,-1 0 1,1 1-1,0-1 0,0 1 1,0-1-1,-1 0 0,1 1 1,-1-1-1,-7-7 3973,35 27-3279,-2 0 1,0 2 0,-1 2 0,32 37 0,-49-51-754,0 0 0,-1 1-1,0 0 1,0 0 0,-1 1 0,0 0 0,-1-1 0,0 2 0,-1-1 0,0 0 0,-1 1 0,0-1 0,-1 1 0,0-1 0,0 1-1,-3 15 1,1-21-6,0 0-1,0 0 0,-1-1 1,0 1-1,0 0 0,-1-1 1,1 1-1,-1-1 0,0 0 1,-1 0-1,1 0 0,-1-1 0,0 1 1,0-1-1,-1 0 0,1 0 1,-1 0-1,-8 5 0,-7 2 179,0 0 0,-1-1 0,-34 10 0,35-12-73,-49 15 344,-99 19 0,-75 0-601,97-18-1678,119-20 695,-22 5-934,18 0-5437</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2.469"/>
    </inkml:context>
    <inkml:brush xml:id="br0">
      <inkml:brushProperty name="width" value="0.035" units="cm"/>
      <inkml:brushProperty name="height" value="0.035" units="cm"/>
    </inkml:brush>
  </inkml:definitions>
  <inkml:trace contextRef="#ctx0" brushRef="#br0">0 69 12473,'0'0'5789,"19"-2"-3977,0 2 1888,-6-6-3032,3 0-724,-7-5-1596,4-1-756,-10-2-3621,4-3-5284</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07.603"/>
    </inkml:context>
    <inkml:brush xml:id="br0">
      <inkml:brushProperty name="width" value="0.035" units="cm"/>
      <inkml:brushProperty name="height" value="0.035" units="cm"/>
    </inkml:brush>
  </inkml:definitions>
  <inkml:trace contextRef="#ctx0" brushRef="#br0">229 136 4248,'0'0'2543,"13"-3"254,-11 2-2499,0 0 1,0 0 0,-1 0-1,1 0 1,0 0-1,-1 0 1,1-1 0,-1 1-1,0 0 1,1-1 0,-1 1-1,0-1 1,0 1 0,0-1-1,0 0 1,0 0 0,0 1-1,1-5 1,-2 4-558,1 0 835,1-1 39,9-25 4186,-11 24-4463,0-27 278,0 28 16,0 0-268,-1-4-787,-5-12 2916,5 19-2397,0 0 0,0 0 0,0 0-1,0 1 1,1-1 0,-1 0-1,0 1 1,0-1 0,0 1 0,0-1-1,1 1 1,-1-1 0,0 1-1,1 0 1,-1-1 0,0 1-1,1 0 1,-1 0 0,1-1 0,-1 1-1,1 0 1,-1 0 0,1 0-1,-1 0 1,1 1 0,-6 10 111,0 0 0,1 1 1,1-1-1,0 1 0,1 0 1,-3 22-1,-5 17 213,-37 139 162,-28 231 0,61-304-594,15-115-39,26-19-447,-9-3 134,-1 1 0,-1-2 0,-1 0 1,-1-1-1,17-35 0,-6 1-514,21-65 0,42-197-308,-67 240 1053,-15 56 147,15-36-1,-19 54 98,0 7 10,1 4-36,-1 0 0,1 1 0,-2-1 0,1 1 0,-1 0 0,0-1 0,-1 1 0,0-1 0,-1 1 0,0-1 0,0 1 0,-4 8 0,-7 19 231,-28 49 1,19-41-143,-65 116 59,31-62-1217,-11 18-1892,-20 39-8397,61-103 2266</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001"/>
    </inkml:context>
    <inkml:brush xml:id="br0">
      <inkml:brushProperty name="width" value="0.035" units="cm"/>
      <inkml:brushProperty name="height" value="0.035" units="cm"/>
    </inkml:brush>
  </inkml:definitions>
  <inkml:trace contextRef="#ctx0" brushRef="#br0">70 83 5505,'-10'-20'2684,"-9"17"-1516,4 3 1188,-1-11-1888,6 5 72,23-5-508,6 2-292,3 3-216,0 1-264,1 2-364,-1-3-1928,10 3-1125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205"/>
    </inkml:context>
    <inkml:brush xml:id="br0">
      <inkml:brushProperty name="width" value="0.035" units="cm"/>
      <inkml:brushProperty name="height" value="0.035" units="cm"/>
    </inkml:brush>
  </inkml:definitions>
  <inkml:trace contextRef="#ctx0" brushRef="#br0">145 52 5160,'-10'-4'826,"-1"1"0,1 0-1,-1 1 1,0 0 0,0 1-1,0 0 1,0 1 0,-17 1-1,-2-8-189,60 1-1448,1 1 0,0 2 0,51 0 0,-26 2-170,69-4-2476,-53-2 903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1.434"/>
    </inkml:context>
    <inkml:brush xml:id="br0">
      <inkml:brushProperty name="width" value="0.035" units="cm"/>
      <inkml:brushProperty name="height" value="0.035" units="cm"/>
    </inkml:brush>
  </inkml:definitions>
  <inkml:trace contextRef="#ctx0" brushRef="#br0">1 120 5380,'9'-11'8453,"-3"-9"-7961,7 0-132,9 8-440,20-5-432,2 9-352,1-7-776,5 1-1772,-2 11-1781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454"/>
    </inkml:context>
    <inkml:brush xml:id="br0">
      <inkml:brushProperty name="width" value="0.035" units="cm"/>
      <inkml:brushProperty name="height" value="0.035" units="cm"/>
    </inkml:brush>
  </inkml:definitions>
  <inkml:trace contextRef="#ctx0" brushRef="#br0">16 90 9905,'-1'-1'197,"0"0"-1,0 0 1,0 0 0,0 0-1,0 0 1,0 0 0,0 0 0,0 0-1,0 0 1,0 0 0,1-1-1,-1 1 1,0 0 0,1-1-1,-1 1 1,1 0 0,-1-1 0,1 1-1,0-1 1,0 1 0,0 0-1,0-1 1,0 1 0,0-1 0,0 1-1,0-1 1,0 1 0,1 0-1,-1-1 1,0 1 0,1-1-1,-1 1 1,1 0 0,1-2 0,0-5 473,0 2 491,24-14 175,-19 18-1329,1 0 0,0 0-1,-1 1 1,1 0 0,0 0 0,0 1 0,14 1-1,57 9-1436,-56-6 911,96 18-2761,28 4-3180,-84-20 1122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655"/>
    </inkml:context>
    <inkml:brush xml:id="br0">
      <inkml:brushProperty name="width" value="0.035" units="cm"/>
      <inkml:brushProperty name="height" value="0.035" units="cm"/>
    </inkml:brush>
  </inkml:definitions>
  <inkml:trace contextRef="#ctx0" brushRef="#br0">16 106 5529,'-15'9'2979,"19"-19"2643,15-11-554,-6 11-5642,1 2 778,1 1 0,0 0 0,0 1 0,1 1 0,-1 1 0,26-5 0,99-7-759,-127 15 409,165-4-2515,-36 2-903,-62 1-470,2 4-2074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2.874"/>
    </inkml:context>
    <inkml:brush xml:id="br0">
      <inkml:brushProperty name="width" value="0.035" units="cm"/>
      <inkml:brushProperty name="height" value="0.035" units="cm"/>
    </inkml:brush>
  </inkml:definitions>
  <inkml:trace contextRef="#ctx0" brushRef="#br0">8 230 8717,'-1'-2'181,"0"0"0,0 0 0,0 1 1,0-1-1,1 0 0,-1 0 0,1 0 1,-1 0-1,1 0 0,0 0 0,0 0 0,0 0 1,0 0-1,0 0 0,0-1 0,0 1 0,2-3 1,-1 0 234,1 1 0,0-1 0,0 1 0,1-1 0,-1 1 0,1 0 0,4-5 0,4-4 507,1 1-1,0 0 0,24-17 0,-19 18-877,1 1-1,0 0 0,0 1 1,1 1-1,0 1 0,0 1 0,1 0 1,0 2-1,0 0 0,21-1 0,34 0-2185,104 6-1,-110 2 599,69-2-4031,-65 4 475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4.067"/>
    </inkml:context>
    <inkml:brush xml:id="br0">
      <inkml:brushProperty name="width" value="0.035" units="cm"/>
      <inkml:brushProperty name="height" value="0.035" units="cm"/>
    </inkml:brush>
  </inkml:definitions>
  <inkml:trace contextRef="#ctx0" brushRef="#br0">100 20 5885,'21'-16'1104,"-17"12"-174,-4 11-565,0 0-1,-1-1 0,0 1 1,0 0-1,-1-1 0,0 1 0,0-1 1,0 0-1,-1 0 0,0 0 1,0 0-1,-5 6 0,-8 21 254,1 2 0,2 0 1,1 1-1,1 0 0,3 1 0,-5 42 0,9-48-479,1-1-1,2 1 0,1 0 1,4 31-1,15 60-3896,-9-86-486,2 2-2444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4.583"/>
    </inkml:context>
    <inkml:brush xml:id="br0">
      <inkml:brushProperty name="width" value="0.035" units="cm"/>
      <inkml:brushProperty name="height" value="0.035" units="cm"/>
    </inkml:brush>
  </inkml:definitions>
  <inkml:trace contextRef="#ctx0" brushRef="#br0">505 98 5865,'-13'4'315,"-11"4"115,24-8-385,-1 1-1,1-1 0,-1 1 0,0-1 0,1 1 1,-1-1-1,1 1 0,-1-1 0,1 1 0,0-1 0,-1 1 1,1 0-1,0-1 0,-1 1 0,1 0 0,0-1 1,0 1-1,-1 0 0,1-1 0,0 1 0,0 0 0,0 0 1,0-1-1,0 1 0,0 0 0,0 0 0,0 3 113,-1-1-1,0 0 1,0 0-1,-1 1 0,1-1 1,0 0-1,-1 0 1,0 0-1,0-1 0,0 1 1,-4 4-1,-1 2 270,-14 22 398,6-10-270,1 0 1,0 2-1,2 0 0,-14 33 0,16-29-271,5-16-187,1-1 0,1 1-1,-1 0 1,2 0 0,0 0 0,0 0 0,0 0-1,2 0 1,0 12 0,2-6-37,2 0 0,0 0 0,1 0 0,1-1 0,0 0 0,1 0 0,1-1 1,0 0-1,1 0 0,1-1 0,21 25 0,39 57 247,-69-95-275,0 1 0,0-1 1,0 1-1,-1 0 1,1-1-1,0 1 0,0 0 1,-1 0-1,1-1 0,-1 1 1,1 2-1,-1-3-20,0-1 0,-1 1 1,1-1-1,0 1 0,0-1 0,0 1 1,0-1-1,0 1 0,-1-1 0,1 1 1,0-1-1,0 1 0,-1-1 0,1 1 1,0-1-1,-1 1 0,1-1 0,-1 0 1,1 1-1,0-1 0,-1 0 0,1 1 1,-1-1-1,0 1 0,-3 0 23,-1 0 0,1 0-1,0 0 1,-1-1 0,1 1 0,-1-1-1,-5-1 1,9 1-32,-31-1 132,0-3 0,0 0 0,0-2 0,0-2 0,1-1 0,0-1 0,1-1 0,0-2 0,-43-25 0,67 34-114,-1 0 0,1 0 0,0 0 0,0-1 0,0 0 0,1 0-1,-9-11 1,12 13-39,0 0 0,1-1 0,-1 1 0,1-1 0,-1 1 0,1-1 0,1 0 0,-1 1 0,0-1 0,1 0 0,0 0 1,0 0-1,0 1 0,0-1 0,0 0 0,1 0 0,0 1 0,0-1 0,0 0 0,0 1 0,3-6 0,-1 1-55,3-9-126,1 0 0,1 1 0,1 0 0,0 0 0,1 1 0,23-27 0,21-15-832,84-66 0,-47 45-39,86-92-4841,-170 164 5290,25-24-3219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047"/>
    </inkml:context>
    <inkml:brush xml:id="br0">
      <inkml:brushProperty name="width" value="0.035" units="cm"/>
      <inkml:brushProperty name="height" value="0.035" units="cm"/>
    </inkml:brush>
  </inkml:definitions>
  <inkml:trace contextRef="#ctx0" brushRef="#br0">41 98 4528,'7'-16'1286,"-8"16"-1239,1-1 0,0 1-1,-1 0 1,1-1 0,-1 1 0,1 0 0,0 0 0,-1-1 0,1 1 0,-1 0 0,1 0 0,-1 0 0,1-1 0,-1 1 0,1 0 0,-1 0 0,1 0 0,-1 0 0,1 0 0,-1 0 0,1 0-1,-1 0 1,1 0 0,-1 0 0,-3 0 2363,-5-2-382,-9-2-1211,14-2 3303,4 4-4057,0-1 0,1 0 0,-1 1 0,1-1 0,0 1 0,0-1 0,0 1 0,0-1 0,0 1-1,1 0 1,-1 0 0,1-1 0,0 1 0,-1 0 0,1 0 0,0 0 0,0 1 0,0-1 0,0 0 0,0 1 0,1 0 0,-1-1 0,0 1-1,1 0 1,-1 0 0,1 0 0,-1 0 0,1 1 0,0-1 0,4 0 0,28-4-840,0 2 0,69 2 0,70 15-6410,-169-13 6889,64 7-5215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203"/>
    </inkml:context>
    <inkml:brush xml:id="br0">
      <inkml:brushProperty name="width" value="0.035" units="cm"/>
      <inkml:brushProperty name="height" value="0.035" units="cm"/>
    </inkml:brush>
  </inkml:definitions>
  <inkml:trace contextRef="#ctx0" brushRef="#br0">26 123 6509,'-25'6'3680,"38"-15"-2208,-1 1 1804,4-4-2512,0 4-172,9-9-131,14 0-89,-5 8-320,1 0-464,13 1-353,6-1-115,6 1-440,-3 5-480,1-3-1716,5 0-1985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4.880"/>
    </inkml:context>
    <inkml:brush xml:id="br0">
      <inkml:brushProperty name="width" value="0.035" units="cm"/>
      <inkml:brushProperty name="height" value="0.035" units="cm"/>
    </inkml:brush>
  </inkml:definitions>
  <inkml:trace contextRef="#ctx0" brushRef="#br0">214 40 3756,'-9'-6'298,"-8"-8"2579,-7 17-2642,-40 3 1416,60-6-424,-16-3 289,2 1-588,15 1 2045,0 0-1937,-8-4-992,-19-9 10142,20 11-8455,18 19-586,9 5-615,1-1 0,0-1 0,39 30 0,0 1-81,253 223-474,-91-84-6634,-180-155 4335,17 16-2538,-20-14-2166,-14-12-1262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5.050"/>
    </inkml:context>
    <inkml:brush xml:id="br0">
      <inkml:brushProperty name="width" value="0.035" units="cm"/>
      <inkml:brushProperty name="height" value="0.035" units="cm"/>
    </inkml:brush>
  </inkml:definitions>
  <inkml:trace contextRef="#ctx0" brushRef="#br0">680 32 10345,'0'-26'2504,"-4"20"507,-11 7-1513,6 0-389,-1 0 0,0 1-1,1 1 1,-1 0 0,-13 5-1,8-1-261,1 1 0,-23 16 0,1 3-342,-44 46-1,70-64-225,-38 42-657,-43 57-1,26-27-1347,-28 36-2585,34-35-3251,18-19-2937</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6.371"/>
    </inkml:context>
    <inkml:brush xml:id="br0">
      <inkml:brushProperty name="width" value="0.035" units="cm"/>
      <inkml:brushProperty name="height" value="0.035" units="cm"/>
    </inkml:brush>
  </inkml:definitions>
  <inkml:trace contextRef="#ctx0" brushRef="#br0">1 164 5348,'0'0'7481,"1"-2"-6143,12-19 1047,-11 19-1295,-2-2-132,0-101 5840,0 103-6522,-1-1 0,1 0 0,-1 0 1,1 1-1,-1-1 0,0 0 0,0 1 0,-2-5 0,2 6 396,2 2-114,9 16-51,183 229-138,-66-109-2737,-10-12-3202,-46-36-4145,-51-58 363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6.522"/>
    </inkml:context>
    <inkml:brush xml:id="br0">
      <inkml:brushProperty name="width" value="0.035" units="cm"/>
      <inkml:brushProperty name="height" value="0.035" units="cm"/>
    </inkml:brush>
  </inkml:definitions>
  <inkml:trace contextRef="#ctx0" brushRef="#br0">363 18 8045,'-32'-17'8284,"19"25"-7471,-28 58 339,19-18-728,0 10-104,-4 10-356,-2 4-588,-17 2-904,4 3-789,-7 6-1863,4 0-3189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359"/>
    </inkml:context>
    <inkml:brush xml:id="br0">
      <inkml:brushProperty name="width" value="0.035" units="cm"/>
      <inkml:brushProperty name="height" value="0.035" units="cm"/>
    </inkml:brush>
  </inkml:definitions>
  <inkml:trace contextRef="#ctx0" brushRef="#br0">0 49 5416,'0'0'10825,"19"-8"-10705,0-1-400,0 3-424,4-2-420,8 2-376,20-2-2212,-9 5-2345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519"/>
    </inkml:context>
    <inkml:brush xml:id="br0">
      <inkml:brushProperty name="width" value="0.035" units="cm"/>
      <inkml:brushProperty name="height" value="0.035" units="cm"/>
    </inkml:brush>
  </inkml:definitions>
  <inkml:trace contextRef="#ctx0" brushRef="#br0">3 232 7405,'-3'-17'5108,"26"5"-3848,-4 1-144,9-1-228,13-5-187,7 0-145,3 3-212,9 0-164,10-4-556,9-2-441,7 6-359,-3-3-164,2 0-212,1 3-2040,-3-4-2129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640"/>
    </inkml:context>
    <inkml:brush xml:id="br0">
      <inkml:brushProperty name="width" value="0.035" units="cm"/>
      <inkml:brushProperty name="height" value="0.035" units="cm"/>
    </inkml:brush>
  </inkml:definitions>
  <inkml:trace contextRef="#ctx0" brushRef="#br0">1 1 96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3.794"/>
    </inkml:context>
    <inkml:brush xml:id="br0">
      <inkml:brushProperty name="width" value="0.035" units="cm"/>
      <inkml:brushProperty name="height" value="0.035" units="cm"/>
    </inkml:brush>
  </inkml:definitions>
  <inkml:trace contextRef="#ctx0" brushRef="#br0">0 95 7273,'0'0'7536,"6"-17"-5927,1 0 2155,9 8-3324,0-2-224,6 2-712,6 3-396,-2 1-560,-4 2-609,3-6-2595,-2 1-3641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8.545"/>
    </inkml:context>
    <inkml:brush xml:id="br0">
      <inkml:brushProperty name="width" value="0.035" units="cm"/>
      <inkml:brushProperty name="height" value="0.035" units="cm"/>
    </inkml:brush>
  </inkml:definitions>
  <inkml:trace contextRef="#ctx0" brushRef="#br0">1 89 5284,'15'-14'1409,"-11"11"1506,-5 0-1487,-5-65 10125,26 84-10190,6 13-553,-1 0 0,38 59 0,10 14-249,-73-102-561,165 210-2044,-68-63-4205,-69-88-1650,-23-42 132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8.683"/>
    </inkml:context>
    <inkml:brush xml:id="br0">
      <inkml:brushProperty name="width" value="0.035" units="cm"/>
      <inkml:brushProperty name="height" value="0.035" units="cm"/>
    </inkml:brush>
  </inkml:definitions>
  <inkml:trace contextRef="#ctx0" brushRef="#br0">499 121 6581,'-24'-57'3010,"4"-6"5749,-4 70-7036,13-1-1555,0 0 0,1 1-1,0 0 1,0 1 0,1 0-1,0 0 1,0 1 0,1 0 0,-7 10-1,-65 100-152,68-99-184,-83 123-3122,0 3-4332,49-68-75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19.147"/>
    </inkml:context>
    <inkml:brush xml:id="br0">
      <inkml:brushProperty name="width" value="0.035" units="cm"/>
      <inkml:brushProperty name="height" value="0.035" units="cm"/>
    </inkml:brush>
  </inkml:definitions>
  <inkml:trace contextRef="#ctx0" brushRef="#br0">29 0 8789,'-16'6'1920,"4"2"4265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6.914"/>
    </inkml:context>
    <inkml:brush xml:id="br0">
      <inkml:brushProperty name="width" value="0.035" units="cm"/>
      <inkml:brushProperty name="height" value="0.035" units="cm"/>
    </inkml:brush>
  </inkml:definitions>
  <inkml:trace contextRef="#ctx0" brushRef="#br0">0 3 6097,'1'0'66,"-1"0"0,1-1 0,-1 1 1,1 0-1,-1 0 0,1-1 0,-1 1 1,1 0-1,-1 0 0,1 0 0,-1 0 1,1 0-1,-1 0 0,1 0 0,-1 0 1,1 0-1,-1 0 0,1 0 1,-1 0-1,1 0 0,-1 0 0,1 1 1,-1-1-1,1 0 0,-1 0 0,1 0 1,0 1-1,13 13 1577,-12-11-1389,0-1 0,0 0 1,0 1-1,0-1 0,0 0 0,0 0 0,6 3 0,10 1 395,1-1 0,-1 0 1,1-1-1,0-1 0,0-1 0,0-1 0,38-2 0,4 1 90,931 3 2058,-650-6-2542,405-7 213,226 0-470,-893 11-1332,139 19 0,-212-19 610,0 0 0,0 1 0,0-1 1,0 2-1,11 4 0,-14-3-3643,1 11-2349</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1:57.227"/>
    </inkml:context>
    <inkml:brush xml:id="br0">
      <inkml:brushProperty name="width" value="0.035" units="cm"/>
      <inkml:brushProperty name="height" value="0.035" units="cm"/>
    </inkml:brush>
  </inkml:definitions>
  <inkml:trace contextRef="#ctx0" brushRef="#br0">1 9 11029,'16'-7'1414,"-13"5"-104,-1 6 96,11 12-797,1-1-1,0 0 0,1-1 0,1 0 0,1-1 1,34 21-1,-4-3-161,88 62 243,89 66-246,-184-127-571,-1 2 1,-2 1-1,43 54 1,-71-77 40,0 0 0,-1 1 0,0 0 0,-1 1 0,0-1 0,-1 1 0,-1 1 0,6 21 0,-9-25 15,0-1-1,-1 1 1,0 0-1,-1-1 0,0 1 1,-1 0-1,0-1 1,-1 1-1,0-1 1,0 1-1,-1-1 1,-1 0-1,-4 11 0,-3-1-218,0-1-1,-1 1 0,0-2 1,-2 0-1,-25 26 0,-87 70-3452,66-64-197,8-2-2365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5.401"/>
    </inkml:context>
    <inkml:brush xml:id="br0">
      <inkml:brushProperty name="width" value="0.035" units="cm"/>
      <inkml:brushProperty name="height" value="0.035" units="cm"/>
    </inkml:brush>
  </inkml:definitions>
  <inkml:trace contextRef="#ctx0" brushRef="#br0">1 1 4308,'0'0'14287,"2"1"-14018,1 0-217,0 0-1,0 1 0,0-1 0,0 1 0,0-1 0,-1 1 0,1 0 1,-1 0-1,1 0 0,3 5 0,20 35 373,27 61-230,72 128 127,120 182-2667,-188-330-114,-17-28-4493,-25-37 1330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5.795"/>
    </inkml:context>
    <inkml:brush xml:id="br0">
      <inkml:brushProperty name="width" value="0.035" units="cm"/>
      <inkml:brushProperty name="height" value="0.035" units="cm"/>
    </inkml:brush>
  </inkml:definitions>
  <inkml:trace contextRef="#ctx0" brushRef="#br0">1229 3 4464,'-8'-1'420,"-1"0"-1,0 1 1,1 0-1,-1 0 1,1 1-1,-1 0 1,1 1-1,-1 0 1,1 0-1,0 1 0,0 0 1,0 1-1,0-1 1,-10 8-1,-166 119 3465,125-85-3136,-407 282 914,245-162-3444,89-37-5124,100-96 1528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6.209"/>
    </inkml:context>
    <inkml:brush xml:id="br0">
      <inkml:brushProperty name="width" value="0.035" units="cm"/>
      <inkml:brushProperty name="height" value="0.035" units="cm"/>
    </inkml:brush>
  </inkml:definitions>
  <inkml:trace contextRef="#ctx0" brushRef="#br0">585 89 5649,'2'0'120,"1"0"0,-1 0 0,0 0 0,1-1 0,-1 1 0,0-1 1,1 0-1,-1 0 0,0 0 0,4-2 0,-6 3-65,0 0 0,1-1 1,-1 1-1,1 0 0,-1-1 0,0 1 0,0-1 0,1 1 0,-1-1 1,0 1-1,0-1 0,1 1 0,-1-1 0,0 1 0,0-1 0,0 0 0,0 1 1,0-1-1,0 1 0,0-1 0,0 1 0,0-1 0,-11-20 2175,-10-25 2207,20 44-3286,0 5-843,-23 141 1166,-49 158 1,69-290-1457,-162 469 463,112-352-723,-68 152-1899,33-97-2145,61-126 279,5-3-2145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6.593"/>
    </inkml:context>
    <inkml:brush xml:id="br0">
      <inkml:brushProperty name="width" value="0.035" units="cm"/>
      <inkml:brushProperty name="height" value="0.035" units="cm"/>
    </inkml:brush>
  </inkml:definitions>
  <inkml:trace contextRef="#ctx0" brushRef="#br0">1 143 5641,'24'-31'1344,"-22"29"-1058,1-1 0,-1 1-1,1 0 1,0-1-1,-1 1 1,1 1 0,0-1-1,0 0 1,1 1 0,-1 0-1,0-1 1,0 1 0,1 1-1,3-2 1,5-1 358,35-10 386,2 2-1,75-8 1,-62 11-674,94-7-820,183 6 0,-152 7-1898,-62-1-1266,4 0-1829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18.077"/>
    </inkml:context>
    <inkml:brush xml:id="br0">
      <inkml:brushProperty name="width" value="0.035" units="cm"/>
      <inkml:brushProperty name="height" value="0.035" units="cm"/>
    </inkml:brush>
  </inkml:definitions>
  <inkml:trace contextRef="#ctx0" brushRef="#br0">0 89 5681,'29'-26'1140,"-23"20"2377,-6-9-2278,-1 13-1013,1-1 0,0 0 0,0 0 0,0 0 0,0 0 0,0 0 1,1 0-1,0 0 0,-1 0 0,1 0 0,2-5 0,-1 6 172</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5.649"/>
    </inkml:context>
    <inkml:brush xml:id="br0">
      <inkml:brushProperty name="width" value="0.035" units="cm"/>
      <inkml:brushProperty name="height" value="0.035" units="cm"/>
    </inkml:brush>
  </inkml:definitions>
  <inkml:trace contextRef="#ctx0" brushRef="#br0">1 37 5300,'0'0'2549,"0"-20"-1849,3 3 52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6.447"/>
    </inkml:context>
    <inkml:brush xml:id="br0">
      <inkml:brushProperty name="width" value="0.035" units="cm"/>
      <inkml:brushProperty name="height" value="0.035" units="cm"/>
    </inkml:brush>
  </inkml:definitions>
  <inkml:trace contextRef="#ctx0" brushRef="#br0">55 0 3536,'-29'3'-192,"4"0"-804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3:27.889"/>
    </inkml:context>
    <inkml:brush xml:id="br0">
      <inkml:brushProperty name="width" value="0.035" units="cm"/>
      <inkml:brushProperty name="height" value="0.035" units="cm"/>
    </inkml:brush>
  </inkml:definitions>
  <inkml:trace contextRef="#ctx0" brushRef="#br0">48 35 2532,'-12'-14'460,"12"-3"64,-16 17-984,-3-3-452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25.562"/>
    </inkml:context>
    <inkml:brush xml:id="br0">
      <inkml:brushProperty name="width" value="0.05" units="cm"/>
      <inkml:brushProperty name="height" value="0.05" units="cm"/>
      <inkml:brushProperty name="color" value="#E71224"/>
    </inkml:brush>
  </inkml:definitions>
  <inkml:trace contextRef="#ctx0" brushRef="#br0">1 8781 29388,'15634'-8781'0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29.366"/>
    </inkml:context>
    <inkml:brush xml:id="br0">
      <inkml:brushProperty name="width" value="0.05" units="cm"/>
      <inkml:brushProperty name="height" value="0.05" units="cm"/>
      <inkml:brushProperty name="color" value="#E71224"/>
    </inkml:brush>
  </inkml:definitions>
  <inkml:trace contextRef="#ctx0" brushRef="#br0">27 561 3468,'0'-2'324,"1"1"0,-1-1 0,1 1 0,-1-1 0,0 1 0,0-1 0,0 1 0,0-1 0,0 0 0,0 1 0,0-1 0,0 1 0,0-1-1,-1 1 1,1-1 0,-1 1 0,1-1 0,-1 1 0,0-1 0,-1-1 0,0-1-979,1 2 2311,-3-19-1605,0 18 2891,-2 10-2670,1 0 1077,12-8-261,6-2-1294,-9 2 249,-1 0 0,0 0 0,0-1 0,0 1 0,0-1-1,0 0 1,0 0 0,0 0 0,4-4 0,21-12 65,0 10-111,1 2 1,0 0-1,1 2 1,56-1-1,1 0-55,186-15 144,-230 13-64,62-17 1,-38 7-10,130-30 21,248-16 188,-312 42-360,-81 11 106,-1 2 1,62-1-1,-73 8 192,0-2 1,0-2-1,-1-1 0,0-2 1,49-17-1,-47 13-66,0 2 0,78-8 1,89 5-50,-110 9 307,52-10 471,-86 7-660,128 1-1,80 21-88,153 8-163,-336-24 220,1-4 0,102-19 0,-29 3 439,67 9-333,-196 16-271,-1-2 71,-16-5-38,-14 3-20,1 0 46,114-25 212,84-4-177,-199 29-68,-22 13-6654,-2 0 1986,-6 1-2673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49.856"/>
    </inkml:context>
    <inkml:brush xml:id="br0">
      <inkml:brushProperty name="width" value="0.05" units="cm"/>
      <inkml:brushProperty name="height" value="0.05" units="cm"/>
      <inkml:brushProperty name="color" value="#E71224"/>
    </inkml:brush>
  </inkml:definitions>
  <inkml:trace contextRef="#ctx0" brushRef="#br0">1 12 3452,'0'0'3417,"13"9"-3285,-4-1 64,23-11-172,15 3-128,1-5-104,3-7-384,9 4-1273,23 13 397</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09.596"/>
    </inkml:context>
    <inkml:brush xml:id="br0">
      <inkml:brushProperty name="width" value="0.05" units="cm"/>
      <inkml:brushProperty name="height" value="0.05" units="cm"/>
      <inkml:brushProperty name="color" value="#E71224"/>
    </inkml:brush>
  </inkml:definitions>
  <inkml:trace contextRef="#ctx0" brushRef="#br0">48 1 2536,'-42'194'556,"36"-122"-140,9-7-160,7 1 32,3-6-48,9-3-56,9 9-36,8 0-32,8 2-60,10-2-140,7-9-252,6 0-928,19 3 1136</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1.567"/>
    </inkml:context>
    <inkml:brush xml:id="br0">
      <inkml:brushProperty name="width" value="0.05" units="cm"/>
      <inkml:brushProperty name="height" value="0.05" units="cm"/>
      <inkml:brushProperty name="color" value="#E71224"/>
    </inkml:brush>
  </inkml:definitions>
  <inkml:trace contextRef="#ctx0" brushRef="#br0">48 79 4352,'-48'-34'4245,"48"32"-4198,1 1 0,-1-1 0,0 1 0,1-1 0,-1 1-1,1 0 1,-1-1 0,1 1 0,-1 0 0,1-1 0,0 1 0,0 0 0,0 0 0,0 0 0,0 0 0,0 0 0,0 0 0,0 0 0,0 0 0,0 0 0,1 0 0,-1 1-1,0-1 1,1 0 0,-1 1 0,0-1 0,1 1 0,2-1 0,47-6 179,-38 6-60,45-3-6,0 2 0,0 3 0,0 3 0,0 2 0,0 3 0,57 16 0,-19 2-249,-1 4 0,151 73 1,-157-59-1240,-1 4 1,-3 5-1,113 91 1,-105-63-1583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1.752"/>
    </inkml:context>
    <inkml:brush xml:id="br0">
      <inkml:brushProperty name="width" value="0.05" units="cm"/>
      <inkml:brushProperty name="height" value="0.05" units="cm"/>
      <inkml:brushProperty name="color" value="#E71224"/>
    </inkml:brush>
  </inkml:definitions>
  <inkml:trace contextRef="#ctx0" brushRef="#br0">419 3 6953,'-38'-3'1080,"29"17"-216,-10 21-176,-4 5-76,-2 20-192,-7 11-52,-3 26-128,-3 23-380,-6 12-472,-4 13-304,-3 10-1904,-6 5-933</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308"/>
    </inkml:context>
    <inkml:brush xml:id="br0">
      <inkml:brushProperty name="width" value="0.05" units="cm"/>
      <inkml:brushProperty name="height" value="0.05" units="cm"/>
      <inkml:brushProperty name="color" value="#E71224"/>
    </inkml:brush>
  </inkml:definitions>
  <inkml:trace contextRef="#ctx0" brushRef="#br0">0 1 4164,'29'8'912,"22"12"21,-4-5-137,20 2-320,12 3 156,10 3-204,19 5-24,13 10-60,12 7-116,16 10 156,13 5-364,10 11-56,2 0-268,1 7-216,3-1-284,-19-14-436,-10-9-761,-6-6 169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447"/>
    </inkml:context>
    <inkml:brush xml:id="br0">
      <inkml:brushProperty name="width" value="0.05" units="cm"/>
      <inkml:brushProperty name="height" value="0.05" units="cm"/>
      <inkml:brushProperty name="color" value="#E71224"/>
    </inkml:brush>
  </inkml:definitions>
  <inkml:trace contextRef="#ctx0" brushRef="#br0">544 1 5032,'-105'134'1073,"51"-54"-285,0 26-176,6 17 24,1 2-288,2 18-132,4 14-340,0 9-312,6 8-312,0 12-1401,-3 11-115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2.662"/>
    </inkml:context>
    <inkml:brush xml:id="br0">
      <inkml:brushProperty name="width" value="0.05" units="cm"/>
      <inkml:brushProperty name="height" value="0.05" units="cm"/>
      <inkml:brushProperty name="color" value="#E71224"/>
    </inkml:brush>
  </inkml:definitions>
  <inkml:trace contextRef="#ctx0" brushRef="#br0">1 0 2668,'44'49'632,"-25"-26"-280,3 0-224,0-1-332,4 1-852,6 3 324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231"/>
    </inkml:context>
    <inkml:brush xml:id="br0">
      <inkml:brushProperty name="width" value="0.05" units="cm"/>
      <inkml:brushProperty name="height" value="0.05" units="cm"/>
      <inkml:brushProperty name="color" value="#E71224"/>
    </inkml:brush>
  </inkml:definitions>
  <inkml:trace contextRef="#ctx0" brushRef="#br0">128 80 3224,'-46'-30'4177,"44"29"-3174,-23-18 2397,-3 4 355,5 2-2450,20 11 151,16 19-923,187 360 1882,-30 18-2485,-9-17-4109,-102-262-2633,-30-64-411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583"/>
    </inkml:context>
    <inkml:brush xml:id="br0">
      <inkml:brushProperty name="width" value="0.05" units="cm"/>
      <inkml:brushProperty name="height" value="0.05" units="cm"/>
      <inkml:brushProperty name="color" value="#E71224"/>
    </inkml:brush>
  </inkml:definitions>
  <inkml:trace contextRef="#ctx0" brushRef="#br0">797 0 4876,'0'0'2641,"-2"2"-1519,-14 6 166,7-4-813,-1 1 0,1 1 0,0-1 0,1 2 0,-9 6 0,-35 42 299,2 2 0,2 2 0,3 2 0,-60 109 0,-114 284-677,174-347-1678,-36 135 1,23 0-4887,44-161 2335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7.970"/>
    </inkml:context>
    <inkml:brush xml:id="br0">
      <inkml:brushProperty name="width" value="0.05" units="cm"/>
      <inkml:brushProperty name="height" value="0.05" units="cm"/>
      <inkml:brushProperty name="color" value="#E71224"/>
    </inkml:brush>
  </inkml:definitions>
  <inkml:trace contextRef="#ctx0" brushRef="#br0">177 29 4980,'-22'-29'2781,"0"32"-1483,20-2-1227,-1 0 0,1-1 0,0 1 0,-1 0 0,1 1 0,0-1 0,0 0 0,0 0 0,0 1 0,0-1 0,0 1 0,0 0 0,0 0 0,1 0 0,-1-1 0,1 2 0,-1-1 0,-1 3 0,-19 47 747,20-45-676,-10 29 526,2 1 0,-9 68 0,3 78 276,13-142-749,-4 71-430,5 0 0,5 1 0,27 175 0,-8-134-5025,-12-84-67</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18.252"/>
    </inkml:context>
    <inkml:brush xml:id="br0">
      <inkml:brushProperty name="width" value="0.05" units="cm"/>
      <inkml:brushProperty name="height" value="0.05" units="cm"/>
      <inkml:brushProperty name="color" value="#E71224"/>
    </inkml:brush>
  </inkml:definitions>
  <inkml:trace contextRef="#ctx0" brushRef="#br0">0 223 5881,'0'0'5024,"16"-6"-3892,0-2-144,19-1-152,29-8-140,-7 0-160,3 0-140,4 0 8,5 2-244,11-2-432,5-3-400,8-3-336,2 6-352,6-3-2348,4 0-2341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4.008"/>
    </inkml:context>
    <inkml:brush xml:id="br0">
      <inkml:brushProperty name="width" value="0.05" units="cm"/>
      <inkml:brushProperty name="height" value="0.05" units="cm"/>
      <inkml:brushProperty name="color" value="#E71224"/>
    </inkml:brush>
  </inkml:definitions>
  <inkml:trace contextRef="#ctx0" brushRef="#br0">220 431 3904,'-10'34'1928,"-12"-39"-600,11 4-696,0 0 0,0 0 1,-19 3-1,27-2-487,-16 3 139,-10 1 1476,-41 1 1,67-5-843,6-2-656,29-10-98,1 0 1,1 2 0,36-6 0,111-13-19,-159 27-130,1151-122 354,-388 48-29,176-58-191,-913 127-298,-19 3-174,0-2 0,0 0 0,44-17 0,-62 18-253,-12 3-508,-20 1-777,9 1 1896,-17 1-2340,-51 7 0,34 2-1687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4.446"/>
    </inkml:context>
    <inkml:brush xml:id="br0">
      <inkml:brushProperty name="width" value="0.05" units="cm"/>
      <inkml:brushProperty name="height" value="0.05" units="cm"/>
      <inkml:brushProperty name="color" value="#E71224"/>
    </inkml:brush>
  </inkml:definitions>
  <inkml:trace contextRef="#ctx0" brushRef="#br0">115 355 4272,'-20'3'1398,"0"-1"-1,0-1 0,-30-3 1,46 1 1012,23-20-1535,-9 15-792,-1-1 1,1 1-1,0 1 1,0 0 0,0 0-1,15-4 1,76-18 276,-64 18-291,414-73 293,9 37-241,-376 38-105,1238-66 149,-352 26-1167,-960 47 904,17-2-692,1 1-1,39 4 0,-63-3-832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18.521"/>
    </inkml:context>
    <inkml:brush xml:id="br0">
      <inkml:brushProperty name="width" value="0.05" units="cm"/>
      <inkml:brushProperty name="height" value="0.05" units="cm"/>
      <inkml:brushProperty name="color" value="#E71224"/>
    </inkml:brush>
  </inkml:definitions>
  <inkml:trace contextRef="#ctx0" brushRef="#br0">26 6 3536,'-12'6'-888,"-1"-5"8187,23-12-6150,-8 10-938,1 19-349,-2-17 183,-1 1 0,0 0 0,1-1 0,-1 1 1,0-1-1,0 1 0,0 0 0,0-1 0,0 1 0,0 0 1,0-1-1,0 1 0,-1 2 0,-3 7 12,4-8 457,4-3-711,30 2 196,-31-1 1173,-23 14-2290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3.606"/>
    </inkml:context>
    <inkml:brush xml:id="br0">
      <inkml:brushProperty name="width" value="0.05" units="cm"/>
      <inkml:brushProperty name="height" value="0.05" units="cm"/>
      <inkml:brushProperty name="color" value="#E71224"/>
    </inkml:brush>
  </inkml:definitions>
  <inkml:trace contextRef="#ctx0" brushRef="#br0">36 186 4228,'10'10'8620,"-17"-19"-2997,4 0-6586,3 8 984,1 1 0,-1-1 0,0 1 0,1 0 0,-1-1 0,1 1 0,-1-1 0,1 1 0,-1 0 0,1-1 0,-1 1 0,1 0 0,-1 0 0,1-1 0,-1 1 0,1 0 0,-1 0 0,1 0 0,-1 0 0,1-1 0,0 1 0,0 0 0,0 0-179,0 0 0,0 0 0,-1 0 1,1 0-1,0-1 0,0 1 0,0 0 0,0-1 0,0 1 0,-1 0 0,1-1 0,0 1 0,0-1 0,-1 1 0,1-1 0,0 0 0,-1 1 0,1-1 0,-1 0 0,1 1 0,0-2 0,7-22-490,-7 22 419,0 0-64,6-9 52,-4 5 684,-14 5-160,7 0 20,0 1 0,0 0 0,0-1 1,0 0-1,0 0 0,0 0 0,0 0 0,-6-3 0,8 3-57,-6-22-799,2 19 417,1 13 25,4-8 193,1 0 0,0 0-1,0 0 1,0 1-1,0-1 1,0 0 0,0 0-1,0 0 1,1 0-1,-1 0 1,0 0-1,0 0 1,1 0 0,-1-1-1,1 1 1,-1 0-1,1 0 1,-1 0 0,1 0-1,-1 0 1,1-1-1,0 1 1,-1 0-1,1 0 1,0-1 0,0 1-1,0-1 1,-1 1-1,1-1 1,0 1-1,0-1 1,0 1 0,0-1-1,0 0 1,2 1-1,-1-9-88,3-8-81,-5 10-3068,-3 5 3228,0-1 0,0 0 0,1 0 0,-1 0 0,0 0-1,1 0 1,0 0 0,0-1 0,0 1 0,0-1 0,0 1-1,-3-5 1,5 5-189,-1 0 0,1 1 0,0-1 0,-1 1 0,1-1 0,0 0 0,0 1 0,0-1 0,0 0 0,0 1 0,0-1 0,0 0 0,1 1 0,-1-1 0,1 1 0,-1-1-1,1 0 1,0 1 0,-1-1 0,1 1 0,0 0 0,0-1 0,0 1 0,0 0 0,0-1 0,0 1 0,1 0 0,-1 0 0,2-1 0,-1 0-498,5-3-66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7.084"/>
    </inkml:context>
    <inkml:brush xml:id="br0">
      <inkml:brushProperty name="width" value="0.05" units="cm"/>
      <inkml:brushProperty name="height" value="0.05" units="cm"/>
      <inkml:brushProperty name="color" value="#E71224"/>
    </inkml:brush>
  </inkml:definitions>
  <inkml:trace contextRef="#ctx0" brushRef="#br0">11 1 4564,'-1'0'150,"1"0"-1,-1 0 0,1 1 0,-1-1 0,1 0 0,-1 0 0,1 1 0,-1-1 0,1 0 0,-1 1 1,1-1-1,-1 1 0,1-1 0,0 1 0,-1-1 0,1 1 0,0-1 0,-1 1 0,1-1 1,0 1-1,0-1 0,-1 1 0,1-1 0,0 1 0,0-1 0,0 1 0,0 0 0,0-1 0,0 1 1,0-1-1,0 1 0,0 0 0,0-1 0,0 1 0,0-1 0,0 1 0,0 0 0,1-1 1,-1 1-1,0-1 0,0 1 0,1 0 0,21 20 2831,-13-14-2051,-7-5 229,1-1-1054,-1 0-1,0 0 1,1 0-1,-1 0 1,0 0 0,0 0-1,0 1 1,0-1-1,0 1 1,0-1-1,0 1 1,2 3-1,19 13 884,4 1 5449,-5 8-3946,12 39-3207,-10-18 1248,-5-20-508,1-1 1,2 0 0,0-2-1,32 29 1,98 76-1393,-142-121 1139,17 12-935,0-1 0,1-1 0,50 25 0,33 0-8628,-69-30 1595</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7.354"/>
    </inkml:context>
    <inkml:brush xml:id="br0">
      <inkml:brushProperty name="width" value="0.05" units="cm"/>
      <inkml:brushProperty name="height" value="0.05" units="cm"/>
      <inkml:brushProperty name="color" value="#E71224"/>
    </inkml:brush>
  </inkml:definitions>
  <inkml:trace contextRef="#ctx0" brushRef="#br0">611 22 7573,'-2'1'182,"1"-1"0,0 0 0,-1 0 0,1 0-1,-1 0 1,1 0 0,0 0 0,-1 0 0,1 0 0,0 0 0,-1-1 0,1 1 0,0-1 0,-1 1 0,1-1 0,0 1 0,0-1 0,0 0 0,-1 1 0,1-1 0,0 0 0,0 0 0,0 0 0,0 0 0,0 0-1,1 0 1,-1 0 0,0 0 0,0 0 0,-1-3 0,2 4-54,-1-1 0,1 1 0,-1 0 0,1-1 0,-1 1 0,1 0 0,-1 0 0,0-1 0,1 1 0,-1 0 0,1 0 0,-1 0 0,0 0 0,1 0 0,-1 0 0,0 0 0,1 0-1,-1 0 1,0 0 0,1 0 0,-1 0 0,0 0 0,1 1 0,-1-1 0,0 1 0,-15 5 966,-3 9-545,0 0 0,1 2 1,1 0-1,1 0 1,1 2-1,-14 20 0,-8 8-89,-140 149-1012,103-118-2575,3 1-3429,23-22-2164</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8.035"/>
    </inkml:context>
    <inkml:brush xml:id="br0">
      <inkml:brushProperty name="width" value="0.05" units="cm"/>
      <inkml:brushProperty name="height" value="0.05" units="cm"/>
      <inkml:brushProperty name="color" value="#E71224"/>
    </inkml:brush>
  </inkml:definitions>
  <inkml:trace contextRef="#ctx0" brushRef="#br0">1 1 6933,'0'0'7138,"1"2"-5655,5 4-634,2 3-369,-1-1 0,0 1 1,0 1-1,-1-1 0,0 1 1,-1 0-1,0 0 0,0 1 1,3 12-1,60 226 1333,-35-139-1660,13 28-4017,-45-136 3382,0 1 0,0-1 0,1 0 0,-1 0 0,0 0 0,1 0-1,-1 0 1,1 0 0,0 0 0,-1 0 0,5 2 0,1 2-1550,20 18-6475</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58.219"/>
    </inkml:context>
    <inkml:brush xml:id="br0">
      <inkml:brushProperty name="width" value="0.05" units="cm"/>
      <inkml:brushProperty name="height" value="0.05" units="cm"/>
      <inkml:brushProperty name="color" value="#E71224"/>
    </inkml:brush>
  </inkml:definitions>
  <inkml:trace contextRef="#ctx0" brushRef="#br0">413 20 8669,'-22'-2'2627,"22"1"-2463,0 0 0,0 1 1,1-1-1,-1 0 0,0 1 0,0-1 0,0 0 0,0 1 0,1-1 0,-1 0 1,0 1-1,1-1 0,-1 0 0,0 1 0,1-1 0,-1 1 0,1-1 0,-1 1 0,1-1 1,-1 1-1,1-1 0,0 1 0,-1-1 0,1 1 0,-1 0 0,2-1 0,0-1 1080,-23 2 601,18 1-1749,0-1 0,0 0 1,0 1-1,0 0 1,0 0-1,0 0 0,0 0 1,0 0-1,1 1 0,-1-1 1,0 1-1,-4 3 0,-28 29 379,24-23-273,-30 36-566,-71 103 1,34-40-4187,42-58-306,9 5-2772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1.777"/>
    </inkml:context>
    <inkml:brush xml:id="br0">
      <inkml:brushProperty name="width" value="0.05" units="cm"/>
      <inkml:brushProperty name="height" value="0.05" units="cm"/>
      <inkml:brushProperty name="color" value="#E71224"/>
    </inkml:brush>
  </inkml:definitions>
  <inkml:trace contextRef="#ctx0" brushRef="#br0">134 109 2212,'0'0'81,"0"0"0,0 0 0,0 0 0,1 0 0,-1 0 0,0 0 0,0 0 0,0 0 0,0 0 1,1 0-1,-1 0 0,0 0 0,0 0 0,0 0 0,0 0 0,1 0 0,-1 0 0,0 0 0,0 1 0,0-1 0,0 0 0,1 0 0,-1 0 0,0 0 0,0 0 0,0 0 0,0 0 0,0 0 0,0 1 0,1-1 0,-1 0 0,0 0 0,0 0 0,0 0 0,0 1 0,0-1 0,0 0 0,0 0 0,0 0 0,0 0 0,0 1 0,0-1 1,0 0-1,0 0 0,0 0 0,0 0 0,0 1 0,0-1 0,0 0 0,0 0 0,0 0 0,0 0 0,0 1 0,0-1 0,0 0 0,0 0 0,0 0 0,0 1 0,-4 14-377,3-8 3322,-2-8-2600,-46-26 1246,47 26-1609,-1 1-21,-2-1-31,-29 0 14,-4 1-79,41 9 46,-3-8 24,0 0-1,0 0 1,0 0-1,0 0 1,0 0 0,0-1-1,1 1 1,-1 0-1,0 0 1,0 0-1,1 0 1,-1 0-1,1-1 1,-1 1 0,1 0-1,-1 0 1,1-1-1,0 2 1,67 17 1174,-65-19-675,0 0-447,29 3 16,-29-3 428,1 0-196,5 0-217,-2 1 31,1-1 0,-1 0 0,1-1 0,-1 0 0,0 0 0,1-1 0,-1 1 0,0-2 0,0 1 0,11-6 0,110-57 1096,-52 30-804,-73 33-420,1 1 1,-1 0 0,0 0 0,0 0 0,1 0 0,-1 0-1,0 1 1,1 0 0,-1-1 0,1 1 0,-1 1 0,7 0-1,42 13 19,-18-3-69,-2-7 86,1-1 0,-1-1 0,1-2 0,48-5 0,-71 4-22,100-10 205,-63 4-218,-1 3 0,1 2 0,62 4 0,8 22-83,-89-16 122,1-2-1,-1-1 1,52 3-1,-35-8-86,90-3 136,-111 1-143,47 4 1,-13 1 26,7-4 336,0-2 0,126-24-1,-127 14-158,-40 9-123,0-1 1,-1-1-1,38-14 1,-54 18-26,0 0 1,1 1-1,0 0 1,-1 0-1,1 1 1,-1-1-1,1 2 0,10 1 1,-3-1 29,-10-1-18,14 0-35,43 4-9,-7-1 63,1 2 1,-1 3 0,54 14-1,-94-20 5,-11-3-39,0 1 0,0-1 0,0 1 0,0-1 0,0 1 0,0 0 0,0 1 0,7 0 0,61 7-45,-69-8 96,22-34 45,-24 34-113,-1-1 1,0 1-1,0 0 1,1-1 0,-1 1-1,0-1 1,0 1-1,0 0 1,0-1 0,0 1-1,0 0 1,0-1-1,1 1 1,-1-1 0,0 1-1,0 0 1,0-1-1,-1 1 1,1-1 0,0 1-1,0 0 1,0-1-1,0 1 1,0-1 0,0 1-1,0 0 1,-1-1-1,1 1 1,0 0 0,0-1-1,-1 1 1,1 0-1,0-1 1,0 1 0,-1 0-1,1 0 1,0-1-1,-1 1 1,1 0 0,0 0-1,-1-1 1,-23 1-355,-27 15-527,7 0 176,0-2-1,-60 10 1,-51 14 489,108-24-26,0-1-1,-1-3 1,-63 5-1,-151-11-801,26-22-120,201 16 749,32 2 418,-21-2-305,-1 1 0,0 1-1,-49 5 1,36 3 86,-146 32-639,100-17-749,-1-5 0,-88 7-1,134-19-181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32.566"/>
    </inkml:context>
    <inkml:brush xml:id="br0">
      <inkml:brushProperty name="width" value="0.05" units="cm"/>
      <inkml:brushProperty name="height" value="0.05" units="cm"/>
      <inkml:brushProperty name="color" value="#E71224"/>
    </inkml:brush>
  </inkml:definitions>
  <inkml:trace contextRef="#ctx0" brushRef="#br0">475 372 3756,'-2'-2'32,"-5"-1"263,1 0 0,0-1-1,0 0 1,0 0 0,1-1 0,-1 0-1,1 0 1,0 0 0,-7-10-1,5 6-236,0 0-1,-1 1 0,0-1 1,0 1-1,0 1 0,-1 0 1,-1 0-1,1 1 0,-1 0 1,0 0-1,0 1 0,-1 1 1,1 0-1,-15-4 0,4 3-21,1 1 0,-1 1-1,0 1 1,0 1 0,0 1 0,-40 4-1,56-3-31,0 0-1,0 0 1,0 0 0,0 0-1,1 1 1,-1 0-1,0 0 1,1 0-1,0 1 1,-1-1 0,1 1-1,0 0 1,0 0-1,-4 6 1,8-7-8,1 0 1,0 0 0,0 0-1,0 0 1,0 0 0,0 0-1,0 0 1,0 0 0,1-1-1,-1 1 1,0 0 0,1-1-1,0 1 1,2 1 0,8 6 11,0-1 1,1-1 0,0 0-1,0-1 1,27 10 0,-33-14 1,1 0 1,0-1 0,0 0-1,0 0 1,0-1-1,0 0 1,0 0 0,0 0-1,0-1 1,0-1-1,0 1 1,14-6 0,-12 3-19,13-4 78,0-1-1,0-1 1,26-17-1,-47 26 243,8-4-13,-9 4-231,0 1 1,0 0-1,0 0 1,0-1-1,0 1 0,0 0 1,0-1-1,0 1 1,0-1-1,0 1 1,0-1-1,-1 0 1,1 1-1,0-1 0,1-1 1,2-6 123,1 0-1,0 0 1,0 1 0,1 0 0,0 0-1,0 0 1,1 0 0,13-10 0,67-40 748,-83 55-896,17-10 69,1 2-1,0 0 1,1 1-1,0 1 0,1 2 1,33-6-1,149-8 99,-185 18-191,202 4 30,-189-1-38,580 44-229,-608-44 216,48 2-26,1-2-1,74-9 1,109-25 6,-174 22 18,-42 7-1,0 1 1,0 0 0,1 2 0,-1 0 0,0 2 0,0 0-1,25 5 1,-3 9 9,-20-17 29,34-9 0,-47 9-49,43-13-123,-51 13-88,25 11-3804,-47-6 1327,-6 3-738</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51.400"/>
    </inkml:context>
    <inkml:brush xml:id="br0">
      <inkml:brushProperty name="width" value="0.05" units="cm"/>
      <inkml:brushProperty name="height" value="0.05" units="cm"/>
      <inkml:brushProperty name="color" value="#E71224"/>
    </inkml:brush>
  </inkml:definitions>
  <inkml:trace contextRef="#ctx0" brushRef="#br0">14 135 4320,'-13'-5'1642,"21"6"-992,5 0 1679,1-1 3691,-7 7-5634,-6-6-376,-1 0 0,0 0 0,1-1-1,-1 1 1,1 0 0,-1 0 0,1-1 0,-1 1 0,1-1 0,-1 1 0,1 0 0,0-1 0,-1 1 0,1-1 0,0 1 0,-1-1 0,1 0 0,0 1 0,0-1 0,-1 0-1,3 1 1,20 0 227,45 9 0,-42-6-236,0 0 0,30 0-1,37-7-1223,132-21-1,93-35-1794,-173 30 1302,0 0-882,7-2-680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4:51.677"/>
    </inkml:context>
    <inkml:brush xml:id="br0">
      <inkml:brushProperty name="width" value="0.05" units="cm"/>
      <inkml:brushProperty name="height" value="0.05" units="cm"/>
      <inkml:brushProperty name="color" value="#E71224"/>
    </inkml:brush>
  </inkml:definitions>
  <inkml:trace contextRef="#ctx0" brushRef="#br0">1 46 3368,'28'-29'84,"-34"18"-1112,28 5 312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6.695"/>
    </inkml:context>
    <inkml:brush xml:id="br0">
      <inkml:brushProperty name="width" value="0.05" units="cm"/>
      <inkml:brushProperty name="height" value="0.05" units="cm"/>
      <inkml:brushProperty name="color" value="#E71224"/>
    </inkml:brush>
  </inkml:definitions>
  <inkml:trace contextRef="#ctx0" brushRef="#br0">45 76 3812,'28'3'7168,"-61"-10"-4413,30 9-2636,1-1 1,-1 1-1,1 0 1,0 1-1,0-1 1,0 0 0,0 1-1,1-1 1,-1 1-1,1-1 1,-1 1 0,1 0-1,0-1 1,0 1-1,0 0 1,-1 3-1,2-3 342,3-2-449,29 12-594,-28-29 457,-2 9 368,-15 7-142,11 1-107,0-1 1,0 1-1,0 0 1,0 0-1,0 0 1,0 0-1,0 0 1,0 0-1,0 0 1,0 0 0,1 1-1,-1-1 1,1 1-1,-1 0 1,1-1-1,-3 4 1,1-1 21,1-2 91,8 29-113,-5-28 129,20-5-42,25-9-25,-43 10-13,-3-1-46,2-6 37,-1 6-49,0 0 0,-1 0 0,1 0 0,-1 0 0,0 0 0,0 0 0,1 1 0,-1-1 0,-1 0 0,1 0 0,0 0 0,0 0 0,-1 0-1,0-4 1,-5-6 7,5 10-4,-1 4-26,-4 3 23,-5 6 74,2 25-12,9-33 128,2-5-171,22-17-59,-22 17 104,0 0-895,3-4-688,5-7 4979,1-2 1907,-5 7-4545,-5 6-807,14-16-61,-14 16 210,10-28-2631,5 5-2600,-3 10-1070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27.913"/>
    </inkml:context>
    <inkml:brush xml:id="br0">
      <inkml:brushProperty name="width" value="0.05" units="cm"/>
      <inkml:brushProperty name="height" value="0.05" units="cm"/>
      <inkml:brushProperty name="color" value="#E71224"/>
    </inkml:brush>
  </inkml:definitions>
  <inkml:trace contextRef="#ctx0" brushRef="#br0">47 113 4932,'20'-22'4822,"-21"16"-1396,-11 5-2101,-4 1 2994,37-12-4209,-32 25 629,10-34-1873,1 16 196,-2 7 839,0 0 0,1 1 0,-2-1-1,1 0 1,0 0 0,0 0 0,-1 0 0,-3 2 0,-5-26-645,10 20 124,2-1-1108,0 1 1506,0 0 1,-1 1 0,1-1 0,0 0 0,-1 1-1,0-1 1,1 0 0,-1 0 0,0 1 0,0-1-1,0 0 1,0 0 0,0 1 0,0-1-1,-1 0 1,1 0 0,-1 1 0,1-1 0,-1 0-1,1 1 1,-1-1 0,0 1 0,0-1 0,0 1-1,0-1 1,0 1 0,0-1 0,0 1 0,0 0-1,-1 0 1,-1-2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0.655"/>
    </inkml:context>
    <inkml:brush xml:id="br0">
      <inkml:brushProperty name="width" value="0.05" units="cm"/>
      <inkml:brushProperty name="height" value="0.05" units="cm"/>
      <inkml:brushProperty name="color" value="#E71224"/>
    </inkml:brush>
  </inkml:definitions>
  <inkml:trace contextRef="#ctx0" brushRef="#br0">167 113 4988,'0'0'7789,"-25"-16"753,25 17-8549,-22 10 1435,22-10-1409,0-1 1,0 1 0,-1 0 0,1 0 0,0 0 0,0 0 0,0 0 0,0 0 0,0 0 0,0 0 0,0 0 0,0 0-1,1 0 1,-1 0 0,0 0 0,1 0 0,-1 0 0,0 0 0,1-1 0,-1 1 0,1 0 0,-1 0 0,2 1-1,-1-1 168,7-34-208,-16 4 121,-30 21 42,37 8-133,0 0 0,0 0-1,0 0 1,0 0 0,0 0-1,0 0 1,0 0 0,0 0-1,1 0 1,-1 0 0,0 1-1,0-1 1,0 0 0,0 1-1,0-1 1,0 0 0,1 1-1,-2 0 1,-2 2 26,-2-2-9,1 1 0,0 0 0,0 0 0,0 0 0,0 1 0,0 0 0,-5 4 0,8-6 115,0 1-128,0 0 0,1 0 0,-1-1 1,1 1-1,0 0 0,-1 0 0,1 0 0,0 0 0,0 1 0,0-1 0,0 0 0,-1 5 0,4-5-24,1 0 0,-1 0 0,0 0 0,1 0 0,-1-1 0,1 1 0,-1-1 0,1 1 0,0-1 0,-1 0 0,1 0 0,0 0 0,0 0 0,0-1 0,0 1 0,0-1 0,0 0 0,0 0 0,0 0 0,0 0 0,4-1 0,7-2-82,0 0 1,0 0 0,17-8 0,-26 9 61,-1 1 15,0-1-1,-1 0 1,1 0 0,0 0-1,-1 0 1,0-1-1,0 1 1,0-1-1,5-5 1,2-2-41,-8 9 154,-49 6-268,43-4 157,-36 34 6,38-33 130,27-18-22,21-29-44,-44 43-85,-2 1 26,1 0 0,-1 0 1,0 0-1,0 1 0,0-1 0,0 0 0,1 0 0,-1 0 0,0 0 1,1 1-1,-1-1 0,1 0 0,-1 0 0,1 1 0,-1-1 0,1 0 0,-1 1 1,1-1-1,1 0 0,1-5-40,-18 3 16,11 3 34,0 0 0,-1 0 0,1 1 0,0 0 1,0 0-1,0 0 0,0 0 0,0 1 0,0-1 0,0 1 1,0 0-1,-5 4 0,-9 4 197,16-9-165,1 1 0,-1 0 0,1 0 1,-1 0-1,1 0 0,0 0 0,0 0 1,0 0-1,0 0 0,-1 4 1,7 20 16,-4-26-48,1 1 1,-1-1-1,0 0 0,0 0 0,1 0 0,-1 0 1,0 0-1,0 0 0,1-1 0,-1 1 0,0 0 0,0-1 1,2 0-1,-2 1-1,3-1-13,3 0 2,-1-1-1,1 1 0,-1-1 1,1 0-1,6-4 0,-11 4 6,0 1-1,0 0 0,0-1 1,0 1-1,-1-1 0,1 1 0,-1-1 1,1 0-1,-1 0 0,0 0 0,0 1 1,0-1-1,0 0 0,0-1 0,0 1 1,0 0-1,-1 0 0,1 0 0,0-3 1,-1 3-2,0 0 0,0 0 0,0 0 0,0 1 0,0-1 0,0 0 0,0 0 1,-1 1-1,1-1 0,-1 0 0,1 1 0,-1-1 0,0 0 0,0 1 0,0-1 0,0 1 1,0-1-1,0 1 0,0-1 0,0 1 0,-2-2 0,-1-1 4,3 2-6,-27-16-9,18 24 33,7-4-2,-1 0 0,1 0 1,0 0-1,0 1 0,0-1 0,0 1 1,0 0-1,0 0 0,1 0 0,0 0 1,-1 0-1,1 0 0,0 1 0,1-1 1,-4 8-1,-13 37 185,17-44-183,-3 23 188,62-58-174,-55 28-59,-1 0 0,1 0-1,-1 0 1,1-1 0,-1 1-1,0 0 1,-1-1-1,1 0 1,-1 1 0,2-5-1,-1 4-26,-2 3 9,0 1-1,0-1 1,1 1-1,-1-1 1,0 1 0,0-1-1,1 1 1,-1-1 0,0 1-1,0-1 1,0 1-1,0-1 1,0 1 0,0-1-1,0 1 1,0-1 0,0 1-1,0-1 1,0 1-1,0-1 1,0 1 0,0-1-1,0 1 1,-1-1 0,1 1-1,0-1 1,0 1-1,-1-1 1,1 1 0,0 0-1,-1-1 1,1 1-1,0-1 1,-1 1 0,0-1-1,-18-1-2237,15 2 2258,1 0-1656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2.623"/>
    </inkml:context>
    <inkml:brush xml:id="br0">
      <inkml:brushProperty name="width" value="0.05" units="cm"/>
      <inkml:brushProperty name="height" value="0.05" units="cm"/>
      <inkml:brushProperty name="color" value="#E71224"/>
    </inkml:brush>
  </inkml:definitions>
  <inkml:trace contextRef="#ctx0" brushRef="#br0">42 15 4732,'7'-15'5679,"-5"41"-943,-1-25-4666,-1-1 0,1 1-1,-1-1 1,1 1 0,0-1 0,-1 0-1,1 1 1,0-1 0,-1 0-1,1 1 1,0-1 0,-1 0-1,1 0 1,0 0 0,-1 1-1,1-1 1,0 0 0,0 0 0,-1 0-1,1 0 1,1 0 0,-1-1 176,0 1 0,0 0 0,0 0 1,0 0-1,0 1 0,0-1 0,0 0 1,-1 0-1,1 0 0,0 1 0,0-1 0,0 0 1,0 1-1,-1-1 0,1 1 0,1 1 1,4 19 2508,-2-5-2051,0-1 0,10 23 0,-13-34-691,1 0-1,0 0 1,1-1-1,-1 1 1,0-1-1,1 1 1,0-1-1,0 0 1,0 0-1,0 0 1,1 0-1,-1 0 1,1-1-1,5 3 1,-8-4-22,0 0 1,0-1 0,0 1 0,0 0 0,0-1-1,1 1 1,-1-1 0,0 0 0,0 1-1,0-1 1,1 0 0,-1 0 0,0 0 0,0 0-1,0 0 1,1 0 0,-1 0 0,0 0-1,0 0 1,1-1 0,-1 1 0,0 0 0,0-1-1,0 1 1,0-1 0,0 1 0,0-1-1,0 0 1,0 1 0,0-1 0,0 0 0,0 0-1,0 0 1,0 0 0,0 0 0,-1 0-1,1 0 1,0-1 0,-3-18-58,1 12 60,0 1 0,0-1 0,0 1 0,-1-1 0,0 1 0,-1 0 0,1 0 0,-1 0 0,-1 0 1,1 1-1,-1-1 0,-9-11 0,11 16 99,1 2-96,1-1 1,-1 1-1,1 0 1,-1-1-1,1 1 0,-1-1 1,1 0-1,-1 1 1,1-1-1,0 1 1,-1-1-1,1 0 0,0 1 1,-1-1-1,1 1 1,0-1-1,0 0 0,0 0 1,-1 0-1,1 0 4,0 0-1,0 1 1,0-1 0,0 0-1,-1 0 1,1 1-1,0-1 1,0 0 0,-1 1-1,1-1 1,-1 0 0,1 1-1,0-1 1,-1 0-1,1 1 1,-1-1 0,0 1-1,1-1 1,-1 1-1,1-1 1,-1 1 0,0-1-1,1 1 1,-1 0-1,-1-1 1,-2 2 35,0 0 1,-1 0-1,1 0 1,0 1-1,0 0 1,0 0-1,0 0 1,0 0-1,0 0 1,1 1-1,-1 0 1,1 0-1,0 0 1,0 0-1,0 0 1,0 0-1,0 1 1,1 0-1,-1-1 1,1 1-1,-3 7 1,2-5-7,0-1-1,1 1 1,0 0 0,0 0 0,0 0-1,0 0 1,1 1 0,0-1 0,1 0-1,-1 1 1,2 8 0,-1-11-17,1 0-1,0 0 1,0 0 0,1 0 0,-1 0-1,1 0 1,0-1 0,0 1-1,0-1 1,0 1 0,1-1 0,-1 0-1,1 0 1,0 0 0,0 0-1,0 0 1,0-1 0,5 3-1,-6-3 30,17 2-119,-16-4 85,0 1 0,0-1 1,0 1-1,0-1 0,0 0 0,1 0 0,-1 0 0,0-1 0,0 1 0,5-2 1,4-1-33,-10 2 19,-1-1-1,0 1 1,1-1-1,-1 0 1,0 0-1,0 0 1,0 1-1,0-1 1,0 0 0,0 0-1,0-4 1,0 4-13,0-2-21,0 0 0,-1 0-1,1-1 1,-1 1 0,0 0 0,0 0 0,-1-1 0,1 1 0,-1 0 0,0 0 0,0 0-1,0-1 1,-1 1 0,-3-7 0,3 7-21,-1 0 0,0 0-1,0 0 1,0 1 0,0-1 0,-5-3 0,-3-4-32,8 10 82,1 1 1,0 0-1,-1 0 0,1 0 0,0 0 0,-1 0 0,1 0 0,0 0 0,-1 1 1,1-1-1,0 1 0,-4 1 0,3-1-3,0 0 18,1 0 0,-1 0 0,0 0 0,0 0 0,1 1 0,-1-1 0,1 1 0,-1 0-1,1 0 1,0 0 0,0 0 0,0 0 0,0 0 0,0 0 0,0 1 0,-2 2 0,0 4 103,0 0-1,0-1 0,-3 17 1,5-17-22,-1-1-1,1 1 1,-2-1 0,-5 12 0,8-17-61,0 0 1,0 1 0,0-1-1,1 1 1,-1-1 0,0 1-1,1-1 1,0 1 0,-1 5-1,1-2 43,-1-3 108,8 5-97,-7-7-74,0 0-1,1 0 0,-1 0 0,1 0 1,-1 0-1,1-1 0,-1 1 0,1 0 1,-1 0-1,1-1 0,-1 1 0,1 0 1,0-1-1,0 1 0,-1 0 0,1-1 1,0 1-1,0-1 0,0 0 1,-1 1-1,1-1 0,0 1 0,0-1 1,2 0-1,3-4 19,4-3-69,0 0-1,0 0 0,8-10 1,-14 14-7,-1-1 0,0 0 1,-1 0-1,1 0 0,-1 0 1,1 0-1,-1 0 0,0-1 0,-1 1 1,1-1-1,0-6 0,-2-40-489,0 47 447,-1 2 17,-15-25-92,14 25 134,-1 3 64,2-1-24,-3 1 38,1-1 0,0 1 0,0 0 0,0 0 0,0 0 0,0 1 0,0-1 0,0 1 1,1-1-1,-1 1 0,1 0 0,-1 0 0,1 0 0,-1 0 0,1 1 0,-3 3 0,-5 8 115,7-10-101,0 0-1,0 0 1,0 0 0,1 0 0,0 1 0,-3 6 0,5-9 127,0 1-106,2 28-43,-1-28 28,3-3-6,6-2-118,1 1-1,-1-1 0,20-7 0,-27 8 35,0 0-1,0 0 1,0-1-1,0 0 0,0 1 1,-1-1-1,1 0 0,0 0 1,-1 0-1,1-1 0,-1 1 1,0-1-1,0 1 0,0-1 1,0 0-1,0 0 0,1-5 1,-1 4-13,-1-1 1,1 1 0,-1-1-1,-1 1 1,1-1-1,-1-5 1,2-7-47,-2 14 77,0 1 0,-1-1 1,1 1-1,0-1 1,-1 0-1,0 1 0,1-1 1,-1 1-1,0 0 0,0-1 1,-2-2-1,1 1-4,1 1 44,-7-4-162,7 6 129,1 1-1,0-1 1,-1 1 0,1-1 0,-1 0 0,1 1 0,-1-1 0,1 1 0,-1-1 0,1 1 0,-1 0 0,1-1 0,-1 1 0,0 0 0,1-1-1,-1 1 1,0 0 0,1-1 0,-1 1 0,0 0 0,1 0 0,-1 0 0,0 0 0,0 0 0,-1 0 0,0 2 6,-1 0 1,1 0-1,0 0 1,-1 1-1,1-1 1,0 1-1,0-1 1,0 1-1,1 0 1,-1-1-1,1 1 1,0 0-1,-1 0 1,1 0-1,0 1 1,1-1-1,-1 0 0,1 0 1,-1 0-1,1 0 1,0 1-1,0-1 1,0 0-1,1 0 1,0 5-1,0-4 27,0-1 0,0 0 0,0 1 0,0-1 0,0 0 0,1 0 0,-1 0 0,1 0-1,0 0 1,0 0 0,0-1 0,4 5 0,-4-9-26,0 1 0,1 0 0,-1-1 0,0 0-1,-1 0 1,1 1 0,0-1 0,0 0 0,-1-1 0,3-2 0,1-3 10,-3 6-8,0 0-1,-1 0 0,1 0 0,-1-1 0,1 1 0,-1-1 1,0 1-1,0-1 0,0 1 0,0-1 0,0-4 0,-2-6-23,-6 12-29,-15 22-25,19-19 72,1 1-1,-1-1-1,1 1 1,0 0-1,0-1 1,0 1 0,1 0-1,-1 1 1,1-1 0,0 0-1,-2 5 1,2-5 20,14 3 84,-11-5-98,0 0 1,-1-1-1,1 1 1,0-1-1,0 1 1,0-1-1,0 0 1,0 0-1,-1 0 0,1 0 1,0 0-1,0 0 1,0 0-1,0-1 1,0 1-1,-1-1 1,1 1-1,0-1 1,2-1-1,-1 1-6,0 0 23,4-9 13,-7 10-34,1-1-1,0 1 1,0 0-1,-1-1 1,1 1-1,-1-1 1,1 0 0,0 1-1,-1-1 1,1 0-1,-1 1 1,0-1-1,1 0 1,-1 1-1,1-1 1,-1 0-1,0 0 1,0 1-1,1-1 1,-1 0-1,0 0 1,0 0 0,0 1-1,0-1 1,0-1-1,-9-16-27,-9-13-61,15 31 80,0 0-1,0 0 1,0 1-1,0 0 1,0-1-1,0 1 1,0 0 0,0 1-1,0-1 1,-4 3-1,-31 40-23,37-42 69,1-1-42,-1 0 0,1-1-1,0 1 1,0 0 0,0 0-1,0 0 1,0 0 0,0 0-1,0-1 1,0 1 0,1 0-1,-1 0 1,0 0 0,0 0-1,1-1 1,-1 1 0,1 0-1,-1 0 1,0-1 0,1 1-1,-1 0 1,1 0 0,0-1-1,-1 1 1,1-1 0,0 1-1,-1-1 1,1 1 0,0-1-1,-1 1 1,1-1 0,0 1-1,0-1 1,0 0 0,-1 0-1,1 1 1,0-1 0,0 0-1,0 0 1,0 0 0,-1 0-1,1 0 1,0 0 0,0 0-1,0 0 1,0 0 0,0 0-1,-1-1 1,1 1 0,1 0-1,2-2-27,-1 1 0,1-1 0,-1 1 0,0-1-1,0 0 1,1 0 0,-1-1 0,0 1 0,-1 0 0,4-4 0,-4 4-55,-2 0 7,0 1 1,1-1-1,0 0 0,-1 1 1,1-1-1,0 1 1,0-1-1,0 1 1,0-1-1,0 1 1,0 0-1,0-1 0,1 1 1,-1 0-1,0 0 1,1 0-1,-1 0 1,1 0-1,-1 0 1,1 1-1,0-1 0,2-1 1,3-3-1968,-23 2 1158,0 2 47,13 0-199,-25-5-5750,21 3 2251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32.928"/>
    </inkml:context>
    <inkml:brush xml:id="br0">
      <inkml:brushProperty name="width" value="0.05" units="cm"/>
      <inkml:brushProperty name="height" value="0.05" units="cm"/>
      <inkml:brushProperty name="color" value="#E71224"/>
    </inkml:brush>
  </inkml:definitions>
  <inkml:trace contextRef="#ctx0" brushRef="#br0">72 32 5581,'0'-1'90,"1"1"0,0 0 0,0 0 0,-1 0 0,1-1 0,0 1 1,-1 0-1,1-1 0,0 1 0,-1-1 0,1 1 0,0 0 0,-1-1 1,1 0-1,-1 1 0,1-1 0,-1 1 0,1-1 0,-1 0 0,1 1 1,-1-2-1,-12-8 2084,7 8 526,-16 4-1953,1-1 4737,18-1-5070,0 0-360,0 0 0,1 0 0,-1 1 0,1-1 0,-1 0 0,1 1 0,-1-1 0,1 1 0,-1-1 0,1 1 0,0 0 0,-3 1 0,4-1-6,0 0-1,1 0 0,-1 0 1,1 0-1,-1 0 0,1 0 1,-1 0-1,1 0 0,0 0 1,-1 0-1,1 0 0,0-1 1,0 1-1,0 0 0,-1 0 1,1-1-1,2 2 0,-1-1 52,6-8-150,-7 7 111,0-1-1,-1 1 1,1 0-1,0-1 0,0 1 1,-1-1-1,1 1 1,-1-1-1,1 1 0,-1-1 1,1 1-1,0-1 1,-1 1-1,0-1 0,1 0 1,-1 1-1,1-1 0,-1 0 1,0 0-1,1 0 1,-4-3 167,-13-9-795,15 13 437,0 0-1,0 0 1,0 0-1,0 0 0,0 1 1,0-1-1,1 0 1,-1 1-1,0-1 0,0 1 1,0-1-1,0 0 1,1 1-1,-1 0 0,0-1 1,0 1-1,1-1 1,-1 1-1,1 0 0,-1 0 1,0-1-1,0 3 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2.382"/>
    </inkml:context>
    <inkml:brush xml:id="br0">
      <inkml:brushProperty name="width" value="0.035" units="cm"/>
      <inkml:brushProperty name="height" value="0.035" units="cm"/>
      <inkml:brushProperty name="color" value="#008C3A"/>
    </inkml:brush>
  </inkml:definitions>
  <inkml:trace contextRef="#ctx0" brushRef="#br0">1 80 4948,'13'-7'2053,"-13"7"-1956,0-1-1,0 1 1,0 0 0,0 0-1,1 0 1,-1 0-1,0 0 1,0 0-1,0-1 1,0 1 0,1 0-1,-1 0 1,0 0-1,0 0 1,0 0-1,1 0 1,-1 0 0,0 0-1,0 0 1,1 0-1,-1 0 1,0 0-1,0 0 1,0 0 0,1 0-1,-1 0 1,0 0-1,0 0 1,0 0-1,1 0 1,-1 0 0,0 0-1,0 0 1,0 1-1,1-1 1,-1 0-1,0 0 1,0 0 0,0 0-1,0 0 1,0 1-1,1-1 1,-1 0-1,0 0 1,0 0-1,0 0 1,0 1 0,0-1-1,-2 14 2189,-1 7-504,3-18-1588,1-1-1,-1 0 0,1 0 0,-1-1 0,1 1 0,0 0 1,0 0-1,0 0 0,0 0 0,0-1 0,1 1 0,-1 0 1,0-1-1,1 1 0,-1-1 0,1 0 0,0 1 1,-1-1-1,1 0 0,0 0 0,0 0 0,-1 0 0,1 0 1,0-1-1,0 1 0,0 0 0,0-1 0,0 0 0,4 1 1,6 0-72,0-1 1,0-1 0,-1 0-1,16-3 1,-9 2 188,29-8-693,-1-1 0,0-3 0,0-1 0,57-29 0,-52 22-2143,-5 5-3209,-9 7-3588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0:23.839"/>
    </inkml:context>
    <inkml:brush xml:id="br0">
      <inkml:brushProperty name="width" value="0.035" units="cm"/>
      <inkml:brushProperty name="height" value="0.035" units="cm"/>
      <inkml:brushProperty name="color" value="#008C3A"/>
    </inkml:brush>
  </inkml:definitions>
  <inkml:trace contextRef="#ctx0" brushRef="#br0">261 250 6989,'0'0'62,"0"0"0,0 1 0,-1-1 0,1 0 0,0 0 0,0 1 0,0-1 1,0 0-1,0 0 0,0 1 0,0-1 0,-1 0 0,1 0 0,0 1 0,0-1 0,0 0 1,-1 0-1,1 0 0,0 0 0,0 1 0,-1-1 0,1 0 0,0 0 0,0 0 1,-1 0-1,1 0 0,0 0 0,0 1 0,-1-1 0,1 0 0,0 0 0,0 0 0,-1 0 1,1 0-1,0 0 0,-1 0 0,1 0 0,0 0 0,0-1 0,-1 1 0,1 0 0,0 0 1,0 0-1,-1 0 0,1 0 0,0 0 0,0 0 0,-1-1 0,1 1 0,0 0 1,-1 0-1,-2-17 3121,2 7-2976,1 7 2482,1 1-1953,5-9-876,-1 0 5094,-13 18-2362,3 0-2467,0 0-1,1 1 1,0-1 0,0 1-1,1 0 1,0 0-1,0 0 1,1 0-1,0 1 1,-1 12 0,-4 16 31,0-14-79,1 1-1,2 0 1,-3 26-1,7-39-81,-1 0-1,2 0 0,-1 0 0,2 0 0,-1 0 0,2-1 1,-1 1-1,1-1 0,6 14 0,-6-17-84,0 0 1,1-1-1,0 1 1,0 0-1,1-1 0,0 0 1,0 0-1,0 0 0,1-1 1,10 8-1,-13-11 54,0 0 0,1 0-1,-1-1 1,1 1 0,-1-1 0,1 0-1,0 0 1,0 0 0,0 0-1,-1-1 1,1 0 0,0 0-1,0 0 1,0 0 0,0 0 0,0-1-1,-1 1 1,1-1 0,0 0-1,0 0 1,-1-1 0,1 1 0,3-3-1,1-1 18,-1 0-1,0-1 0,0 0 1,0-1-1,-1 1 1,0-1-1,10-15 1,-10 15-5,5-9 0,0-1-1,-2 0 1,0 0-1,10-28 1,20-74 212,-30 84-34,-7 25-20,-1 0 0,0 0 0,-1 0-1,0 0 1,0 0 0,-1-1 0,-1 1 0,0 0 0,0 0-1,-1 1 1,0-1 0,-9-18 0,7 17-71,-1-1 0,0 1 0,0 0 0,-2 1 0,1-1 1,-1 1-1,-1 1 0,1 0 0,-2 0 0,1 0 0,-1 1 0,-1 1 0,1 0 1,-1 0-1,0 1 0,-1 1 0,0 0 0,-16-5 0,17 7-47,0 0 0,0 1 1,0 0-1,0 1 0,0 1 0,-1 0 0,1 0 0,-16 3 1,21-2-16,1 1 1,-1 0 0,1 0 0,0 0 0,0 0-1,0 1 1,0 0 0,0 0 0,0 0 0,1 1 0,0 0-1,-1-1 1,1 1 0,1 1 0,-1-1 0,0 1 0,1-1-1,-4 9 1,-1 4-11,1 0-1,1 1 1,0 0-1,1 0 1,-4 28-1,4-18 35,-14 43 1,7-36-8,1-1 0,2 1 0,-8 64 0,17-94-32,0 0 0,0 1 0,0-1 0,1 0 0,0 0 0,0 0 0,0-1 0,1 1 0,0 0 0,0 0 0,0-1 0,0 1 0,1-1 0,0 1 0,-1-1 0,2 0 0,-1 0 0,0-1 0,1 1 0,0-1 0,0 1-1,0-1 1,0 0 0,0-1 0,5 3 0,6 3-187,0-1 0,1-1 0,0 0 0,0-1 0,0-1 0,24 3 0,-29-6 100,-1 0 1,1 0-1,-1-1 1,1-1-1,-1 0 1,1 0-1,-1-1 1,0-1-1,0 1 0,13-6 1,-9 1-18,0 0 1,0 0 0,-1-1-1,0-1 1,-1 0 0,17-16-1,-10 6 20,-1-1 1,0-1-1,-2-1 0,0 0 0,-2-1 0,0-1 1,16-41-1,-24 49 128,-1 0 1,-1 0 0,-1-1-1,0 0 1,-1 0 0,-1 0-1,0 1 1,-1-1 0,-1 0-1,-1 0 1,-4-19 0,3 28 42,0 1 1,-1-1 0,0 1-1,-9-14 1,-6-15 97,17 35-164,1-1 1,-1 1 0,1-1 0,-1 1 0,0 0 0,0 0 0,1-1 0,-1 1 0,0 0 0,0 1 0,0-1 0,0 0 0,0 0-1,0 1 1,-1 0 0,1-1 0,-3 1 0,-24-1-356,1 2-1,0 1 0,0 1 1,-48 12-1,-11 1-3344,38-7-4071,25-5-202</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0.157"/>
    </inkml:context>
    <inkml:brush xml:id="br0">
      <inkml:brushProperty name="width" value="0.035" units="cm"/>
      <inkml:brushProperty name="height" value="0.035" units="cm"/>
      <inkml:brushProperty name="color" value="#008C3A"/>
    </inkml:brush>
  </inkml:definitions>
  <inkml:trace contextRef="#ctx0" brushRef="#br0">0 26 5404,'0'1'116,"0"-1"0,1 1-1,-1 0 1,0 0-1,0-1 1,0 1 0,1 0-1,-1-1 1,0 1 0,1-1-1,-1 1 1,0 0-1,1-1 1,-1 1 0,1-1-1,-1 1 1,1-1-1,-1 1 1,1-1 0,-1 1-1,1-1 1,0 0-1,-1 1 1,1-1 0,0 0-1,-1 0 1,1 1-1,0-1 1,1 0 0,21-9 4023,-13 3-3143,3 1-952,-10 4 189,-1 0-62,21-18 3497,-20 20-3488,29 4 172,-29-5 326,-3 2-389,-3 12-38,0-3 112,0 0 0,1 1 0,1-1 0,-1 1 0,2-1 0,0 1 0,2 13 0,1 9 212,-3-23-290,1 1 0,1-2 0,5 23 0,4-1 213,-5-17-278,-1 1-1,0-1 1,-1 1-1,2 26 1,-3 43-136,-5 1-1,-20 139 1,22-217-389,-1 0 0,2 0 0,-1-1 0,1 1 0,3 14 0,-1-5-664,-2-14-287,-2-5-1104,1-1 1666,-1 0 1,0 1-1,0-1 0,0 1 1,0-1-1,0 1 0,-4-5 1,-1-6-3053,1-7-3900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1.664"/>
    </inkml:context>
    <inkml:brush xml:id="br0">
      <inkml:brushProperty name="width" value="0.035" units="cm"/>
      <inkml:brushProperty name="height" value="0.035" units="cm"/>
      <inkml:brushProperty name="color" value="#008C3A"/>
    </inkml:brush>
  </inkml:definitions>
  <inkml:trace contextRef="#ctx0" brushRef="#br0">61 6 4604,'0'0'1533,"3"0"-187,26-6 13826,-27 8-14904,0 1-136,0 0 0,-1 0 1,1 0-1,0 1 1,-1-1-1,0 0 0,0 1 1,0-1-1,0 0 0,0 1 1,-1-1-1,1 1 0,-1-1 1,0 1-1,0 0 1,-1-1-1,0 6 0,-2 8 533,-2-1 0,-9 26 0,-2 10 314,12-28-728,1 0 1,1 1 0,1-1 0,1 1-1,1-1 1,1 1 0,7 32 0,-5-32-24,-2 0 0,0 1 0,-2-1 0,-3 29 0,-19 99 931,20-142-1091,-8 33-21,7-32-35,0 1 0,1-1 0,0 1 0,0 23 0,2-26-12,0 0 0,1 0 0,0-1 0,4 14 0,4 24 0,-4 15 0,-5-49 0,0 1 0,1 0 0,1-1 0,0 1 0,8 22 0,0-9 0,-1 1 0,-1 0 0,-2 0 0,4 35 0,-8-53 0,-1 0 0,-1 0 0,1 0 0,-3 13 0,-3 20 0,-10 35 0,9-32 0,6-10 0,0 5 0,5-2 0,-6-32 0,1 0 0,6 26 0,-3-11 0,0 0 0,-1 1 0,-1-1 0,-4 44 0,3 48 0,3-45 0,-5-31 0,6 7 0,-3-30 0,-1-11 0,0 0 0,0 0 0,1 0 0,-1-1 0,1 1 0,0 0 0,0-1 0,0 1 0,3 5 0,-1-2 0,-1 1 0,1 0 0,-1 0 0,-1 0 0,0 0 0,1 12 0,4 24 0,-3-21 0,0 1 0,-2 0 0,0 0 0,-2 0 0,-4 32 0,2-26 0,1-8 0,0-1 0,-1 1 0,-1 0 0,-2-1 0,0 0 0,-12 28 0,-7 13 0,-16 50 0,36-96 0,-1-1 0,2 1 0,0 0 0,1 0 0,-2 27 0,2 84 0,4-86 0,-1-21 0,0 39 0,7 62 0,-6-115 0,7 19 0,-5-19 0,-3-5-53,1 1 1,-1-1-1,1 0 1,-1 0-1,1 1 1,0-1-1,-1 0 1,1 0-1,0 0 1,0 0-1,0 0 1,0 0-1,0 0 1,0 0-1,0 0 1,0-1-1,2 2 1,-2-2-53,0 0 1,0 1-1,0-1 1,-1 0-1,1 0 1,0 0 0,0-1-1,0 1 1,0 0-1,-1 0 1,1 0-1,0-1 1,0 1-1,0 0 1,-1-1-1,1 1 1,0-1-1,0 1 1,-1-1-1,1 1 1,0-1-1,5-5-983,-1 0 0,0-1 0,0 1 0,7-14 0,-2 5-246,-8 12 142,0-1 1,0 0 0,0 1 0,0-1-1,-1 0 1,1 0 0,1-6 0,2-10-9044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2.596"/>
    </inkml:context>
    <inkml:brush xml:id="br0">
      <inkml:brushProperty name="width" value="0.035" units="cm"/>
      <inkml:brushProperty name="height" value="0.035" units="cm"/>
      <inkml:brushProperty name="color" value="#008C3A"/>
    </inkml:brush>
  </inkml:definitions>
  <inkml:trace contextRef="#ctx0" brushRef="#br0">18 9 6521,'-11'18'11839,"6"-2"-4615,4-14-6897,1 0 0,0-1-1,0 1 1,0 0 0,0-1 0,0 1-1,0 0 1,0-1 0,1 1 0,-1 0-1,1-1 1,-1 1 0,1 0 0,1 1-1,-1 0-367,1-1 0,0 0 0,0 0-1,0 0 1,0 0 0,0 0 0,1 0-1,-1 0 1,0-1 0,1 1 0,-1-1 0,1 0-1,4 2 1,17 4 2291,9-2-2083,0-1 1,0-1-1,63-4 1,102-19-292,-153 14 158,204-33-4391,-242 38 3649,0-1 1,-1 1 0,1-1 0,0-1 0,-1 1 0,1-1-1,-1 0 1,0-1 0,0 0 0,0 1 0,0-2 0,-1 1 0,8-9-1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2.953"/>
    </inkml:context>
    <inkml:brush xml:id="br0">
      <inkml:brushProperty name="width" value="0.035" units="cm"/>
      <inkml:brushProperty name="height" value="0.035" units="cm"/>
      <inkml:brushProperty name="color" value="#008C3A"/>
    </inkml:brush>
  </inkml:definitions>
  <inkml:trace contextRef="#ctx0" brushRef="#br0">1 40 9117,'20'-23'7018,"-5"6"6746,-2 29-11371,-7-8-2353,-1 1-1,1 0 1,-1 0-1,-1 0 1,1 1-1,-1 0 1,0 0-1,0 0 0,-1 0 1,0 0-1,0 1 1,4 12-1,0 8-60,-2-1 0,3 32 0,6 23-198,12 16-5008,-5-31-5527,-6-21-2804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3.606"/>
    </inkml:context>
    <inkml:brush xml:id="br0">
      <inkml:brushProperty name="width" value="0.035" units="cm"/>
      <inkml:brushProperty name="height" value="0.035" units="cm"/>
      <inkml:brushProperty name="color" value="#008C3A"/>
    </inkml:brush>
  </inkml:definitions>
  <inkml:trace contextRef="#ctx0" brushRef="#br0">934 45 7485,'-29'-11'1046,"19"7"-537,0 1 0,0-1 0,0 1-1,-1 1 1,0 0 0,1 1 0,-1 0 0,0 0 0,0 1 0,1 1 0,-19 2 0,-5 2 517,10-2-150,0 1 1,0 2 0,-40 13-1,34-7-440,0 0-1,1 2 0,1 2 0,0 0 0,1 2 1,1 0-1,1 2 0,1 1 0,0 2 0,-26 31 1,17-15 169,1 2 1,2 2-1,2 0 1,2 2-1,-38 92 1,52-105-411,1 1 0,2 0 0,1 0 0,2 1 0,1 0 0,2 0 0,1 0 0,2 1-1,1-1 1,6 34 0,-1-30-129,2-2 0,1 1-1,1-1 1,3-1 0,1 0-1,1-1 1,2 0 0,1-1-1,2-1 1,1-1 0,1-1-1,2-1 1,1-1 0,1-1-1,58 46 1,-36-40-382,1-1 1,1-3-1,2-1 0,0-3 0,2-3 0,1-2 1,0-2-1,1-2 0,1-3 0,0-3 0,1-2 1,0-2-1,85-4 0,-104-4 122,-1-1 0,0-2 0,-1-2 0,1-2 0,-1-1 0,-1-1 0,0-3 0,0 0 0,-2-3 0,0-1 1,-1-1-1,38-29 0,-50 32 155,0-1 0,-2-2 1,0 0-1,-1 0 1,0-2-1,-2 0 0,-1-1 1,0-1-1,-2 0 1,-1-1-1,0 0 0,-2-1 1,-1 0-1,-1-1 1,-1 0-1,-1 0 0,-2 0 1,2-34-1,-5 20 46,-2 1 1,-3 0-1,0 0 0,-13-49 0,1 29 28,-2 1 0,-27-58 0,31 86-2,-1 1-1,-1 0 0,-30-38 1,-153-183 262,178 226-274,0 1 0,-2 0 0,-1 1-1,-1 2 1,-1 1 0,-50-29 0,51 33-11,-14-8-16,-1 1 1,-1 3 0,-1 1 0,-1 2-1,-66-15 1,88 26-332,0 1-1,0 1 1,-1 1-1,1 1 1,-1 1 0,1 1-1,-1 1 1,1 0-1,-1 2 1,1 1 0,1 0-1,-1 1 1,-32 16-1,42-17-478,1 1 0,0 1 0,0 0-1,1 0 1,0 1 0,0 0-1,0 1 1,1 0 0,-9 13 0,-19 36-7114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429"/>
    </inkml:context>
    <inkml:brush xml:id="br0">
      <inkml:brushProperty name="width" value="0.035" units="cm"/>
      <inkml:brushProperty name="height" value="0.035" units="cm"/>
      <inkml:brushProperty name="color" value="#008C3A"/>
    </inkml:brush>
  </inkml:definitions>
  <inkml:trace contextRef="#ctx0" brushRef="#br0">214 117 13429,'0'-1'140,"0"1"0,1 0 0,-1 0 0,0-1 0,0 1 0,0 0 0,0-1 0,0 1 1,0 0-1,0-1 0,0 1 0,0 0 0,0 0 0,0-1 0,0 1 0,0 0 0,0-1 0,0 1 0,0 0 0,-1-1 0,1 1 0,0 0 0,0 0 0,0-1 0,0 1 0,-1 0 0,1 0 0,0-1 0,0 1 0,0 0 0,-1 0 0,1 0 0,0-1 0,0 1 0,-1 0 0,1 0 0,0 0 0,0 0 0,-1 0 1,1 0-1,0-1 0,-1 1 0,1 0 0,0 0 0,-1 0 0,-21-9 6447,11 4-6152,-5 34 3447,-14 35-3550,3 1 0,3 2 0,2 0 0,4 1 0,-17 116 0,33-160-332,1-1 0,2 0 0,0 1 0,1-1 0,1 0 0,2 0 0,0 0 0,1 0 0,1-1 0,1 0 0,2-1 0,14 27 0,-14-31 0,1 0 0,0-1 0,1-1 0,0 0 0,2-1 0,0 0 0,0-1 0,1 0 0,0-2 0,2 1 0,-1-2 0,1 0 0,0-1 0,1-1 0,20 6 0,-12-6 0,1-2 0,0-1 0,0-2 0,0 0 0,0-2 0,0-1 0,0-1 0,0-1 0,0-1 0,44-12 0,-52 9 0,0 0 0,-1-1 0,0-1 0,-1 0 0,1-2 0,27-19 0,-34 20 0,0-1 0,0 1 0,-2-2 0,1 1 0,-1-1 0,0-1 0,-1 0 0,-1 0 0,12-26 0,-12 20 0,-1-1 0,-1-1 0,0 1 0,-2-1 0,0 0 0,-1 0 0,-1 0 0,-1 0 0,-1 0 0,-5-29 0,-5-13 0,-4 2 0,-21-62 0,19 73 0,-2-1 0,-46-83 0,52 111 0,-1 0 0,-1 0 0,-1 2 0,-1 0 0,-1 0 0,0 2 0,-34-26 0,42 37-123,0 1 0,0 0 0,-1 0 0,0 1 0,0 0 0,-1 1 1,1 1-1,-1 0 0,0 0 0,1 1 0,-1 0 0,0 1 0,-1 1 0,1 0 0,0 1 0,0 0 0,0 0 0,1 1 0,-1 1 0,0 0 1,-11 5-1,3 0-217,0 2 1,1 0 0,0 1 0,0 0-1,1 2 1,1 0 0,0 1 0,1 1 0,0 0-1,-23 31 1,31-34-368,0 0 0,1 0 0,0 1 0,1 0 1,0 0-1,1 1 0,-4 17 0,6-18-953,1-1 0,0 1 0,1 0 0,0 24 0,11 14-7732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650"/>
    </inkml:context>
    <inkml:brush xml:id="br0">
      <inkml:brushProperty name="width" value="0.035" units="cm"/>
      <inkml:brushProperty name="height" value="0.035" units="cm"/>
      <inkml:brushProperty name="color" value="#008C3A"/>
    </inkml:brush>
  </inkml:definitions>
  <inkml:trace contextRef="#ctx0" brushRef="#br0">165 0 15005,'-12'15'3121,"-11"-13"-429,1 1-188,13 9-208,-10 11 637,6-6-1901,-3 6-280,-3 17-364,6-9-472,4 6-660,2-3-716,4 4-725,3-1-1127,7 6-3449,2 5-6432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8.927"/>
    </inkml:context>
    <inkml:brush xml:id="br0">
      <inkml:brushProperty name="width" value="0.035" units="cm"/>
      <inkml:brushProperty name="height" value="0.035" units="cm"/>
      <inkml:brushProperty name="color" value="#008C3A"/>
    </inkml:brush>
  </inkml:definitions>
  <inkml:trace contextRef="#ctx0" brushRef="#br0">13 12 15837,'0'0'310,"0"-1"-1,0 1 0,-1-1 0,1 0 0,0 1 0,0-1 0,0 1 0,-1-1 1,1 1-1,0-1 0,-1 1 0,1-1 0,0 1 0,-1-1 0,1 1 0,-1 0 0,1-1 1,-1 1-1,1-1 0,-1 1 0,1 0 0,-1 0 0,1-1 0,-1 1 0,1 0 1,-1 0-1,0 0 0,0-1 0,1 20 4445,16 41-1871,-15-54-2596,7 28-274,-1 0 0,-2 1-1,1 56 1,-11 108-22,3-167 8,2-25-6,-4 184-5477,6-157 2803,1 0 0,1-1 1,16 56-1,1-23-10888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6:49.490"/>
    </inkml:context>
    <inkml:brush xml:id="br0">
      <inkml:brushProperty name="width" value="0.035" units="cm"/>
      <inkml:brushProperty name="height" value="0.035" units="cm"/>
      <inkml:brushProperty name="color" value="#008C3A"/>
    </inkml:brush>
  </inkml:definitions>
  <inkml:trace contextRef="#ctx0" brushRef="#br0">4053 220 8057,'-104'-80'3966,"82"69"-3094,1 0-1,-2 1 1,1 1 0,-1 1-1,-1 2 1,-25-5 0,26 5-435,-89-18 896,-1 6-1,0 4 0,-1 5 0,-130 7 1,80 11-344,1 7 0,-209 49 0,254-35-596,1 5 1,1 4-1,3 6 0,1 5 0,3 5 0,2 4 0,3 5 1,3 5-1,-110 96 0,79-49-234,6 6 0,-219 273 0,267-289-126,5 3 1,5 4-1,4 2 1,-78 203-1,113-238-33,-22 109 0,40-136 0,3 1 0,2 0 0,1 67 0,6-88 0,1 0 0,2 0 0,1 0 0,2 0 0,1 0 0,15 38 0,-13-47 0,1 0 0,1-1 0,1-1 0,1 0 0,1 0 0,1-2 0,1 0 0,36 33 0,-24-29 0,2-1 1,0-2-1,1-1 1,1-1-1,46 18 1,-4-8-8,116 30 0,-75-33-362,1-5 0,154 8 1,239-22-1499,-257-19 911,0-10 0,421-94 0,-466 63 684,-2-8 0,-4-10 0,302-150 1,-356 140 252,239-176 0,-325 211 116,-2-2 1,-2-4-1,98-112 1,-106 97 148,-2-1 0,76-146 0,-91 146-52,-3-1 0,-2-1 0,-4-1 0,-3-2-1,-3 0 1,-3-1 0,-4 0 0,2-77 0,-12 113-92,-2 0 0,-2 0 0,-1 0 0,-2 1 0,-2-1 0,-1 1 1,-2 1-1,-16-37 0,14 43-39,-2 1 0,-1 1 0,-1 1-1,-2 0 1,0 1 0,-2 1 0,-1 1 0,0 0 0,-46-34 0,23 26-24,-2 3 0,-2 1 1,0 2-1,-2 2 0,0 3 0,-2 2 1,-71-16-1,-4 8-65,0 5 1,-132-4-1,107 18-834,1 6 0,-255 31-1,58 39-3781,246-38-381,-129 54 1,95-21-5174</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6.815"/>
    </inkml:context>
    <inkml:brush xml:id="br0">
      <inkml:brushProperty name="width" value="0.035" units="cm"/>
      <inkml:brushProperty name="height" value="0.035" units="cm"/>
      <inkml:brushProperty name="color" value="#008C3A"/>
    </inkml:brush>
  </inkml:definitions>
  <inkml:trace contextRef="#ctx0" brushRef="#br0">73 12 5509,'-7'15'5296,"7"-22"3508,1-13-6631,-20 66-870,18-40-1235,0 0 1,0 1 0,0-1 0,1 0-1,0 0 1,1 1 0,-1-1-1,1 0 1,0 0 0,3 8-1,2 30 180,16-50-258,-19 6 21,-1-1 0,1 0 0,-1 0 0,1-1 0,-1 1 0,0 0 0,1-1 0,-1 0 0,0 1 0,0-1 0,0 0 0,0 0-1,0 0 1,-1 0 0,1 0 0,-1-1 0,1 1 0,-1 0 0,0-1 0,2-5 0,-1 1 168,0-1 0,0 0 0,-1 0 0,0 0 0,-1-14 0,1 21-160,-1 0 0,0 1 0,0-1 0,0 0 0,0 0 0,-1 0 0,1 0 0,0 0 0,0 0 0,-1 0 0,1 0 0,0 0 1,-1 0-1,1 0 0,-1 0 0,1 1 0,-1-1 0,1 0 0,-1 0 0,0 1 0,1-1 0,-1 0 0,0 1 0,0-1 0,1 1 0,-3-2 0,1 2 1,0-1 1,0 1-1,1 0 0,-1-1 0,0 1 0,0 0 0,0 0 0,0 0 0,0 1 0,0-1 0,0 0 0,-3 2 0,0-1-3,1 1 1,-1 0-1,1 0 0,-1 0 0,1 1 1,0-1-1,0 1 0,0 0 1,0 0-1,-4 5 0,-3 7 55,7-11-84,1 1 0,0-1 0,0 1-1,0-1 1,1 1 0,-1 0 0,1 0 0,-2 9 0,3-11-14,5 4-130,-4-5 130,1-1 0,0 1 1,-1-1-1,1 1 0,0-1 0,0 1 0,0-1 0,0 0 0,0 1 0,0-1 0,0 0 1,0 0-1,0 0 0,1 0 0,-1 0 0,0 0 0,1 0 0,-1 0 0,1 0 1,-1-1-1,1 1 0,-1-1 0,3 1 0,11 4-87,-12-4 9,29 1-178,-29-2 256,-35-2-398,29 2 407,-22-23-126,24 4-714,0 16 573,1 0 0,0 0 0,-1 0 0,1-1 0,0 1 0,1 0 0,-1 0 1,1 0-1,-1-1 0,1 1 0,0 0 0,0 0 0,0 0 0,1 0 0,-1 0 0,1 1 0,-1-1 0,1 0 0,3-3 0,24-14-8194,-11 11 2078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7.787"/>
    </inkml:context>
    <inkml:brush xml:id="br0">
      <inkml:brushProperty name="width" value="0.035" units="cm"/>
      <inkml:brushProperty name="height" value="0.035" units="cm"/>
      <inkml:brushProperty name="color" value="#008C3A"/>
    </inkml:brush>
  </inkml:definitions>
  <inkml:trace contextRef="#ctx0" brushRef="#br0">28 0 11341,'-3'2'1141,"1"1"-1,0-1 1,0 1-1,0 0 1,0 0-1,0 0 1,1-1-1,-1 2 1,1-1-1,0 0 1,-1 4-1,0-1-356,1 1 0,0 0 0,0 0 0,1 13 0,1-2-430,2 0 0,7 33 0,-2-24-41,2 1-1,0-1 0,2-1 0,19 33 1,-2-13-1493,45 55 0,-59-83 60,1 0 1,0-2 0,2 0-1,23 18 1,-34-29 509,0 0 0,1 0 0,-1-1 0,1 0 0,0 0 0,0-1 0,0 0 0,0 0 0,1-1 0,-1 0 1,1 0-1,0-1 0,-1-1 0,16 1 0,-20-2 485,1-1 1,-1 1-1,1-1 1,-1 0-1,1 0 1,-1 0 0,0 0-1,0-1 1,0 0-1,0 0 1,-1 0-1,1 0 1,-1 0-1,0-1 1,0 1 0,0-1-1,0 0 1,-1 0-1,4-7 1,-1 2 204,0-1 1,-1 0-1,-1-1 1,1 1-1,-2-1 1,1 1-1,1-18 1,-1-17 530,1 13 610,-2 1 0,-1 0 0,-1-1 0,-2 1 0,-6-33 0,7 62-1096,1 0-1,-1 0 1,0 0-1,0 0 0,0 0 1,0 0-1,0 0 1,0 0-1,0 0 1,0 0-1,-1 1 0,1-1 1,-1 0-1,1 1 1,-1 0-1,0-1 1,0 1-1,0 0 1,1 0-1,-1 0 0,0 0 1,0 0-1,0 0 1,-1 1-1,1-1 1,0 1-1,0-1 0,0 1 1,0 0-1,0 0 1,-1 0-1,1 0 1,-3 0-1,-4 1 129,1 1-1,0 0 1,0 0-1,0 0 1,0 1-1,-14 7 1,11-3-114,0-1 1,1 1 0,0 1-1,0 0 1,1 0 0,0 1-1,-14 19 1,-1 6-1038,-21 39 1,-14 19-4526,24-40-1195,5 6-4235</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59.719"/>
    </inkml:context>
    <inkml:brush xml:id="br0">
      <inkml:brushProperty name="width" value="0.035" units="cm"/>
      <inkml:brushProperty name="height" value="0.035" units="cm"/>
      <inkml:brushProperty name="color" value="#008C3A"/>
    </inkml:brush>
  </inkml:definitions>
  <inkml:trace contextRef="#ctx0" brushRef="#br0">16 9 8817,'2'-1'953,"-4"1"-5,-8 4-3087,4-15-3456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1.989"/>
    </inkml:context>
    <inkml:brush xml:id="br0">
      <inkml:brushProperty name="width" value="0.035" units="cm"/>
      <inkml:brushProperty name="height" value="0.035" units="cm"/>
      <inkml:brushProperty name="color" value="#008C3A"/>
    </inkml:brush>
  </inkml:definitions>
  <inkml:trace contextRef="#ctx0" brushRef="#br0">116 183 3268,'0'0'5361,"1"-2"-5115,14-27 10163,-15 26-10454,1-7 60,1-4 45,-2 14-59,1-1 0,-1 1 0,0 0 0,1 0 0,-1-1 0,0 1 0,1 0 0,-1 0 0,0 0-1,1 0 1,-1 0 0,1 0 0,-1 0 0,0 0 0,1 0 0,-1 0 0,0 0 0,1 0-1,-1 0 1,1 0 0,-1 0 0,0 0 0,1 0 0,-1 0 0,0 0 0,1 0 0,-1 1 0,0-1-1,1 0 1,-1 0 0,0 0 0,1 1 0,-1-1 0,0 0 0,0 1 0,1-1 0,-1 1-1,2 0 0,-1-1 0,1 1 0,-1 0 0,0-1 0,1 1 0,0-1 0,-1 0 0,1 1 0,-1-1 0,1 0 0,-1 0 0,1 0 0,0 0 0,-1 0 0,1 0 0,-1 0 0,1-1 0,-1 1 0,1 0 0,-1-1 0,1 0 0,-1 1 0,1-1 0,-1 0-1,0 0 1,1 1 0,-1-1 0,0 0 0,0 0 0,1 0 0,-1-1 0,0 1 0,0 0 0,1-3 0,-1 3 9,0-1-1,0 1 1,-1-1 0,1 0-1,0 1 1,-1-1-1,1 0 1,-1 1 0,0-1-1,0 0 1,0 0-1,1 1 1,-2-1 0,1 0-1,0 0 1,0 1-1,0-1 1,-1 0 0,1 0-1,-1 1 1,0-3-1,-1-1-7,-1 0-1,1 0 1,-1 1-1,1-1 1,-7-6-1,8 9 28,-3 2-11,-36 5-155,37-4 143,0 0-1,1 0 1,-1 0 0,0 1 0,1-1 0,-1 1-1,1 0 1,-1 0 0,1 0 0,0 0-1,-2 2 1,-2 2 8,-3 3 8,1 1 1,0 0-1,0 0 1,1 1 0,1 0-1,-1 0 1,2 1-1,-5 13 1,5-14-28,4-10 6,0 1 0,1 0 1,-1 0-1,0 0 0,1 0 0,-1-1 1,1 1-1,0 0 0,0 0 0,0 0 0,0 0 1,0 0-1,0 0 0,0 0 0,1 0 1,-1 0-1,0 0 0,1 0 0,0 0 1,0-1-1,-1 1 0,1 0 0,0 0 1,2 2-1,0 1 3,-1-3 5,0-2 1,3-1-3,0 0 0,0 0-1,0-1 1,-1 1-1,1-1 1,0 0 0,7-4-1,-8 2-8,0 0 1,0 0-1,0 0 0,0 0 1,0-1-1,-1 1 0,0-1 0,0 0 1,0 0-1,-1 0 0,1 0 1,-1 0-1,0-1 0,-1 1 0,2-10 1,1-7 24,-2-1 0,-1-36 0,-1 59-20,0-1 1,0 0 0,0 1 0,1-1 0,-2 0 0,1 1-1,0-1 1,0 0 0,0 1 0,0-1 0,0 0 0,0 1-1,-1-1 1,1 0 0,0 1 0,-1-1 0,1 1-1,0-1 1,-1 1 0,1-1 0,-1 1 0,1-1 0,0 1-1,-1-1 1,1 1 0,-1-1 0,0 1 0,1 0 0,-1-1-1,1 1 1,-1 0 0,0 0 0,1-1 0,-1 1-1,1 0 1,-1 0 0,0 0 0,1 0 0,-1 0 0,0 0-1,1 0 1,-1 0 0,0 0 0,1 0 0,-1 0-1,0 0 1,1 0 0,-1 1 0,0-1 0,1 0 0,-1 0-1,1 1 1,-1-1 0,0 0 0,1 1 0,-1 0-1,-7 4 7,1 1-1,0 0 1,1 0-1,-1 1 0,1-1 1,0 1-1,1 1 0,0-1 1,0 1-1,-6 14 1,-2 6-9,8-18-18,0 0 1,1 0-1,1 1 0,-5 20 0,7-24 22,0 0-1,1 0 0,0 1 0,1-1 1,-1 0-1,1 0 0,4 14 0,-4-20-2,-1 1 0,1-1 0,-1 1 0,1-1 0,0 0 0,0 1 0,0-1-1,0 0 1,0 0 0,0 1 0,0-1 0,0 0 0,1 0 0,-1 0-1,0 0 1,1-1 0,-1 1 0,0 0 0,1 0 0,-1-1 0,1 1-1,-1-1 1,1 0 0,-1 1 0,1-1 0,0 0 0,-1 0 0,1 0-1,-1 0 1,1 0 0,0 0 0,-1 0 0,1 0 0,-1-1 0,1 1-1,-1-1 1,1 1 0,-1-1 0,3-1 0,1 0 0,0 0 0,1-1 0,-1 1 0,0-1 1,0-1-1,-1 1 0,1-1 0,7-7 0,-6 1-3,0 0-1,0-1 1,-1 1 0,-1-1-1,0-1 1,0 1 0,-1-1-1,-1 1 1,0-1-1,0 0 1,-1 0 0,-1 0-1,-1-16 1,-5-67-17,6 93 18,-3 2-19,-10 2 12,-9 6-8,17 1 12,4-6 3,-6 6-7,1 0 0,0 1 0,1-1 0,1 1-1,-1 0 1,1 1 0,1-1 0,0 0 0,0 1 0,1 0-1,1 0 1,-1 19 0,2-28 7,0-1 0,0 1-1,0-1 1,0 1 0,0-1 0,1 1 0,-1-1-1,0 1 1,1-1 0,0 1 0,-1-1 0,1 1-1,0-1 1,0 0 0,-1 0 0,1 1-1,0-1 1,0 0 0,0 0 0,1 0 0,-1 0-1,0 0 1,0 0 0,0 0 0,1-1-1,-1 1 1,0 0 0,1-1 0,1 1 0,2 1-10,1-1 1,-1 0-1,0 0 1,1-1-1,9 0 1,-9 0-40,-4-1 57,1 0-1,0 0 1,-1 0-1,1 0 0,-1 0 1,1-1-1,-1 1 0,0-1 1,4-3-1,-2 2 11,-2 1-23,1 0-1,-1 0 0,1 0 1,-1-1-1,1 1 0,-1-1 1,0 1-1,0-1 0,0 0 1,-1 0-1,1 0 1,-1 0-1,0 0 0,2-5 1,-1 2 54,-1 4-43,-1 0 0,0 0-1,0 0 1,0 0-1,0-1 1,0 1-1,-1 0 1,1 0-1,-1 0 1,1 0-1,-1 0 1,0 1 0,1-1-1,-1 0 1,-2-2-1,0 4-16,-1 0 1,0 0-1,0 0 0,0 0 0,0 1 1,0 0-1,0 0 0,0 0 1,0 0-1,1 1 0,-1-1 0,0 1 1,1 0-1,-1 0 0,1 0 0,0 1 1,0-1-1,0 1 0,-5 5 0,-6 7-130,2 0-1,0 1 1,1 0-1,0 1 1,2 0-1,-13 29 0,21-43 21,0 1-69,-1 15 49,2-19 140,0 0 0,0 1 0,0-1 0,-1 0 0,1 0 0,0 1-1,0-1 1,0 0 0,0 1 0,0-1 0,1 0 0,-1 0 0,0 1-1,0-1 1,0 0 0,0 0 0,0 1 0,0-1 0,0 0 0,0 0-1,1 1 1,-1-1 0,0 0 0,0 0 0,0 0 0,1 1 0,-1-1-1,0 0 1,0 0 0,0 0 0,1 0 0,-1 0 0,0 1 0,0-1-1,1 0 1,-1 0 0,0 0 0,0 0 0,1 0 0,-1 0 0,0 0 0,0 0-1,1 0 1,-1 0 0,0 0 0,1 0 0,-1 0 0,0 0 0,0 0-1,1 0 1,-1 0 0,0 0 0,0-1 0,1 1 0,1-1-2,5-2 5,1 0 0,-1-1 0,0 0 1,0 0-1,0-1 0,-1 0 0,0 0 0,0-1 0,7-7 1,-5 2 14,-5 7-5,1 0 0,-1-1-1,0 1 1,0-1 0,0 0 0,-1 0 0,1 0 0,-1-1-1,-1 1 1,1 0 0,-1-1 0,1 1 0,-2-1-1,1-7 1,3-21-2319,-24 37-1003,0 3-501,9 2-1933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371"/>
    </inkml:context>
    <inkml:brush xml:id="br0">
      <inkml:brushProperty name="width" value="0.035" units="cm"/>
      <inkml:brushProperty name="height" value="0.035" units="cm"/>
      <inkml:brushProperty name="color" value="#008C3A"/>
    </inkml:brush>
  </inkml:definitions>
  <inkml:trace contextRef="#ctx0" brushRef="#br0">1 1 7853,'0'0'5048,"1"2"-4238,11 9-185,0 1 0,1-2-1,0 0 1,0-1 0,24 13 0,27 19 179,172 161 411,-182-153-1946,10 1-1783,-16-18-4164,-12-8 106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579"/>
    </inkml:context>
    <inkml:brush xml:id="br0">
      <inkml:brushProperty name="width" value="0.035" units="cm"/>
      <inkml:brushProperty name="height" value="0.035" units="cm"/>
      <inkml:brushProperty name="color" value="#008C3A"/>
    </inkml:brush>
  </inkml:definitions>
  <inkml:trace contextRef="#ctx0" brushRef="#br0">496 0 10801,'0'0'5140,"-48"20"-2819,32 3-1493,-6 12-204,0-7-136,0 6-88,0 6-68,-4 3-176,-6 6-40,1-1-376,-1 4-408,-9-1-600,-1 1-516,-5-4-529,-1 1-1995,4-3-3313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2.912"/>
    </inkml:context>
    <inkml:brush xml:id="br0">
      <inkml:brushProperty name="width" value="0.035" units="cm"/>
      <inkml:brushProperty name="height" value="0.035" units="cm"/>
      <inkml:brushProperty name="color" value="#008C3A"/>
    </inkml:brush>
  </inkml:definitions>
  <inkml:trace contextRef="#ctx0" brushRef="#br0">33 0 10121,'0'1'90,"0"1"0,-1-1 1,1 0-1,-1 0 0,1 0 0,-1 0 1,1 0-1,-1 0 0,1-1 0,-1 1 1,0 0-1,0 0 0,1 0 0,-1-1 0,0 1 1,-1 1-1,-14-7 1843,10 3-1482,10 24 2073,10 61-457,2 90 0,-7-63-1398,6 172-16,-12-211-1919,-6 80 0,-13-4-7337,7-96 703</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3.232"/>
    </inkml:context>
    <inkml:brush xml:id="br0">
      <inkml:brushProperty name="width" value="0.035" units="cm"/>
      <inkml:brushProperty name="height" value="0.035" units="cm"/>
      <inkml:brushProperty name="color" value="#008C3A"/>
    </inkml:brush>
  </inkml:definitions>
  <inkml:trace contextRef="#ctx0" brushRef="#br0">10 64 8677,'-10'14'9061,"29"-28"-8373,16-4-204,6 10-272,10 5-540,9 0-668,13-3-509,4-8-451,8 8-2168,4 1-3105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3.893"/>
    </inkml:context>
    <inkml:brush xml:id="br0">
      <inkml:brushProperty name="width" value="0.035" units="cm"/>
      <inkml:brushProperty name="height" value="0.035" units="cm"/>
      <inkml:brushProperty name="color" value="#008C3A"/>
    </inkml:brush>
  </inkml:definitions>
  <inkml:trace contextRef="#ctx0" brushRef="#br0">115 1038 4556,'-10'-12'644,"7"9"-308,1 0 1,-1-1-1,0 2 0,0-1 0,0 0 0,0 0 0,-1 1 0,1 0 0,-1 0 0,1 0 0,-6-2 1,5 2 123,1 1 1,0 0 0,-1-1-1,1 1 1,0-1 0,0 0-1,0 0 1,0 0 0,0-1-1,1 1 1,-4-4 0,-13-10 2315,17 14-896,33-31-201,-11 23-1521,0 1 0,1 1 0,0 1 0,1 1-1,32-6 1,1 0-19,185-49 170,317-84 9,-10-40-351,266-214-2081,-690 339-1416,-120 59 1790,-8 8-3055,1 0 3047,-15 19-4118</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4.809"/>
    </inkml:context>
    <inkml:brush xml:id="br0">
      <inkml:brushProperty name="width" value="0.035" units="cm"/>
      <inkml:brushProperty name="height" value="0.035" units="cm"/>
      <inkml:brushProperty name="color" value="#008C3A"/>
    </inkml:brush>
  </inkml:definitions>
  <inkml:trace contextRef="#ctx0" brushRef="#br0">1 0 5320,'0'0'4717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06.033"/>
    </inkml:context>
    <inkml:brush xml:id="br0">
      <inkml:brushProperty name="width" value="0.035" units="cm"/>
      <inkml:brushProperty name="height" value="0.035" units="cm"/>
      <inkml:brushProperty name="color" value="#008C3A"/>
    </inkml:brush>
  </inkml:definitions>
  <inkml:trace contextRef="#ctx0" brushRef="#br0">16 24 3736,'0'0'2325,"-6"-12"-2457,-4 1-264</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2.293"/>
    </inkml:context>
    <inkml:brush xml:id="br0">
      <inkml:brushProperty name="width" value="0.035" units="cm"/>
      <inkml:brushProperty name="height" value="0.035" units="cm"/>
      <inkml:brushProperty name="color" value="#008C3A"/>
    </inkml:brush>
  </inkml:definitions>
  <inkml:trace contextRef="#ctx0" brushRef="#br0">169 18 13753,'-43'-14'2532,"35"11"-81,6 3-2097,0 0-1,1 1 0,-1-1 1,0 1-1,1-1 0,-1 1 0,1 0 1,-1 0-1,0 0 0,1-1 1,0 2-1,-1-1 0,1 0 1,0 0-1,-1 0 0,1 0 0,0 1 1,-1 1-1,-1 34 1813,3 74 1,0 9-1201,-54 368-352,46-449-840,0-7-266,3 1 0,0-1 0,2 1 0,1 33-1,2-64 457,0 1 1,0-1-1,1 1 0,-1-1 0,0 1 0,1-1 0,0 0 0,0 1 1,0-1-1,0 0 0,0 0 0,0 1 0,2 1 0,-2-3 21,0 0-1,0 0 0,1 0 1,-1 0-1,0-1 0,1 1 1,-1 0-1,1-1 0,-1 1 0,1-1 1,-1 0-1,1 1 0,-1-1 1,1 0-1,-1 0 0,1 0 1,-1 0-1,1 0 0,-1 0 1,1-1-1,-1 1 0,4-1 1,113-30-222,-60 15 389,71-10 0,218 2 294,-210 19-103,-130 5-285,1-1 0,-1 0-1,1 0 1,-1 0 0,1-1-1,-1 0 1,0-1 0,0 1-1,0-1 1,0-1 0,0 1-1,-1-1 1,0-1-1,1 1 1,-1-1 0,-1 0-1,1 0 1,5-7 0,-6 4 76,1-1 0,-2 0 0,1 0 0,-1 0 0,0 0 0,-1 0 0,0-1 0,-1 0 0,1 1 0,-2-1 0,0 0 0,0 0 1,-1-19-1,-2-11 147,-2 0 0,-2 0 1,-17-62-1,8 52-546,-27-94-2464,37 121 2088,1 1 1,1-1-1,1 0 0,1-31 1,5 26-4259,1 12-1335,4-4-6219</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3.225"/>
    </inkml:context>
    <inkml:brush xml:id="br0">
      <inkml:brushProperty name="width" value="0.035" units="cm"/>
      <inkml:brushProperty name="height" value="0.035" units="cm"/>
      <inkml:brushProperty name="color" value="#008C3A"/>
    </inkml:brush>
  </inkml:definitions>
  <inkml:trace contextRef="#ctx0" brushRef="#br0">61 7 14101,'-3'0'434,"-34"-6"6091,37 6-6430,-1 0 0,0 0-1,1 0 1,-1 0-1,1-1 1,-1 1-1,1 0 1,-1 0 0,0 0-1,1 1 1,-1-1-1,1 0 1,-1 0-1,1 0 1,-1 0 0,0 0-1,1 1 1,-1-1-1,1 0 1,-1 0 0,1 1-1,-1-1 1,1 1-1,0-1 1,-1 0-1,1 1 1,-1-1 0,1 1-1,0-1 1,-1 1-1,1-1 1,0 1-1,0-1 1,-1 1 0,1-1-1,0 1 1,0-1-1,0 1 1,-1-1-1,1 1 1,0 0 0,0-1-1,0 1 1,0-1-1,0 1 1,0-1 0,0 1-1,1 0 1,-1-1-1,0 1 1,0 0-1,4 17 842,-1 0 0,-1 0 0,0 0-1,-1 0 1,-3 26 0,1-10-429,-7 221-55,3 104-237,5-354-215,0-1 0,0 0 0,1 0 0,0 1 0,0-1 0,0 0 0,0 0 0,0 0 0,1 0 0,0 0 0,0 0 0,3 5 0,-3-7 0,0-1 0,-1 0 0,1 1 0,0-1 0,0 0 0,-1 0 0,1-1 0,0 1 0,0 0 0,0-1 0,0 1 0,0-1 0,0 1 0,1-1 0,-1 0 0,0 0 0,0 0 0,0 0 0,0 0 0,0-1 0,0 1 0,0-1 0,0 1 0,0-1 0,0 0 0,4-2 0,89-39 0,-69 28 0,1 2 0,0 1 0,0 1 0,37-8 0,-52 17 0,1-1 0,-1 2 0,1 0 0,0 0 0,-1 1 0,1 1 0,-1 0 0,14 4 0,14 7 0,43 19 0,-40-14 0,-26-11-4,-10-3-28,0-1 0,0 0 0,1 0 0,0-1 1,-1 0-1,1 0 0,0-1 0,0 0 0,0-1 0,0 1 1,0-1-1,15-3 0,-9 1-122,-8 1 99,0 1 0,0-2 0,-1 1 0,1-1 0,0 0 0,-1 0 0,1 0 0,-1-1-1,0 0 1,0 0 0,9-7 0,4-7-5,-1 0 0,-1-1 0,0-1 0,-1-1 0,-2 0 1,0-1-1,13-28 0,30-46 151,-51 90-71,0 0-1,0 0 1,0 0-1,10-5 1,-12 8-16,-1 0 10,1 1 10,-1 0 0,1 0-1,0 0 1,0 0 0,-1 0-1,1 1 1,0-1 0,0 1-1,3-1 1,-3 3-5,-1-1-1,1 1 1,0 0 0,-1-1-1,0 1 1,1 0 0,-1 0 0,0 1-1,0-1 1,0 0 0,0 1-1,-1-1 1,1 1 0,0 0 0,-1-1-1,0 1 1,0 0 0,0 0-1,1 5 1,1 5 132,-2 0 0,1 0 1,-2 20-1,0-21-79,0 0 0,1 0 1,3 16-1,-2-24-72,-1 0 1,1 0-1,0-1 0,0 1 1,1 0-1,-1-1 0,1 1 1,-1-1-1,1 0 0,0 0 1,0 0-1,1 0 0,-1-1 1,1 1-1,-1-1 0,1 0 1,0 0-1,0 0 0,0 0 0,0-1 1,5 2-1,8 2-9,-1-2 0,1 0 0,30 2 0,-27-4-137,-1-2 0,0 0 0,1-1 0,-1-1 0,0 0 0,0-2 0,-1 0 0,1-1 0,-1-1 0,-1-1 0,1 0 0,-1-1 0,-1-1 0,25-19 0,-27 14 149,0 0-1,-1-2 1,-1 1-1,-1-1 0,0-1 1,-1 0-1,11-31 1,-5 17 601,-14 28-467,-1 0 0,1-1 0,-1 1 0,1 0 0,-1-1 0,1-7 0,10-44 499,-6 41-636,-6 15 0,0 0 0,0-1 0,0 1 0,0-1 0,0 1 0,1 0 0,-1-1 0,0 1 0,0 0 0,1 0 0,-1-1 0,0 1 0,0 0 0,1 0 0,-1-1 0,0 1 0,0 0 0,1 0 0,-1-1 0,0 1 0,1 0 0,-1 0 0,0 0 0,1 0 0,-1 0 0,1 0 0,-1 0 0,0 0 0,1-1 0,-1 1 0,0 0 0,1 1 0,-1-1 0,0 0 0,1 0 0,-1 0 0,1 0 0,-1 0 0,0 0 0,1 0 0,-1 0 0,0 1 0,1-1 0,-1 0 0,0 0 0,0 0 0,1 1 0,-1-1 0,0 0 0,1 0 0,-1 1 0,0-1 0,0 0 0,0 1 0,1-1 0,-1 0 0,0 1 0,0-1 0,0 0 0,0 1 0,0 0 0,10 17 0,-6 1 0,-2 0 0,0 0 0,-1 0 0,-1 0 0,-5 37 0,1 19 0,16 269 0,1 1 0,-25 317 0,-44-5 0,19-457 0,31-176 0,-1-1 0,-1 0 0,-2 0 0,0-1 0,-1 0 0,-18 26 0,27-46 0,0 1 0,0 1 0,0-1 0,0 0 0,-1 0 0,1 0 0,-1 0 0,0 0 0,0 0 0,0-1 0,0 0 0,0 1 0,-1-1 0,1 0 0,-1-1 0,1 1 0,-1-1 0,0 1 0,1-1 0,-1 0 0,0-1 0,0 1 0,0 0 0,0-1 0,-7 0 0,2-1 0,0 0 0,-1-1 0,1 0 0,0 0 0,0-1 0,0 0 0,0-1 0,0 1 0,1-2 0,-1 1 0,1-1 0,1-1 0,-1 0 0,1 0 0,0 0 0,-7-8 0,-5-12 0,1 0 0,1-1 0,1 0 0,2-2 0,1 0 0,1 0 0,1-1 0,2 0 0,1-1 0,-5-46 0,6 19 0,3 1 0,2-1 0,3 0 0,16-107 0,-12 132-121,3 1 1,0 0-1,2 1 1,1 0-1,2 0 0,1 1 1,1 1-1,2 0 0,1 2 1,1 0-1,29-33 1,-30 40-892,0 2 0,1 0 1,34-25-1,160-96-10296,-186 124 6981,1 1 0,49-17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4.413"/>
    </inkml:context>
    <inkml:brush xml:id="br0">
      <inkml:brushProperty name="width" value="0.035" units="cm"/>
      <inkml:brushProperty name="height" value="0.035" units="cm"/>
      <inkml:brushProperty name="color" value="#008C3A"/>
    </inkml:brush>
  </inkml:definitions>
  <inkml:trace contextRef="#ctx0" brushRef="#br0">58 40 14901,'-48'-40'12634,"40"66"-9401,7-16-3013,0 0 0,1 0 0,1 1 0,0-1-1,0 0 1,1 0 0,4 15 0,3 18 20,46 426-240,-47-328 0,-15 190 0,1-238 0,5 0 0,12 127 0,-10-209 0,1-1 0,0 0 0,0 0 0,1 0 0,5 13 0,-7-22 0,0 0 0,-1 1 0,1-1 1,0 0-1,0 0 0,0 0 0,0 0 0,0 0 0,1 0 0,-1-1 0,0 1 1,0 0-1,0 0 0,1-1 0,-1 1 0,0-1 0,1 1 0,-1-1 1,0 0-1,1 0 0,-1 1 0,1-1 0,-1 0 0,1 0 0,-1 0 0,0 0 1,1-1-1,-1 1 0,1 0 0,-1-1 0,0 1 0,1-1 0,-1 1 1,0-1-1,0 1 0,2-2 0,4-1-4,-1-1 1,0 1-1,0-1 1,0 0 0,0-1-1,5-4 1,29-36-375,51-70 0,31-37-124,-108 137 454,1 1 0,0 1 0,1 0 0,1 1 1,0 1-1,0 0 0,26-11 0,-29 18 27,0 1 1,0 0-1,1 1 0,-1 1 1,0 0-1,1 1 0,-1 0 1,0 1-1,15 3 1,-13-2 4,41 7-40,-46-7 66,0 1 1,0-2 0,0 1-1,1-1 1,-1-1-1,0 0 1,0-1-1,1 0 1,-1-1-1,0 0 1,18-6 0,-18 4 67,1-1 1,-1-1 0,-1 0 0,1-1-1,-1 0 1,0 0 0,-1-1 0,1 0-1,-2-1 1,1 0 0,-1 0 0,-1-1-1,1 0 1,-2-1 0,1 1 0,-2-1-1,1 0 1,-1-1 0,-1 1 0,0-1-1,-1 0 1,3-21 0,-3-11-66,-3 1 0,-7-65 0,3 67-78,2-1 0,5-72 0,-3 109-203,1 1-1,0-1 1,0 1-1,0 0 1,1 0-1,-1-1 1,1 1 0,0 0-1,1 0 1,-1 0-1,0 1 1,1-1 0,0 1-1,5-6 1,-5 6-496,0 1-1,0 0 1,1 0 0,-1 0 0,1 0 0,-1 0-1,1 1 1,-1 0 0,1 0 0,0 0 0,0 0-1,-1 0 1,1 1 0,0-1 0,0 1 0,6 1-1,26 7-11844</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4.722"/>
    </inkml:context>
    <inkml:brush xml:id="br0">
      <inkml:brushProperty name="width" value="0.035" units="cm"/>
      <inkml:brushProperty name="height" value="0.035" units="cm"/>
      <inkml:brushProperty name="color" value="#008C3A"/>
    </inkml:brush>
  </inkml:definitions>
  <inkml:trace contextRef="#ctx0" brushRef="#br0">359 189 11129,'6'-1'531,"1"-1"0,-1 0 0,0 0 0,0-1-1,-1 0 1,1 0 0,0 0 0,-1-1 0,0 1 0,0-1 0,0-1 0,0 1 0,-1-1 0,7-8-1,29-32 3116,-40 44-3554,1 0-1,-1 0 0,0 0 1,1 1-1,-1-1 1,0 0-1,0 0 1,0 0-1,1 0 0,-1 0 1,0 0-1,0 1 1,0-1-1,0 0 1,-1 0-1,1 0 1,0 0-1,0 0 0,0 0 1,-1 1-1,1-1 1,-1-1-1,0 0 218,1-1-199,0 0 0,-1 0 0,0 0 0,1 0 0,-1 0 0,0 1 0,-1-1 0,1 0 0,0 1 0,-1-1 0,1 1 0,-1-1 0,0 1 0,0 0 0,0-1 0,0 1 0,0 0 0,0 1 0,-1-1 0,1 0 0,-1 1 0,1-1 0,-1 1 0,1 0 0,-1-1 0,0 1 0,0 1 1,0-1-1,1 0 0,-1 1 0,0-1 0,0 1 0,0 0 0,0 0 0,0 0 0,-5 1 0,-4 1 333,1 0 0,-1 1 1,0 0-1,0 1 0,1 0 0,0 1 1,-20 11-1,0 2-443,1 2 0,1 1 0,1 1 0,-26 26 0,41-34 0,1 0 0,0 1 0,1 0 0,0 0 0,1 1 0,1 1 0,1 0 0,0 0 0,-8 28 0,13-34 0,0 1 0,1 0 0,0-1 0,1 1 0,0 0 0,1 0 0,1 0 0,0 0 0,0 0 0,1 0 0,0 0 0,1-1 0,1 1 0,0-1 0,8 17 0,-4-15 0,0 0 0,1 0 0,0 0 0,1-1 0,1 0 0,0-1 0,0-1 0,1 1 0,1-2 0,-1 0 0,21 11 0,-8-7-250,1-2 0,0-1 1,0-1-1,1-1 0,0-1 0,49 5 1,-18-7-944,1-2-1,69-6 1,-79 0-353,139-7-8588,-73 4-2641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5.698"/>
    </inkml:context>
    <inkml:brush xml:id="br0">
      <inkml:brushProperty name="width" value="0.035" units="cm"/>
      <inkml:brushProperty name="height" value="0.035" units="cm"/>
      <inkml:brushProperty name="color" value="#008C3A"/>
    </inkml:brush>
  </inkml:definitions>
  <inkml:trace contextRef="#ctx0" brushRef="#br0">953 137 10825,'-11'-5'455,"-33"-22"2604,14 0 1792,24 20-4426,0 1-1,-1-1 0,1 1 1,-1 0-1,0 1 0,0 0 0,-1 0 1,0 0-1,0 1 0,0 0 0,0 1 1,-1 0-1,1 0 0,-1 1 0,1 0 1,-1 0-1,0 1 0,0 0 1,0 1-1,0 0 0,0 0 0,0 1 1,0 0-1,0 1 0,1 0 0,-1 0 1,0 1-1,1 0 0,0 0 0,-1 1 1,-7 5-1,-13 10-424,1 1 0,1 1 0,-43 42 0,-61 87 0,-44 94 0,151-204 0,1 0 0,3 2 0,1 0 0,-19 66 0,34-92 0,0 1 0,1 0 0,1 1 0,0-1 0,1 0 0,1 0 0,1 1 0,0-1 0,2 0 0,0 0 0,5 18 0,-4-23 0,0-1 0,1 0 0,1 0 0,-1 0 0,2-1 0,-1 1 0,1-2 0,1 1 0,0-1 0,0 0 0,1-1 0,0 0 0,0 0 0,1-1 0,0 0 0,17 8 0,0-3-73,0-1 0,1-1 0,0-1 0,1-2-1,0-1 1,0-1 0,0-1 0,0-2 0,35-2 0,-9-2-163,1-4-1,-1-1 1,106-30 0,-118 24 28,1-3 0,-2-1 0,0-2 0,66-42 0,-83 45 141,0-2 1,-2 0 0,0-1-1,-2-2 1,0 0-1,-1-1 1,-1-1 0,21-33-1,-37 50 60,0 1 0,0-1 0,-1 0 0,1 0 0,1-10 0,-3 14 3,-1 1 1,0-1-1,1 0 1,-1 1-1,0-1 0,0 1 1,0-1-1,0 0 1,0 1-1,0-1 1,-1 1-1,1-1 1,-1 1-1,1-1 0,-1 1 1,1-1-1,-1 1 1,0-1-1,0 1 1,1 0-1,-1-1 1,0 1-1,0 0 1,0 0-1,-1 0 0,1 0 1,-2-2-1,-3 2 2,0-1 0,0 1-1,0 0 1,0 1 0,-1-1-1,1 1 1,0 1-1,0-1 1,0 1 0,-8 2-1,3-1-18,0 0-1,0 1 1,0 0-1,0 0 1,0 2-1,1-1 1,0 1-1,-11 7 1,-81 48-826,86-49 398,0 0-1,1 1 1,-23 22 0,13-10-307,19-18 448,0 0 1,0 1-1,0 0 0,-7 13 0,12-19 287,2 0 6,-1-1-1,1 1 1,0 0-1,-1-1 1,1 1-1,0 0 1,0-1-1,-1 1 1,1-1-1,0 1 1,0-1-1,0 0 1,0 1-1,-1-1 1,1 0-1,0 0 1,0 1-1,0-1 1,1 0-1,-2 0 2,6 1 187,0 0 0,0-1 0,0 1 0,0-1 0,0 0 0,0-1 0,0 0-1,-1 0 1,1 0 0,9-3 0,-6 1 459,1 1 0,-1 0 0,17 0 0,-14 1-193,0 2 0,0 0-1,22 4 1,-29-4-372,0 1 0,0 0-1,0 0 1,0 0 0,0 1 0,0 0-1,-1 0 1,1 0 0,-1 0 0,0 1-1,4 5 1,7 6-297,13 15-2272,36 28 0,-50-47-1493,0 0 0,31 15 0,0-6-6596</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163"/>
    </inkml:context>
    <inkml:brush xml:id="br0">
      <inkml:brushProperty name="width" value="0.035" units="cm"/>
      <inkml:brushProperty name="height" value="0.035" units="cm"/>
      <inkml:brushProperty name="color" value="#008C3A"/>
    </inkml:brush>
  </inkml:definitions>
  <inkml:trace contextRef="#ctx0" brushRef="#br0">172 0 13089,'-3'1'320,"1"0"-1,0-1 0,-1 1 1,1 0-1,0 0 1,0 0-1,0 0 0,0 1 1,0-1-1,0 1 1,0-1-1,0 1 1,1-1-1,-1 1 0,0 0 1,1 0-1,0 0 1,-1 0-1,1 0 0,0 0 1,0 0-1,0 1 1,-1 3-1,-2 7 607,1 0 0,0 0-1,0 18 1,-2 3-825,4-28 25,-1-1-1,0 1 1,0 0 0,0-1 0,-1 1 0,0-1-1,-4 6 1,6-9 10,-1 0 0,1 0-1,-1-1 1,1 1 0,-1 0 0,0-1-1,0 1 1,0-1 0,0 1 0,0-1-1,0 0 1,0 0 0,0 0 0,0 0-1,-1 0 1,1 0 0,0-1 0,-1 1-1,1-1 1,-3 0 0,-36-2 2450,37 2-1196,8-18-1015,5 3-375,-6 13 0,1 1 0,-1 0 0,1-1 0,0 1 0,-1 0 0,1 1 0,0-1 0,0 1 0,0-1 0,-1 1 0,1 0 0,0 1 0,0-1 0,0 1 0,-1-1 0,1 1 0,0 0 0,-1 1 0,1-1 0,-1 0 0,1 1 0,-1 0 0,4 3 0,5 2 0,0 0 0,0 1 0,-1 1 0,0 0 0,10 11 0,-11-10-3,-1 0 1,0 0-1,-1 0 1,0 1-1,0 1 1,-2-1-1,1 1 0,-1 0 1,-1 1-1,0-1 1,-1 1-1,0 0 0,-1 0 1,2 19-1,-4-7-258,-2 1 0,0 0-1,-7 37 1,7-60 552,2-15-247,0 0 0,1 1 0,1-1 0,0 1 0,0-1 1,1 1-1,0 0 0,1 0 0,11-17 0,4-4 132,43-51 0,-47 63-176,1 0 0,1 2 0,1 0 0,1 1 0,0 1 0,1 1 0,1 1 0,0 0 0,0 2 0,2 1 0,-1 0 0,29-7 0,-46 16-8,0 1 0,0-1 1,0 1-1,0 1 0,0-1 0,1 1 0,-1 0 0,0 0 1,0 1-1,0 0 0,0 0 0,0 0 0,0 1 0,0 0 1,0 0-1,-1 0 0,1 1 0,5 3 0,-5-1-29,0 0 1,-1 0-1,1 0 0,-1 1 0,0 0 0,0 0 0,-1 0 1,0 1-1,0-1 0,-1 1 0,1 0 0,-1 0 0,-1 0 0,3 8 1,4 26-2042,-1 0 0,4 70 0,5 29-9590,0-74 488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359"/>
    </inkml:context>
    <inkml:brush xml:id="br0">
      <inkml:brushProperty name="width" value="0.035" units="cm"/>
      <inkml:brushProperty name="height" value="0.035" units="cm"/>
      <inkml:brushProperty name="color" value="#008C3A"/>
    </inkml:brush>
  </inkml:definitions>
  <inkml:trace contextRef="#ctx0" brushRef="#br0">7 0 20314,'0'0'2860,"-3"20"-324,0 0-363,12 55 2359,-2-24-4180,2-8-352,1 3 0,9-3 0,0 0-1892,3-3-736,0-6-977,0 0-3631,4 3-7186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515"/>
    </inkml:context>
    <inkml:brush xml:id="br0">
      <inkml:brushProperty name="width" value="0.035" units="cm"/>
      <inkml:brushProperty name="height" value="0.035" units="cm"/>
      <inkml:brushProperty name="color" value="#008C3A"/>
    </inkml:brush>
  </inkml:definitions>
  <inkml:trace contextRef="#ctx0" brushRef="#br0">57 1 17246,'-12'45'3536,"2"-27"-492,4 10-572,-4 12-563,7-23-381,0 18-304,-3 13-296,2-8-408,1-3-684,6 3-632,7-5-884,-7-15-476,-6 3-1069,3 17 509,6-23-3693,1 8-5868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6.641"/>
    </inkml:context>
    <inkml:brush xml:id="br0">
      <inkml:brushProperty name="width" value="0.035" units="cm"/>
      <inkml:brushProperty name="height" value="0.035" units="cm"/>
      <inkml:brushProperty name="color" value="#008C3A"/>
    </inkml:brush>
  </inkml:definitions>
  <inkml:trace contextRef="#ctx0" brushRef="#br0">74 314 17310,'-48'-28'7544,"35"16"-4235,1 1 1295,15-6-4604,10-6 0,18 6 0,7-3 0,13-6 0,6 6 0,13-8 0,10-7-1204,15 1-1444,16 8-5841,10 9-8953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7.370"/>
    </inkml:context>
    <inkml:brush xml:id="br0">
      <inkml:brushProperty name="width" value="0.035" units="cm"/>
      <inkml:brushProperty name="height" value="0.035" units="cm"/>
      <inkml:brushProperty name="color" value="#008C3A"/>
    </inkml:brush>
  </inkml:definitions>
  <inkml:trace contextRef="#ctx0" brushRef="#br0">29 26 12745,'-28'-25'17238,"29"26"-15307,6 6-1869,-1 1 0,0-1 0,0 1 0,0 0 0,-1 1 0,-1-1 0,0 1 0,0 0 0,0 0 0,2 11 0,0 4-19,-1-1 0,-1 0-1,1 28 1,-5 132-43,1 12 0,0-185 0,0 0 1,0-1-1,1 1 0,0 0 0,1-1 1,0 0-1,0 1 0,6 8 1,-8-15-2,1 0 1,0 0-1,0 0 1,1 0-1,-1-1 0,1 1 1,-1-1-1,1 1 1,0-1-1,0 0 1,0 0-1,0 0 1,0 0-1,0-1 1,1 1-1,-1-1 1,0 0-1,1 0 1,-1 0-1,1-1 0,-1 1 1,1-1-1,0 1 1,5-2-1,3 0-44,0-1 0,0 0 0,0-1 0,0 0 1,0-1-1,0-1 0,17-9 0,74-48-15,-97 58 90,52-34 80,64-31 1,-100 59-85,0 0-1,1 1 1,1 1-1,-1 2 1,1 0-1,37-3 1,166 9-272,-57 4-207,-139-5 60,0-1-1,0-1 0,0-2 0,-1-1 1,35-13-1,-49 14 494,-1-2-1,0 0 1,0 0 0,-1-2-1,0 1 1,0-2-1,-1 0 1,0-1 0,-1 0-1,22-25 1,-27 25 198,0 0 1,0 0-1,6-16 1,-8 16-107,1 0 1,0 0 0,8-10 0,2 4-193,-8 16 0,-3 1 0,1-1 0,0 0 0,0 1 0,0-1 0,0 1 0,0 0 0,0 1 0,0 0 0,0-1 0,0 2 0,0-1 0,0 1 0,-1 0 0,9 4 0,11 6 0,38 24 0,-43-23 0,2 1 0,-1 0 0,-1 2 0,-1 1 0,0 0 0,-1 1 0,-1 1 0,16 23 0,-30-37 0,1 0 0,-1 0 0,0 0 0,0 1 0,-1-1 0,1 1 0,-1 0 0,0-1 0,-1 1 0,1 0 0,-1 0 0,-1 0 0,1 0 0,-1 0 0,0 0 0,0 0 0,-1 1 0,-1 9 0,-1-9 0,1 0 0,-1 0 0,0-1 0,-1 1 0,0-1 0,0 1 0,0-1 0,-1-1 0,1 1 0,-2 0 0,1-1 0,0 0 0,-1 0 0,0-1 0,-7 5 0,-9 3-418,-1 0 0,0-1 0,-1-1 0,0-1 0,-1-2 0,-28 6 0,-3-2-2407,-95 4 0,132-13-5054</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7.686"/>
    </inkml:context>
    <inkml:brush xml:id="br0">
      <inkml:brushProperty name="width" value="0.035" units="cm"/>
      <inkml:brushProperty name="height" value="0.035" units="cm"/>
      <inkml:brushProperty name="color" value="#008C3A"/>
    </inkml:brush>
  </inkml:definitions>
  <inkml:trace contextRef="#ctx0" brushRef="#br0">1 191 15661,'49'-1'4685,"88"-15"-1,43-24-1239,-147 31-3193,-14 5-165,0-1 0,0-1 0,-1-1 0,0 0 0,30-18 0,-46 25-77,-1-1 0,0 1 0,0-1 0,0 1-1,0-1 1,-1 0 0,1 1 0,0-1 0,0 0 0,0 0-1,0 0 1,-1 0 0,1 0 0,0 1 0,-1-1 0,1 0-1,-1-1 1,1 1 0,-1 0 0,0 0 0,1 0 0,-1 0-1,0 0 1,0 0 0,0 0 0,0-1 0,0 1-1,0 0 1,0 0 0,0 0 0,0 0 0,0 0 0,-1-1-1,1 1 1,0 0 0,-1 0 0,1 0 0,-1 0 0,1 0-1,-1 0 1,0 0 0,1 0 0,-1 0 0,0 1 0,0-1-1,1 0 1,-1 0 0,0 1 0,0-1 0,0 0-1,0 1 1,0-1 0,-1 0 0,-4-2 186,1 0-1,0 0 1,-1 1 0,0 0 0,0 0 0,1 0-1,-1 0 1,0 1 0,-8-1 0,-3 3-154,-1 0 1,1 2 0,0 0 0,0 0 0,0 2-1,1 0 1,0 1 0,0 0 0,0 1 0,0 1 0,1 1-1,1 0 1,-1 1 0,2 0 0,-1 1 0,1 1-1,-15 18 1,17-18-21,1 1-1,1 0 1,0 0-1,1 0 1,0 1 0,1 1-1,1-1 1,-8 25-1,11-27-16,1-1 0,0 1 0,1-1 0,0 1 0,1-1 0,0 1 0,0 0 0,1-1 0,1 1 0,0-1 0,1 1 0,5 14 0,-5-19-51,1 0-1,0 0 1,0-1 0,0 0 0,1 1-1,0-1 1,0-1 0,1 1 0,-1-1-1,1 0 1,0 0 0,1-1-1,-1 0 1,1 0 0,0 0 0,0-1-1,0 0 1,0 0 0,1-1 0,13 3-1,7 0-535,1 0 0,0-2 0,0-2 0,36-1 0,117-9-11854,-76 1-1029</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306"/>
    </inkml:context>
    <inkml:brush xml:id="br0">
      <inkml:brushProperty name="width" value="0.035" units="cm"/>
      <inkml:brushProperty name="height" value="0.035" units="cm"/>
      <inkml:brushProperty name="color" value="#008C3A"/>
    </inkml:brush>
  </inkml:definitions>
  <inkml:trace contextRef="#ctx0" brushRef="#br0">56 204 14205,'-3'-13'488,"0"2"241,1 0 1,0 0-1,0 0 1,1-18-1,1 24-136,0 0 0,1 0 0,0 0-1,0 1 1,1-1 0,-1 0 0,1 0 0,4-7 0,-3 7 268,0 0 0,1 1 0,0-1 0,0 1 0,0-1 1,8-5-1,-2 1 1045,-8 7-1864,-1 1-1,1-1 0,0 0 1,0 1-1,0-1 0,1 1 1,-1 0-1,0 0 0,0 0 1,1 0-1,-1 0 1,1 0-1,-1 0 0,1 1 1,4-1-1,-6 1-24,1 0 0,-1 1 1,0-1-1,1 1 0,-1-1 0,1 1 0,-1-1 1,0 1-1,0 0 0,1-1 0,-1 1 0,0 0 1,0 0-1,0 0 0,0 0 0,0 0 1,0 0-1,0 0 0,1 2 0,2 4 5,-1 0-1,0 0 1,0 1-1,-1-1 1,0 1-1,3 14 1,-2 9-22,0 0 0,-2 0 0,-6 58 0,-21 94 0,-37 129 31,23-129-126,-19 222 1,57-375-2051,3 40 0,0-57-429,0-1 0,2 1 0,3 12 1,9 19-12467</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474"/>
    </inkml:context>
    <inkml:brush xml:id="br0">
      <inkml:brushProperty name="width" value="0.035" units="cm"/>
      <inkml:brushProperty name="height" value="0.035" units="cm"/>
      <inkml:brushProperty name="color" value="#008C3A"/>
    </inkml:brush>
  </inkml:definitions>
  <inkml:trace contextRef="#ctx0" brushRef="#br0">7 1 16778,'-7'14'3596,"23"-11"-356,0 2-516,-10 10-623,4-1-425,3 3-332,6 9-288,-13-12-804,10 6-620,16 14-1184,-13-19-552,-13 2-921,4 3-975,-4 0-2421,10 8-5892</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631"/>
    </inkml:context>
    <inkml:brush xml:id="br0">
      <inkml:brushProperty name="width" value="0.035" units="cm"/>
      <inkml:brushProperty name="height" value="0.035" units="cm"/>
      <inkml:brushProperty name="color" value="#008C3A"/>
    </inkml:brush>
  </inkml:definitions>
  <inkml:trace contextRef="#ctx0" brushRef="#br0">32 129 13905,'-16'-63'3333,"6"54"-621,7-8-592,0 3 744,25 2-2556,1 1-824,15 8-648,19 9-1000,-19 5-892,6 12-2421,10 6-4404</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8.947"/>
    </inkml:context>
    <inkml:brush xml:id="br0">
      <inkml:brushProperty name="width" value="0.035" units="cm"/>
      <inkml:brushProperty name="height" value="0.035" units="cm"/>
      <inkml:brushProperty name="color" value="#008C3A"/>
    </inkml:brush>
  </inkml:definitions>
  <inkml:trace contextRef="#ctx0" brushRef="#br0">57 33 16273,'-47'-15'3389,"37"13"-221,34-13 6090,-5 48-8933,30 69-1,-26-50-294,-22-49-30,1 0 0,-1 0 0,1-1 0,0 1 0,-1-1 0,1 1 0,0-1 0,1 1 0,-1-1 0,0 0 0,1 0 0,3 2 0,-6-3 0,1-1 0,0 1 0,-1 0 0,1-1 0,0 1 0,-1-1 0,1 1 0,0-1 0,0 1 0,0-1 0,0 0 0,0 1 0,0-1 0,-1 0 0,1 0 0,0 0 0,0 1 0,0-1 0,0 0 0,0 0 0,0 0 0,0-1 0,0 1 0,0 0 0,0 0 0,0 0 0,0-1 0,-1 1 0,1 0 0,0-1 0,1 0 0,1-1 0,8-2 0,-1 0 0,0-1 0,0-1 0,0 0 0,-1 0 0,0-1 0,16-14 0,25-18 0,-40 33 0,-2 0 0,1 0 0,1 1 0,-1 1 0,12-5 0,-17 8 0,-1 0 0,1 0 0,0 1 0,0-1 0,0 1 0,1 0 0,-1 0 0,0 1 0,0-1 0,0 1 0,0 0 0,-1 0 0,1 0 0,5 2 0,10 6 0,-1 0 0,0 1 0,0 1 0,29 24 0,59 63 0,-58-52 0,-36-35-883,1 0-1,0-1 1,16 9-1,1-3-5413,55 21 1,-48-23-7360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9.466"/>
    </inkml:context>
    <inkml:brush xml:id="br0">
      <inkml:brushProperty name="width" value="0.035" units="cm"/>
      <inkml:brushProperty name="height" value="0.035" units="cm"/>
      <inkml:brushProperty name="color" value="#008C3A"/>
    </inkml:brush>
  </inkml:definitions>
  <inkml:trace contextRef="#ctx0" brushRef="#br0">0 208 14761,'6'-4'772,"1"0"0,-1 0 0,1 1 0,0 0-1,0 0 1,0 1 0,0-1 0,0 2 0,1-1 0,9 0-1,32 0 977,-9 1-915,0-2 0,-1-1 0,49-12 0,-77 13-739,0 1 0,-1-1 0,1-1 1,-1 0-1,0-1 0,-1 0 0,1 0 0,-1-1 0,16-12 0,-24 15-76,0 0 1,0 0-1,-1 0 0,1 1 0,-1-1 1,0 0-1,0 0 0,0 0 0,0 0 1,-1 0-1,1 1 0,-2-5 1,2 7-10,0-3 17,0 0 1,-1 1 0,0-1 0,1 0-1,-1 1 1,0-1 0,0 1 0,-1-1-1,1 1 1,0 0 0,-1 0-1,1-1 1,-1 1 0,0 0 0,0 0-1,0 1 1,0-1 0,0 0 0,-4-2-1,3 3 54,-1-1-1,1 1 1,0 0-1,-1 1 1,1-1 0,-1 1-1,1 0 1,-1-1-1,1 1 1,0 1-1,-1-1 1,1 0-1,-6 2 1,-3 2 120,1 0 0,-1 0 0,1 1 0,-1 1 0,1 0 0,1 0 0,-13 11 0,5-3-200,2 2 0,0 0 0,1 0 0,-21 32 0,9-7 0,-23 47 0,45-79 0,0 2 0,1-1 0,0 0 0,1 1 0,0-1 0,1 1 0,0 0 0,0 0 0,1 0 0,1 21 0,1-26 0,-1 0 0,1-1 0,1 1 0,-1 0 0,1-1 0,0 0 0,0 1 0,1-1 0,0 0 0,0 0 0,0 0 0,0 0 0,1-1 0,-1 1 0,1-1 0,1 0 0,-1 0 0,0-1 0,1 1 0,0-1 0,0 0 0,6 3 0,7 2 0,0-1 0,1-1 0,0-1 0,0 0 0,0-2 0,0 0 0,1-1 0,-1-1 0,1-1 0,25-2 0,0-4 0,0-1 0,0-2 0,56-19 0,-41 8-245,-1-3 0,81-44 0,-105 47 106,-1-1 0,-1-2 0,-1-1 0,57-55 0,-85 74 162,21-26 339,-24 29-58,-17-6 237,12 8-531,0 0 1,0 0-1,0 1 0,0-1 1,0 1-1,0-1 0,0 1 0,0 1 1,0-1-1,1 0 0,-1 1 1,0 0-1,-4 3 0,-50 35 44,45-31-52,-164 134-1440,174-141 1272,0 0 1,1 0 0,-1 0-1,1 1 1,0-1 0,0 1-1,0-1 1,0 1-1,0 0 1,0 0 0,1 0-1,-1 0 1,1 0 0,0 0-1,0 0 1,-1 6-1,2-8 124,0 0-1,0 0 1,0 0-1,0 0 1,0-1-1,1 1 0,-1 0 1,0 0-1,0 0 1,1 0-1,-1-1 1,1 1-1,-1 0 0,0 0 1,1-1-1,-1 1 1,1 0-1,0-1 0,-1 1 1,1 0-1,0-1 1,1 2-1,0-2 4,-1 1-1,1 0 1,0 0 0,1-1-1,-1 1 1,0-1 0,0 0-1,0 0 1,0 1 0,0-1-1,0-1 1,0 1-1,3-1 1,105-21 783,-84 15-494,0 1 0,0 1 0,0 1 1,1 1-1,-1 1 0,49 4 0,-72-1-313,87 14-4654,-26 2-5641,-19 1-1002</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09.778"/>
    </inkml:context>
    <inkml:brush xml:id="br0">
      <inkml:brushProperty name="width" value="0.035" units="cm"/>
      <inkml:brushProperty name="height" value="0.035" units="cm"/>
      <inkml:brushProperty name="color" value="#008C3A"/>
    </inkml:brush>
  </inkml:definitions>
  <inkml:trace contextRef="#ctx0" brushRef="#br0">3 23 18822,'-1'-1'92,"1"1"0,0-1 0,0 1 1,0-1-1,-1 0 0,1 1 0,0-1 0,0 1 1,0-1-1,0 0 0,0 1 0,0-1 1,0 1-1,0-1 0,0 0 0,0 1 0,0-1 1,0 1-1,1-1 0,-1 0 0,0 1 0,0-1 1,1 1-1,-1-1 0,0 1 0,1-1 1,-1 1-1,0-1 0,1 1 0,-1-1 0,1 1 1,-1 0-1,1-1 0,0 0 0,1 1 298,0-1 0,0 1 0,0-1-1,0 1 1,0 0 0,0 0 0,1 0-1,-1 0 1,0 0 0,0 1 0,2 0-1,6 1 820,-1 0-1,1 2 0,-1-1 0,14 8 0,0 3-1208,0 2 0,-1 1 0,-1 0 0,30 33 0,65 92 0,-101-121 0,-1 0 0,0 2 0,-2 0 0,12 29 0,-19-38 0,-1 0 0,0 1 0,0-1 0,-2 1 0,0-1 0,0 1 0,-2 0 0,-1 28 0,-2-23 0,0 0 0,-1 0 0,-1-1 0,-1 1 0,0-1 0,-2 0 0,0 0 0,-1-1 0,-1 0 0,-1-1 0,0 0 0,-23 25 0,22-33 0,12-8 0,0-1 0,0 0 0,0 0 0,0 0 0,0 1 0,-1-1 0,1 0 0,0 0 0,0 1 0,-1-1 0,1 0 0,0 0 0,0 0 0,-1 0 0,1 0 0,0 1 0,0-1 0,-1 0 0,1 0 0,0 0 0,0 0 0,-1 0 0,1 0 0,0 0 0,-1 0 0,1 0 0,0 0 0,0 0 0,-1 0 0,1 0 0,0 0 0,-1 0 0,1 0 0,0 0 0,0-1 0,-1 1 0,1 0 0,0 0 0,0 0 0,-1 0 0,1 0 0,0-1 0,0 1 0,0 0 0,-1 0 0,1-1 0,0 1 0,0 0 0,0 0 0,0-1 0,-1 1 0,1 0 0,0 0 0,0-1 0,1-13 0,-1 13 0,2-9 0,0 0 0,1 0 0,0 0 0,1 0 0,0 1 0,1-1 0,0 1 0,0 0 0,7-8 0,65-77 0,-59 73 0,35-37-347,2 3 1,3 2-1,2 2 0,2 4 1,124-73-1,-28 37-4531,-135 73 2604,1 1-1,0 1 1,0 1 0,49-7-1,-1 7-9178</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2.719"/>
    </inkml:context>
    <inkml:brush xml:id="br0">
      <inkml:brushProperty name="width" value="0.035" units="cm"/>
      <inkml:brushProperty name="height" value="0.035" units="cm"/>
      <inkml:brushProperty name="color" value="#008C3A"/>
    </inkml:brush>
  </inkml:definitions>
  <inkml:trace contextRef="#ctx0" brushRef="#br0">1 29 7281,'12'-17'1196,"4"11"-432,0 1-540,0 7-488,6 4-944,0 8-1092,20 18-409</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0.772"/>
    </inkml:context>
    <inkml:brush xml:id="br0">
      <inkml:brushProperty name="width" value="0.035" units="cm"/>
      <inkml:brushProperty name="height" value="0.035" units="cm"/>
      <inkml:brushProperty name="color" value="#008C3A"/>
    </inkml:brush>
  </inkml:definitions>
  <inkml:trace contextRef="#ctx0" brushRef="#br0">21 535 11085,'-19'-5'2691,"19"5"-2574,0 0-1,0 0 0,0 0 0,0 0 1,-1 1-1,1-1 0,0 0 0,0 0 1,0 0-1,0 1 0,0-1 0,0 0 1,0 0-1,0 0 0,0 1 1,0-1-1,0 0 0,0 0 0,0 0 1,0 1-1,0-1 0,0 0 0,0 0 1,0 1-1,0-1 0,0 0 0,0 0 1,0 0-1,0 1 0,0-1 1,0 0-1,0 0 0,1 0 0,-1 1 1,0-1-1,0 0 0,0 0 0,0 0 1,1 1-1,25 30 4895,-24-29-5309,19 18 1940,1-1-1,48 33 1,-21-18-645,-6-2-355,223 180 1756,-229-179-2268,-2 2 0,-2 1 0,-1 2 0,50 78 0,-72-98-173,0 1-1,-2 0 0,0 0 0,-1 1 1,-1 0-1,-1 1 0,0-1 1,2 38-1,-6-47 31,-1 1-1,0-1 1,0 0-1,-1 1 1,-1-1 0,0 0-1,-1 0 1,0 0 0,0 0-1,-1-1 1,-1 0-1,1 1 1,-2-1 0,0-1-1,0 1 1,0-1 0,-13 13-1,18-21 22,0 1-1,0-1 0,0 0 1,0 0-1,0 0 0,0 0 1,-1-1-1,1 1 1,0 0-1,-1 0 0,1-1 1,0 1-1,-1-1 0,1 1 1,-1-1-1,1 0 1,-1 1-1,1-1 0,-1 0 1,1 0-1,-1 0 0,1 0 1,-1 0-1,1 0 0,-1-1 1,1 1-1,0 0 1,-1-1-1,1 1 0,-1-1 1,1 0-1,0 1 0,-1-1 1,1 0-1,0 0 1,0 0-1,0 0 0,-1 0 1,1 0-1,0 0 0,0 0 1,-1-2-1,-2-3 35,0 0-1,0 0 1,1 0-1,0 0 1,0 0-1,0-1 1,-2-10-1,2-1-41,0 0 0,1-1 0,1 1 0,0-1 0,2 1 0,5-36 0,4 1 0,18-56 0,2 13-943,4 1 0,4 3-1,4 1 1,4 2 0,4 1 0,4 4-1,4 1 1,3 4 0,3 2 0,103-95-1,-48 74-6327,2 15-4865</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1.499"/>
    </inkml:context>
    <inkml:brush xml:id="br0">
      <inkml:brushProperty name="width" value="0.035" units="cm"/>
      <inkml:brushProperty name="height" value="0.035" units="cm"/>
      <inkml:brushProperty name="color" value="#008C3A"/>
    </inkml:brush>
  </inkml:definitions>
  <inkml:trace contextRef="#ctx0" brushRef="#br0">256 621 11777,'30'-54'4179,"-25"43"-3518,0 0 0,1 1-1,0-1 1,12-14 0,34-29 745,38-45-241,-81 88-1038,-1-1 0,0 0 0,0-1 0,-2 0 0,0 0 0,9-27 0,-14 36-70,-1 0 1,0-1-1,0 1 0,0-1 0,-1 1 0,1 0 1,-1-1-1,0 1 0,-1 0 0,1 0 0,-1-1 1,1 1-1,-1 0 0,0 0 0,-1 1 1,1-1-1,-1 0 0,0 1 0,0 0 0,0 0 1,0-1-1,0 2 0,-1-1 0,1 0 0,-1 1 1,-6-4-1,-3 1 181,0 1-1,0 0 1,-1 1 0,1 1 0,-1 0 0,1 1-1,-1 0 1,0 1 0,0 1 0,1 0 0,-1 0-1,0 2 1,1 0 0,0 0 0,-25 10 0,21-6-56,-1 1 1,2 1-1,-1 0 0,1 1 1,0 0-1,1 2 1,1-1-1,-1 2 0,2 0 1,0 1-1,-13 18 1,22-27-147,0 1-1,0-1 1,1 1 0,-1 0 0,1 0 0,1 0-1,-1 0 1,1 0 0,0 0 0,1 1 0,0-1-1,0 1 1,0 0 0,1-1 0,-1 1 0,2-1-1,-1 1 1,1 0 0,0-1 0,0 1-1,1-1 1,0 0 0,0 1 0,0-1 0,1 0-1,0 0 1,0 0 0,4 5 0,4 2-15,1 0 0,0-1 0,0-1 0,1 0 0,1 0 0,0-2 0,0 0 0,1 0 0,0-1 0,0-1 0,1 0 0,18 4-1,14 3-306,2-2 0,90 10 0,-71-15-144,0-4 0,0-2 0,1-4 0,110-17 0,-138 12 333,-1-1-1,0-2 1,-1-2 0,0-2-1,-1-1 1,-1-2-1,0-2 1,59-42 0,-83 50 209,0 0 1,-1 0 0,-1-1 0,0-1 0,0 0 0,-2-1-1,0 0 1,0 0 0,11-28 0,-16 31-39,-1 1 1,0-1-1,0 0 0,-1 0 1,-1 0-1,0 0 0,-1 0 1,0-1-1,-1 1 0,0 0 1,-1-1-1,-1 1 0,0 0 1,-6-22-1,7 29-56,-1 0-1,0 0 1,-1 0-1,1 0 0,-1 0 1,0 1-1,0-1 1,0 1-1,0 0 1,-1 0-1,0 0 1,0 0-1,0 1 1,0-1-1,-1 1 1,1 0-1,-1 0 1,0 1-1,0-1 1,0 1-1,0 0 1,0 1-1,0-1 1,0 1-1,-1 0 1,1 0-1,0 1 1,-1 0-1,1 0 0,-10 1 1,3 0-10,1 1 0,-1 1 0,0 0-1,1 0 1,0 2 0,0-1 0,0 1 0,0 1 0,1 0 0,0 0 0,0 1-1,1 0 1,-10 10 0,9-6-187,0 0 0,1 2 0,0-1 0,1 1 0,0 0 0,1 0-1,1 1 1,0 0 0,1 0 0,0 1 0,1-1 0,1 1 0,1 0 0,0 0 0,0 0 0,2 1 0,0-1-1,0 0 1,2 0 0,0 0 0,0 0 0,2 0 0,0-1 0,0 1 0,1-1 0,1 0 0,1 0 0,0-1 0,0 0-1,14 18 1,-19-28 143,1 1 1,0-1-1,0 0 0,0 1 0,0-1 0,0-1 1,1 1-1,-1 0 0,1-1 0,0 0 0,-1 0 0,1 0 1,0 0-1,0 0 0,1-1 0,-1 0 0,0 0 0,0 0 1,1 0-1,-1-1 0,0 0 0,1 1 0,-1-2 1,1 1-1,7-2 0,-2-1 204,-1-1 0,0 0-1,-1 0 1,1-1 0,-1 0 0,0 0 0,0-1 0,0 0-1,-1 0 1,0-1 0,0 0 0,9-12 0,6-12 1194,36-66 0,-17 26-132,19-34 699,-55 106-1687,-1 3-228,0 0-1,0 0 1,0 1 0,-1 0 0,0 0 0,1 0 0,-2 0 0,1 0 0,-1 0 0,0 1 0,0-1 0,0 1 0,-1 0 0,2 11 0,1 12 58,-2 53 0,-1-53-62,-1 151-378,-7 0-1,-40 233 1,-112 386-3287,121-651 3158,30-122 578,0-1 1,-20 39-1,28-64-74,0 1 1,0 0-1,0-1 1,0 1 0,0-1-1,-1 1 1,1-1-1,0 1 1,0-1-1,-1 1 1,1-1-1,0 1 1,-1-1-1,1 0 1,0 1 0,-1-1-1,1 1 1,-1-1-1,1 0 1,0 1-1,-1-1 1,1 0-1,-1 0 1,1 1-1,-1-1 1,1 0 0,-1 0-1,0 0 1,1 0-1,-1 1 1,1-1-1,-1 0 1,1 0-1,-1 0 1,1 0-1,-1 0 1,0-1 0,1 1-1,-1 0 1,1 0-1,-1 0 1,1 0-1,-1-1 1,1 1-1,-1 0 1,1 0-1,-1-1 1,1 1 0,-1 0-1,1-1 1,0 1-1,-1 0 1,1-1-1,0 1 1,-1-1-1,1 1 1,0-1-1,-1 1 1,1-1 0,0 1-1,-1-1 1,-10-31 313,10 18-195,0-1 0,0 1 0,1-1 0,1 1 0,4-25 0,23-77 381,-14 59-350,16-58-17,4 1-1,5 1 1,56-110 0,-57 148-2175,75-108-1,-71 126-2002,2 1 0,64-61 0,-38 52-7315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1.810"/>
    </inkml:context>
    <inkml:brush xml:id="br0">
      <inkml:brushProperty name="width" value="0.035" units="cm"/>
      <inkml:brushProperty name="height" value="0.035" units="cm"/>
      <inkml:brushProperty name="color" value="#008C3A"/>
    </inkml:brush>
  </inkml:definitions>
  <inkml:trace contextRef="#ctx0" brushRef="#br0">0 22 14653,'12'-5'486,"0"1"-1,0 1 1,0 0-1,0 0 0,0 1 1,1 1-1,-1 0 1,1 1-1,-1 0 1,1 1-1,-1 1 0,0 0 1,24 6-1,-26-5-348,28 5 365,0 3 0,-1 1-1,0 1 1,52 28 0,-63-26-416,1 1 1,-2 1-1,0 1 0,-2 2 1,0 0-1,-1 2 1,36 45-1,-46-51-101,-1 0 0,0 1 0,-2 0 0,0 1 0,-1 0 0,0 0 0,-2 1 0,0 0 0,-1 0 0,-1 1 0,-1-1 0,-1 1 0,0 23 0,-4-6 11,-1 0 1,-2-1-1,-1 0 1,-2 0 0,-2 0-1,-1-1 1,-2-1-1,-31 61 1,28-66 655,-2 0 0,-1-2 0,-1 0 0,-1-1 0,-45 42 0,66-68-591,-1 1 0,0 0 0,0 0 0,1 0 0,-1-1 0,0 1 0,0 0 0,0-1 0,0 1 0,1-1 0,-1 1 0,0-1 0,0 0 1,0 1-1,0-1 0,0 0 0,0 0 0,0 1 0,0-1 0,-1 0 0,1 0 0,0 0 0,0 0 0,0 0 0,0-1 0,0 1 0,0 0 0,0 0 0,0-1 1,0 1-1,0 0 0,0-1 0,-1 0 0,1-1 5,-1 0 1,1 1-1,0-1 0,0 0 1,0 0-1,0 0 1,0 1-1,0-1 1,1 0-1,-1 0 0,1 0 1,-1 0-1,1-1 1,0 1-1,0 0 0,0 0 1,0-3-1,1-9 59,1 0 0,1 0 0,0 1 0,1-1 1,0 0-1,8-16 0,45-82 13,-42 85-186,24-40-1232,3 1 1,3 2-1,79-87 1,-71 95-4833,105-84 1,-58 67-6258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2.600"/>
    </inkml:context>
    <inkml:brush xml:id="br0">
      <inkml:brushProperty name="width" value="0.035" units="cm"/>
      <inkml:brushProperty name="height" value="0.035" units="cm"/>
      <inkml:brushProperty name="color" value="#008C3A"/>
    </inkml:brush>
  </inkml:definitions>
  <inkml:trace contextRef="#ctx0" brushRef="#br0">42 461 12369,'1'-4'374,"0"1"-1,-1-1 1,0 0 0,1 1-1,-1-1 1,-1 1-1,1-5 1,-1 5-68,1-1 1,0 0-1,0 1 1,0-1-1,0 0 1,1 1-1,-1-1 1,2-5-1,13-27 1610,2 1 0,37-60 0,-31 58-898,-17 23-647,0 1 0,-1-1 0,-1 0-1,0-1 1,-1 1 0,-1-1 0,0 1-1,-1-1 1,-1-17 0,1 31-351,-1 0 0,0 0 0,0-1 0,0 1 0,0 0 0,0 0 0,0 0 0,0 0 0,-1 0 0,1 0 0,0 0 0,0 0 0,-1 0 0,1 0 0,-1 0 0,1 0 0,-1 0 0,1 0 0,-1 0 0,1 1 0,-1-1 0,0 0 0,0 0 0,1 0 0,-1 1 0,-1-2 0,0 2-6,1 0 0,0 0 0,-1 0 1,1 0-1,0 0 0,-1 0 0,1 1 1,0-1-1,-1 0 0,1 1 1,0-1-1,0 1 0,0-1 0,-1 1 1,1 0-1,0-1 0,-1 2 0,-6 4 36,1 0 0,0 0 0,1 0 0,-11 13 0,2 5 3,1 1-1,1 1 1,1 0 0,1 1 0,1 0-1,2 1 1,1-1 0,1 2 0,1-1-1,1 0 1,2 1 0,1 0-1,5 56 1,-2-68-42,1-1-1,1 1 1,1-1-1,0 0 1,9 21 0,-9-28-13,0 0 0,0-1 1,0 1-1,1-1 0,0 0 1,1 0-1,0-1 1,0 0-1,16 12 0,-19-17-2,0 1 0,0-1-1,0 0 1,1 0 0,-1 0 0,1 0-1,0-1 1,-1 0 0,1 0-1,0 0 1,0-1 0,0 0-1,-1 1 1,1-2 0,0 1-1,0 0 1,0-1 0,-1 0-1,1 0 1,0-1 0,-1 1-1,1-1 1,-1 0 0,1 0-1,-1-1 1,0 1 0,0-1-1,0 0 1,6-5 0,4-5 38,0-1 0,-1 0 0,0 0 0,-1-2 0,-1 1 0,10-19 0,5-16 376,37-97-1,-48 105-187,2 1-1,1 1 0,2 1 1,35-50-1,-47 78-222,0 0-1,1 1 0,1 0 0,20-16 0,-25 22-1,0 1 0,0 0-1,0 1 1,0-1-1,0 1 1,1 0-1,-1 0 1,1 0-1,0 1 1,-1 0-1,1 0 1,0 1 0,0-1-1,11 2 1,-12-1-4,1 1 1,-1-1-1,1 1 1,-1 1-1,1-1 1,-1 1-1,0 0 1,0 0-1,0 0 1,0 1-1,0 0 1,0 0-1,-1 0 1,1 0-1,-1 1 1,0 0-1,0-1 1,0 2-1,-1-1 1,0 0-1,1 1 1,-1 0-1,-1-1 1,1 1-1,-1 0 1,0 1-1,2 7 1,2 13-24,-1 0 0,-1 1 0,-2-1 0,-1 1 1,-1 0-1,-5 44 0,-3-18 10,-2 0-1,-22 68 1,-21 31 730,92-189-598,100-109-111,312-279-413,-391 379 154,-59 45 255,0 0 0,0 1 0,0-1 1,0 0-1,0 1 0,0-1 0,0 1 0,0 0 0,0-1 1,0 1-1,0 0 0,0-1 0,0 1 0,0 0 0,1 0 1,-1 0-1,0 0 0,0 0 0,0 0 0,0 0 0,0 1 1,0-1-1,1 0 0,-1 1 0,0-1 0,0 0 0,0 1 1,0 0-1,0-1 0,0 1 0,0-1 0,-1 1 0,1 0 1,0 0-1,0 0 0,0-1 0,-1 1 0,1 0 0,0 0 1,-1 0-1,1 0 0,-1 0 0,1 2 0,4 5-10,-1 1-1,0 0 1,5 18-1,-7-23 12,5 27-215,-2 0 0,-1 1 0,-1-1 0,-1 1 0,-4 42 0,1-16-350,-11 67-935,12-121 1373,7-27-135,1 0 315,1 0 0,1 0 0,1 1 0,1 0 0,1 1 0,1 1 0,0 0 0,2 0 0,0 2 0,1 0 0,36-29 0,-35 33 27,0 1 1,1 0-1,1 2 1,0 0-1,0 1 1,1 1-1,0 1 1,1 1-1,0 1 1,0 1-1,0 0 1,1 2-1,27-1 1,-42 4-39,0 0 0,0 1 0,0 0 0,0 0-1,0 0 1,0 1 0,0 1 0,-1-1 0,11 6 0,-14-6-19,-1 0-1,0 0 0,1 1 1,-1 0-1,0 0 1,0 0-1,-1 0 1,1 0-1,0 0 0,-1 1 1,0-1-1,0 1 1,0-1-1,0 1 0,-1 0 1,1 0-1,-1 0 1,0 0-1,0 0 0,0 8 1,3 86-420,-4-64-1527,1-1 0,7 41 0,3-42-1782,6-3-4885,-5-12-636</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3.029"/>
    </inkml:context>
    <inkml:brush xml:id="br0">
      <inkml:brushProperty name="width" value="0.035" units="cm"/>
      <inkml:brushProperty name="height" value="0.035" units="cm"/>
      <inkml:brushProperty name="color" value="#008C3A"/>
    </inkml:brush>
  </inkml:definitions>
  <inkml:trace contextRef="#ctx0" brushRef="#br0">32 111 13417,'-32'-20'8066,"33"23"-6658,15 110 2851,-11-69-3719,1-1-1,21 71 1,-16-79-440,2 0 1,2-1 0,1-1-1,30 48 1,-38-70-120,0 0 0,1-1 0,0 0 0,0-1 1,1 0-1,22 15 0,-25-20 4,0 1 1,1-2-1,-1 1 1,1-1-1,0 0 1,0-1-1,0 0 0,1 0 1,-1-1-1,0 0 1,1 0-1,8-1 1,-8-1 20,0 0 1,-1-1 0,0 1 0,1-2 0,-1 1 0,0-1-1,0 0 1,0-1 0,-1 0 0,1 0 0,-1-1-1,0 0 1,0 0 0,0-1 0,-1 1 0,0-1 0,0-1-1,0 1 1,-1-1 0,0 0 0,5-11 0,-1 2 49,-1 0 0,-1 0 0,0-1 0,-2 0 0,1 0 0,-2-1 0,-1 1 0,0-1 0,0-24 0,-3 26-25,-1 1 1,-1 0 0,-1 0-1,0 0 1,-1 0 0,0 0-1,-1 1 1,-1 0-1,0 0 1,-14-22 0,-10-12-795,-56-66 0,53 72-838,2 7-2612,9 17-5351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3.404"/>
    </inkml:context>
    <inkml:brush xml:id="br0">
      <inkml:brushProperty name="width" value="0.035" units="cm"/>
      <inkml:brushProperty name="height" value="0.035" units="cm"/>
      <inkml:brushProperty name="color" value="#008C3A"/>
    </inkml:brush>
  </inkml:definitions>
  <inkml:trace contextRef="#ctx0" brushRef="#br0">0 1 9117,'13'13'7116,"-3"15"-4794,3 4-1339,48 53 650,-12-18-899,-46-62-721,1-1 1,0-1-1,1 1 0,-1 0 1,0-1-1,1 0 1,0 0-1,0 0 1,0-1-1,0 0 0,0 0 1,0 0-1,10 2 1,-10-3-75,1-1 0,0 1 1,-1-1-1,1 0 0,-1 0 1,1-1-1,0 1 0,-1-1 1,9-3-1,53-21-658,-20 7-87,-11 7-36,1 1 1,0 1-1,63-5 0,-75 13 411,0 1-1,0 1 1,0 1-1,0 1 1,0 1-1,40 12 1,14 13-895,85 44 0,-102-43 1422,0-2-1,111 31 0,-161-56 357,-1-1-1,0-1 0,0 0 0,1 0 0,-1-1 0,1-1 1,-1 0-1,0 0 0,12-3 0,-19 1-202,1 1-1,0-1 0,-1 0 1,0 0-1,0 0 1,0-1-1,0 0 1,0 1-1,-1-1 1,0-1-1,0 1 1,0 0-1,0-1 1,0 1-1,-1-1 0,3-7 1,2-1 404,-1-1 28,0 0 0,-1-1 0,6-28 0,-5 20-277,-3 14-511,-1 0 0,-1 1 0,1-1 0,-1-15 0,-2 5-3193,-2 0-4669,0 3-968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5.399"/>
    </inkml:context>
    <inkml:brush xml:id="br0">
      <inkml:brushProperty name="width" value="0.035" units="cm"/>
      <inkml:brushProperty name="height" value="0.035" units="cm"/>
      <inkml:brushProperty name="color" value="#008C3A"/>
    </inkml:brush>
  </inkml:definitions>
  <inkml:trace contextRef="#ctx0" brushRef="#br0">0 1 16802,'23'11'5480,"-30"6"-2564,23 89 3721,-6-55-5705,-7 6-932,3 6 0,1 6 0,2 2 0,-6 6 0,-6-2 0,0-1 0,3-2-468,3 2-2372,-3-6-637,-9-2-4123,2 0-7798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5.807"/>
    </inkml:context>
    <inkml:brush xml:id="br0">
      <inkml:brushProperty name="width" value="0.035" units="cm"/>
      <inkml:brushProperty name="height" value="0.035" units="cm"/>
      <inkml:brushProperty name="color" value="#008C3A"/>
    </inkml:brush>
  </inkml:definitions>
  <inkml:trace contextRef="#ctx0" brushRef="#br0">198 0 15065,'-7'3'710,"1"1"0,-1-1-1,1 1 1,-1 0 0,1 0-1,0 1 1,0 0 0,1 0-1,0 0 1,0 1-1,0 0 1,0 0 0,1 0-1,0 0 1,0 1 0,1-1-1,-4 11 1,-5 14 911,3 0 0,-12 56-1,15-56-1635,-13 69 21,4 1 0,5 0 0,4 1 1,5-1-1,4 1 0,5-1 0,4 0 1,4 0-1,5-2 0,4 0 0,4-2 1,63 141-1,-61-173-6,3-2 0,3-2 0,2-1 0,3-2 0,3-2 0,76 76 0,-87-100 0,2-1 0,1-1 0,1-2 0,1-2 0,2-2 0,0-1 0,1-2 0,2-2 0,0-2 0,87 21 0,-96-32-245,1-1 0,1-2 0,-1-2 0,0-1 0,0-1 0,1-3 1,-2-1-1,1-1 0,0-2 0,-1-2 0,-1-1 0,0-1 0,0-2 0,-1-2 0,-1-1 0,-1-1 0,0-2 0,-2-1 0,0-1 0,-1-1 1,-2-2-1,0-1 0,-2-1 0,0-1 0,-3 0 0,0-2 0,28-54 0,-26 33 326,-2-1 0,-2-1 1,-3 0-1,-2-2 0,-2 1 0,-3-2 1,3-66-1,-10 47 356,-3-1 1,-3 1-1,-4 0 1,-32-136 0,27 162-232,-2 0 1,-2 2 0,-3 0 0,-1 1-1,-3 1 1,-1 0 0,-3 3-1,-1 0 1,-2 2 0,-1 1 0,-3 1-1,-1 2 1,-1 2 0,-2 1 0,-55-35-1,30 27-69,-2 3 1,-2 3-1,-1 3 0,-2 3 0,-111-31 0,122 45-683,0 3 0,-1 2 1,0 3-1,-1 3 0,1 2 0,-1 3 0,-81 11 0,107-6-759,1 2 0,0 1 1,-49 19-1,63-19-835,1 1 0,0 0 1,-32 24-1,-15 24-9608</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6.531"/>
    </inkml:context>
    <inkml:brush xml:id="br0">
      <inkml:brushProperty name="width" value="0.035" units="cm"/>
      <inkml:brushProperty name="height" value="0.035" units="cm"/>
      <inkml:brushProperty name="color" value="#008C3A"/>
    </inkml:brush>
  </inkml:definitions>
  <inkml:trace contextRef="#ctx0" brushRef="#br0">176 261 11681,'1'-2'266,"0"0"0,-1 1 0,1-1 0,-1 0-1,1 1 1,-1-1 0,0 0 0,0 0 0,0 1 0,1-1 0,-2 0-1,1 0 1,0 1 0,0-1 0,-1 0 0,1 1 0,0-1 0,-1 0-1,0 1 1,1-1 0,-1 0 0,0 1 0,0-1 0,0 1 0,0-1-1,0 1 1,0 0 0,-1-1 0,1 1 0,0 0 0,-1 0 0,-8-5 11899,17 75-11752,5 254-413,6-9 0,-11-260 0,3 0 0,2 0 0,34 88 0,-39-124 0,1 0 0,1-1 0,1 1 0,0-2 0,1 1 0,1-2 0,1 1 0,0-2 0,1 0 0,25 20 0,-26-25 0,0 0 0,1-1 0,0 0 0,1-1 0,-1-1 0,1 0 0,1-1 0,-1-1 0,1 0 0,0-2 0,-1 1 0,1-2 0,22 0 0,-18-2 0,0-1 0,0-1 0,-1-1 0,1-1 0,-1 0 0,0-1 0,-1-2 0,1 1 0,-1-2 0,-1-1 0,0 0 0,0-1 0,-1-1 0,-1 0 0,1-1 0,-2-1 0,0 0 0,-1-1 0,0-1 0,19-31 0,-19 25 0,0 0 0,-2-1 0,0-1 0,-2 0 0,0-1 0,-2 1 0,0-1 0,-2-1 0,-1 1 0,-1-1 0,-1 0 0,-2 0 0,0 0 0,-1 1 0,-9-43 0,-1 27 0,-2 0 0,-1 2 0,-2 0 0,-2 0 0,-2 2 0,-1 0 0,-2 1 0,-28-34 0,10 21 0,-2 1 0,-1 3 0,-3 1 0,-87-62 0,96 79 0,-2 3 0,-43-21 0,59 34 0,0 2 0,-1 0 0,1 1 0,-2 2 0,-30-4 0,41 8-39,0 2 0,1 0 0,-1 1 1,0 0-1,0 2 0,1-1 0,-1 2 0,1 0 0,-23 9 0,31-10-352,0 0 0,0 0 0,1 0-1,-1 1 1,1-1 0,0 1-1,0 1 1,0-1 0,0 1 0,1 0-1,0 0 1,0 0 0,0 0 0,0 1-1,1 0 1,0 0 0,-4 11 0,5-10-722,0 0 0,1 1 0,-1-1 1,1 0-1,1 1 0,-1-1 0,1 1 0,2 11 1,13 43-11225</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021"/>
    </inkml:context>
    <inkml:brush xml:id="br0">
      <inkml:brushProperty name="width" value="0.035" units="cm"/>
      <inkml:brushProperty name="height" value="0.035" units="cm"/>
      <inkml:brushProperty name="color" value="#008C3A"/>
    </inkml:brush>
  </inkml:definitions>
  <inkml:trace contextRef="#ctx0" brushRef="#br0">93 366 14085,'-5'1'401,"0"0"0,1 1-1,-1-1 1,0 1 0,1 0-1,-1 1 1,1-1-1,0 1 1,0 0 0,0 0-1,0 0 1,0 0 0,1 1-1,-1-1 1,1 1 0,0 0-1,0 0 1,1 0-1,-1 1 1,1-1 0,0 1-1,0-1 1,0 1 0,0 0-1,1-1 1,0 1 0,0 0-1,0 0 1,1 0 0,0 0-1,0 0 1,1 7-1,0 8 77,1-1 0,1 1-1,0 0 1,2-1-1,0 0 1,2 0 0,11 24-1,-13-31-448,2 0 0,0-1 0,0 1 0,1-2 1,0 1-1,1-1 0,0 0 0,1-1 0,0 0 0,1-1 0,-1 0 0,14 7 0,-17-13-88,-1 1 0,1-1 0,0-1 1,0 1-1,0-1 0,0-1 0,0 1 0,1-1 0,-1 0 0,0-1 0,0 0 0,0 0 0,0 0 0,0-1 0,11-4 0,-4 1 26,0-2-1,0 0 1,-1 0-1,0-1 1,0-1-1,-1 0 0,0-1 1,13-13-1,35-27 688,-58 49-619,1-1-1,-1 1 1,1 0 0,-1 0 0,1 0-1,0 0 1,0 0 0,-1 0 0,1 1 0,0-1-1,0 1 1,0 0 0,0 0 0,0 0-1,0 0 1,-1 0 0,1 1 0,0-1-1,0 1 1,4 2 0,5 1 119,0 2-1,-1 0 1,17 11 0,-3-2 63,6 2-163,127 68 167,-132-73-202,1-1 0,0-2 1,0 0-1,31 5 0,-50-13-98,1 0 0,-1 0 1,0-1-1,1 0 0,-1 0 0,0-1 1,1 0-1,-1 0 0,0-1 0,0 0 1,0-1-1,0 1 0,0-2 0,0 1 1,-1-1-1,0 0 0,1-1 0,-2 0 1,1 0-1,0 0 0,-1-1 0,0 0 1,-1 0-1,1 0 0,-1-1 0,0 0 1,-1 0-1,7-12 0,1-9-6,-1 0 0,-1-1 0,-2 0 0,0 0 0,-2-1 0,3-53-1,-2-7 816,4 0 0,3 1 0,36-118 0,-50 205-729,0 1 0,0-1 0,1 1 0,-1-1 0,1 1 0,-1 0 0,1-1 0,0 1 0,0-1 0,-1 1 0,1 0 0,0 0 0,0-1 0,0 1 0,0 0 0,1 0 0,-1 0 0,0 0 0,0 0 0,1 1 0,-1-1 0,0 0 0,1 0 0,-1 1 0,0-1 0,1 1 0,-1-1 0,1 1 0,-1 0 0,1 0 0,0 0 0,-1-1 0,1 1 0,-1 1 0,1-1 0,-1 0 0,1 0 0,-1 0 0,1 1 0,-1-1 0,1 1 0,-1-1 0,1 1 0,-1 0 0,0 0 0,1-1 0,-1 1 0,0 0 0,0 0 0,0 0 0,0 0 0,2 2 0,3 5 0,1 1 0,-1 0 0,0 1 0,-1-1 0,0 1 0,-1 0 0,0 0 0,0 1 0,2 16 0,3 15 0,2 48 0,-8-57 0,1 10-217,40 257-8247,-40-277 611,2 2-5396</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199"/>
    </inkml:context>
    <inkml:brush xml:id="br0">
      <inkml:brushProperty name="width" value="0.035" units="cm"/>
      <inkml:brushProperty name="height" value="0.035" units="cm"/>
      <inkml:brushProperty name="color" value="#008C3A"/>
    </inkml:brush>
  </inkml:definitions>
  <inkml:trace contextRef="#ctx0" brushRef="#br0">23 218 16177,'-22'-3'3297,"25"-14"-253,0 3-480,13 2-612,19-5-419,105-31 331,-58 31-2836,4-1-696,0-4-1093,0 2-1311,-1 2-2137,10 7-5556</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681"/>
    </inkml:context>
    <inkml:brush xml:id="br0">
      <inkml:brushProperty name="width" value="0.035" units="cm"/>
      <inkml:brushProperty name="height" value="0.035" units="cm"/>
      <inkml:brushProperty name="color" value="#008C3A"/>
    </inkml:brush>
  </inkml:definitions>
  <inkml:trace contextRef="#ctx0" brushRef="#br0">57 1061 12129,'-39'3'2782,"31"-3"147,3-17 2360,4 17-5148,1-1 0,-1 0 0,1 0 0,-1 0 0,1 0-1,0 0 1,-1 0 0,1 0 0,0 1 0,0-1 0,0 0 0,0 0 0,0 0 0,0 0 0,0 0 0,0 0 0,0 0 0,0 0-1,0 0 1,0 0 0,1 0 0,-1 0 0,1-1 0,17-29 831,0 1 0,34-40 0,-37 51-977,0-1-1,-1 0 0,0-1 1,-2 0-1,-1-1 1,0 0-1,9-31 1,-3-18 27,-4 0 1,-2-1 0,-4-1-1,-2 1 1,-9-121 0,-3 94 122,4 63 214,3 28 175,0 11 341,12 120-253,28 127 0,-25-167-531,-3-28-91,3 1 0,2-2 0,2 0 0,38 74 0,-55-123-86,1 1 0,0 0 0,0-1 0,1 0 0,-1 0 0,1 0 0,0 0 0,1-1 0,-1 1 0,1-1 0,0 0 0,0-1 0,0 1 0,0-1 0,1 0 0,-1 0-1,1 0 1,0-1 0,0 0 0,0 0 0,0-1 0,0 0 0,0 0 0,0 0 0,1 0 0,-1-1 0,0 0 0,0-1 0,11-1 0,-4-1 98,-1 0 0,0-1-1,0 0 1,-1-1 0,1 0 0,-1-1 0,0 0-1,-1-1 1,1 0 0,-1-1 0,0 0 0,11-13-1,62-46 2417,-82 67-2428,-1-1 0,0 1 0,1-1 0,-1 1 0,0-1 0,1 1 0,-1 0 0,1-1 0,-1 1 0,1 0 0,-1-1 0,1 1 0,-1 0 0,1 0 0,-1-1 0,1 1 0,-1 0 0,1 0 0,-1 0 0,1 0 0,0 0 0,-1 0 0,1 0 0,-1 0 0,1 0 0,-1 0 0,1 0 0,0 0 0,-1 0 0,1 0 0,-1 0 0,1 1 0,0-1 0,3 8 0,-4-8 0,4 9 0,0 0 0,0 0 0,-1 0 0,0 1 0,-1-1 0,0 1 0,1 15 0,1 2 0,1 5-557,0-3-3134,12 44 0,-14-64 2592,1 0 0,0 0 0,0 0 0,1 0 0,0 0 0,0-1 0,1 0 0,11 11 0,-5-7-10854</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7.835"/>
    </inkml:context>
    <inkml:brush xml:id="br0">
      <inkml:brushProperty name="width" value="0.035" units="cm"/>
      <inkml:brushProperty name="height" value="0.035" units="cm"/>
      <inkml:brushProperty name="color" value="#008C3A"/>
    </inkml:brush>
  </inkml:definitions>
  <inkml:trace contextRef="#ctx0" brushRef="#br0">6 3 14137,'-6'-3'2140,"19"9"681,31 2-1897,-21-2-2284,-4 0-1197,19 8-2155,25 6-3697</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099"/>
    </inkml:context>
    <inkml:brush xml:id="br0">
      <inkml:brushProperty name="width" value="0.035" units="cm"/>
      <inkml:brushProperty name="height" value="0.035" units="cm"/>
      <inkml:brushProperty name="color" value="#008C3A"/>
    </inkml:brush>
  </inkml:definitions>
  <inkml:trace contextRef="#ctx0" brushRef="#br0">36 258 12761,'-9'-16'1252,"0"-1"289,1 2 7459,16 2-8054,0 1 0,1 0 1,0 0-1,1 1 0,0 0 1,20-15-1,-19 18-760,-1-1 0,-1-1 0,1 1 0,-2-1 1,1-1-1,-1 0 0,10-19 0,-19 29-179,1 0-1,-1 0 1,0 0 0,0 0-1,0 1 1,0-1 0,-1 0-1,1 1 1,0-1 0,0 1-1,0-1 1,-1 1 0,1-1-1,-2 1 1,3 0-7,-3-1 0,0 0 0,0 0 0,0 1 0,-1-1 0,1 1 0,0 0 0,-1 0 0,1 0 0,0 0 0,0 1 0,-1 0 0,1-1 0,0 1 0,0 0 0,0 0 0,0 1 0,0-1 0,0 1 0,-5 3 0,1 0 0,-1 1 0,2-1 0,-1 2 0,1-1 0,0 1 0,-7 9 0,8-9-66,1 0-1,-1 1 1,2-1-1,-1 1 1,1 0 0,0 0-1,0 0 1,1 1 0,0-1-1,1 1 1,0-1-1,0 1 1,1-1 0,0 1-1,0 0 1,1-1-1,0 1 1,1-1 0,0 0-1,0 1 1,1-1-1,0 0 1,0 0 0,1 0-1,0-1 1,0 1 0,8 9-1,-4-5-144,1-1 0,0-1 0,1 0 0,-1 0 0,2-1 0,0 0 0,0 0 0,0-2 0,1 1 0,0-1 0,1-1 0,0 0 0,0-1 0,0-1 0,0 0 0,18 3 0,36 1-8056,-51-7 4792,28 5-9120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315"/>
    </inkml:context>
    <inkml:brush xml:id="br0">
      <inkml:brushProperty name="width" value="0.035" units="cm"/>
      <inkml:brushProperty name="height" value="0.035" units="cm"/>
      <inkml:brushProperty name="color" value="#008C3A"/>
    </inkml:brush>
  </inkml:definitions>
  <inkml:trace contextRef="#ctx0" brushRef="#br0">12 80 12929,'-2'-4'548,"0"0"0,1 0 0,-1 0 0,1 0 1,0 0-1,0 0 0,1-1 0,-1 1 0,1-9 0,0 12-328,1-1 0,-1 1 0,1-1 0,-1 1-1,1-1 1,0 1 0,0-1 0,0 1 0,0 0 0,0-1 0,0 1 0,0 0 0,0 0 0,0 0 0,1 0-1,-1 0 1,0 0 0,1 0 0,-1 0 0,0 1 0,1-1 0,-1 0 0,1 1 0,0-1 0,-1 1-1,1 0 1,-1 0 0,1-1 0,0 1 0,2 0 0,8 0 70,0 0 0,0 0 0,0 2 0,-1-1 0,1 1 0,0 1 1,-1 0-1,1 1 0,-1 0 0,0 0 0,20 13 0,9 7 293,61 48-1,-96-68-526,32 26 37,-2 1 1,-1 2-1,-1 1 1,42 58 0,-56-65-283,-1 0 0,-1 1 0,-2 1 0,0 1 0,-2 0 0,-2 0 0,11 44 0,-19-61 77,-1 0 0,-1 0-1,0 0 1,-1 0 0,0 0-1,-4 19 1,3-25 38,0 1 0,-1-1 0,0 0 0,0 0 0,-1 0 0,0 0 0,0 0 1,-1-1-1,0 1 0,0-1 0,0 0 0,-7 7 0,10-12 30,0 1 1,0-1-1,-1 1 1,1-1-1,0 0 1,-1 0-1,1 1 1,-1-1-1,1 0 1,-1 0-1,0-1 1,1 1-1,-1 0 1,0 0-1,1-1 1,-1 1-1,0-1 1,0 0-1,0 1 1,1-1-1,-1 0 1,0 0-1,0 0 0,0 0 1,-3-1-1,3 0-76,0-1-1,0 1 0,0-1 0,1 0 0,-1 1 1,0-1-1,1 0 0,-1 0 0,1 0 0,0 0 0,0 0 1,0 0-1,0 0 0,0-1 0,0 1 0,-1-4 1,-1-6-658,1 0 0,0 1 0,1-1 0,0 0 0,1 0 0,1-18 0,13-17-5120,8-8-3727</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8.640"/>
    </inkml:context>
    <inkml:brush xml:id="br0">
      <inkml:brushProperty name="width" value="0.035" units="cm"/>
      <inkml:brushProperty name="height" value="0.035" units="cm"/>
      <inkml:brushProperty name="color" value="#008C3A"/>
    </inkml:brush>
  </inkml:definitions>
  <inkml:trace contextRef="#ctx0" brushRef="#br0">92 568 14105,'-2'-17'1151,"1"14"-803,0-1 0,0 1 0,1-1 0,0 0 0,0 1 0,0-1 0,0 0 0,0 1 0,1-1 0,-1 0 0,1 1 0,0-1-1,0 1 1,1-1 0,1-4 0,20-27 1819,0 1 0,2 0 0,2 2 0,41-39 0,-21 22-1058,-7 4-1109,-1-2 0,36-58 0,-73 100 0,-2 4 0,1 0 0,-1 0 0,1-1 0,-1 1 0,1 0 0,-1 0 0,1 0 0,0 0 0,0 0 0,0 0 0,0 0 0,-1 0 0,1 0 0,1 0 0,-1 0 0,0 0 0,0 1 0,0-1 0,0 1 0,2-2 0,-1 1 0,0 0 0,0-1 0,0 1 0,1 0 0,-1 0 0,0 1 0,0-1 0,1 0 0,-1 1 0,0-1 0,1 1 0,-1 0 0,1 0 0,-1 0 0,0 0 0,1 0 0,-1 0 0,4 1 0,-2 1 0,1 0 0,0 0 0,-1 0 0,1 0 0,-1 1 0,0-1 0,0 1 0,6 5 0,2 4 0,0 0 0,0 1 0,-2 1 0,13 19 0,-12-16 0,0 1 0,-2 0 0,0 0 0,-1 1 0,-1 0 0,-1 0 0,-1 1 0,0 0 0,-1 0 0,-2 0 0,0 0 0,-1 1 0,0-1 0,-2 0 0,-1 1 0,0-1 0,-2 0 0,0 0 0,-1-1 0,-12 31 0,3-18 0,0-1 0,-2-1 0,-2 0 0,0-1 0,-2-1 0,-1-1 0,-2-1 0,0-1 0,-1-1 0,-51 39 0,32-32-1430,-2-1 0,-1-2-1,-1-2 1,-2-2 0,-74 25 0,75-34-6519,24-6-5304</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9.371"/>
    </inkml:context>
    <inkml:brush xml:id="br0">
      <inkml:brushProperty name="width" value="0.035" units="cm"/>
      <inkml:brushProperty name="height" value="0.035" units="cm"/>
      <inkml:brushProperty name="color" value="#008C3A"/>
    </inkml:brush>
  </inkml:definitions>
  <inkml:trace contextRef="#ctx0" brushRef="#br0">177 193 14625,'-35'12'773,"8"-3"1116,-54 11-1,79-20-1447,-1 1 0,0 0-1,0 0 1,1 0 0,-1 0-1,1 0 1,-1 1 0,1-1 0,-4 3-1,6-4-368,0 1 0,-1-1 0,1 0 0,0 1-1,-1-1 1,1 0 0,0 1 0,-1-1-1,1 0 1,0 1 0,0-1 0,-1 1 0,1-1-1,0 1 1,0-1 0,0 1 0,0-1 0,0 1-1,-1-1 1,1 1 0,0-1 0,0 0 0,0 1-1,0-1 1,0 1 0,1-1 0,-1 1 0,0-1-1,0 1 1,0-1 0,0 1 0,0-1-1,1 1 1,-1-1 0,0 0 0,0 1 0,1-1-1,-1 1 1,0-1 0,1 0 0,-1 1 0,0-1-1,1 0 1,-1 1 0,1-1 0,-1 0 0,0 0-1,1 1 1,-1-1 0,1 0 0,-1 0 0,1 0-1,0 0 1,14 6 441,1-1 0,0 0 0,0-2 0,1 0 0,-1 0-1,1-2 1,20 0 0,-12 0-172,520 2 355,0-34-528,617-94-168,-1153 124 0,69-11 0,-2-3 0,91-30 0,-164 44 6,0-1 0,1 1 0,-1-1 0,0 1 1,0-1-1,0 0 0,-1 0 0,1-1 0,0 1 0,-1-1 0,1 1 0,-1-1 0,2-3 1,-4 6-14,1-1 1,-1 0 0,0 1 0,1-1-1,-1 0 1,0 1 0,0-1 0,0 0-1,0 0 1,0 1 0,0-1 0,0 0 0,0 0-1,0 1 1,0-1 0,0 0 0,0 1-1,0-1 1,-1 0 0,1 0 0,0 1-1,0-1 1,-1 0 0,1 1 0,-1-2-1,-1 0-34,0 1 0,0-1-1,0 1 1,0-1 0,0 1-1,-1 0 1,1 0 0,0 0-1,-1 0 1,1 0 0,0 0-1,-4 0 1,-7-1-1762</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19.860"/>
    </inkml:context>
    <inkml:brush xml:id="br0">
      <inkml:brushProperty name="width" value="0.035" units="cm"/>
      <inkml:brushProperty name="height" value="0.035" units="cm"/>
      <inkml:brushProperty name="color" value="#008C3A"/>
    </inkml:brush>
  </inkml:definitions>
  <inkml:trace contextRef="#ctx0" brushRef="#br0">16 1 16522,'0'0'6178,"0"3"-3302,-16 296 4315,16-293-7191,6 310 0,-1-226 0,27 135 0,-27-203-1092,1 0-1,17 40 1,-14-43-964,1 0 0,1-1 0,0 0 0,1 0 0,28 29 0,3-8-12114</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174"/>
    </inkml:context>
    <inkml:brush xml:id="br0">
      <inkml:brushProperty name="width" value="0.035" units="cm"/>
      <inkml:brushProperty name="height" value="0.035" units="cm"/>
      <inkml:brushProperty name="color" value="#008C3A"/>
    </inkml:brush>
  </inkml:definitions>
  <inkml:trace contextRef="#ctx0" brushRef="#br0">1 177 15269,'40'-26'3021,"-39"25"-2829,1 0 1,-1 0 0,0 0-1,0 0 1,0 0-1,0 0 1,-1 0 0,1 0-1,0 0 1,0-1 0,-1 1-1,1 0 1,-1 0-1,1-3 1,7-9 1857,0 6-1572,0 0-1,1 1 0,-1 0 1,2 0-1,-1 1 0,0 0 0,1 1 1,0 0-1,16-5 0,102-19 1404,-109 24-1638,45-7 201,-1 3 0,1 2 1,0 3-1,113 10 0,-160-5-456,1 1 1,-1 0-1,1 2 0,-1 0 0,0 0 1,18 11-1,-29-14-29,-1 1 1,0 0-1,-1 0 1,1 1-1,0-1 1,-1 1-1,0 0 1,0 0-1,0 1 1,0-1-1,-1 1 1,0 0-1,0 0 1,0 0-1,0 0 1,-1 0-1,0 1 0,0-1 1,-1 1-1,1-1 1,-1 1-1,1 8 1,-2 0-149,-1 0 0,0-1-1,-1 1 1,0-1 0,-1 0 0,0 0 0,-11 26 0,-48 87-1356,42-88 1155,15-30 328,-96 197-1511,79-153 1066,2 0 0,-14 59 0,31-97 436,-1 0 0,0-1-1,0 1 1,-2-1 0,1 0 0,-2-1 0,0 1-1,0-1 1,-1 0 0,0-1 0,-1 0 0,-19 18 0,-9 0-735,-2-2 1,-49 27 0,32-21-2637,26-12-2287,11-8-3504</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706"/>
    </inkml:context>
    <inkml:brush xml:id="br0">
      <inkml:brushProperty name="width" value="0.035" units="cm"/>
      <inkml:brushProperty name="height" value="0.035" units="cm"/>
      <inkml:brushProperty name="color" value="#008C3A"/>
    </inkml:brush>
  </inkml:definitions>
  <inkml:trace contextRef="#ctx0" brushRef="#br0">34 760 16117,'26'-21'777,"-6"3"511,2 2-1,45-27 1,150-67 3621,-84 44-3996,4-13-382,-135 77-527,1 0 1,0 0-1,0-1 0,-1 1 1,1-1-1,-1 1 1,0-1-1,0 0 0,0 0 1,2-4-1,-3 6 0,-1 0 1,0 0-1,0 1 0,1-1 0,-1 0 1,0 0-1,0 0 0,0 1 0,0-1 1,0 0-1,0 0 0,0 0 0,0 1 1,0-1-1,-1 0 0,1 0 0,0 0 1,0 1-1,-1-1 0,1 0 1,-1 1-1,1-1 0,0 0 0,-1 1 1,1-1-1,-1 0 0,0 1 0,1-1 1,-1 1-1,1-1 0,-1 1 0,0-1 1,1 1-1,-1-1 0,0 1 0,0 0 1,1-1-1,-1 1 0,0 0 1,0 0-1,0 0 0,1-1 0,-1 1 1,-1 0-1,-9-2 106,-1 0 1,0 1-1,0 0 1,1 1 0,-21 2-1,-65 13 780,60-9-455,5 0-162,1 1 0,1 2 0,-1 1 0,2 1 0,-1 1 0,-32 20 0,45-22-146,1 0-1,1 1 1,0 1-1,0 0 1,1 1-1,1 0 1,0 1-1,1 1 1,0 0-1,1 0 1,-15 30-1,23-37-126,-1-1 0,2 1 0,-1-1 0,1 1 0,0 0 0,1 0 0,0 0 0,0 0 0,1 0 0,0 0 0,0 0 0,1 0 0,0 0 0,1 0 0,-1 0 0,1-1 0,1 1 0,-1 0 0,2-1 0,-1 0 0,1 0 0,7 12 0,-2-7 0,0-1 0,1-1 0,0 0 0,0 0 0,1-1 0,0 0 0,1-1 0,-1 0 0,2 0 0,-1-2 0,1 0 0,17 6 0,1-3-87,0-1-1,1-1 1,0-2-1,1-1 1,-1-2 0,0-1-1,1-2 1,-1-1 0,1-1-1,-1-2 1,0-1-1,-1-1 1,1-2 0,41-18-1,-48 15 20,-1-1-1,0-1 0,-1-1 1,-1-1-1,0-1 0,-2-1 1,0 0-1,0-2 0,32-43 0,0-12 823,69-131-1,-71 110-539,-20 36-145,2 2 1,3 1-1,53-67 0,-85 121-69,-1-1 0,1 1 0,0 1 0,0-1 0,0 0 0,0 1 0,1-1 0,-1 1 0,1 0 0,-1 0 0,1 1 0,0-1 0,0 1 0,0 0 0,0-1 0,0 2 0,0-1 0,0 0 0,6 1 0,-4 1 0,0 0 0,0 0 0,0 0 0,0 1 0,-1 0 0,1 0 0,-1 1 0,1 0 0,-1-1 0,0 2 0,8 5 0,5 7 0,-1 0 0,-1 0 0,-1 2 0,0 0 0,12 20 0,-14-17 0,0 0 0,-2 1 0,0 1 0,-1 0 0,-2 0 0,0 1 0,4 27 0,-4-9 0,-3 0 0,-2 0 0,-2 47 0,-2-55 0,-2-1 0,-2 0 0,-1 1 0,-1-2 0,-2 1 0,-2-1 0,0 0 0,-2-1 0,-23 39 0,25-51 0,-1 0 0,0 0 0,-2-1 0,0 0 0,-1-2 0,-1 1 0,-1-2 0,0 0 0,-1-1 0,0-1 0,-1-1 0,0 0 0,-1-2 0,-39 16 0,46-22-218,0-1 0,-1 0 0,1 0-1,-1-2 1,1 0 0,-24 0 0,33-1 40,0-1 0,0 1-1,0-1 1,0 1 0,0-1 0,-1 0-1,2-1 1,-1 1 0,0-1 0,0 0-1,0 0 1,1 0 0,-1 0 0,1 0-1,0-1 1,-1 0 0,1 1 0,0-1-1,1-1 1,-1 1 0,0 0 0,1 0-1,0-1 1,0 0 0,-3-6 0,4 7-698,0 0-1,1 0 1,-1 0 0,0 0 0,1 0-1,0-1 1,0 1 0,0 0 0,1-6 0,12-30-13984</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0.911"/>
    </inkml:context>
    <inkml:brush xml:id="br0">
      <inkml:brushProperty name="width" value="0.035" units="cm"/>
      <inkml:brushProperty name="height" value="0.035" units="cm"/>
      <inkml:brushProperty name="color" value="#008C3A"/>
    </inkml:brush>
  </inkml:definitions>
  <inkml:trace contextRef="#ctx0" brushRef="#br0">1 1 18486,'2'1'400,"0"1"1,0 0 0,0 0-1,0 0 1,0 0 0,0 0 0,-1 0-1,1 0 1,-1 1 0,1-1-1,-1 0 1,0 1 0,0 0 0,0-1-1,0 1 1,0-1 0,-1 1-1,1 0 1,-1 0 0,1-1-1,-1 1 1,0 0 0,-1 4 0,9 52 3180,-2-30-3011,29 103-57,27 103-513,-59-226 0,10 59-1216,6 74 1,-13-84-849,2-1 1,24 86-1,-13-81-5823,3-6-5387</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035"/>
    </inkml:context>
    <inkml:brush xml:id="br0">
      <inkml:brushProperty name="width" value="0.035" units="cm"/>
      <inkml:brushProperty name="height" value="0.035" units="cm"/>
      <inkml:brushProperty name="color" value="#008C3A"/>
    </inkml:brush>
  </inkml:definitions>
  <inkml:trace contextRef="#ctx0" brushRef="#br0">22 126 19310,'-22'-5'3500,"44"-7"-472,1 1-703,8-1-489,26 4-380,4 5-560,12 0-876,22-3-848,13-2-1016,13-7-1041,2 4-1295,14-3-2497,19-3-6296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746"/>
    </inkml:context>
    <inkml:brush xml:id="br0">
      <inkml:brushProperty name="width" value="0.035" units="cm"/>
      <inkml:brushProperty name="height" value="0.035" units="cm"/>
      <inkml:brushProperty name="color" value="#008C3A"/>
    </inkml:brush>
  </inkml:definitions>
  <inkml:trace contextRef="#ctx0" brushRef="#br0">33 1334 13721,'-13'-6'5793,"13"-2"-3038,22-12-2044,2 0 96,70-70-88,-49 48-518,71-84 0,-93 97 88,-2-1-1,-2-1 1,-1 0-1,-1-2 1,-1 0-1,17-57 1,-5-15 1559,-5-1 0,16-193 0,-14 74-1553,-24 216-295,-1 10 0,-2 27 0,-2 73 0,13 139 0,-4-160 0,103 1558 0,-101-1483 0,12 100 0,-18-248-239,0-1 0,1 1 0,1 0 0,3 9 0,3-6-863,-9-10 1065,1 0 1,-1-1 0,1 1-1,-1 0 1,0 0 0,1-1-1,-1 1 1,0 0 0,1-1-1,-1 1 1,0 0 0,0-1-1,1 1 1,-1-1 0,0 1-1,0 0 1,0-1 0,0 1 0,1-1-1,-1 1 1,0 0 0,0-1-1,0 1 1,0-1 0,0 1-1,0-1 1,0 1 0,0-1-1,0 0 1,0-10-412,0 0 1,-1 0-1,0-1 0,-1 1 1,0 0-1,0 0 0,-1 0 1,-1 1-1,0-1 0,0 1 1,-1 0-1,-1 0 0,-6-11 1,-12-14-56,-1 2 0,-35-38 0,28 39 857,-1 1 0,-1 1 1,-69-44-1,-123-59 3012,222 131-3316,-16-9 317,0 0 1,0-2-1,1 0 0,0-1 0,2-1 1,-17-17-1,32 30-331,0 0-1,1 0 1,-1 0 0,1 0 0,-1-1-1,1 1 1,0 0 0,0 0 0,0-1-1,0 1 1,1-1 0,-1 1 0,1-1-1,-1 1 1,1-1 0,0 1 0,0-1-1,0 0 1,0 1 0,0-1-1,1 1 1,-1-1 0,1 1 0,0-1-1,0 1 1,0 0 0,0-1 0,0 1-1,0 0 1,0-1 0,1 1 0,-1 0-1,3-2 1,3-4 24,1 0-1,1 0 1,-1 1-1,1 0 0,1 0 1,13-7-1,55-24-266,1 2-1,149-43 0,-165 58 80,640-188 754,-688 205-296,1 1 0,-1 0 0,26 0 0,-38 3-275,0 0-1,0 1 0,0-1 1,0 0-1,0 1 1,0 0-1,0 0 1,0 0-1,-1 0 1,1 0-1,3 2 1,-5-2-44,0 0 1,1 0-1,-1 0 1,0 1 0,0-1-1,-1 0 1,1 0 0,0 1-1,0-1 1,0 0 0,-1 1-1,1-1 1,-1 0 0,1 1-1,-1-1 1,0 1 0,0-1-1,1 1 1,-1-1-1,0 1 1,0-1 0,0 1-1,-1 1 1,-2 9-12,0 0 0,-1 0 0,0 0 0,-1-1 0,0 0 0,-1 0 0,0 0 0,-11 14 0,6-9 0,1 1 0,-14 31 0,22-43-16,-2 5-457,1 0 1,0 0-1,-3 17 1,6-24 266,-1 0 0,1 0 0,0 0 1,1 0-1,-1 0 0,0 0 0,1 1 0,0-1 0,-1 0 1,1 0-1,1 0 0,-1-1 0,0 1 0,1 0 0,-1 0 1,4 4-1,-2-3-569,1 0 0,-1-1 0,1 1 1,0 0-1,0-1 0,5 3 0,20 5-5817,11-7-5770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1.900"/>
    </inkml:context>
    <inkml:brush xml:id="br0">
      <inkml:brushProperty name="width" value="0.035" units="cm"/>
      <inkml:brushProperty name="height" value="0.035" units="cm"/>
      <inkml:brushProperty name="color" value="#008C3A"/>
    </inkml:brush>
  </inkml:definitions>
  <inkml:trace contextRef="#ctx0" brushRef="#br0">0 27 14437,'26'-26'5425,"-4"32"-4357,80 45-512,-58-31-1616,-3 0-844,1 6-1061,8 11-1563,8 3-3517</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2.053"/>
    </inkml:context>
    <inkml:brush xml:id="br0">
      <inkml:brushProperty name="width" value="0.035" units="cm"/>
      <inkml:brushProperty name="height" value="0.035" units="cm"/>
      <inkml:brushProperty name="color" value="#008C3A"/>
    </inkml:brush>
  </inkml:definitions>
  <inkml:trace contextRef="#ctx0" brushRef="#br0">35 17 15229,'-22'-17'3261,"25"37"-237,-6 20 92,-6 0-347,9 6-433,-4 8-416,4 6-808,4 9-1112,2 5 0,0 6 0,1-6 0,-4 4 0,6-7 0,1-5-1768,-1-9-1604,4 3-4725,0 6-8449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2.190"/>
    </inkml:context>
    <inkml:brush xml:id="br0">
      <inkml:brushProperty name="width" value="0.035" units="cm"/>
      <inkml:brushProperty name="height" value="0.035" units="cm"/>
      <inkml:brushProperty name="color" value="#008C3A"/>
    </inkml:brush>
  </inkml:definitions>
  <inkml:trace contextRef="#ctx0" brushRef="#br0">0 258 17378,'23'-72'3164,"-1"49"-348,0 3-504,16 3-555,7 0-417,9 3-484,12 0-612,17 2-712,12-2-868,7 0-869,2-9-1211,1 6-3209,0 17-6208</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3.502"/>
    </inkml:context>
    <inkml:brush xml:id="br0">
      <inkml:brushProperty name="width" value="0.035" units="cm"/>
      <inkml:brushProperty name="height" value="0.035" units="cm"/>
      <inkml:brushProperty name="color" value="#008C3A"/>
    </inkml:brush>
  </inkml:definitions>
  <inkml:trace contextRef="#ctx0" brushRef="#br0">103 1617 12149,'-6'0'-588,"-17"0"1779,-18-4 5068,39 3-5607,-1 1 1,0-1-1,1 0 0,-1 1 1,1-1-1,0 0 0,-1-1 1,-3-1-1,6 2-540,-1 1-1,0-1 1,1 0 0,-1 1-1,1-1 1,-1 1-1,1-1 1,0 0 0,-1 1-1,1-1 1,0 0-1,-1 1 1,1-1 0,0 0-1,0 0 1,-1 1 0,1-1-1,0 0 1,0 0-1,0 0 1,0 1 0,0-1-1,0 0 1,0 0-1,1 1 1,-1-1 0,0-1-1,24-70 1710,41-84 1,-32 80-1610,-4-2 0,-4-1 0,17-88 0,19-246-70,-42 61-153,-12 179-65,-4 158 13,0 36 38,-2-12 54,35 514 115,5 37-15,-37-531-139,1 0 0,1-1-1,2 0 1,0 0 0,2-1 0,16 31 0,-22-50 3,0 0 1,1 0-1,0-1 1,0 1-1,1-1 1,0-1-1,0 1 1,1-1-1,-1 0 1,1 0-1,0-1 1,1 0 0,0 0-1,-1-1 1,2 0-1,-1 0 1,0-1-1,1 0 1,-1-1-1,1 1 1,0-2-1,0 1 1,16 0-1,-2-3-68,1-1-1,-1-1 0,1-1 0,-1-1 1,0-1-1,-1-1 0,40-17 0,1-8-91,74-50 0,52-26 1006,-183 105-795,-3 1-34,-1 1 0,1-1 0,0 1 1,0 0-1,-1 0 0,1 0 0,0 0 0,0 0 0,0 0 0,0 1 1,0 0-1,1-1 0,-1 1 0,0 0 0,0 1 0,0-1 0,0 0 1,0 1-1,0 0 0,0 0 0,0 0 0,0 0 0,-1 0 0,1 0 1,0 1-1,0 0 0,2 1 0,0 0-10,2 2 0,-1-1 0,1 1 0,-1-1 0,0 2 0,0-1 0,0 1 0,-1 0 0,0 0 0,0 0 0,0 1 0,5 10 0,23 75 0,-29-76 0,1 0 0,1-1 0,0 1 0,1-1 0,0 0 0,1-1 0,1 1 0,1-2 0,11 15 0,-18-26-17,1 1 0,-1-1-1,1 0 1,0 0 0,0 0 0,-1 0-1,1-1 1,0 1 0,1-1 0,-1 0-1,0-1 1,0 1 0,0 0 0,0-1-1,1 0 1,4-1 0,9 0-433,-1-1 0,24-6 0,-39 8 363,13-4-1211,-1 0 1,1-1-1,-1 0 1,18-10-1,21-19-6978,-5-5-5013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3.641"/>
    </inkml:context>
    <inkml:brush xml:id="br0">
      <inkml:brushProperty name="width" value="0.035" units="cm"/>
      <inkml:brushProperty name="height" value="0.035" units="cm"/>
      <inkml:brushProperty name="color" value="#008C3A"/>
    </inkml:brush>
  </inkml:definitions>
  <inkml:trace contextRef="#ctx0" brushRef="#br0">35 12 12457,'-35'-12'9189,"73"12"-9553,23 3-1136,-14 9-1116,14 8-2457,12 8-4036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4.284"/>
    </inkml:context>
    <inkml:brush xml:id="br0">
      <inkml:brushProperty name="width" value="0.035" units="cm"/>
      <inkml:brushProperty name="height" value="0.035" units="cm"/>
      <inkml:brushProperty name="color" value="#008C3A"/>
    </inkml:brush>
  </inkml:definitions>
  <inkml:trace contextRef="#ctx0" brushRef="#br0">0 313 15445,'2'-26'3458,"0"0"-1,9-38 1,-10 62-3094,0-1 0,1 0 1,-1 1-1,1 0 0,-1-1 0,1 1 1,0 0-1,-1 0 0,1 0 1,3-3-1,0 1 345,-4 4-619,0 0 0,0 0 0,0 0-1,0 0 1,0 0 0,0 0 0,0 1 0,0-1-1,0 1 1,0-1 0,0 0 0,0 1 0,0-1-1,0 1 1,0 0 0,0-1 0,0 1 0,0 0 0,0 0-1,0 0 1,1 1 88,6 4-159,-1 1 1,0 0-1,0 1 0,-1 0 0,0 0 0,0 0 0,-1 0 1,0 1-1,0 0 0,6 18 0,1 11-40,12 54 1,-22-83 19,53 301 1,-50-286 0,-3-14 0,-1 0 0,2 0 0,0-1 0,0 1 0,1-1 0,7 15 0,-10-23 0,0 0 0,-1 1 0,1-1 0,0 0 0,0-1 0,-1 1 0,1 0 0,0 0 0,0 0 0,0 0 0,0-1 0,0 1 0,3 1 0,-2-2 0,0 0 0,0 0 0,0 1 0,0-1 0,0 0 0,0-1 0,0 1 0,0 0 0,0-1 0,0 1 0,0-1 0,0 0 0,0 1 0,0-1 0,0 0 0,0 0 0,0 0 0,-1-1 0,4-1 0,0-1 0,-1 0 0,0-1 0,1 1 0,-1-1 0,-1 0 0,5-6 0,77-157-359,-65 122 177,2 2 1,2 0 0,55-76-1,-73 114 173,-1 0 0,1 1 0,0 0 0,0 0 0,1 0 0,0 0-1,-1 1 1,1 0 0,1 1 0,-1 0 0,0 0 0,1 0 0,0 1 0,0 0 0,-1 1 0,1-1-1,0 2 1,0-1 0,10 1 0,12 2-154,-1 2-1,0 1 0,53 15 1,-59-13-42,95 31-1422,4 4-964,73 14-3508,-170-49 5755,-1-1-1,40 4 1,-62-10 441,0 1 0,0-1 0,-1 1 0,1-1 0,0 1 0,-1-1 0,1 1 0,0 0-1,-1 0 1,1 0 0,1 1 0,-2-1 8,0 0 0,1 0 1,-1 0-1,0 0 0,1-1 0,-1 1 0,1 0 0,-1-1 0,0 0 0,1 1 0,0-1 0,-1 0 0,1 1 1,2-1-1,12-1 373,-1 0 1,1 0-1,-1-2 0,1 0 1,-1 0-1,0-2 1,-1 0-1,1-1 1,14-7-1,1-4-242,0-1 0,-2-1 0,0-1 0,-2-1 0,26-27 0,-42 38-93,-1-1-1,0 0 1,0 0-1,-1-1 1,-1 0-1,0-1 1,-1 0-1,0 0 0,-1 0 1,0 0-1,-1-1 1,-1 0-1,0 0 1,2-25-1,-5 35-90,-2-63 1330,2 64-1329,0 0 1,-1 0 0,1-1-1,-1 1 1,0 0 0,0 0-1,0 0 1,0 0-1,0 0 1,-1 0 0,0 0-1,1 1 1,-1-1-1,0 0 1,0 1 0,-1 0-1,-2-4 1,2 5-54,1 1 0,0-1 0,-1 0 0,1 1 0,-1-1 0,1 1 0,-1 0 0,1 0 0,-1 0 0,1 0 0,0 0 0,-1 0 0,1 1 0,-1-1 0,1 1 0,-1 0 0,1 0 0,0 0 0,0 0 0,-1 0 0,1 0 0,0 1 0,0-1 0,0 0 0,-3 4 0,-3 2 0,0 0 0,0 1 0,0 0 0,-11 16 0,5-2 0,0 0 0,2 1 0,0 0 0,1 1 0,2 0 0,0 1 0,2 0 0,1 1 0,0-1 0,2 1 0,1 0 0,2 0 0,0 0 0,4 37 0,-2-54 5,1 0 0,0-1 0,0 1-1,1 0 1,0-1 0,0 0 0,1 0 0,0 0 0,1 0 0,0-1-1,0 1 1,0-1 0,1-1 0,9 10 0,-5-8 2,0-1 0,0 0 1,1 0-1,0-1 0,0-1 0,0 1 1,1-2-1,0 0 0,16 4 1,6-2-112,0-2 0,1-1 0,-1-1 0,1-2 0,0-2 0,53-8 0,-20-3-3253,69-23-1,0-8-5775,-17 2-4220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6.231"/>
    </inkml:context>
    <inkml:brush xml:id="br0">
      <inkml:brushProperty name="width" value="0.035" units="cm"/>
      <inkml:brushProperty name="height" value="0.035" units="cm"/>
      <inkml:brushProperty name="color" value="#008C3A"/>
    </inkml:brush>
  </inkml:definitions>
  <inkml:trace contextRef="#ctx0" brushRef="#br0">393 293 11585,'-5'-11'480,"1"0"939,0 1-1,-1 1 1,0-1-1,-11-15 1,14 22-1070,0 1-1,0 0 1,-1 0-1,1 0 1,0 0-1,-1 0 1,1 0 0,-1 1-1,0-1 1,1 1-1,-1 0 1,0-1-1,0 1 1,0 1 0,0-1-1,0 0 1,0 1-1,0-1 1,0 1-1,0 0 1,0 0 0,-4 1-1,-1 1-167,1 0 0,-1 0 0,1 1-1,-1 0 1,1 1 0,0-1 0,1 1 0,-1 1-1,1-1 1,-1 1 0,1 0 0,1 0 0,-1 1-1,1 0 1,0 0 0,0 0 0,-4 8 0,-8 13 598,1 1 0,-23 53 0,20-34-779,1 1 0,3 1 0,1 0 0,-11 88 0,22-114 0,1 0 0,1 0 0,2 0 0,0 0 0,1 0 0,1 0 0,1 0 0,2 0 0,0-1 0,1 0 0,1 0 0,19 35 0,-19-44-15,0-2 0,0 1 0,1-1 0,1-1 0,0 1 0,0-2 0,1 1 0,0-2 0,0 1 0,20 9 0,-13-9-34,0-1 0,0-1-1,0-1 1,1-1 0,0 0-1,0-1 1,20 1 0,0-3-61,-1-2 1,1-2-1,-1-1 1,0-1-1,0-3 1,0-1-1,48-17 1,-54 14-113,0-2 1,0-1 0,-2-1-1,1-2 1,-2 0 0,50-41-1,-59 40 153,0-1-1,-2-1 0,0 0 0,-1-1 0,-2-1 1,0-1-1,-1 0 0,-1-1 0,12-32 1,-16 30 70,-1 0 0,-1-1 0,-2 0 0,0 0 0,-2 0 0,-1-1 1,-1 1-1,-4-41 0,-8-20 417,-27-111-1,7 49 604,28 137-935,1-1 212,-1 0 0,-8-27 0,9 39-202,0 9 26,2 21 156,4 44 62,115 550-340,-73-402-861,-45-215 796,0-1 0,1 0 0,0 1 0,-1-1 0,1 0 0,0 0 0,1 0 0,-1 0 0,1 0 0,0 0 0,0-1 0,7 7 0,-9-9 50,1 0 1,0 0-1,0-1 0,0 1 0,-1-1 1,1 1-1,0-1 0,0 1 0,0-1 1,0 0-1,0 0 0,0 0 0,0 0 1,0 0-1,0-1 0,0 1 0,0 0 0,0-1 1,0 0-1,-1 1 0,1-1 0,0 0 1,0 0-1,-1 0 0,1 0 0,0 0 1,-1 0-1,1-1 0,-1 1 0,0 0 1,1-1-1,0-1 0,83-92-187,4-6 15,-78 90 175,0 0 1,1 2-1,1-1 1,0 1-1,0 1 1,20-9-1,-26 14 14,0 1-1,1 0 0,-1 0 1,1 1-1,-1 0 1,1 0-1,-1 1 0,1 0 1,0 0-1,-1 1 1,1 0-1,-1 0 0,1 1 1,9 3-1,10 5 26,-1 1-1,37 21 1,-46-23-11,31 17 42,56 20 0,-83-38-92,0-2 0,0 0 0,1-1 0,0-2 0,36 3 0,-39-6-85,0 0-1,-1-1 0,1 0 1,0-2-1,-1 0 0,0-1 1,0-1-1,0-1 0,0 0 1,-1-2-1,0 0 0,-1 0 1,20-14-1,-33 19 80,0 1 0,0-1 0,0 0 0,0 0 0,-1 0 0,1-1 0,3-5 0,-2 2 17,-3 5-7,-4 3 0,-1 0 35,0 0-1,1 1 1,-1-1 0,1 1 0,-1 0 0,1 0 0,0 1 0,0-1-1,0 0 1,0 1 0,0 0 0,1 0 0,-1 0 0,1 0-1,0 0 1,0 0 0,0 1 0,0-1 0,0 1 0,0 3 0,1-5 33,-1-1-1,-19 16 0,19-15-51,2-6 56,-6-58 1303,5 59-912,24 24 116,-12-12-460,1 1-1,0-2 0,0 0 1,21 11-1,-27-16-71,1 0 0,0-1-1,-1 1 1,1-1 0,0-1-1,0 1 1,0-1 0,0 0-1,0-1 1,0 0 0,12-1-1,-18 1-14,9-1-15,0-1 1,0 0 0,0-1-1,-1 0 1,11-5 0,-16 6-6,-1 0 0,0 0-1,0 0 1,0-1 0,0 1 0,-1-1 0,1 1 0,-1-1 0,1 0 0,-1 0-1,0-1 1,0 1 0,-1 0 0,1-1 0,0 1 0,-1-1 0,1-4 0,30-114-744,-31 119 738,0 0 0,1 1 0,-1-1 0,1 0 0,-1 1 0,1-1 0,0 1 0,2-3-1,2-1-31,-4 4 46,1 1 0,-1 0 0,1 0 0,-1 0 0,1 1 0,0-1 0,-1 0 0,1 1 0,0 0 0,-1 0 0,1 0 0,0 0 0,-1 0 0,4 1 0,-4-1 2,16 2-42,0 1 0,24 7 0,-37-9 51,1-1 0,-1 1 1,0-1-1,1 0 0,-1 0 0,1 0 0,-1-1 0,0 1 0,1-2 0,-1 1 0,9-4 0,-2 1-63,0-1 1,-1-1 0,17-10-1,7-9-597,54-51-1,-63 53 461,-22 19 137,0 0 1,0 1 0,0-1-1,1 1 1,-1 1-1,1-1 1,0 0 0,0 1-1,0 0 1,10-3-1,-13 6-21,0-1 0,-1 1 0,1 0 0,0-1 0,-1 1-1,1 0 1,-1 0 0,1 0 0,-1 0 0,1 1 0,-1-1-1,0 0 1,3 3 0,-3-3-4,0 1 0,0-1 0,0 0 0,0 0 0,0 0 0,1 0 0,-1 1 0,1-2 0,-1 1 0,0 0 0,1 0-1,0 0 1,-1-1 0,1 1 0,-1-1 0,1 1 0,0-1 0,-1 0 0,1 1 0,0-1 0,2 0 0,7-3-92,-1-1 1,1 0-1,-1-1 1,0 0-1,0 0 0,0-1 1,-1 0-1,1-1 1,-2 0-1,1 0 0,-1-1 1,13-15-1,-21 22 204,0 0-1,1 0 1,-1 0 0,0 0-1,0 0 1,0 0-1,0 0 1,0 0-1,0 0 1,0 0-1,-1 0 1,1 0-1,0 0 1,0 0 0,-1 0-1,1 0 1,0 0-1,-1 1 1,0-3-1,0 1 63,0-1 32,0 0-1,0 0 0,-1 0 0,1 1 1,-1-1-1,1 0 0,-1 1 0,0-1 1,0 1-1,0 0 0,0-1 0,0 1 1,-1 0-1,1 0 0,-1 0 0,1 1 0,-1-1 1,-5-2-1,3 2 46,-1 1 0,1-1-1,-1 1 1,1 0 0,-1 0 0,0 1-1,0-1 1,1 1 0,-12 2 0,9-1-22,0 0 1,0 1 0,0 0-1,0 0 1,0 1 0,1 0 0,-1 0-1,1 1 1,0 0 0,0 0-1,0 1 1,1 0 0,-1 0-1,1 1 1,-8 8 0,12-11-103,0 0 0,0 0 0,0 1 0,1-1 0,-1 0 1,1 1-1,0-1 0,0 1 0,0-1 0,0 1 0,0-1 1,1 1-1,0-1 0,0 1 0,0 0 0,0-1 0,0 1 1,1 4-1,1-2-6,1 0 0,-1 1 0,1-1 0,0 0 0,0 0-1,1 0 1,0-1 0,7 9 0,39 43 87,-32-38-103,-1 0 0,0 1-1,-2 1 1,0 0 0,-2 1 0,0 0-1,14 36 1,-22-43-10,0-3-3,-1 1 1,-1-1 0,0 1 0,-1 0-1,0-1 1,-1 1 0,0 0 0,-2 13-1,-7 140 29,4-126-41,-2-1-1,-2 0 1,-13 39 0,5-23-29,-38 113-413,-2 9-1469,55-173 1690,-1-7-153,-9-27 305,0 0-1,3-1 0,-6-32 0,-10-35 127,16 71-61,1-1-1,1 0 1,1 0 0,-1-48 0,5 65-44,2 0 1,0 0-1,0 0 1,0 0 0,2 0-1,-1 1 1,1-1-1,1 1 1,0 0 0,0 0-1,1 0 1,1 1 0,-1-1-1,1 1 1,11-11-1,58-54-1306,155-115-1,-20 19-83,-72 26-2017,-125 129 2187,-11 13 510,-11 17-305,4-9 1114,-20 30 284,14-23-206,1 0 0,1 1 1,0 0-1,1 1 0,0 0 0,1 0 0,-9 31 0,16-44-193,-1-2-74,1 1 1,0 0 0,0-1-1,0 1 1,-1 0 0,1-1-1,0 1 1,0 0 0,0-1 0,0 1-1,0 0 1,0 0 0,0-1-1,0 1 1,1 0 0,-1-1-1,0 1 1,0-1 0,0 1 0,1 0-1,-1-1 1,0 1 0,1-1-1,-1 1 1,1 0 0,-1-1-1,1 1 1,-1-1 0,1 1 0,-1-1-1,1 0 1,-1 1 0,1-1-1,-1 0 1,1 1 0,0-1-1,-1 0 1,1 1 0,-1-1 0,1 0-1,1 0 1,24 11-6991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26.414"/>
    </inkml:context>
    <inkml:brush xml:id="br0">
      <inkml:brushProperty name="width" value="0.035" units="cm"/>
      <inkml:brushProperty name="height" value="0.035" units="cm"/>
      <inkml:brushProperty name="color" value="#008C3A"/>
    </inkml:brush>
  </inkml:definitions>
  <inkml:trace contextRef="#ctx0" brushRef="#br0">26 101 11449,'-16'0'2472,"7"-20"-328,18 11-359,4 0 1291,3-5-2712,0 3-520,3 2-696,0 1-852,-7-1-765,-2-2-2243,9 16-3701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5.320"/>
    </inkml:context>
    <inkml:brush xml:id="br0">
      <inkml:brushProperty name="width" value="0.035" units="cm"/>
      <inkml:brushProperty name="height" value="0.035" units="cm"/>
      <inkml:brushProperty name="color" value="#008C3A"/>
    </inkml:brush>
  </inkml:definitions>
  <inkml:trace contextRef="#ctx0" brushRef="#br0">149 163 11145,'19'-22'1684,"-15"18"3134,-5 2-3502,-3-7-1578,-4-3 5112,7 12-4645,0 0-1,0 0 1,0 1 0,0-1 0,-1 0 0,1 1-1,0-1 1,0 1 0,0 0 0,0-1 0,1 1-1,-1 0 1,0-1 0,0 1 0,0 0 0,-1 1-1,1-1 147,0 3-207,-1-1 1,1 0-1,-1 0 0,0 0 1,0 0-1,0-1 0,-4 5 0,-5 8 430,11-13-530,-1-1 0,0 0 0,0 0 0,0 0 0,0 0 0,0 0 0,0 0 0,0 0 0,0 0 0,0 0 0,0 0 1,-1-1-1,1 1 0,0 0 0,0-1 0,-1 1 0,1-1 0,0 0 0,-1 1 0,1-1 0,-1 0 0,1 0 0,0 0 0,-1 0 1,1 0-1,-1 0 0,1 0 0,0 0 0,-1 0 0,-1-2 0,-7 2 74,8 0-116,0-1 0,1 1 0,-1 0 0,1 0 0,-1-1 1,1 1-1,-1-1 0,1 1 0,-1-1 0,1 0 0,-1 0 0,1 1 0,-1-2 1,-12-6 127,7 6-279,6 2 184,0 0 0,0 0 0,0 0 0,0 0 0,0-1 0,0 1 0,0 0 0,0-1-1,0 1 1,0-1 0,0 1 0,0-1 0,0 1 0,0-1 0,1 0 0,-1 1 0,0-1-1,1 0 1,-2-1 0,7-10 475,18-7-220,-20 16-278,17-11 51,1 1 0,0 1 0,43-19 0,-40 21-33,1 1 0,-1 2-1,2 0 1,-1 1-1,0 2 1,48-3 0,-63 7-21,0 0 0,0 1 0,0 0 0,0 1 0,-1 0 0,1 0 0,0 1 1,-1 0-1,0 1 0,0 0 0,0 0 0,0 1 0,0 0 0,-1 1 0,0 0 0,-1 0 1,1 1-1,-1 0 0,0 0 0,10 15 0,-10-12-9,-1-1 0,-1 2 0,1-1 0,-2 1 0,1 0 0,-2 0 0,1 0 0,-2 0 0,3 18 0,-3-11 0,-2 0 0,0-1 0,-1 1 0,-1 0 0,-6 27 0,-7 10 0,-3-2 0,-2-1 0,-28 50 0,23-47 0,-6 9 0,15-32 0,1 1 0,1 0 0,-14 54 0,26-83 0,1 1 0,1 0 0,-1 0 0,0-1 0,1 1 0,0 0 0,0 0 0,1-1 0,-1 1 0,1 0 0,0 0 0,1-1 0,-1 1 0,4 8 0,-2-9 0,0 0 0,0 0 0,0-1 0,1 1 0,-1-1 0,1 0 0,0 0 0,0 0 0,0 0 0,0-1 0,1 0 0,-1 0 0,0 0 0,9 3 0,3-1-215,1 0 1,-1-1-1,1 0 1,-1-2-1,31 0 0,89-11-1877,-111 7 1808,23-3-1201,-1-2-1,-1-3 1,1-1-1,-2-2 1,0-2 0,51-26-1,-85 36 358,0-1 1,0 0-1,-1 0 0,0-1 0,0 0 1,15-17-1,8-18-6699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5.711"/>
    </inkml:context>
    <inkml:brush xml:id="br0">
      <inkml:brushProperty name="width" value="0.035" units="cm"/>
      <inkml:brushProperty name="height" value="0.035" units="cm"/>
      <inkml:brushProperty name="color" value="#008C3A"/>
    </inkml:brush>
  </inkml:definitions>
  <inkml:trace contextRef="#ctx0" brushRef="#br0">1329 95 11065,'-33'15'566,"-9"3"1189,-72 44 0,-5 23 2868,-169 156 0,2 52-2739,222-217-945,4 3 0,-52 91-1,78-110-297,2 2-1,3 0 1,-34 112-1,48-120-454,3 0 1,2 1-1,2 0 0,3 1 1,2 61-1,4-84-191,2 1 0,1-1 0,1 0 0,2 0 0,1-1 0,2 0 0,1 0 0,2-1 0,27 49 0,-27-58-23,2 0 1,1-1-1,0 0 1,1-2 0,2 0-1,0-1 1,0-1-1,2 0 1,0-2 0,1 0-1,1-2 1,43 20-1,-24-17-343,1-3 1,0-1-1,1-2 0,0-2 0,1-2 0,-1-2 0,70-2 0,-18-7-440,1-5-1,137-31 1,-121 13 153,-1-5-1,146-64 1,196-134-951,-372 183 1410,-1-5 0,-4-2 0,-2-5 0,-2-2 0,104-115 0,-141 134 260,-1-2-1,-2-1 0,-2-1 0,-2-2 0,-2-1 0,-3-1 0,-1-1 0,-3-1 1,-3-1-1,20-99 0,-32 118 161,-2 0 0,-2-1 1,-1 1-1,-2 0 0,-1 0 1,-2 0-1,-1 1 0,-1-1 1,-3 1-1,0 1 0,-2 0 1,-2 0-1,-1 2 0,-1-1 1,-2 2-1,-1 0 0,-1 2 1,-2 0-1,0 1 0,-2 1 1,-1 1-1,-1 1 0,-1 2 1,-43-28-1,16 18-14,-1 2-1,-1 2 1,-2 3-1,0 2 1,-2 3 0,-98-19-1,71 24-157,0 3 0,-1 5 0,0 3 0,-98 9 0,132 0-508,0 2-1,0 2 0,1 3 0,-63 22 1,77-20-803,1 3 0,-38 22 1,47-22-1714,0 2 0,-49 42 0,6 12-9100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6.812"/>
    </inkml:context>
    <inkml:brush xml:id="br0">
      <inkml:brushProperty name="width" value="0.035" units="cm"/>
      <inkml:brushProperty name="height" value="0.035" units="cm"/>
      <inkml:brushProperty name="color" value="#008C3A"/>
    </inkml:brush>
  </inkml:definitions>
  <inkml:trace contextRef="#ctx0" brushRef="#br0">407 12 8549,'-22'-7'2264,"18"6"-201,-3 1 246,-66-2 3870,-25 0-1665,10 14-587,84-12-3356,8 2-347,28 15-107,1-3 0,1 0-1,55 13 1,-3 0-16,1127 418-942,-1186-435 777,40 16-186,114 62 0,-172-83 236,-1 0 0,0 1 0,0 0 0,0 0 0,-1 1 0,12 14 0,-17-18 16,1 1 0,-1-1 0,0 0 1,-1 1-1,1 0 0,0 0 1,-1-1-1,0 1 0,0 0 0,0 0 1,-1 0-1,1 0 0,-1 0 0,0 0 1,0 0-1,0 0 0,-1 0 1,1 0-1,-2 5 0,-2 1 21,1 0 0,-2 0 0,1-1 0,-1 1 0,-1-1 0,0 0 0,0-1 0,-1 0 0,0 0 0,-9 9 0,-16 11 68,-42 30-1,63-49-81,-72 48 164,-113 59 1,-101 34 62,270-137-218,-354 169 178,-213 105-20,401-194-1543,190-92 151,8-4-336,97-65-5225,-26 24-818,-8 11-2040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7:37.092"/>
    </inkml:context>
    <inkml:brush xml:id="br0">
      <inkml:brushProperty name="width" value="0.035" units="cm"/>
      <inkml:brushProperty name="height" value="0.035" units="cm"/>
      <inkml:brushProperty name="color" value="#008C3A"/>
    </inkml:brush>
  </inkml:definitions>
  <inkml:trace contextRef="#ctx0" brushRef="#br0">20 49 13009,'-19'-49'15428,"34"67"-11734,-9-9-3623,0 0 0,-1 0-1,0 1 1,0 0 0,-1 0 0,0 0 0,3 15 0,12 82 5,-12-62-83,17 130 7,-8 2 0,-8 0 0,-18 226 0,3-207-3710,20 98-9060,-7-223-533</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3.369"/>
    </inkml:context>
    <inkml:brush xml:id="br0">
      <inkml:brushProperty name="width" value="0.035" units="cm"/>
      <inkml:brushProperty name="height" value="0.035" units="cm"/>
      <inkml:brushProperty name="color" value="#008C3A"/>
    </inkml:brush>
  </inkml:definitions>
  <inkml:trace contextRef="#ctx0" brushRef="#br0">933 5 13729,'-72'-2'2486,"53"0"-1526,0 1 1,0 1 0,1 1-1,-1 0 1,-20 5 0,2 6 26,0 1 0,1 2 0,0 1 1,1 2-1,1 1 0,1 2 1,-39 32-1,17-8-441,3 2-1,1 3 1,-49 64 0,76-85-403,2 2 1,-37 65 0,52-81-117,0-1 1,1 1 0,0 1-1,2-1 1,0 1 0,0 0-1,2 0 1,0 0-1,0 24 1,2-34-28,0-1 0,1 1 0,-1-1 0,1 1 0,1-1 0,-1 1 0,1-1 0,0 0 0,0 0 0,0 0 0,1 0 0,0 0 0,0 0 0,0-1 0,0 1 0,1-1 0,5 5 0,-3-4 0,0-1 0,1 0 0,-1 0 0,1 0 0,0-1 0,0 0 0,1 0 0,-1-1 0,0 0 0,1 0 0,9 0 0,6 0 0,0-1 0,0-2 0,1 0 0,-1-1 0,0-1 0,-1-2 0,30-8 0,108-48 0,-24 7 0,-129 52 0,0 0 0,0 0 0,0 1 0,13-1 0,-18 2 0,-1-1 0,0 1 0,0 0 0,1 0 0,-1 0 0,0 0 0,1 0 0,-1 1 0,0-1 0,0 0 0,1 1 0,-1-1 0,0 1 0,0-1 0,0 1 0,2 0 0,-3 3 0,1 0 0,0 0 0,-1 0 0,0 0 0,0 0 0,0-1 0,0 1 0,-1 0 0,1 0 0,-1 0 0,0 0 0,-3 6 0,2 1 0,-11 46-63,6-27-433,1 0-1,2 1 1,-2 40-1,6-69 67,1 0-1,-1 0 0,0 0 1,1 0-1,-1 0 0,1 0 1,0 0-1,-1 0 1,1 0-1,0-1 0,0 1 1,0 0-1,1 0 0,-1-1 1,3 4-1,70 79-20413</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4.056"/>
    </inkml:context>
    <inkml:brush xml:id="br0">
      <inkml:brushProperty name="width" value="0.035" units="cm"/>
      <inkml:brushProperty name="height" value="0.035" units="cm"/>
      <inkml:brushProperty name="color" value="#008C3A"/>
    </inkml:brush>
  </inkml:definitions>
  <inkml:trace contextRef="#ctx0" brushRef="#br0">280 70 12361,'0'0'4215,"-2"2"-2195,-9 4-1164,1 1-1,0 0 0,0 1 1,1 0-1,0 1 0,1 0 1,-12 16-1,-48 79 903,48-71-1195,6-10-380,0 1 1,2 1-1,0 0 0,2 0 1,1 1-1,1 1 0,1-1 1,1 1-1,2 0 0,-2 37 1,6-62-161,-1 0 0,1 0 0,0 0 0,0 0 0,1 0 1,-1 0-1,0 0 0,1 0 0,-1 0 0,1 0 0,0 0 0,-1-1 1,1 1-1,0 0 0,0 0 0,0-1 0,0 1 0,1-1 0,-1 1 1,0-1-1,1 1 0,-1-1 0,1 0 0,-1 0 0,1 1 0,-1-1 1,1 0-1,0-1 0,0 1 0,-1 0 0,3 0 0,4 1 28,1-1-1,-1-1 1,0 1-1,1-1 1,-1-1-1,10-1 1,2 0-5,-5 3-19,0-1-1,-1 2 1,29 6 0,-6-1-12,7-1-8,56 0 1,-58-7-24,0-2 1,0-2 0,49-13 0,119-42 115,-196 56-81,51-17-20,130-34-43,-185 53 63,199-48-397,-178 40 186,0-1 0,-1-1 1,0-2-1,41-26 0,-69 39 211,0 0 0,0 0-1,-1 0 1,1 0 0,0 0-1,-1-1 1,1 1 0,0-1-1,-1 1 1,0-1 0,1 1-1,-1-1 1,0 0 0,0 1-1,0-1 1,0 0 0,0 0-1,0 0 1,0 0 0,-1 0-1,1 0 1,-1 0 0,0 0-1,1 0 1,-1 0 0,0 0-1,0 0 1,-1-5 0,1 7-9,0-1 0,0 0 0,0 0 0,0 1 0,-1-1 0,1 0 0,0 0 0,0 1 1,-1-1-1,1 0 0,-1 1 0,1-1 0,0 0 0,-1 1 0,1-1 0,-1 1 0,1-1 0,-1 1 0,0-1 1,1 1-1,-1-1 0,1 1 0,-1-1 0,0 1 0,0 0 0,1-1 0,-2 1 0,0 0 12,0-1-1,0 1 0,0 1 0,0-1 1,0 0-1,0 0 0,0 1 0,0-1 1,0 1-1,-4 1 0,-5 4 90,-1 0 1,-18 13-1,25-15-72,-21 13-24,5-4-32,-32 28-1,47-37-133,1 1 0,0 1 0,1-1 0,-1 1 0,1 0 0,0 0 0,0 0 0,1 0 0,0 1 0,-3 8 0,5-13 38,2 1 0,-1 0 0,0 0 0,0-1 0,1 1 0,0 0 0,-1 0 0,1-1 0,0 1 0,0-1 0,1 1 0,-1-1 0,2 3 0,-1-2-107,-2-2 180,1-1 1,-1 1 0,1-1 0,0 1 0,-1-1 0,1 1-1,0-1 1,-1 1 0,1-1 0,0 1 0,0-1 0,-1 0-1,1 0 1,0 1 0,0-1 0,-1 0 0,1 0 0,0 0-1,0 0 1,0 0 0,0 0 0,-1 0 0,2 0 0,0 0-85,3 0 58,-1 0 0,0 0 0,0 0 1,0-1-1,1 0 0,-1 0 0,0 0 0,0 0 0,0 0 0,0-1 0,0 0 0,-1 0 1,1 0-1,0 0 0,-1 0 0,5-5 0,7-5 88,-1-1 0,16-20 0,-24 26 77,5-8 274,0 0 0,0-1 0,-2 0 0,12-26 0,12-23 887,1 6-468,80-125 2380,-111 181-3172,-1 0 0,1-1 0,0 1 0,0 1 0,0-1 0,0 0 0,1 1 0,-1-1 0,1 1 0,0 0 0,-1 0 0,1 1 0,0-1 0,0 1 0,4-2 0,-6 3 0,0 0 0,-1 0 0,1 0 0,-1 0 0,1 0 0,0 0 0,-1 0 0,1 0 0,-1 1 0,1-1 0,-1 1 0,1-1 0,-1 1 0,1-1 0,-1 1 0,1 0 0,-1 0 0,0 0 0,0 0 0,1 0 0,-1 0 0,0 0 0,0 0 0,0 0 0,0 1 0,0-1 0,0 0 0,0 1 0,-1-1 0,1 0 0,0 1 0,-1-1 0,1 1 0,-1 0 0,0-1 0,1 1 0,-1-1 0,0 1 0,0-1 0,0 3 0,1 21-723,-1 1 0,-2 0-1,0 0 1,-8 33 0,7-44 124,-8 67-11798,13-39-774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4.663"/>
    </inkml:context>
    <inkml:brush xml:id="br0">
      <inkml:brushProperty name="width" value="0.035" units="cm"/>
      <inkml:brushProperty name="height" value="0.035" units="cm"/>
      <inkml:brushProperty name="color" value="#008C3A"/>
    </inkml:brush>
  </inkml:definitions>
  <inkml:trace contextRef="#ctx0" brushRef="#br0">907 118 5485,'-16'-14'1590,"16"13"-1472,0 1 1,0-1-1,0 1 0,0-1 0,0 0 0,-1 1 0,1-1 1,0 1-1,0-1 0,1 1 0,-1-1 0,0 1 0,0-1 0,0 1 1,0-1-1,0 0 0,1 1 0,-1-1 0,0 1 0,0-1 0,1 1 1,-1 0-1,0-1 0,1 1 0,-1-1 0,0 1 0,1-1 0,11-12 1334,-11 12-1145,71-73 16896,-73 75-16964,-1 0 0,1 1 0,-1-1 0,1 1 1,0-1-1,0 1 0,0 0 0,0-1 0,0 1 1,-1 2-1,-1 1 92,-29 49-66,-120 180-70,-247 228-195,261-311 0,111-122 0,-11 11 0,2 2 0,2 0 0,-52 87 0,83-123 0,0 0 0,0 1 0,1-1 0,-1 1 0,2-1 0,-1 1 0,1 0 0,-1 0 0,2 0 0,-1-1 0,2 15 0,-1-17 0,1 0 0,0 0 0,1-1 0,-1 1 0,1 0 0,-1-1 0,1 1 0,0 0 0,0-1 0,1 0 0,-1 0 0,1 0 0,0 0 0,0 0 0,0 0 0,0-1 0,0 1 0,0-1 0,1 0 0,-1 0 0,6 2 0,5 3 0,0-2 0,1 0 0,-1 0 0,1-1 0,28 3 0,79-2 0,-94-5 0,381-23 0,-2-34 0,-300 41 0,-20 3-6,246-41-222,-233 33-174,122-42-1,-211 59-415,0-1 0,0 0 0,16-11-1,6-7-5336,-21 14 2381,-10 4-2294,-5-12-3406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5.135"/>
    </inkml:context>
    <inkml:brush xml:id="br0">
      <inkml:brushProperty name="width" value="0.035" units="cm"/>
      <inkml:brushProperty name="height" value="0.035" units="cm"/>
      <inkml:brushProperty name="color" value="#008C3A"/>
    </inkml:brush>
  </inkml:definitions>
  <inkml:trace contextRef="#ctx0" brushRef="#br0">174 117 15341,'-9'-6'1476,"-12"-7"385,7 10 5991,4-23-1659,7 66-6176,-2 0-1,-17 70 1,8-45-23,-4 17 6,-1 5 0,3 0 0,-7 150 0,23-211 0,1 1 0,1 0 0,1-1 0,2 1 0,11 40 0,-13-60 0,-1 1 0,1-1 0,0 0 0,1 0 0,-1 0 0,2-1 0,-1 1 0,1-1 0,-1 0 0,2 0 0,-1-1 0,1 1 0,0-1 0,0 0 0,0-1 0,1 0 0,-1 0 0,1 0 0,0-1 0,0 0 0,0 0 0,1 0 0,11 1 0,-4-2 0,1-1 0,0 0 0,0-1 0,0-1 0,0-1 0,0 0 0,0-1 0,-1-1 0,0 0 0,1-1 0,-2-1 0,1 0 0,0-1 0,25-18 0,-6 3 0,-2-3 0,-1 0 0,-1-2 0,47-55 0,-55 56 0,-2-2 0,0 0 0,-2-1 0,-2-1 0,0 0 0,-2-1 0,-2-1 0,-1 0 0,-1 0 0,-1-1 0,5-49 0,-12 58 0,0 1 0,-2 0 0,-1-1 0,-1 1 0,-1-1 0,0 1 0,-12-35 0,9 40 0,-1 0 0,0 1 0,-2 0 0,0 1 0,-1 0 0,0 0 0,-1 1 0,-1 1 0,-1-1 0,-16-14 0,17 20-262,0 0 0,-1 1 0,1 1 0,-1 0 0,-1 1 0,1 0 0,-1 1 1,0 0-1,-1 1 0,1 1 0,-1 0 0,1 1 0,-1 1 0,0 0 0,0 1 0,1 1 0,-1 0 0,0 1 0,1 0 0,-22 7 0,26-5-800,0 0 0,0 0-1,1 1 1,0 0-1,0 1 1,0 0-1,0 0 1,1 1-1,0 0 1,-7 8-1,-35 36-11532</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8.562"/>
    </inkml:context>
    <inkml:brush xml:id="br0">
      <inkml:brushProperty name="width" value="0.035" units="cm"/>
      <inkml:brushProperty name="height" value="0.035" units="cm"/>
      <inkml:brushProperty name="color" value="#008C3A"/>
    </inkml:brush>
  </inkml:definitions>
  <inkml:trace contextRef="#ctx0" brushRef="#br0">301 0 12669,'0'0'7288,"-3"2"-5414,0 0-1510,-1 0-1,1 1 1,0 0-1,0-1 1,0 1-1,0 0 0,0 1 1,1-1-1,-1 1 1,1-1-1,0 1 1,-3 6-1,-17 54 1838,17-43-1536,-46 199 2655,19-106-3306,-86 349 3,106-395-18,3 2 0,3-1-1,2 1 1,12 128 0,-5-173-139,1-1 0,1 1 0,1-1 0,2 0 0,0-1 0,14 28 0,-14-36-96,1 0 1,0 0-1,1-2 0,0 1 0,2-1 0,-1-1 1,1 0-1,1 0 0,0-1 0,15 9 0,-6-7-1138,0 0 0,1-2 0,29 11 0,35 4-5411,34-6-7143</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9.479"/>
    </inkml:context>
    <inkml:brush xml:id="br0">
      <inkml:brushProperty name="width" value="0.035" units="cm"/>
      <inkml:brushProperty name="height" value="0.035" units="cm"/>
      <inkml:brushProperty name="color" value="#008C3A"/>
    </inkml:brush>
  </inkml:definitions>
  <inkml:trace contextRef="#ctx0" brushRef="#br0">63 1042 11737,'-1'0'122,"0"1"0,1 0-1,-1-1 1,0 1 0,0-1 0,0 1 0,0-1-1,0 1 1,-1-1 0,1 0 0,0 0 0,0 0-1,0 1 1,0-1 0,0 0 0,0 0 0,0 0-1,0 0 1,0-1 0,-1 1 0,1 0 0,0 0-1,0-1 1,0 1 0,0-1 0,0 1 0,0-1-1,0 1 1,0-1 0,0 1 0,1-1 0,-1 0-1,0 0 1,0 1 0,0-1 0,1 0 0,-1 0-1,1 0 1,-1 0 0,-2-4 3342,3 4-3384,-1 1 0,1-1 0,0 0-1,-1 0 1,1 0 0,-1 0 0,1 0-1,-1 1 1,1-1 0,-1 0 0,0 1 0,1-1-1,-1 0 1,0 1 0,0-1 0,-1 0-1,1 0-53,1 1 0,-1-1-1,0 1 1,0-1-1,1 1 1,-1-1 0,0 0-1,1 1 1,-1-1-1,1 0 1,-1 0 0,1 1-1,-1-1 1,1 0-1,-1 0 1,1-1 0,1-1 43,0 0 0,0 0 0,1 0 0,0 0 1,-1 0-1,1 0 0,0 0 0,5-4 0,1-4 63,57-85 604,70-109 494,-98 144-610,40-92 0,-53 85 85,-3 0-1,14-78 1,-13 52 329,-20 86-878,0 0 0,-1-1 0,0 1 0,0-15 0,-1 16-71,-1 7-71,1-1-1,0 1 1,-1-1-1,1 1 1,0-1-1,-1 1 1,1-1-1,-1 1 1,1-1 0,-1 1-1,1 0 1,-1-1-1,1 1 1,-1 0-1,1 0 1,-1-1-1,1 1 1,-1 0-1,0 0 1,1 0-1,-1-1 1,1 1 0,-1 0-1,0 0 1,1 0-1,-1 0 1,0 0-1,1 0 1,-1 1-1,1-1 1,-2 0-1,2 0 16,-5 1 4,1 0-1,0 0 1,0 1-1,1-1 1,-1 1-1,0 0 1,0 0 0,1 1-1,-1-1 1,1 0-1,0 1 1,0 0-1,0 0 1,0 0 0,-3 5-1,-10 12 98,-17 29-1,20-29-69,-11 17-54,1 2-1,2 0 0,2 1 1,2 0-1,1 2 1,2 0-1,3 1 0,1 0 1,1 0-1,-2 64 1,11-89-140,1 0 1,2 0 0,-1 0-1,2-1 1,0 1 0,1-1-1,1 0 1,1 0 0,0-1 0,1 0-1,1 0 1,1 0 0,0-2-1,15 19 1,18 15-508,2-2 0,83 66-1,-105-93 583,-5-5-34,16 13-86,-2 2 0,0 0 0,-2 2-1,30 40 1,-54-62 165,0 0 0,0 0 0,-1 0 0,0 1 0,-1-1 0,0 1-1,0 0 1,-1 0 0,0 1 0,-1-1 0,0 0 0,-1 1 0,0 0 0,-1-1 0,0 1-1,-1 0 1,0-1 0,0 1 0,-1-1 0,0 0 0,-1 1 0,-6 13 0,-6 8 10,-2-1 1,-1-1-1,-1 0 1,-1-2-1,-49 52 1,-138 113 238,197-184-224,-93 81 295,97-85-314,10-7-101,88-63-510,110-103 0,-9 7 847,-78 74 1422,217-123 1,-318 203-1467,1 0 1,-1 0-1,25-6 1,-35 12-139,0 0 1,0 0-1,0 1 1,0-1-1,-1 1 1,1 0-1,0 1 1,0-1-1,5 1 1,-8 0-28,1-1-1,0 1 1,-1 0 0,1 0 0,0-1 0,-1 1 0,1 0 0,-1 0 0,1 1 0,-1-1 0,1 0 0,-1 0 0,0 1 0,0-1 0,0 1 0,0-1 0,0 1 0,0-1 0,0 1-1,1 2 1,-1 2-140,0 0-1,-1 1 1,1-1 0,-1 1-1,-1-1 1,1 0-1,-1 1 1,0-1-1,0 0 1,-3 8-1,-4 28-1812,7 13-1681,-1 0-1729,-1-18-972,-1-6-2364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29.640"/>
    </inkml:context>
    <inkml:brush xml:id="br0">
      <inkml:brushProperty name="width" value="0.035" units="cm"/>
      <inkml:brushProperty name="height" value="0.035" units="cm"/>
      <inkml:brushProperty name="color" value="#008C3A"/>
    </inkml:brush>
  </inkml:definitions>
  <inkml:trace contextRef="#ctx0" brushRef="#br0">141 32 9537,'9'-32'4904,"-15"44"-4084,-26 8-840,-3-3-900,7-6-516,2 3-2312,4 9-2405</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0.200"/>
    </inkml:context>
    <inkml:brush xml:id="br0">
      <inkml:brushProperty name="width" value="0.035" units="cm"/>
      <inkml:brushProperty name="height" value="0.035" units="cm"/>
      <inkml:brushProperty name="color" value="#008C3A"/>
    </inkml:brush>
  </inkml:definitions>
  <inkml:trace contextRef="#ctx0" brushRef="#br0">1213 109 12853,'-6'-41'2700,"5"39"-2354,0-1 0,0 0 0,-1 1 0,1 0 1,-1-1-1,1 1 0,-1 0 0,0 0 0,1 0 1,-1 0-1,0 0 0,-1 0 0,1 1 0,0-1 0,0 1 1,-1-1-1,-4-1 0,-44-16 3391,44 17-3089,-2-1-319,-1 1 0,0 1 0,1-1-1,-1 2 1,0-1 0,0 1 0,0 1 0,0 0 0,1 0-1,-18 5 1,8 0-50,0 1 0,0 0 0,1 1-1,-22 13 1,15-5-111,1 2 1,0 0-1,1 1 0,2 1 1,-24 28-1,7-3-496,-52 82 1,81-111 35,0 0 0,1 1 1,1 0-1,0 0 0,1 1 0,1-1 1,1 2-1,0-1 0,1 0 0,1 1 1,1-1-1,1 1 0,0-1 0,4 22 0,-3-33 115,1 0 0,-1 0 0,1 0 0,0 0-1,1-1 1,0 1 0,0 0 0,0-1-1,1 0 1,6 8 0,-8-11 100,1 0 0,-1-1 0,1 1 0,0 0 0,0-1 0,1 0 0,-1 0 0,0 0 0,1 0 0,-1 0 0,1 0 0,0-1 0,-1 0 0,1 0 0,0 0 0,0 0 0,0-1 0,0 1 0,0-1 0,7 0-1,-1-2 78,0 1 0,0-1 0,-1-1 0,1 1 0,0-2 0,-1 1-1,0-1 1,0-1 0,0 0 0,0 0 0,-1-1 0,0 0-1,9-8 1,7-10 845,-1 0-1,32-47 1,4-4 1119,-51 66-1757,-3 2 103,1 1 1,0-1-1,0 1 1,0 1-1,14-10 1,-18 14-258,-1 0 1,1 0 0,0 1-1,-1-1 1,1 0 0,0 1-1,0 0 1,-1-1 0,1 1-1,0 0 1,0 0 0,0 0 0,-1 0-1,1 0 1,0 0 0,0 1-1,0-1 1,-1 0 0,1 1-1,0 0 1,-1-1 0,1 1-1,0 0 1,-1 0 0,1 0-1,-1 0 1,1 0 0,-1 0-1,0 0 1,1 1 0,-1-1 0,0 0-1,0 1 1,1 1 0,5 7-15,0 1 1,0 0-1,-1 1 0,-1-1 1,0 1-1,0 0 1,-2 1-1,1-1 1,-1 1-1,1 17 0,1 23 99,-2 64 0,-3-66-116,1 82-22,-7 1 0,-5-1 0,-6-1 0,-5 0 0,-50 159 0,57-247 0,-28 60 0,-82 138 0,112-218 0,0 0 0,-2-1 0,-1-1 0,0-1 0,-2 0 0,-28 26 0,36-38 0,-13 13 0,0-2 0,-1-1 0,-2 0 0,1-2 0,-2-1 0,0-2 0,-50 20 0,57-27 0,1-1 0,-2-1 0,1-1 0,0-1 0,-1 0 0,0-2 0,0 0 0,1-2 0,-1 0 0,0-1 0,1-1 0,-27-7 0,41 8 0,0 0 0,-1 0 0,1-1 0,0 0 0,0 0 0,0 0 0,0-1 0,1 0 0,0 0 0,0 0 0,0-1 0,0 1 0,0-1 0,-5-9 0,7 10 0,0-1 0,1-1 0,0 1 0,-1 0 0,2-1 0,-1 1 0,1-1 0,0 1 0,0-1 0,0 1 0,1-1 0,0 0 0,0 1 0,0-1 0,1 0 0,0 1 0,2-8 0,4-13-134,2 0 0,1 1 0,2 0-1,0 1 1,1 0 0,23-30 0,109-125-1341,-141 175 1449,889-964-12305,-714 774 4701,-101 112 248</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195"/>
    </inkml:context>
    <inkml:brush xml:id="br0">
      <inkml:brushProperty name="width" value="0.035" units="cm"/>
      <inkml:brushProperty name="height" value="0.035" units="cm"/>
      <inkml:brushProperty name="color" value="#008C3A"/>
    </inkml:brush>
  </inkml:definitions>
  <inkml:trace contextRef="#ctx0" brushRef="#br0">26 90 7857,'0'0'3843,"3"-4"-1870,10-15 9241,-22 10-10030,6 6-584,1 0-1,-1 0 1,1 1-1,-1-1 1,0 1 0,0 0-1,-1 0 1,-3-2 0,5 3-584,22-15-18,-17 14 2,0 1 0,0-1 0,-1 1 1,1-1-1,0 1 0,0 0 1,0 0-1,1 0 0,3 0 0,-1 0 6,-3 0-18,22 20 12,-20-7 3,1 1-1,-2 0 1,0 0-1,0 0 0,-1 1 1,-1-1-1,1 20 1,-2-28 1,8 122-64,-6-70-422,13 76 0,-13-117 379,-1 0-1,0 0 1,-1 1-1,-1-1 1,-1 0-1,-1 0 1,-4 24-1,5-35 235,1-9-37,1-10-65,1 0 0,0 0 1,1 0-1,1 0 0,0 0 0,1 1 0,0 0 0,1 0 0,12-19 0,9-11 12,43-53 0,-55 76-42,1 1-1,1 1 0,0 0 1,2 1-1,0 0 1,1 2-1,0 1 1,1 0-1,1 1 0,34-14 1,-50 25-29,-1 0 0,1 0 1,0 0-1,0 1 0,0 0 1,0 0-1,-1 1 0,1-1 1,0 1-1,0 1 0,0-1 1,0 1-1,0 0 0,0 0 1,0 1-1,0 0 0,-1 0 1,1 0-1,-1 0 0,0 1 1,1 0-1,-1 0 0,0 1 1,6 6-1,4 5-194,-2 0 1,0 1-1,-1 1 0,-1 0 1,15 31-1,-17-32 25,-9-16 193,0 1 0,1 0 0,-1 0 0,0 0-1,1 0 1,-1-1 0,1 1 0,-1 0 0,1 0 0,-1-1 0,1 1 0,-1 0 0,1-1 0,0 1-1,-1-1 1,1 1 0,0-1 0,0 1 0,-1-1 0,1 1 0,0-1 0,0 0 0,0 1 0,-1-1-1,1 0 1,0 0 0,0 0 0,0 0 0,0 0 0,0 0 0,1 0 0,1-1-4,0-1 0,0 0 1,0-1-1,0 1 0,0 0 0,0-1 1,-1 0-1,5-4 0,35-45 53,-22 26-52,27-26-1,-39 45 3,0-1-1,1 1 1,0 1-1,0-1 1,0 2 0,1-1-1,13-5 1,-20 10-5,-1 1 0,0-1 0,1 0 0,-1 1 0,0-1 0,1 1-1,-1 0 1,1 0 0,-1 0 0,0 0 0,1 0 0,-1 0 0,1 1 0,-1-1 0,0 1 0,1-1 0,-1 1 0,0 0 0,0 0 0,1 0 0,-1 1 0,0-1 0,0 0 0,0 1 0,0-1-1,-1 1 1,1 0 0,0-1 0,-1 1 0,1 0 0,-1 0 0,3 4 0,-1 0-74,0 0 0,0 0 0,-1 0 0,0 1 0,0-1 0,0 1 0,-1-1-1,0 1 1,0 0 0,-1-1 0,0 10 0,9 92-1928,16-121 1937,-13 7 180,0-2 0,-1 0-1,0 0 1,0-1 0,12-13-1,-20 18-60,1 0-1,0 1 0,0-1 1,0 1-1,0 0 1,1 0-1,-1 1 0,1-1 1,0 1-1,-1 0 0,1 0 1,0 0-1,0 1 0,0 0 1,1 0-1,-1 0 1,0 1-1,0-1 0,0 1 1,1 0-1,7 2 0,-1 1-57,0 0-1,-1 1 0,1 0 1,-1 0-1,0 2 0,0-1 1,0 1-1,12 10 0,-2-2-370,0-1 1,32 14-1,-43-22 248,0-1-1,0-1 1,0 0 0,0 0 0,0-1 0,0 0 0,1-1 0,13 0-1,-17-2 140,-1 0 0,1 0 0,0-1 0,-1 1 0,1-2 0,-1 1 0,0-1 0,1 0 0,-1 0 0,-1-1-1,1 1 1,0-1 0,-1-1 0,0 1 0,0-1 0,0 0 0,7-10 0,-9 11 122,0 0 1,0-1 0,0 1-1,-1-1 1,1 0-1,-1 0 1,-1 0-1,1 0 1,-1 0 0,0 0-1,0-1 1,0 1-1,0 0 1,-1 0-1,0-1 1,-1 1 0,1 0-1,-1-1 1,0 1-1,0 0 1,0 0-1,-4-9 1,-3-1 44,0 1 0,-1-1 0,0 1 0,-1 1 0,-1 0 0,0 0 0,-17-14-1,23 24-818,0 0-1,0 0 0,-1 0 0,0 0 0,1 1 0,-8-2 0,-8-4-4176</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769"/>
    </inkml:context>
    <inkml:brush xml:id="br0">
      <inkml:brushProperty name="width" value="0.035" units="cm"/>
      <inkml:brushProperty name="height" value="0.035" units="cm"/>
      <inkml:brushProperty name="color" value="#008C3A"/>
    </inkml:brush>
  </inkml:definitions>
  <inkml:trace contextRef="#ctx0" brushRef="#br0">305 0 12961,'-10'12'357,"2"-4"612,1 1 1,0-1-1,1 1 0,0 0 1,0 0-1,1 1 0,0 0 1,-4 14-1,-50 146 4900,-10 7-4210,14-60-5257,36-78-663,-1 0-3490,6-11-3225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1.937"/>
    </inkml:context>
    <inkml:brush xml:id="br0">
      <inkml:brushProperty name="width" value="0.035" units="cm"/>
      <inkml:brushProperty name="height" value="0.035" units="cm"/>
      <inkml:brushProperty name="color" value="#008C3A"/>
    </inkml:brush>
  </inkml:definitions>
  <inkml:trace contextRef="#ctx0" brushRef="#br0">296 1 12345,'-32'5'1432,"-3"13"-488,-6-4-568,3-3-680,6 4-788,-6 13-1148,-6-2-1136,9 5-1725</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2.378"/>
    </inkml:context>
    <inkml:brush xml:id="br0">
      <inkml:brushProperty name="width" value="0.035" units="cm"/>
      <inkml:brushProperty name="height" value="0.035" units="cm"/>
      <inkml:brushProperty name="color" value="#008C3A"/>
    </inkml:brush>
  </inkml:definitions>
  <inkml:trace contextRef="#ctx0" brushRef="#br0">851 788 13009,'-86'16'4679,"48"-10"-2828,0 2 0,-49 17 0,49-9-1391,0 1-1,2 2 0,0 2 0,1 1 1,1 2-1,1 1 0,-34 33 0,30-21-458,1 1 0,2 2 0,2 2 0,2 1 0,-31 57-1,51-81-211,1 1-1,1 0 1,-10 33-1,15-43 46,1 1 0,0-1 0,1 1 0,0 0 0,1 0 0,0 0 0,0-1 0,1 1 0,3 13 0,-4-23 134,1 1 0,-1 0 0,0-1 0,1 1 1,-1 0-1,1-1 0,-1 1 0,1 0 0,0-1 0,0 1 0,0-1 0,-1 1 0,2-1 0,-1 0 0,0 1 0,0-1 0,0 0 0,1 0 0,-1 0 0,0 0 0,1 0 0,-1 0 1,1 0-1,-1 0 0,1 0 0,0-1 0,-1 1 0,1-1 0,0 1 0,-1-1 0,1 0 0,0 0 0,-1 0 0,1 1 0,0-2 0,0 1 0,-1 0 0,1 0 0,0 0 0,-1-1 1,1 1-1,0-1 0,-1 0 0,4-1 0,7-4-40,1 0 1,0-2-1,-1 1 1,-1-1-1,1-1 1,-1 0-1,-1-1 1,11-12-1,72-98-112,-74 93 177,349-554 1264,-271 421-292,42-99 1064,-81 145-417,75-109 1,-130 218-1532,20-24 602,-22 29-661,-1-1-1,1 1 1,-1-1 0,1 1-1,-1 0 1,1-1 0,-1 1-1,1 0 1,-1-1 0,1 1-1,-1 0 1,1 0 0,-1-1-1,1 1 1,0 0-1,-1 0 1,1 0 0,-1 0-1,1 0 1,0 0 0,-1 0-1,1 0 1,-1 0 0,1 0-1,0 0 1,-1 0-1,1 0 1,-1 1 0,1-1-1,-1 0 1,1 0 0,-1 1-1,1-1 1,-1 0 0,1 1-1,-1-1 1,1 0 0,-1 1-1,1-1 1,-1 1-1,1-1 1,-1 1 0,0-1-1,1 1 1,-1-1 0,0 1-1,0-1 1,1 1 0,-1 0-1,0-1 1,0 2 0,2 3 46,0 0 0,-1 0 1,0 1-1,0-1 0,0 1 1,-1-1-1,0 1 1,0-1-1,0 1 0,-2 6 1,-15 62 300,11-53-290,-26 97-1,-73 297-2603,32-84-4017,39-177-2032,7-41-3587</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3.547"/>
    </inkml:context>
    <inkml:brush xml:id="br0">
      <inkml:brushProperty name="width" value="0.035" units="cm"/>
      <inkml:brushProperty name="height" value="0.035" units="cm"/>
      <inkml:brushProperty name="color" value="#008C3A"/>
    </inkml:brush>
  </inkml:definitions>
  <inkml:trace contextRef="#ctx0" brushRef="#br0">67 1651 9869,'-47'43'1316,"45"-42"-1216,1 0 0,0 0 0,-1 0 0,1 0 0,0 0 0,0 1 0,0-1 0,0 0 0,0 1 0,0-1 0,0 0 0,0 1 0,0-1 0,1 1 0,-1-1 0,1 1 0,-1 0-1,1-1 1,0 1 0,-1 0 0,1 2 0,0 0 248,0-1 317,4-4-530,1-1 1,-1 0-1,0 0 1,0 0-1,1-1 1,-1 1-1,-1-1 1,1 0-1,0 0 1,4-6-1,-4 6-33,34-36 405,-2-2-1,-1-2 0,30-49 0,-55 78-335,49-75 1175,83-174-1,19-109 96,-39 46 17,-53 139 1,-49 130-854,-6 18 21,1 0-1,26-47 1,-41 85-607,0 0 0,1 1 1,-1-1-1,0 1 0,0-1 1,1 0-1,-1 1 0,1-1 1,-1 1-1,0-1 0,1 1 0,-1-1 1,1 1-1,-1-1 0,1 1 1,-1 0-1,1-1 0,-1 1 1,1 0-1,0-1 0,-1 1 0,1 0 1,-1 0-1,1 0 0,0-1 1,-1 1-1,1 0 0,0 0 1,-1 0-1,1 0 0,0 0 0,-1 0 1,1 0-1,0 0 0,-1 0 1,1 1-1,-1-1 0,1 0 1,0 0-1,-1 1 0,1-1 0,-1 0 1,1 0-1,0 1 0,-1-1 1,1 1-1,-1-1 0,0 1 1,1-1-1,-1 1 0,1-1 0,0 1 1,1 2 32,0 1 0,0-1 0,0 0 0,0 1 0,0-1 0,-1 1 0,2 5 0,1 16 89,-1-1-1,-1 1 0,-2-1 1,0 1-1,-2 0 1,-5 32-1,2-18 24,-128 706 1335,-63-12-1918,136-520-322,-19 152-3047,70-314 3030,4-27 156,3-12 3,-1-1 0,2 1 0,-1 0 0,1-1 0,1 1 0,0 0 0,4 22 0,-4-33 432,0 1 1,1-1 0,-1 1-1,0-1 1,1 1 0,-1-1 0,1 1-1,0-1 1,-1 0 0,1 1 0,0-1-1,0 0 1,0 0 0,0 1 0,0-1-1,0 0 1,0 0 0,0 0-1,0 0 1,1 0 0,-1 0 0,3 1-1,-3-2 31,1 0-1,0 0 0,-1 0 0,1 0 1,0 0-1,-1 0 0,1-1 0,0 1 1,-1-1-1,1 1 0,0-1 0,-1 1 0,1-1 1,-1 0-1,1 0 0,-1 0 0,2-1 1,5-4-344,0-1 1,0-1 0,-1 1-1,0-1 1,10-15-1,-3 4 172,-1-1-1,-1-1 0,-1 0 1,0-1-1,9-29 1,-18 44 380,0 1 0,-1-1 0,0 1 0,0-1 0,0 0 0,-1 1 0,0-1 0,0 0 1,0 1-1,-1-1 0,0 0 0,-1 1 0,1-1 0,-1 1 0,0-1 0,-1 1 0,0 0 0,0 0 1,0 0-1,-1 1 0,1-1 0,-1 1 0,-10-10 0,-8-3 503,0 0 0,-2 2 0,0 1 0,0 1 0,-43-17 0,31 13 734,-66-40 1,98 56-1257,1 0-1,-1-1 1,0 0 0,1 0 0,-1 0 0,1 0 0,0-1 0,0 1 0,0-1 0,1 0 0,-1 0 0,1 0 0,0 0 0,0 0-1,0 0 1,1-1 0,-1 1 0,1 0 0,0-1 0,0 1 0,1-1 0,-1 0 0,1 1 0,0-1 0,1 1 0,-1-1 0,1 0-1,-1 1 1,1-1 0,1 1 0,2-8 0,2 1-42,0-1 0,1 1 0,0 0 0,0 1 1,1 0-1,1 0 0,0 0 0,0 1 0,13-9 0,106-69-217,-95 66 160,401-239-292,54-35 1194,-463 279-679,185-113 1688,-208 127-1582,-9 19 175,-34 63-132,29-59-264,0 1-1,1 1 0,-9 29 1,18-44-63,0 0 0,0 0 0,1 1 0,0-1 0,1 0 0,0 1 0,0-1 0,0 1 0,1-1 0,1 0 0,-1 1 0,1-1 0,6 14 0,-5-14-44,1 0-1,-1 0 0,2-1 0,-1 1 1,1-1-1,0 0 0,1 0 0,-1 0 1,9 6-1,-10-10 8,0 0 0,0 0 0,0-1 0,0 0 0,0 0 0,0 0 0,0 0 0,1-1 0,-1 1 0,1-1 0,-1 0 0,1-1 0,-1 1 0,1-1 0,0 0 0,-1 0 0,1 0 0,-1-1 0,7-1 0,-4 1-15,0-1 0,0 0 1,0 0-1,0 0 0,12-7 0,-5 0 7,-1-1 0,0 0 0,14-15 0,130-138-55,-101 96 357,73-81 551,-105 124-284,2 0-1,0 1 0,45-29 1,-67 50-368,1-1 1,0 1-1,-1 0 0,1 0 1,0 0-1,0 0 0,8-1 1,-12 3-118,0 0 0,1 0 1,-1 0-1,1 0 0,-1 0 0,0 0 1,1 0-1,-1 0 0,0 0 1,1 1-1,-1-1 0,0 1 0,1-1 1,-1 1-1,0-1 0,0 1 1,0 0-1,1-1 0,-1 1 0,0 0 1,0 0-1,0 0 0,0 0 1,0 0-1,-1 0 0,1 0 0,0 0 1,0 0-1,-1 1 0,1-1 1,-1 0-1,2 2 0,-1 6 21,-1-1 0,1 1 0,-1-1 0,-1 1-1,0-1 1,0 1 0,0-1 0,-4 11 0,4-14-39,-13 43-815,-2 0-1,-2-1 1,-46 83-1,-7 20-5394,36-78-1489,26-51 427</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347"/>
    </inkml:context>
    <inkml:brush xml:id="br0">
      <inkml:brushProperty name="width" value="0.035" units="cm"/>
      <inkml:brushProperty name="height" value="0.035" units="cm"/>
      <inkml:brushProperty name="color" value="#008C3A"/>
    </inkml:brush>
  </inkml:definitions>
  <inkml:trace contextRef="#ctx0" brushRef="#br0">271 538 9913,'-22'10'1719,"1"2"1,0 0-1,1 1 0,1 1 1,-28 25-1,38-30-1491,1 1 1,0 0-1,0 0 0,0 0 1,2 1-1,-1 0 0,1 0 1,1 1-1,0 0 0,1 0 1,0 0-1,-3 15 0,-28 138-368,35-162 106,3-5-28,17-17 135,-1-1-1,-1 0 1,0-1-1,-2-1 1,23-41-1,12-14 672,3-1 361,-22 30 525,61-71 0,-92 118-1590,0-1 0,0 1 0,1 0 0,-1-1 1,0 1-1,1 0 0,-1 0 0,0-1 0,1 1 0,0 0 0,-1 1 0,1-1 0,-1 0 0,1 0 0,0 1 0,0-1 0,-1 1 0,1-1 0,0 1 0,0 0 0,0 0 0,-1 0 0,1 0 0,2 0 0,-2 1-14,0 0-1,0 0 1,-1 0-1,1 1 1,-1-1-1,1 0 0,-1 1 1,1-1-1,-1 1 1,0 0-1,0-1 1,0 1-1,0 0 0,0 0 1,0 0-1,0-1 1,0 5-1,4 8 41,-2 1 0,0 0 0,-1 0 0,1 21-1,-2 26 60,0-17-243,1 1 1,2 0-1,11 46 1,-13-81-99,1 0 0,0 0 0,1 0 0,0 0 0,1-1 0,0 1 0,0-1 0,1-1 0,1 1 0,-1-1 0,12 12 0,-15-18 124,0 0 1,1-1-1,0 1 1,-1-1-1,1 0 0,0 0 1,0 0-1,0 0 1,0-1-1,1 1 1,-1-1-1,0 0 1,1 0-1,-1-1 0,0 0 1,1 1-1,-1-1 1,1-1-1,-1 1 1,0-1-1,1 1 0,-1-1 1,0-1-1,1 1 1,-1 0-1,0-1 1,0 0-1,0 0 0,0 0 1,-1-1-1,1 1 1,4-5-1,7-6-65,0-1 1,-1-1-1,-1 0 0,0-1 0,21-34 0,42-95 27,135-345 1352,-199 457-929,1 0-1,34-58 1,-33 67-213,-11 18-61,0 0 0,0 1 0,1-1-1,0 1 1,6-7 0,-8 10-16,0 0 0,1 1 0,-1-1 0,1 0 1,-1 1-1,1 0 0,0 0 0,-1 0 0,1 0 0,0 0 1,0 0-1,0 1 0,-1-1 0,1 1 0,0 0 1,3 0-1,10 0 7,-13 0 8,0 0-24,26 10 14,-26-9 2312,-3-1-2310,-1 0 0,0 0-1,1 0 1,-1 0 0,1 0 0,-1-1 0,0 1-1,1 0 1,-1-1 0,1 1 0,-1 0 0,1-1-1,-1 1 1,1 0 0,-1-1 0,1 1 0,-1-1 0,1 1-1,0-1 1,-1 1 0,1-1 0,0 1 0,-1-1-1,1 0 1,-1 0 25,1 0 1,-1 0-1,1 0 0,-1 0 0,1 1 0,-1-1 0,0 0 1,1 1-1,-1-1 0,0 0 0,0 1 0,0-1 0,1 1 1,-1-1-1,0 1 0,0-1 0,0 1 0,0 0 0,-1-1 1,-2 2-4,0 0 0,1 0 1,-1 1-1,0-1 0,1 1 1,0 0-1,-1 0 0,1 0 1,0 0-1,0 0 0,0 1 1,0 0-1,-2 2 0,-35 47 281,27-33-208,-57 76 117,5 2-1,4 4 0,-52 117 0,106-202-363,0 0 1,2 0-1,0 0 0,1 1 0,1-1 1,0 1-1,1 0 0,1 30 0,1-41 11,1 0 0,0 0 0,0 0-1,0 0 1,1-1 0,0 1 0,0 0 0,0-1-1,1 1 1,0-1 0,0 0 0,0 0 0,1 0-1,0 0 1,0 0 0,0-1 0,0 0-1,1 0 1,-1 0 0,1 0 0,0-1 0,0 0-1,0 0 1,1 0 0,-1-1 0,1 1 0,10 2-1,3-1-395,0-1 0,0 0-1,0-1 1,0-1 0,0-1-1,1-1 1,-1-1 0,0 0-1,0-1 1,0-1 0,-1-1-1,33-14 1,-3 0-1887,-2-4 0,0-1 0,67-47 0,-46 23-3805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575"/>
    </inkml:context>
    <inkml:brush xml:id="br0">
      <inkml:brushProperty name="width" value="0.035" units="cm"/>
      <inkml:brushProperty name="height" value="0.035" units="cm"/>
      <inkml:brushProperty name="color" value="#008C3A"/>
    </inkml:brush>
  </inkml:definitions>
  <inkml:trace contextRef="#ctx0" brushRef="#br0">989 1 15673,'-25'22'518,"-15"15"1112,-2-2-1,-77 50 1,68-49 1276,-82 74 1,101-82-2099,-48 44 941,-126 148 1,47-11-5029,93-106-1072,47-68 125,2-2-3653</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764"/>
    </inkml:context>
    <inkml:brush xml:id="br0">
      <inkml:brushProperty name="width" value="0.035" units="cm"/>
      <inkml:brushProperty name="height" value="0.035" units="cm"/>
      <inkml:brushProperty name="color" value="#008C3A"/>
    </inkml:brush>
  </inkml:definitions>
  <inkml:trace contextRef="#ctx0" brushRef="#br0">0 20 11833,'10'-4'1045,"-12"2"-258,-6-3 3494,41-2-1973,-23 6-2174,0 1 1,-1 0 0,1 1-1,-1 0 1,1 1-1,-1-1 1,1 2-1,-1 0 1,0 0-1,0 0 1,16 10 0,-21-11-136,0 1 1,0-1 0,-1 1 0,1 0 0,-1 1 0,0-1 0,0 0 0,0 1 0,0 0 0,0 0-1,-1 0 1,0 0 0,1 0 0,-2 0 0,1 0 0,0 1 0,-1-1 0,0 1 0,0-1 0,0 1-1,-1 0 1,1-1 0,-1 1 0,0 0 0,-2 8 0,-2 12-992,-2 0 1,0-1-1,-2 0 1,-15 34-1,-12 0-5970,24-30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4.934"/>
    </inkml:context>
    <inkml:brush xml:id="br0">
      <inkml:brushProperty name="width" value="0.035" units="cm"/>
      <inkml:brushProperty name="height" value="0.035" units="cm"/>
      <inkml:brushProperty name="color" value="#008C3A"/>
    </inkml:brush>
  </inkml:definitions>
  <inkml:trace contextRef="#ctx0" brushRef="#br0">67 1 7169,'0'0'3368,"-10"11"-3144,1-2-380,-4-1-748,-3 1-1968,-3 5-973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5.613"/>
    </inkml:context>
    <inkml:brush xml:id="br0">
      <inkml:brushProperty name="width" value="0.035" units="cm"/>
      <inkml:brushProperty name="height" value="0.035" units="cm"/>
      <inkml:brushProperty name="color" value="#008C3A"/>
    </inkml:brush>
  </inkml:definitions>
  <inkml:trace contextRef="#ctx0" brushRef="#br0">216 146 6869,'16'-24'1584,"-16"23"-1434,0 0 0,0 0 0,0 0 0,0 0 0,0 0 0,0 0 0,0 0 0,0 0 0,-1 0 0,1 0 0,0 0 0,-1 0 0,1 1 0,-1-1 0,1 0 0,-1 0 0,1 0 0,-1 0 0,0 1 0,1-1 0,-1 0 0,-1 0 0,-2-5 687,6 2-442,0 0-1,1 0 1,-1 0 0,1 1 0,0-1 0,0 1-1,0-1 1,0 1 0,1 0 0,5-4 0,1-1 1139,15-17 1452,-10 6 2230,-29 44-4276,0 0 0,2 1 0,1 0 0,1 1 0,-10 45 0,-2-1-645,-8 34-290,4 2-1,-17 144 0,-24 270-11126,64-499 8339,-2 1-1,-8 26 0,10-41 1580,-10 40-7902</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036"/>
    </inkml:context>
    <inkml:brush xml:id="br0">
      <inkml:brushProperty name="width" value="0.035" units="cm"/>
      <inkml:brushProperty name="height" value="0.035" units="cm"/>
      <inkml:brushProperty name="color" value="#008C3A"/>
    </inkml:brush>
  </inkml:definitions>
  <inkml:trace contextRef="#ctx0" brushRef="#br0">6 455 10261,'0'0'105,"-1"0"0,1 0 1,0 0-1,0 0 0,-1 0 0,1 0 1,0 0-1,0 0 0,0 0 0,-1 0 0,1 0 1,0 0-1,0 0 0,0 0 0,0-1 1,-1 1-1,1 0 0,0 0 0,0 0 0,0 0 1,0 0-1,-1 0 0,1-1 0,0 1 1,0 0-1,0 0 0,0 0 0,0-1 1,0 1-1,0 0 0,0 0 0,0 0 0,0-1 1,-1 1-1,1 0 0,0 0 0,0 0 1,0-1-1,0 1 0,0 0 0,0 0 0,0 0 1,1-1-1,-1 1 0,0 0 0,0 0 1,0 0-1,0-1 0,0 1 0,0 0 1,0 0-1,0 0 0,0 0 0,1-1 0,-1 1 1,0 0-1,0 0 0,0 0 0,0 0 1,1-1-1,18-13 2137,28-10-1349,38-18-141,115-73 0,-44 22-3055,-83 47 230,-48 29 895,2 1 1,37-18 0,31-9 5212,-93 42-1323,0 2-2521,0 0-1,-1 0 1,1 0 0,-1 0-1,1 0 1,-1 1 0,0-1-1,0 1 1,1-1 0,-1 1-1,0-1 1,0 1 0,0-1-1,-1 1 1,1 0 0,0 0-1,-1-1 1,2 3 0,-2-1-42,0-1 0,-1 0 1,1 0-1,0 0 0,-1 0 1,1 1-1,-1-1 0,1 0 1,-1 0-1,0 0 0,0 0 0,-2 3 1,-2 5 272,-80 163 2478,79-161-3075,1 0 0,1 0 0,-6 19 0,8-19-444,-2-1 0,0 0 0,0 0 0,-11 19 0,-2-5-1516,11-17 140,1-1 0,0 1 1,0 0-1,-6 15 1,6-1-8163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412"/>
    </inkml:context>
    <inkml:brush xml:id="br0">
      <inkml:brushProperty name="width" value="0.035" units="cm"/>
      <inkml:brushProperty name="height" value="0.035" units="cm"/>
      <inkml:brushProperty name="color" value="#008C3A"/>
    </inkml:brush>
  </inkml:definitions>
  <inkml:trace contextRef="#ctx0" brushRef="#br0">337 25 8393,'7'-2'117,"12"-5"625,-19 7-724,0-1 0,0 1 1,0-1-1,0 0 0,0 1 1,0-1-1,0 1 0,0-1 1,0 1-1,0-1 0,0 1 1,0-1-1,0 0 0,-1 1 1,1-1-1,0 1 1,0-1-1,-1 1 0,1-1 1,0 1-1,-1 0 0,1-1 1,0 1-1,-1-1 0,1 1 1,-1 0-1,1-1 0,-1 1 1,1 0-1,-1-1 0,1 1 1,-1 0-1,0 0-33,0 0-1,0 0 1,0 1 0,0-1-1,1 1 1,-1-1 0,0 1-1,0-1 1,0 1-1,1-1 1,-1 1 0,0 0-1,1-1 1,-1 1 0,1 0-1,-1 0 1,0 0 0,1 0-4,-10 14-311,0 1 1,2 1-1,0 0 0,0 0 1,2 0-1,0 1 0,-5 27 1,-15 45 1838,-40 51 1393,3-6-663,0 16-768,61-143-1455,0 0 0,0 0-1,1 0 1,0 0 0,1 1 0,0-1-1,0 0 1,1 0 0,0 0 0,0 1-1,1-1 1,0-1 0,1 1 0,-1 0-1,5 8 1,-6-14 5,0-1 0,0 1-1,0-1 1,1 0 0,-1 1 0,0-1-1,0 0 1,1 0 0,-1 0 0,1 0 0,-1 0-1,1 0 1,-1 0 0,1-1 0,-1 1-1,1 0 1,0-1 0,0 0 0,-1 1-1,1-1 1,0 0 0,-1 0 0,1 0-1,0 0 1,0 0 0,-1 0 0,1 0 0,0-1-1,0 1 1,-1 0 0,1-1 0,0 0-1,-1 1 1,1-1 0,-1 0 0,3-1-1,-1 0 141,1 0-1,-1-1 0,1 1 0,-1-1 1,0 0-1,0 0 0,0 0 0,0 0 1,-1 0-1,1-1 0,-1 1 0,0-1 1,0 0-1,0 1 0,1-6 0,-1 1 65,-1 0-1,1 0 0,-2 0 0,1 1 0,-1-1 1,0 0-1,-1 0 0,0 0 0,0 0 0,-4-12 1,-4-6 551,-21-44 1,6 14 529,-56-114 295,79 168-1845,0 0 0,0 0 1,0 0-1,0 0 0,0 0 0,0 0 1,-1 0-1,1 0 0,-1 0 0,1 1 1,-1-1-1,0 1 0,-2-3 0,-1 7-3605,7 9 739,11 13-1691,8-4-2599</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6.871"/>
    </inkml:context>
    <inkml:brush xml:id="br0">
      <inkml:brushProperty name="width" value="0.035" units="cm"/>
      <inkml:brushProperty name="height" value="0.035" units="cm"/>
      <inkml:brushProperty name="color" value="#008C3A"/>
    </inkml:brush>
  </inkml:definitions>
  <inkml:trace contextRef="#ctx0" brushRef="#br0">130 0 7381,'24'8'2056,"-19"-7"1442,-11 6-1554,-15 21-156,2 0 0,-31 63 0,42-75-1575,-7 16-109,-12 33 0,25-56-191,-1-1 1,1 1-1,0-1 0,1 1 0,0 0 0,0 0 0,1 0 1,0-1-1,2 13 0,-1-21 81,0 0 0,0 0 1,1 0-1,-1 0 0,0 0 1,0 0-1,0 0 0,1 0 1,-1 0-1,0-1 0,0 1 1,0-1-1,3 0 0,13-6 38,0-1 0,-1-1-1,0 0 1,29-22-1,-28 19 80,0 0 0,1 1-1,21-9 1,-33 17-138,1 1-1,0 0 0,0 0 1,-1 0-1,1 1 1,0 0-1,1 0 1,-1 1-1,0 0 0,0 0 1,0 1-1,0 0 1,0 0-1,0 0 1,0 1-1,7 3 0,-12-4 38,0 0 0,0-1 0,0 1 0,0 0 0,0-1 0,0 0-1,0 1 1,0-1 0,0 0 0,0 0 0,0 0 0,0 0-1,0 0 1,0-1 0,1 1 0,-1-1 0,0 1 0,0-1 0,0 0-1,-1 0 1,1 0 0,0 0 0,0 0 0,0 0 0,-1 0-1,1-1 1,-1 1 0,1-1 0,-1 1 0,1-1 0,-1 0-1,0 1 1,0-1 0,0 0 0,0 0 0,0 0 0,1-2 0,9-29 2538,-8 22 408,-11 25-1989,3-3-1061,1-1-1,0 0 1,1 1-1,0 0 1,0 0-1,2 0 0,-1 0 1,1 17-1,1-18-833,1-1-1,0 1 0,1 0 0,0-1 0,1 1 1,5 12-1,-8-20 65,4 7 261,11-3-14288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7.120"/>
    </inkml:context>
    <inkml:brush xml:id="br0">
      <inkml:brushProperty name="width" value="0.035" units="cm"/>
      <inkml:brushProperty name="height" value="0.035" units="cm"/>
      <inkml:brushProperty name="color" value="#008C3A"/>
    </inkml:brush>
  </inkml:definitions>
  <inkml:trace contextRef="#ctx0" brushRef="#br0">1172 1 12397,'-14'2'696,"11"-1"-465,0-1-1,0 0 1,0 1-1,0 0 1,0-1-1,0 1 1,0 0-1,0 1 1,0-1-1,0 0 1,0 1-1,1 0 1,-1 0-1,1-1 1,-1 1-1,1 1 1,0-1-1,0 0 1,0 1-1,0-1 1,0 1-1,0-1 1,1 1-1,-1 0 1,-1 4-1,-4 12 826,0-1-1,1 2 0,1-1 0,1 1 1,1-1-1,-2 40 0,11 48 134,-1 102-42,-7-178-1047,-1 0 0,-1-1 0,-2 0 1,-18 57-1,10-52-63,-2 0 0,-1-1-1,-2-1 1,-1-1 0,-1 0-1,-41 44 1,4-15-842,-123 103 0,114-113-726,-94 55 0,-80 28-5839,146-83 1273,41-21-2347</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7.294"/>
    </inkml:context>
    <inkml:brush xml:id="br0">
      <inkml:brushProperty name="width" value="0.035" units="cm"/>
      <inkml:brushProperty name="height" value="0.035" units="cm"/>
      <inkml:brushProperty name="color" value="#008C3A"/>
    </inkml:brush>
  </inkml:definitions>
  <inkml:trace contextRef="#ctx0" brushRef="#br0">86 132 13301,'0'0'6757,"-3"-17"-5197,-4 3 140,-2 3-1636,-1-1-256,1-2-588,2 2-824,-5-8-724,2 0-3185,-9 9-4468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9.356"/>
    </inkml:context>
    <inkml:brush xml:id="br0">
      <inkml:brushProperty name="width" value="0.035" units="cm"/>
      <inkml:brushProperty name="height" value="0.035" units="cm"/>
      <inkml:brushProperty name="color" value="#008C3A"/>
    </inkml:brush>
  </inkml:definitions>
  <inkml:trace contextRef="#ctx0" brushRef="#br0">792 181 12721,'0'0'6981,"-9"9"-4097,5-4-2410,0 0 0,0 1-1,1-1 1,0 1 0,0 0 0,1 0 0,0 0-1,0 0 1,0 0 0,0 1 0,1-1 0,0 13-1,0 2 796,2 1 0,6 33 1,-7-51-1153,5 26-76,-2 1-1,-1 41 0,-2-61-42,-1 0 0,-1 0 0,0 0-1,-1 0 1,0 0 0,0-1 0,-1 1 0,-1-1-1,0 0 1,-6 10 0,-22 27 2,-3-2 0,-1-1 0,-3-3 0,-46 40 0,55-52 0,7-10 0,-1 0 0,0-1 0,-2-2 0,0-1 0,0-1 0,-2-1 0,1-2 0,-49 13 0,72-22 0,-1-1 0,1 0 0,-1-1 0,0 1 0,1-1 0,-1 0 0,1 0 0,-1-1 0,0 0 0,1 0 0,-1 0 0,1-1 0,0 1 0,-10-5 0,8 2 0,-1-1 0,0 0 0,1 0 0,0 0 0,0-1 0,0 0 0,-10-13 0,15 16 0,0 0 0,0 0 0,1 0 0,-1 0 0,1 0 0,0 0 0,0 0 0,0-1 0,0 1 0,1 0 0,-1-1 0,1 1 0,0-1 0,0-3 0,6-41 0,-3 40 0,-1 0 0,2 0 0,-1 0 0,1 0 0,0 1 0,0-1 0,7-7 0,1-3 0,10-16 0,1 0 0,1 2 0,2 1 0,48-43 0,-10 20 0,2 3 0,2 3 0,3 3 0,88-43 0,-22 25 0,206-65 0,-209 90 0,1 5 0,2 7 0,1 5 0,0 6 0,162 4 0,-229 11-3432,86 0-13589,-137 0 7691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18:39.612"/>
    </inkml:context>
    <inkml:brush xml:id="br0">
      <inkml:brushProperty name="width" value="0.035" units="cm"/>
      <inkml:brushProperty name="height" value="0.035" units="cm"/>
      <inkml:brushProperty name="color" value="#008C3A"/>
    </inkml:brush>
  </inkml:definitions>
  <inkml:trace contextRef="#ctx0" brushRef="#br0">57 35 12945,'19'-6'2172,"-38"6"-223,-3 0 3075,3-14-9528,3-1-713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45.239"/>
    </inkml:context>
    <inkml:brush xml:id="br0">
      <inkml:brushProperty name="width" value="0.035" units="cm"/>
      <inkml:brushProperty name="height" value="0.035" units="cm"/>
      <inkml:brushProperty name="color" value="#008C3A"/>
    </inkml:brush>
  </inkml:definitions>
  <inkml:trace contextRef="#ctx0" brushRef="#br0">0 3503 5340,'0'0'10585,"1"2"-10324,0 0-1,0 0 0,1 0 1,-1 0-1,1 0 0,-1 0 0,1-1 1,-1 1-1,1-1 0,4 4 0,33-5 202,-34 0 283,-2 0-667,9-1 8,0 2 0,0 0 0,15 2 0,-24-2-60,1 0 21,25 9 8,-27-9-37,2-1-36,36 10 42,-36-9 22,0-1 46,112 12 864,-112-12-854,-1 0 24,29 5 46,-29-5-102,16 6 10,45 10 325,-37-9-213,1 0 0,41 4-1,-47-8-167,1 1-1,-1 2 0,0 0 0,0 2 1,-1 0-1,40 22 0,-48-23-10,0 0 1,1-1-1,0 0 0,0-1 0,0-1 0,0 0 1,1-1-1,0 0 0,-1-1 0,24-1 0,23 3 24,-41-2-6,-1-1 0,34-2 1,-36 0 24,0 2 1,0-1-1,32 7 1,15 1 39,-6-4-17,-17-1-47,1-2 1,41-3 0,418-82-17,-492 82-13,277-42 36,-186 31-72,-39 4 33,73 0 0,-105 7 5,-1-1 0,1-2 0,-1-1 0,0-1 0,28-11 0,58-14 103,-87 25-29,43-19 0,-26 9-55,220-57 134,-214 63-179,165-44 134,-167 39-37,0-2 0,-2-2 0,64-38 0,-90 45 81,0-1-1,0-1 1,-2 0-1,0-2 1,16-18-1,71-98 921,-82 102-845,-2 0 1,-1-2-1,31-67 0,1-39 162,-17 46-316,5-12-65,50-73 95,-74 150-41,2 0 0,2 1 0,0 2-1,26-26 1,-1 10-52,3 2 1,55-34-1,-77 55-4,83-49-34,62-50 35,37-42-7,-135 94-50,-38 34 58,42-31 0,44-37-24,6-4-41,-55 51 59,-2-4-1,-3-3 1,76-85-1,-91 90-16,1 2 0,3 2 0,3 3-1,1 2 1,2 3 0,2 3 0,106-47-1,-132 68-11,48-21 17,0 3 0,100-26 0,-134 49-15,479-100-30,-243 61 96,-213 36-34,50-7-41,2 5 0,-1 5-1,247 8 1,-293 8 20,90 8 40,-21-10 61,-67-2 426,-79 0-425,102-23 254,-102 23-333,16-2 14,22-4-7,7 3-88,-45 4 86,0 0-16,0 1 0,1-1 0,-1 0 0,0 1-1,1-1 1,-1-1 0,5 0 0,-1 1-3,-4 0 15,17-1-2,-2-3-14,-15 3-18,19 1 31,30-6-1,-49 6-4,-37-9-1799,-41-35-50,68 42 1693,1 0 0,-1 0-1,0 0 1,0 1 0,1 0-1,-1 0 1,0 1 0,0 0 0,0 0-1,-11 2 1,14-2 102,-114 23-1832,44-12 476,71-11 1118,-1 0 13,-30 7-99,31-6 240,-1-1-116,-28 1 152,16 1-56,-1-2 0,-26-2 0,-21 2 79,32-2-400,0 2-1,-53 6 0,67-3-38,1 0 0,0 1 0,0 1 0,0 1 1,1 0-1,-24 13 0,-25 17-718,63-34 1124,-5 3-34,6-4 141,1 0-1,-1 0 1,0 0 0,0-1-1,1 1 1,-1 0 0,0 0 0,0-1-1,0 1 1,0-1 0,0 1-1,0-1 1,0 1 0,0-1 0,0 0-1,0 1 1,0-1 0,0 0-1,-1 0 1,-74-10 299,48 1-232,26 7-64,-1 1-1,0 0 1,0 0-1,0 0 1,0 0-1,0 1 1,0-1-1,0 1 1,-1-1-1,1 1 1,0 0-1,-3 1 1,-103 14-52,52-6 125,46-9-45,1 2 0,0-1 0,-1 1 0,-12 5 1,-4 2 0,-40 7-1,-16 5-15,65-15 135,0 0 0,-1-2 0,0 0 0,0-1 0,-24 0 0,38-3-56,2 0-5,-16 0-52,1 0 0,0 1 0,-1 1 0,-22 5 0,34-5-24,0 0 0,0-1 0,0 0 0,-13-1 0,0 1-25,-95 14 4,51 3-7,61-17-11,0 0 27,-57 13-393,45-9 345,0-2-1,0 0 1,-28 3-1,-4 1-46,21-2 67,-26-1-3628,49-3 3602,-16-7 288,8 3-68,-1 0 0,0 1 0,0 0 0,-1 1 0,1 0 0,0 1 0,0 1 1,0 0-1,-19 4 0,-33 0 436,60-5-532,0 0-39,-80 8 196,80-7-248,-17 7 15,-83 46 43,74-36-27,-56 22 0,56-27-2,16-7-43,0-1 0,-20 6 0,14-6 29,1 2-1,0 0 1,1 1 0,0 1 0,0 1-1,1 1 1,-23 17 0,-90 81 89,115-96-126,-5 5 72,-27 30-1,-23 32 14,52-58 28,-35 34 0,33-36-62,-54 65 308,51-60-154,7-9-105,0 1 0,1 0 0,1 1 0,1 0 0,1 1 0,0 1 0,-17 39 0,26-52-44,0 1-1,0-1 1,-1 0 0,0-1-1,0 1 1,0-1-1,-1 1 1,0-2-1,-9 9 1,-2 1 14,-37 22 1,44-30-31,7-6-16,-21 10-52</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0.865"/>
    </inkml:context>
    <inkml:brush xml:id="br0">
      <inkml:brushProperty name="width" value="0.035" units="cm"/>
      <inkml:brushProperty name="height" value="0.035" units="cm"/>
      <inkml:brushProperty name="color" value="#008C3A"/>
    </inkml:brush>
  </inkml:definitions>
  <inkml:trace contextRef="#ctx0" brushRef="#br0">144 164 9801,'45'-32'4031,"-44"31"-3847,-1-1 1,0 1-1,0 0 1,0 0-1,0 0 0,0 0 1,0 0-1,0 0 1,0 0-1,0 0 0,-1 0 1,1 0-1,0 0 0,-1 0 1,1 0-1,0 0 1,-2-2-1,2 2 365,-2-9 811,1 1 0,0-1 0,0 0 0,1 1 0,1-1 0,-1 0 0,2 1 0,2-11 0,-4 17 251,9-6-395,-9 9-1216,0 0 0,0 0 0,0 0 0,0 0 0,0 0 0,0 0 0,0 1 0,0-1 0,0 0 0,0 0 0,0 0 0,1 0 0,-1 0 0,0 0 0,0 0 0,0 0 0,0 1 0,0-1 0,0 0 0,0 0 0,0 0 0,0 0 0,0 0 0,0 0 0,0 0 0,1 0 0,-1 0 0,0 0 0,0 0 0,0 0 0,0 0 0,0 0 0,0 0 0,0 0 0,1 0 0,-1 0 0,0 0 0,0 0 0,0 0 0,0 0 0,0 0 0,0 0 0,0 0 0,1 0 0,-1 0 0,0 0 0,0 0 0,0 0 0,0 0 0,0 0 0,0 0 0,0 0 0,0 0 0,1 0 0,-1 0 0,0 0 0,0 0 0,0-1 0,0 1 0,0 0 0,0 0 0,0 15 0,-1-9 0,0 71 0,-8 100 0,-74 395 0,-4 36 0,74-462 0,6 1 0,14 171 0,-6-307 0,0 8 0,1 0 0,6 24 0,-8-40 0,1 0 0,-1 0 0,1-1 0,0 1 0,0 0 0,0-1 0,0 1 0,1 0 0,-1-1 0,1 0 0,-1 1 0,1-1 0,0 0 0,0 0 0,0 0 0,0 0 0,0 0 0,0 0 0,1 0 0,-1-1 0,1 1 0,-1-1 0,4 1 0,-2-2 0,0-1 0,0 1 0,-1-1 0,1-1 0,0 1 0,0 0 0,-1-1 0,1 0 0,-1 1 0,1-1 0,-1-1 0,0 1 0,0 0 0,0-1 0,4-4 0,3-5 0,0 0 0,0-1 0,-2 0 0,1-1 0,-2 1 0,0-2 0,9-27 0,-4 14 0,22-52 0,54-92 0,-73 146 0,1 2 0,1 0 0,1 1 0,1 1 0,2 1 0,-1 0 0,39-28 0,-47 42 0,-1 0 0,1 0 0,0 1 0,0 0 0,1 1 0,-1 0 0,1 1 0,1 1 0,-1 0 0,0 1 0,1 0 0,20 1 0,3 7 0,-24 0 0,-1 0 0,1 0 0,11 8 0,169 131 0,-178-134 0,-2 2 0,1-1 0,-2 2 0,0 0 0,0 0 0,-1 1 0,-1 1 0,12 23 0,-8-13 0,17 34 0,-2 0 0,-3 2 0,-3 1 0,-3 1 0,17 91 0,-32-126-185,-1-2-1169,2-1 0,0 1-1,18 43 1,-22-64 886,1 0 1,0 0-1,0 0 0,1 0 0,0-1 0,0 1 0,0-1 0,1 0 0,-1-1 0,1 1 1,0-1-1,1 0 0,-1 0 0,1 0 0,-1-1 0,1 0 0,0 0 0,1 0 0,-1-1 0,9 3 1,26-1-13889</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1.696"/>
    </inkml:context>
    <inkml:brush xml:id="br0">
      <inkml:brushProperty name="width" value="0.035" units="cm"/>
      <inkml:brushProperty name="height" value="0.035" units="cm"/>
      <inkml:brushProperty name="color" value="#008C3A"/>
    </inkml:brush>
  </inkml:definitions>
  <inkml:trace contextRef="#ctx0" brushRef="#br0">254 593 10513,'-15'-52'3381,"6"-29"6451,8 60-6858,0 20-2821,1 1 1,0-1-1,0 0 1,0 1-1,0-1 1,0 0-1,-1 1 1,1-1-1,0 0 1,0 1-1,1-1 1,-1 0-1,0 1 1,0-1-1,0 0 1,0 1-1,1-1 1,-1 0-1,0 1 1,1-1 0,-1 0-1,0 1 1,1-1-1,0 0-51,-1 0-1,1 0 0,-1 1 1,1-1-1,-1 0 1,1 0-1,-1 1 1,0-1-1,0 0 1,1 0-1,-1 0 1,0 1-1,0-1 1,0 0-1,0 0 1,0 0-1,0 0 1,0 0-1,0 1 0,0-3 1,-2 26 48,-8 42 0,0-14-198,-45 197 48,25-133 0,11-34 0,-71 344 0,81-361 0,3 1 0,2-1 0,4 1 0,12 108 0,-9-154 0,0-1 0,2 0 0,0 0 0,1 0 0,0 0 0,2-1 0,0 0 0,18 27 0,-21-37 0,0 0 0,1-1 0,0 1 0,0-1 0,0-1 0,0 1 0,1-1 0,0 0 0,0 0 0,0-1 0,1 0 0,0 0 0,0-1 0,0 0 0,0-1 0,0 1 0,0-1 0,1-1 0,-1 0 0,0 0 0,11-1 0,-5-1 1,0 0-1,1-2 1,-1 0-1,-1 0 1,1-1 0,0-1-1,-1 0 1,0-1 0,0-1-1,-1 0 1,0 0-1,0-1 1,0-1 0,-1 0-1,-1-1 1,16-16-1,4-10-13,-2-1 0,-1-1 0,39-75 0,-36 54-287,-3-1 0,-2-1-1,-4-2 1,-1 0 0,19-120 0,-26 79-16,-4 0 1,-10-207-1,-4 250 284,-2 1-1,-3 0 1,-27-89-1,22 105 143,-1 1 0,-2 1-1,-1 0 1,-3 2 0,-34-49-1,45 74 14,-1 0 0,0 2 0,-1-1 0,-1 2 0,0 0-1,-1 0 1,0 1 0,-17-9 0,27 18-101,1-1 0,0 1 0,-1 0 0,0 1 0,1-1 0,-1 1 0,0 0 0,0 0 0,0 0 0,0 1 0,0 0 0,0 0 0,0 0 0,0 0 0,0 1 0,-9 2 0,8-1 7,1 1 0,0-1 0,0 1 0,0 0 0,0 1 0,0-1-1,0 1 1,1 0 0,0 0 0,0 0 0,0 1 0,-4 5 0,-2 7 22,0-1-1,1 1 1,1 1 0,1-1 0,1 1-1,0 1 1,-3 21 0,3-8-51,3 1 0,0 0 0,3 0 0,0 0 0,7 43 0,4-4 0,27 93 0,-19-98 0,4-2 0,60 125 0,-64-155 0,0-2 0,3 0 0,1-1 0,1-1 0,1-1 0,53 47 0,-63-65-414,0-1-1,1-1 1,0 0-1,0 0 1,1-2-1,0 0 1,0-1-1,1-1 1,0-1-1,31 6 1,-28-9-303,0 0 0,1-2 0,-1 0-1,0-2 1,1 0 0,-1-1 0,0-1 0,0-1 0,22-8 0,33-17-6206,3-8-4207</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417"/>
    </inkml:context>
    <inkml:brush xml:id="br0">
      <inkml:brushProperty name="width" value="0.035" units="cm"/>
      <inkml:brushProperty name="height" value="0.035" units="cm"/>
      <inkml:brushProperty name="color" value="#008C3A"/>
    </inkml:brush>
  </inkml:definitions>
  <inkml:trace contextRef="#ctx0" brushRef="#br0">105 122 7557,'0'0'3489,"-1"-2"-2013,0 1-1293,0-1-1,0 1 1,0 0-1,0 0 0,0-1 1,0 1-1,1-1 0,-1 1 1,0-1-1,1 1 0,0-1 1,-1 1-1,1-1 1,0 1-1,0-1 0,0 0 1,0 1-1,0-1 0,0 1 1,0-1-1,0 0 0,1 1 1,-1-1-1,1 1 1,-1-1-1,1 1 0,-1-1 1,1 1-1,0 0 0,2-4 3324,-14 1-1984,-6-4 6826,17 6-8307,0 0 0,0 0 0,1 0 0,-1 0 0,0 0 1,1 0-1,-1 0 0,1 1 0,0-1 0,0 0 0,0 0 0,0 1 0,0-1 1,0 0-1,0 1 0,0-1 0,0 1 0,1 0 0,-1-1 0,1 1 0,-1 0 1,1 0-1,0 0 0,-1 0 0,1 0 0,0 0 0,0 0 0,0 0 0,-1 1 1,1-1-1,0 1 0,0 0 0,2-1 0,6-2-41,-1 1 0,1-1 0,0 2 0,-1-1 0,1 1 0,0 1 0,0 0 0,0 0 0,0 1 0,-1 0 0,1 1 0,0 0 0,-1 0 0,1 1 0,-1 1 0,0-1 0,0 1 0,0 1 0,-1 0 0,1 0 0,-1 1 0,0 0 0,-1 0 0,1 0 0,-1 1 0,-1 1 0,1-1 0,-1 1 0,0 0 0,-1 0 0,0 1 0,0-1 0,-1 1 0,5 15 0,-3 1 0,-1 1 0,0-1 0,-2 1 0,-1 0 0,-2 0 0,0 0 0,-1 0 0,-2 0 0,-1-1 0,-11 43 0,-1-16 0,-1 0 0,-3 0 0,-2-2 0,-30 49 0,-13 4 0,-108 131 0,148-200 0,14-22 0,11-12 0,0 0 0,0 0 0,0 0 0,0 0 0,0 0 0,0 0 0,0 0 0,0-1 0,0 1 0,0 0 0,-1 0 0,1 0 0,0 0 0,0 0 0,0 0 0,0 0 0,0 0 0,0 0 0,0 0 0,0 0 0,0 0 0,0 0 0,0 0 0,0 0 0,0 0 0,-1 0 0,1 0 0,0 0 0,0 0 0,0 0 0,0 0 0,0 0 0,0 0 0,0 0 0,0 0 0,0 0 0,0 0 0,0 1 0,0-1 0,0 0 0,0 0 0,-1 0 0,1 0 0,0 0 0,0 0 0,0 0 0,0 0 0,0 0 0,0 0 0,0 0 0,4-10 0,10-15 0,29-30 0,66-64 0,-43 48 0,6-1 0,150-118 0,-210 180 0,0 1 0,1 0 0,1 1 0,-1 1 0,1 0 0,1 1 0,25-8 0,-35 12 0,0 1 0,0 1 0,0-1 0,0 1 0,0-1 0,0 1 0,0 1 0,0-1 0,0 1 0,0 0 0,0 0 0,0 0 0,0 1 0,-1 0 0,1 0 0,0 0 0,-1 0 0,1 1 0,-1 0 0,0-1 0,0 2 0,0-1 0,0 0 0,-1 1 0,0 0 0,1 0 0,2 5 0,2 3 0,0 2 0,-1-1 0,-1 1 0,0 0 0,-1 0 0,0 1 0,3 20 0,11 112 0,-10-59 0,-7-74 0,0 12 0,2 0 0,1 0 0,1 0 0,1-1 0,1 0 0,19 40 0,-26-61-184,1-1 0,0 1-1,0-1 1,0 0 0,1 0 0,-1 0 0,1 0 0,0 0-1,-1-1 1,1 1 0,0-1 0,1 1 0,-1-1 0,0 0-1,1-1 1,-1 1 0,1 0 0,-1-1 0,1 0 0,0 0-1,0 0 1,-1 0 0,1-1 0,0 1 0,0-1 0,0 0-1,0 0 1,0-1 0,7 0 0,4-2-1053,30-7-3152,-14 3-1648,8-7-6558</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659"/>
    </inkml:context>
    <inkml:brush xml:id="br0">
      <inkml:brushProperty name="width" value="0.035" units="cm"/>
      <inkml:brushProperty name="height" value="0.035" units="cm"/>
      <inkml:brushProperty name="color" value="#008C3A"/>
    </inkml:brush>
  </inkml:definitions>
  <inkml:trace contextRef="#ctx0" brushRef="#br0">348 43 14885,'-50'-15'1214,"28"8"-256,0 1 0,0 1 0,-1 1 0,-29-1 0,47 5-793,0-1-1,-1 1 0,1 1 1,0-1-1,0 1 1,0 0-1,0 0 1,0 0-1,0 1 0,0 0 1,0 0-1,1 0 1,-1 1-1,1-1 0,-8 7 1,6-4 198,1 0 0,1 0 1,-1 1-1,1-1 1,0 1-1,0 1 0,0-1 1,1 0-1,0 1 0,-3 8 1,0 8 511,1 1 0,0-1 0,2 1 0,1 0 0,1 43 0,4 7-875,4-1 0,17 72 0,47 145 0,-31-161 0,6-2 0,67 132 0,-90-214-1147,2-1 1,1-1-1,3-2 0,1 0 1,47 48-1,-56-69 96,0 0-1,1-2 1,0 0 0,2-2-1,0 0 1,1-2 0,0 0-1,1-2 1,1-1-1,52 14 1,0-11-10287</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3.890"/>
    </inkml:context>
    <inkml:brush xml:id="br0">
      <inkml:brushProperty name="width" value="0.035" units="cm"/>
      <inkml:brushProperty name="height" value="0.035" units="cm"/>
      <inkml:brushProperty name="color" value="#008C3A"/>
    </inkml:brush>
  </inkml:definitions>
  <inkml:trace contextRef="#ctx0" brushRef="#br0">556 47 9509,'-6'-11'746,"5"9"-524,-1-1-1,1 1 1,0 0-1,-1 0 1,1 0-1,-1-1 1,1 2-1,-1-1 1,0 0-1,0 0 0,0 0 1,0 1-1,0-1 1,0 1-1,-1 0 1,1 0-1,0-1 1,-4 0-1,3 2 3344,3 14-2752,1 1-1,1-1 1,1 0-1,0 0 1,1 0-1,6 16 1,40 79 680,-39-88-1039,-1 0-248,139 288 2267,-22 14-787,-105-249-1311,-2 1 0,14 110-1,-29-131-216,-1 1 0,-4 0-1,-1 0 1,-12 70-1,6-88-95,-1 1-1,-2-1 0,-2-1 0,-1 0 1,-2-1-1,-2-1 0,-1 0 0,-1-1 1,-2-1-1,-44 52 0,36-51-265,-1-2-1,-2-2 1,-1-1 0,-2-1-1,0-2 1,-2-1 0,0-2-1,-1-2 1,-51 19 0,-63 14-1925,133-48 1160,1-1 1,-1 0-1,1-1 1,-1-1-1,0-1 1,-23-1-1,13-7-6073,15 1-4594</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4.064"/>
    </inkml:context>
    <inkml:brush xml:id="br0">
      <inkml:brushProperty name="width" value="0.035" units="cm"/>
      <inkml:brushProperty name="height" value="0.035" units="cm"/>
      <inkml:brushProperty name="color" value="#008C3A"/>
    </inkml:brush>
  </inkml:definitions>
  <inkml:trace contextRef="#ctx0" brushRef="#br0">1 120 13325,'44'-60'2036,"-22"43"-303,4 3-333,-14 2-392,1 7-252,6-4-284,0 6-556,99 52-4833,-77-18 329,7 9-3569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4.218"/>
    </inkml:context>
    <inkml:brush xml:id="br0">
      <inkml:brushProperty name="width" value="0.035" units="cm"/>
      <inkml:brushProperty name="height" value="0.035" units="cm"/>
      <inkml:brushProperty name="color" value="#008C3A"/>
    </inkml:brush>
  </inkml:definitions>
  <inkml:trace contextRef="#ctx0" brushRef="#br0">0 81 13589,'13'-52'10981,"12"61"-9301,20-3-395,-4-6-561,13 0-600,10-3-1172,6-6-985,9-5-1339,10 3-3109,3 5-5984</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6.598"/>
    </inkml:context>
    <inkml:brush xml:id="br0">
      <inkml:brushProperty name="width" value="0.035" units="cm"/>
      <inkml:brushProperty name="height" value="0.035" units="cm"/>
      <inkml:brushProperty name="color" value="#008C3A"/>
    </inkml:brush>
  </inkml:definitions>
  <inkml:trace contextRef="#ctx0" brushRef="#br0">11 850 13781,'2'-13'1411,"0"0"0,-1 0-1,-1-1 1,0 1 0,-2-14-1,1 14 2097,4 3-2585,1-5 4662,7 33-5075,-8-11-509,0 1 0,0-1 0,-1 1 0,0 0 0,0 0 0,-1 0 0,1 12 0,-3 64 0,0-32 0,1-12 0,-8 181 0,3-181 0,-27 342 0,30-328 0,4 1 0,1-1 0,3 0 0,26 105 0,-29-149 0,0 1 0,1-1 0,1 1 0,-1-1 0,2 0 0,-1-1 0,1 1 0,1-1 0,0-1 0,8 9 0,-11-13 0,0-1 0,0 1 0,1-1 0,-1 0 0,1-1 0,0 1 0,0-1 0,0 0 0,0 0 0,0 0 0,0-1 0,1 1 0,-1-2 0,1 1 0,-1 0 0,0-1 0,1 0 0,-1 0 0,1-1 0,-1 1 0,1-1 0,6-2 0,2-2 0,-1 0 0,1-1 0,-1-1 0,0 0 0,0 0 0,-1-2 0,0 1 0,-1-1 0,0-1 0,0 0 0,15-19 0,-6 4 0,-2 0 0,0-1 0,-2 0 0,20-45 0,-13 19 0,-3-1 0,-2-1 0,-2-1 0,-3-1 0,8-68 0,-4-82 0,-10-1 0,-8 0 0,-32-233 0,23 356 0,-5 1 0,-37-124 0,51 205 0,0-1 0,0 1 0,0 0 0,0-1 0,0 1 0,0 0 0,-1 0 0,1 0 0,-1 0 0,1 0 0,-1 1 0,0-1 0,0 0 0,1 1 0,-1-1 0,-4-1 0,4 2 0,1 1 0,-1 0 0,1-1 0,-1 1 0,0 0 0,1 0 0,-1 0 0,0 0 0,1 0 0,-1 0 0,0 0 0,1 1 0,-1-1 0,0 0 0,1 1 0,-1 0 0,-2 1 0,-1 1 0,0 0 0,1 0 0,-1 1 0,1-1 0,0 1 0,0 0 0,0 0 0,1 1 0,-1-1 0,-2 7 0,-23 46 0,-40 118 0,-2 68 0,46-154 0,-63 294 0,79-325 0,3-1 0,3 1 0,2 0 0,11 101 0,-7-139 4,0-1 0,2 0 0,0 0 0,1 0 0,1-1 0,1 0-1,13 23 1,-15-31-14,0-1-1,1 0 1,0 0 0,1-1-1,0 0 1,0 0-1,1-1 1,0 0-1,0 0 1,0-1-1,1-1 1,0 1 0,0-1-1,14 4 1,-1-3-375,1 0 1,1-2 0,-1 0 0,1-2-1,0 0 1,-1-2 0,1-1-1,27-4 1,-4-2-1225,-1-3-1,0-1 1,57-22-1,8-15-5753,-3-8-5035</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022"/>
    </inkml:context>
    <inkml:brush xml:id="br0">
      <inkml:brushProperty name="width" value="0.035" units="cm"/>
      <inkml:brushProperty name="height" value="0.035" units="cm"/>
      <inkml:brushProperty name="color" value="#008C3A"/>
    </inkml:brush>
  </inkml:definitions>
  <inkml:trace contextRef="#ctx0" brushRef="#br0">210 162 12805,'0'0'147,"-1"-1"0,1 0 0,0 0 0,-1 1 0,1-1 0,-1 0 0,1 1 0,-1-1 0,1 1 0,-1-1 0,0 0 0,1 1 0,-1-1 0,0 1 0,1 0 0,-1-1 0,0 1 0,0-1 0,1 1 0,-1 0 0,0 0 0,0 0 0,0-1 0,1 1 0,-1 0 0,0 0 0,0 0 0,0 0 0,1 0 0,-1 0 0,0 0 0,0 1 0,0-1 0,0 0 0,0 1 0,-1-1 151,0 1 1,1-1-1,-1 1 0,0 0 0,1-1 1,-1 1-1,0 0 0,1 0 1,0 0-1,-1 0 0,1 1 0,-1-1 1,1 0-1,0 0 0,0 1 1,0-1-1,-2 4 0,-2 7 474,1 0 0,1 0 0,0 1 0,1-1 0,-2 20 0,2 69 3581,2-74-4037,0-1-316,1 1 0,2-1 0,1-1 0,13 51 0,-14-66 0,0-1 0,0 0 0,1 0 0,0-1 0,1 1 0,-1-1 0,2 0 0,-1 0 0,1 0 0,1-1 0,-1 0 0,1 0 0,0-1 0,1 0 0,-1 0 0,15 7 0,-17-11 0,0 0 0,1-1 0,0 0 0,-1 0 0,1-1 0,0 0 0,-1 0 0,1 0 0,0-1 0,-1 1 0,1-1 0,0-1 0,-1 1 0,1-1 0,-1 0 0,0 0 0,0-1 0,0 1 0,0-1 0,0 0 0,5-5 0,0 0 0,-1-1 0,0 0 0,-1 0 0,0-1 0,-1 0 0,0-1 0,0 1 0,-1-1 0,-1 0 0,0-1 0,0 0 0,-1 1 0,-1-1 0,0-1 0,3-21 0,-4 15 0,0-1 0,-2 1 0,0-1 0,-1 0 0,-1 1 0,-1-1 0,0 1 0,-2 0 0,-8-26 0,6 28-40,-1 0-1,0 0 1,-1 0 0,-1 1 0,0 1-1,-2 0 1,1 0 0,-2 1-1,0 1 1,0 0 0,-1 0-1,-1 2 1,0-1 0,-1 2 0,0 0-1,-1 1 1,1 1 0,-2 1-1,1 0 1,-1 1 0,0 1 0,-23-4-1,33 9-548,0-1 0,0 2 0,0-1 0,0 1 0,1 0 0,-1 1 0,0 0 0,1 0 0,-1 1 0,-10 5 0,15-7 318,1 0-74,1-1 0,-1 1 1,1 0-1,-1-1 0,1 1 1,0 0-1,-1 0 0,1 0 1,0 0-1,0 0 0,-1 1 1,1-1-1,0 0 0,0 0 1,0 1-1,1-1 0,-1 1 1,0-1-1,0 1 0,1-1 1,-1 1-1,1-1 1,-1 1-1,1-1 0,0 4 1,-2 2-1423,-5 33-9611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273"/>
    </inkml:context>
    <inkml:brush xml:id="br0">
      <inkml:brushProperty name="width" value="0.035" units="cm"/>
      <inkml:brushProperty name="height" value="0.035" units="cm"/>
      <inkml:brushProperty name="color" value="#008C3A"/>
    </inkml:brush>
  </inkml:definitions>
  <inkml:trace contextRef="#ctx0" brushRef="#br0">13 203 16514,'-13'3'6736,"23"-17"-3504,82-29 2873,-29 31-5925,17 4-180,12-1 0,9-2 0,7-6 0,10 2 0,-4 1 0,7 0-228,-13-1-2176,-13-2-729,-12 6-891,-14 8-2745,-8 0-6456</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7.460"/>
    </inkml:context>
    <inkml:brush xml:id="br0">
      <inkml:brushProperty name="width" value="0.035" units="cm"/>
      <inkml:brushProperty name="height" value="0.035" units="cm"/>
      <inkml:brushProperty name="color" value="#008C3A"/>
    </inkml:brush>
  </inkml:definitions>
  <inkml:trace contextRef="#ctx0" brushRef="#br0">45 1 21482,'40'7'7339,"-36"-6"-4798,-2 2-1327,6 9-1197,-1 1 0,0 0 0,-1 0 0,-1 1 0,0 0 0,-1-1 0,0 2 0,-1-1 1,-1 0-1,0 1 0,-1-1 0,0 1 0,-3 20 0,-3 23-41,-24 113 0,27-164 24,-50 200-1151,23-96-1674,11-21-6505,9-5-7147</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8.566"/>
    </inkml:context>
    <inkml:brush xml:id="br0">
      <inkml:brushProperty name="width" value="0.035" units="cm"/>
      <inkml:brushProperty name="height" value="0.035" units="cm"/>
      <inkml:brushProperty name="color" value="#008C3A"/>
    </inkml:brush>
  </inkml:definitions>
  <inkml:trace contextRef="#ctx0" brushRef="#br0">257 539 12385,'1'-39'2143,"-6"-44"-1,0 23 2789,5 46-2718,1 0-1,0 0 0,6-24 1,-4 23-629,0 31-852,-3 27-732,-3 0 0,-15 81 0,13-91 0,-100 406 0,53-243 0,25-83 0,-19 159 0,42-224 0,1 0 0,3 0 0,2 0 0,2-1 0,1 1 0,15 52 0,-16-86 0,0 0 0,1 0 0,0-1 0,1 0 0,1 0 0,0 0 0,1-1 0,0 0 0,1-1 0,0 1 0,1-2 0,0 1 0,1-2 0,0 1 0,0-1 0,1-1 0,0 0 0,1-1 0,0 0 0,0-1 0,0 0 0,1-1 0,-1-1 0,21 4 0,-13-4 0,1 0 0,-1-2 0,1-1 0,0 0 0,0-1 0,-1-2 0,1 0 0,-1-1 0,1-2 0,30-9 0,-26 4 0,1-1 0,-2-1 0,0-2 0,0 0 0,-2-1 0,1-2 0,29-27 0,-22 14 0,-1-2 0,-2-1 0,-1-1 0,-1-1 0,-2-2 0,-2 0 0,-2-1 0,-1-2 0,-1 0 0,17-63 0,-23 50 0,-1-1 0,-4 0 0,-1 0 0,-4-1 0,-1 0 0,-8-67 0,-9 1 0,-51-200 0,48 247 0,-4 1 0,-50-110 0,57 152 0,0 0 0,-2 1 0,-1 1 0,-2 1 0,-1 0 0,-1 2 0,-50-45 0,62 62 0,-1 0 0,0 2 0,0-1 0,0 1 0,-1 1 0,0 0 0,0 1 0,-18-4 0,22 6 0,0 2 0,-1-1 0,1 2 0,0-1 0,-1 1 0,1 0 0,0 1 0,-1 0 0,1 1 0,0 0 0,0 0 0,0 1 0,-15 6 0,8 0 0,0 1 0,1 0 0,0 2 0,1-1 0,0 2 0,0 0 0,1 0 0,1 1 0,1 1 0,0 0 0,-9 17 0,-5 13 0,1 1 0,-31 87 0,41-92-105,1 1-1,3 1 1,1 0-1,2 1 1,2 0-1,2 0 1,2 0-1,2 0 1,7 49-1,-4-65 8,1-1 1,2 1-1,0-1 1,2 0-1,1-1 0,1 0 1,1-1-1,2 0 0,0-1 1,2-1-1,0 0 1,1-1-1,2-1 0,0 0 1,31 24-1,-21-23-378,1-1 0,2-1 0,0-2-1,1-1 1,0-1 0,1-2 0,1-2 0,1-1-1,62 11 1,-43-14-1682,105 1-1,59-21-6048,-86-4-1673</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8.875"/>
    </inkml:context>
    <inkml:brush xml:id="br0">
      <inkml:brushProperty name="width" value="0.035" units="cm"/>
      <inkml:brushProperty name="height" value="0.035" units="cm"/>
      <inkml:brushProperty name="color" value="#008C3A"/>
    </inkml:brush>
  </inkml:definitions>
  <inkml:trace contextRef="#ctx0" brushRef="#br0">69 9 16077,'-11'-8'7271,"9"21"1138,1-4-7399,-18 145-1010,0-20 0,11-58-1278,4-39-1203,0 1-1,3 51 1,9-18-5434,2-1-5231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19.612"/>
    </inkml:context>
    <inkml:brush xml:id="br0">
      <inkml:brushProperty name="width" value="0.035" units="cm"/>
      <inkml:brushProperty name="height" value="0.035" units="cm"/>
      <inkml:brushProperty name="color" value="#008C3A"/>
    </inkml:brush>
  </inkml:definitions>
  <inkml:trace contextRef="#ctx0" brushRef="#br0">0 131 12985,'11'-14'843,"-9"11"-511,1 0-1,-1 0 0,0-1 1,1 1-1,-1 0 0,-1-1 1,1 0-1,0 0 0,-1 1 1,0-1-1,0 0 0,0 0 1,0-6-1,3-2 3222,10 0-2470,-9 9-409,5-2-201,1 0 1,0 0 0,0 1-1,1 1 1,-1 0 0,1 0-1,0 1 1,0 0 0,0 1-1,-1 1 1,1 0 0,0 0-1,0 2 1,0-1 0,0 1-1,22 7 1,-12-2-431,-1 1 0,0 1 0,0 1 0,0 1 0,-2 1 1,1 0-1,-1 2 0,-1 0 0,-1 1 0,0 0 0,-1 2 0,0 0 0,-2 0 0,0 2 0,13 22 0,-17-24-29,-1 0 0,0 1 0,-2 0 0,0 1 0,-1 0-1,-1 0 1,0 0 0,-2 0 0,0 1 0,-1-1-1,-1 1 1,-1 0 0,-1 0 0,-1-1 0,0 1-1,-2-1 1,-10 37 0,1-24-14,0 0 0,-3-1 0,0-1 0,-2-1 0,-1 0 0,-29 33 0,12-21 0,-3-1 0,0-2 0,-54 39 0,-101 53 0,175-123 0,18-7 0,0 1 0,1-1 0,-1 0 0,0 0 0,1 0 0,-1 0 0,0 0 0,1 0 0,-1 0 0,0-1 0,1 1 0,-1 0 0,0 0 0,1 0 0,-1-1 0,0 1 0,1 0 0,-1-1 0,0 1 0,1 0 0,-1-1 0,1 1 0,-1-1 0,1 1 0,-1-1 0,1 1 0,0-1 0,-1 1 0,1-1 0,-1 0 0,1 1 0,0-1 0,0 0 0,-1 1 0,1-1 0,0 0 0,0 1 0,0-1 0,0 0 0,0 1 0,0-1 0,0 0 0,0 1 0,0-1 0,0-1 0,1-1 0,0 0 0,0 0 0,0 0 0,0 0 0,1 0 0,-1 0 0,1 0 0,0 1 0,2-4 0,24-23 0,1 2 0,1 0 0,59-39 0,-47 36 0,260-182 0,-224 163 0,168-78 0,-230 120 0,1 1 0,0 0 0,1 1 0,-1 1 0,34-4 0,-45 8 0,-1-1 0,1 1 0,0 1 0,0-1 0,0 1 0,-1 0 0,1 0 0,0 1 0,-1-1 0,1 1 0,-1 1 0,0-1 0,0 1 0,0 0 0,0 0 0,0 0 0,0 1 0,-1-1 0,0 1 0,1 0 0,4 8 0,-3-4 0,-1 1 0,0 0 0,0 1 0,-1-1 0,0 1 0,-1 0 0,0-1 0,0 2 0,0 9 0,19 95 0,-7-27 0,38 125 0,-45-190 0,1-1 0,1 0 0,1-1 0,0 0 0,2-1 0,1-1 0,0 0 0,1 0 0,1-1 0,1-1 0,0-1 0,1-1 0,1 0 0,1-1 0,0-1 0,0-1 0,1-1 0,33 13 0,-18-13-1204,0-1 1,0-2-1,0-1 1,59 2-1,-26-7-4388,108-13 0,-79 0-6989</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5.715"/>
    </inkml:context>
    <inkml:brush xml:id="br0">
      <inkml:brushProperty name="width" value="0.035" units="cm"/>
      <inkml:brushProperty name="height" value="0.035" units="cm"/>
      <inkml:brushProperty name="color" value="#008C3A"/>
    </inkml:brush>
  </inkml:definitions>
  <inkml:trace contextRef="#ctx0" brushRef="#br0">8 2 8405,'-8'-1'9220,"19"10"-4175,-3-5-6736,5-1 1842,0-1 0,0-1-1,0 0 1,0 0 0,20-3 0,6 1 22,96 1 171,364-6-876,-116-2-2629,-127 8-2346,-161 0 1880,2 0-2963</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5.980"/>
    </inkml:context>
    <inkml:brush xml:id="br0">
      <inkml:brushProperty name="width" value="0.035" units="cm"/>
      <inkml:brushProperty name="height" value="0.035" units="cm"/>
      <inkml:brushProperty name="color" value="#008C3A"/>
    </inkml:brush>
  </inkml:definitions>
  <inkml:trace contextRef="#ctx0" brushRef="#br0">121 1 8141,'0'0'9247,"-1"2"-7913,-16 41 387,2 0 1,-18 85-1,-4 98-3846,25-140-712,10-68 249,0 0 0,1 27 0,3-5-5588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6.323"/>
    </inkml:context>
    <inkml:brush xml:id="br0">
      <inkml:brushProperty name="width" value="0.035" units="cm"/>
      <inkml:brushProperty name="height" value="0.035" units="cm"/>
      <inkml:brushProperty name="color" value="#008C3A"/>
    </inkml:brush>
  </inkml:definitions>
  <inkml:trace contextRef="#ctx0" brushRef="#br0">1 220 6913,'0'-1'0,"9"-23"1265,0-1 0,2 2 1,1-1-1,16-23 0,-24 41-1000,0 0 0,0 1-1,1-1 1,0 1 0,-1 1-1,2-1 1,-1 1 0,0-1 0,1 1-1,0 1 1,0-1 0,0 1 0,0 0-1,1 1 1,-1-1 0,1 1-1,-1 1 1,1-1 0,0 1 0,0 0-1,0 1 1,9-1 0,0 3-137,1 1-1,-1 0 1,0 1 0,0 1 0,0 0-1,0 1 1,-1 1 0,0 0 0,0 1-1,-1 1 1,0 0 0,16 14 0,-20-13-84,1-1 0,-1 1 0,0 1 0,-1 0 0,0 0 0,-1 1 0,0 0 0,-1 0 0,-1 1 0,1 0 0,-2 0 0,0 1 0,-1-1 0,6 29 0,-5 8 16,-1 1 0,-4 56 0,0-99-54,-2 39-9,-1-1 0,-10 47-1,10-78-15,-1 0-1,0 0 0,-1 0 0,-1-1 1,0 0-1,-1 0 0,-1 0 0,0-1 1,-1 0-1,-13 15 0,-6 1-123,-2-1 0,-58 43 1,-73 35-2720,95-65-627,53-30-1086</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6.953"/>
    </inkml:context>
    <inkml:brush xml:id="br0">
      <inkml:brushProperty name="width" value="0.035" units="cm"/>
      <inkml:brushProperty name="height" value="0.035" units="cm"/>
      <inkml:brushProperty name="color" value="#008C3A"/>
    </inkml:brush>
  </inkml:definitions>
  <inkml:trace contextRef="#ctx0" brushRef="#br0">0 683 8537,'98'6'4530,"122"-9"1,-177 1-3845,0-2 0,0-2 0,64-18 0,-58 3 67,-46 19-697,0 0 1,-1 0-1,1 0 0,0 0 0,0-1 0,-1 1 1,0-1-1,1 1 0,-1-1 0,0 0 0,0 0 1,0 0-1,2-5 0,-4 6-30,0 0 0,1 0 1,-1 0-1,0 0 0,0 1 0,0-1 0,0 0 0,-1 0 1,1 0-1,-1 0 0,1 0 0,-1 0 0,1 1 0,-1-1 1,0 0-1,0 0 0,0 1 0,-2-4 0,0 0-25,2 5 6,0-1 0,-1 1 0,1 0-1,0 0 1,0 0 0,-1 0 0,1 0 0,0 0 0,0 0-1,-1 0 1,1 0 0,0 1 0,0-1 0,0 0 0,-1 1-1,-1 0 1,2 0 5,-5 1-2,1 0 0,-1 1 0,0 0 1,1 0-1,-1 0 0,1 1 0,0-1 0,0 1 0,1 1 0,-1-1 0,1 1 0,0-1 0,0 1 1,1 0-1,-1 1 0,1-1 0,0 1 0,-3 7 0,4-8-19,-1 0 0,1 0 0,0 0 0,1 0 0,-1 0 0,1 0 0,0 1 0,0-1-1,1 0 1,-1 1 0,1-1 0,1 0 0,-1 1 0,1-1 0,-1 0 0,2 1 0,-1-1 0,0 0 0,1 0 0,0 0 0,0 0-1,4 6 1,-1-6-35,-1 0-1,1 0 0,-1 0 0,1-1 0,1 1 0,-1-1 0,1-1 0,-1 1 0,1-1 1,0 0-1,0 0 0,1-1 0,-1 1 0,9 1 0,-6-3 8,1 0-1,-1 0 1,1-1-1,-1 0 1,1 0-1,-1-1 1,0-1-1,1 1 1,11-5-1,-4 0 101,0 0 0,-1-1 0,0-1 0,0-1 0,-1 0-1,0-1 1,-1-1 0,0 0 0,-1-1 0,20-20 0,-6-1 983,-1-1 1,-1-1-1,33-62 1,-18 25 1544,-40 71-2567,1 1-1,-1 0 1,0-1 0,1 1-1,-1 0 1,1 0-1,-1 0 1,1-1 0,-1 1-1,0 0 1,1 0 0,-1 0-1,1 0 1,-1 0-1,1 0 1,-1 0 0,1 0-1,-1 0 1,1 0 0,-1 0-1,1 0 1,-1 0 0,1 0-1,-1 1 1,1-1-1,-1 0 1,0 0 0,1 0-1,-1 1 1,1-1 0,-1 0-1,0 1 1,1-1 0,0 1-1,11 9 219,-8-2-183,-1-1-1,0 1 0,-1 0 0,0 1 0,0-1 0,-1 0 0,0 1 0,0-1 0,-1 0 1,-1 13-1,1-11-15,-2 65 156,-15 93 0,13-138-323,-2-1-1,-1-1 1,-1 1 0,-2-1 0,0 0 0,-2-1 0,-25 42 0,5-26-2897,31-40 1836,0-6-1962,1 0 2876,0 0-1,0-1 1,0 1-1,0 0 1,0 0 0,1 0-1,-1 0 1,1 0-1,0 0 1,0 0 0,0 0-1,0 0 1,1 1-1,1-4 1,30-40-2265,-15 24 1256,31-46-1280,76-94-960,-39 67 3238,67-82 1269,-87 96 1484,63-103 0,-69 93 353,2-12 1547,-62 102-4192,1 0 0,0-1 0,-1 1 0,1 0 0,0 0 1,0 0-1,0-1 0,0 1 0,0 0 0,0 0 0,0 0 0,0 0 0,2-1 0,-2 2-124,-1 0 0,0 0 1,1 0-1,-1 1 0,0-1 1,1 0-1,-1 0 0,0 0 1,1 0-1,-1 1 0,0-1 1,1 0-1,-1 0 0,0 1 1,0-1-1,0 0 0,1 1 0,-1-1 1,0 0-1,0 0 0,0 1 1,0-1-1,1 1 0,-1-1 1,0 0-1,0 1 0,0-1 1,0 0-1,0 1 0,0-1 1,0 0-1,0 1 0,0 47 1613,0-40-1646,-13 137 1750,7-90-2446,0 108 1,8-139-119,9 110-4123,-7-112 87,12 42-1,-1-28-4861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094"/>
    </inkml:context>
    <inkml:brush xml:id="br0">
      <inkml:brushProperty name="width" value="0.035" units="cm"/>
      <inkml:brushProperty name="height" value="0.035" units="cm"/>
      <inkml:brushProperty name="color" value="#008C3A"/>
    </inkml:brush>
  </inkml:definitions>
  <inkml:trace contextRef="#ctx0" brushRef="#br0">7 14 9237,'-6'-14'7713,"31"14"-6525,-3 3-328,17-3-156,21 3-360,-3 0-536,7 0-696,-4-1-788,0 1-705,7-3-1927,9 6-3309</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698"/>
    </inkml:context>
    <inkml:brush xml:id="br0">
      <inkml:brushProperty name="width" value="0.035" units="cm"/>
      <inkml:brushProperty name="height" value="0.035" units="cm"/>
      <inkml:brushProperty name="color" value="#008C3A"/>
    </inkml:brush>
  </inkml:definitions>
  <inkml:trace contextRef="#ctx0" brushRef="#br0">220 560 9341,'0'-1'193,"1"0"0,0 0-1,0 0 1,-1 0 0,1 0 0,0 1 0,0-1 0,0 0 0,0 0 0,0 1 0,0-1-1,0 0 1,0 1 0,0-1 0,0 1 0,0-1 0,0 1 0,0 0 0,1-1-1,-1 1 1,0 0 0,0 0 0,2 0 0,0 0 1634,-2-9-1199,1 1 0,0-1 0,0 1 1,0 0-1,1 0 0,0 0 0,5-8 0,1-6-65,1-3 94,4-9 344,-2 0 0,-1 0 0,6-38 0,27-175 2914,-44 243-3690,-1 9 52,-70 277 796,3-16-839,9-15-113,-125 646-590,180-835-244,4-50 410,1-14 97,5-4 116,13-23-193,-15 19 220,-1 0 0,-1 0 0,2-18 0,18-172-483,12-90 246,-33 280 281,1-1 1,0 1 0,1 0 0,0 0-1,0 0 1,1 1 0,0-1 0,1 1-1,0 0 1,1 0 0,0 0 0,0 1-1,1 0 1,-1 0 0,2 1 0,-1 0-1,1 0 1,0 1 0,1 0 0,0 0-1,0 1 1,0 0 0,17-7 0,0 2-36,-1 2 0,1 0 1,1 1-1,0 2 0,-1 1 1,52-2-1,-73 6 50,0 1-1,0-1 0,0 1 0,0 0 1,0 0-1,0 1 0,0-1 1,0 1-1,-1 0 0,1 0 1,8 6-1,-12-7 4,0 0 1,1 0-1,-1 0 1,0 0-1,0 0 1,0 0-1,0 1 1,0-1-1,-1 0 1,1 0-1,0 1 1,-1-1-1,1 1 1,-1-1-1,1 0 1,-1 1-1,1-1 1,-1 1-1,0-1 0,0 1 1,0-1-1,0 1 1,0-1-1,0 1 1,0-1-1,-1 1 1,1-1-1,0 1 1,-1-1-1,1 1 1,-1-1-1,0 0 1,1 1-1,-1-1 1,0 0-1,0 1 1,0-1-1,0 0 1,0 0-1,0 0 1,0 0-1,-2 1 1,-77 73-612,11-11-2707,26-16-3494,35-33 1343,14 1-3169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7.973"/>
    </inkml:context>
    <inkml:brush xml:id="br0">
      <inkml:brushProperty name="width" value="0.035" units="cm"/>
      <inkml:brushProperty name="height" value="0.035" units="cm"/>
      <inkml:brushProperty name="color" value="#008C3A"/>
    </inkml:brush>
  </inkml:definitions>
  <inkml:trace contextRef="#ctx0" brushRef="#br0">225 6 2520,'55'-5'1170,"-52"5"-751,1 0-76,36 0 279,-37 0 2530,-35 12 27,25-10-2808,0 2-1,0-1 1,0 1 0,1-1-1,0 2 1,-1-1 0,2 1-1,-1 0 1,0 0 0,1 1-1,0-1 1,-5 9-1,-15 22 546,1 1-1,2 0 1,1 2-1,-22 61 1,2 34-2661,12 5-6471,20-92 360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8.141"/>
    </inkml:context>
    <inkml:brush xml:id="br0">
      <inkml:brushProperty name="width" value="0.035" units="cm"/>
      <inkml:brushProperty name="height" value="0.035" units="cm"/>
      <inkml:brushProperty name="color" value="#008C3A"/>
    </inkml:brush>
  </inkml:definitions>
  <inkml:trace contextRef="#ctx0" brushRef="#br0">0 69 7949,'67'-20'2020,"-29"14"-440,9-5-320,-2 2-256,-4 3-256,7 3-520,9-5-644,10 5-464,6 3-356,3-3-2348,-6 6-2105</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28.331"/>
    </inkml:context>
    <inkml:brush xml:id="br0">
      <inkml:brushProperty name="width" value="0.035" units="cm"/>
      <inkml:brushProperty name="height" value="0.035" units="cm"/>
      <inkml:brushProperty name="color" value="#008C3A"/>
    </inkml:brush>
  </inkml:definitions>
  <inkml:trace contextRef="#ctx0" brushRef="#br0">67 83 9217,'25'-17'6820,"-37"6"-5215,2-4 1411,4 1-2424,-1 3-128,-5 2-3652,-1 3 611,-3 6-2083,0 3-3645</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5.835"/>
    </inkml:context>
    <inkml:brush xml:id="br0">
      <inkml:brushProperty name="width" value="0.035" units="cm"/>
      <inkml:brushProperty name="height" value="0.035" units="cm"/>
      <inkml:brushProperty name="color" value="#008C3A"/>
    </inkml:brush>
  </inkml:definitions>
  <inkml:trace contextRef="#ctx0" brushRef="#br0">1033 40 4684,'44'-20'10901,"-28"0"-6816,-30 173-1557,12-139-2394,-28 161 1114,9-62-473,-84 429 2182,-32 218-1213,122-619-1455,-4 18-98,-41 499 336,56-328-319,-11 177 200,-2-388-30,-54 197 0,9-87-191,3 76 25,42-81-4,11-114-77,-2 33-9,2-20 114,-28 159 0,14-180-236,-68 400 0,80-431 0,-76 438 0,69-445 0,-27 91 0,-37 132 0,72-250 0,2-1 0,0 63 0,1-23 0,0-37 0,2-13 0,0 0 0,3 32 0,-1-47 0,1 0 0,-1 0 0,-1 0 0,0 0 0,0 0 0,-1 0 0,-1 0 0,1-1 0,-6 11 0,-2 17 0,46-170-10002,-17 66 2490,12-5-4757</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003"/>
    </inkml:context>
    <inkml:brush xml:id="br0">
      <inkml:brushProperty name="width" value="0.035" units="cm"/>
      <inkml:brushProperty name="height" value="0.035" units="cm"/>
      <inkml:brushProperty name="color" value="#008C3A"/>
    </inkml:brush>
  </inkml:definitions>
  <inkml:trace contextRef="#ctx0" brushRef="#br0">39 25 3528,'0'0'1562,"-12"-25"6009,-14 36-2920,27-8-3753,0 1-772,1 0 1,0 0-1,1-1 0,-1 1 1,0-1-1,1 1 1,0-1-1,0 0 0,0 0 1,0 0-1,1 0 1,-1-1-1,1 1 1,-1-1-1,1 0 0,0 0 1,0-1-1,0 1 1,0-1-1,6 2 1,29 8 217,-1-2 0,2-1 1,-1-2-1,66 1 0,-45-4-148,639 23 658,4-29-685,-699 3-168,1518-28 168,-313 5-156,-214 19-42,-921 4 30,1492 27 43,-538-5-36,-191-29 11,-704 4-18,283-12 40,-129 3-80,-27 1 132,244-3-157,-351 15 121,402 11-106,364-3 197,-667-38 226,-104 9 28,-139 19-364,2 0-180,0 0 0,1 0 0,19 2 0,-58 3-2596,22-3 2231,1 1 0,0-2 0,-1 1 1,1 0-1,-1-1 0,-4 0 0,-17-2-5293,-2 1-3595</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396"/>
    </inkml:context>
    <inkml:brush xml:id="br0">
      <inkml:brushProperty name="width" value="0.035" units="cm"/>
      <inkml:brushProperty name="height" value="0.035" units="cm"/>
      <inkml:brushProperty name="color" value="#008C3A"/>
    </inkml:brush>
  </inkml:definitions>
  <inkml:trace contextRef="#ctx0" brushRef="#br0">235 1 8249,'0'0'2069,"-2"0"-1603,0 1 0,1 1-1,-1-1 1,0 0 0,1 0 0,-1 1 0,0-1 0,1 1 0,0-1 0,-1 1 0,1-1 0,0 1 0,0 0 0,-2 3 0,2 2-190,1 0 0,0 0 0,0 0 0,0 0 0,1 0 0,0 0-1,0 0 1,1-1 0,0 1 0,0 0 0,0-1 0,1 1 0,0-1 0,7 11 0,5 4-78,1-1 1,0 0-1,1-2 1,1 0-1,1-1 1,29 21-1,137 82 44,-144-96-222,13 7-101,-25-15 6,0 1 0,-2 1 0,0 2 0,38 34 0,-59-48 89,0 1-1,0-1 1,-1 1 0,0 0 0,-1 0 0,1 0-1,-2 1 1,1-1 0,-1 1 0,0 0 0,0 0-1,-1 1 1,0-1 0,-1 0 0,0 1 0,0-1-1,0 0 1,-1 1 0,-1-1 0,0 1 0,0-1-1,-4 17 1,-1-7 95,-1 0 1,-1 0-1,-1 0 1,0-1-1,-1 0 0,-1-1 1,0 0-1,-15 15 1,-116 110 246,132-131-351,-90 73-1828,-194 124 1,128-96-6361,79-47-1309</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7.926"/>
    </inkml:context>
    <inkml:brush xml:id="br0">
      <inkml:brushProperty name="width" value="0.035" units="cm"/>
      <inkml:brushProperty name="height" value="0.035" units="cm"/>
      <inkml:brushProperty name="color" value="#008C3A"/>
    </inkml:brush>
  </inkml:definitions>
  <inkml:trace contextRef="#ctx0" brushRef="#br0">29 6 1080,'-29'-6'-368,"42"15"124</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0:38.206"/>
    </inkml:context>
    <inkml:brush xml:id="br0">
      <inkml:brushProperty name="width" value="0.035" units="cm"/>
      <inkml:brushProperty name="height" value="0.035" units="cm"/>
      <inkml:brushProperty name="color" value="#008C3A"/>
    </inkml:brush>
  </inkml:definitions>
  <inkml:trace contextRef="#ctx0" brushRef="#br0">1185 95 4560,'0'-2'1229,"5"-39"4791,-6 25-5839,0 12 1698,3 1-1629,-1 0 1,1 0 0,0 1 0,0-1 0,0 0 0,0 1-1,0 0 1,4-4 0,-2 2 3808,-7 5-3240,-16 10 119,0 0 1,-28 22 0,-20 12-127,-325 156 992,122-67-2875,13 18-4418,179-94-904,18-1-4106</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29.231"/>
    </inkml:context>
    <inkml:brush xml:id="br0">
      <inkml:brushProperty name="width" value="0.035" units="cm"/>
      <inkml:brushProperty name="height" value="0.035" units="cm"/>
      <inkml:brushProperty name="color" value="#008C3A"/>
    </inkml:brush>
  </inkml:definitions>
  <inkml:trace contextRef="#ctx0" brushRef="#br0">210 83 9157,'0'0'2438,"-12"-7"1912,11 6-4011,0 1 0,0-1 0,0 0 0,0 1 0,0-1 0,0 0 0,1 1 0,-1-1 0,0 0 0,1 0 0,-1 0 0,0 0 0,1 0 0,-1 0 0,1 0 0,-1 0 0,1 0 0,0 0 0,-1 0 0,1 0 0,0 0 0,0 0 0,0 0 0,0 0 0,0 0 0,0 0 0,0 0 0,0-1 0,1 0 0,-1-5-724,0 5 1385,1-2-579,1 1 0,0 0 0,0 1 0,0-1 0,0 0 0,1 0 0,4-4 0,14-2 806,-19 8 108,-4 3-1235,-12 13-100,0 0 1,1 0 0,0 1 0,2 1-1,0 0 1,1 0 0,0 1 0,2 1 0,0-1-1,1 2 1,-7 26 0,5-4-2,2-1 1,2 2 0,1-1-1,3 64 1,2-83 0,1 1 0,1-1 0,0 0 0,2-1 0,1 1 0,15 38 0,-16-51 0,0 1 0,1-1 0,0 0 0,0 0 0,1-1 0,0 0 0,1 0 0,0 0 0,0-1 0,1-1 0,0 1 0,0-1 0,1-1 0,20 11 0,-25-15 0,-1 0 0,1 0 0,0-1 0,0 1 0,-1-1 0,1 0 0,0-1 0,0 1 0,0-1 0,0 0 0,0 0 0,0-1 0,0 1 0,0-1 0,0 0 0,0-1 0,0 1 0,0-1 0,-1 0 0,1 0 0,-1 0 0,1-1 0,-1 1 0,0-1 0,0 0 0,7-7 0,-4 2 0,0 0 0,-1 0 0,0 0 0,0 0 0,-1-1 0,0 0 0,-1 0 0,0-1 0,0 1 0,-1-1 0,0 0 0,1-13 0,-2 7 0,-1-1 0,-1 1 0,0-1 0,-2 1 0,0-1 0,0 1 0,-2 0 0,0 0 0,-8-21 0,-1 5 0,-1 1 0,-2 0 0,-28-42 0,32 55-27,-1 2 0,-1-1 0,0 2-1,-1 0 1,-1 0 0,0 2 0,-1 0 0,-1 1 0,-35-19 0,46 28-713,-1 0 1,1 1-1,0 0 0,-1 0 1,0 0-1,-14 0 1,-11 5-3611,7 8-3787,11 9-3711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1.059"/>
    </inkml:context>
    <inkml:brush xml:id="br0">
      <inkml:brushProperty name="width" value="0.035" units="cm"/>
      <inkml:brushProperty name="height" value="0.035" units="cm"/>
      <inkml:brushProperty name="color" value="#008C3A"/>
    </inkml:brush>
  </inkml:definitions>
  <inkml:trace contextRef="#ctx0" brushRef="#br0">1 138 4064,'6'2'1444,"0"-1"-1,0 1 1,0-1-1,0 0 1,7 0-1,-3-1-813,-1-1-1,1 0 1,-1 0 0,1-1 0,-1 0-1,1-1 1,-1 0 0,11-5-1,-16 6-101,6-7 311,-5 5-632,2 0-1,-1 0 0,0 1 1,1 0-1,-1 0 1,1 0-1,0 1 0,8-2 1,-6 2-99,-6 1-137,18 0 145,28-2-37,21-2-19,80 5 1,-81 3 64,0-3 1,75-9-1,191-25 662,-203 31-666,-97 3-136,130-11 8,-91 5-14,-57 3 13,100-5 0,-113 8 8,1 0 0,0 0 0,-1 0 0,1 1-1,0-1 1,7 3 0,6 1 3,152 27-14,-10-2-3,-54-21 105,205-10 0,-233 1-132,-1 3 1,1 3-1,127 26 0,-46-3 18,94 21-306,-216-42 184,48 3 1,-14-2-47,-40-4 27,40-2 1,12 1-395,-43 0-80,-29-2-378,-1 0-1,1 0 1,13 4-1,-21-4-1756,-13-18-8282</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1.863"/>
    </inkml:context>
    <inkml:brush xml:id="br0">
      <inkml:brushProperty name="width" value="0.035" units="cm"/>
      <inkml:brushProperty name="height" value="0.035" units="cm"/>
      <inkml:brushProperty name="color" value="#008C3A"/>
    </inkml:brush>
  </inkml:definitions>
  <inkml:trace contextRef="#ctx0" brushRef="#br0">0 50 8041,'73'-3'2016,"-35"8"-436,7-5-256,2 0-152,45 0 432,-44-5-992,9 5-127,-3-3-81,0 0-228,0-3-408,-6 1-400,-7-1-369,-3-3-267,-22 6-724,3 1-1600,3-7-2121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2.245"/>
    </inkml:context>
    <inkml:brush xml:id="br0">
      <inkml:brushProperty name="width" value="0.035" units="cm"/>
      <inkml:brushProperty name="height" value="0.035" units="cm"/>
      <inkml:brushProperty name="color" value="#008C3A"/>
    </inkml:brush>
  </inkml:definitions>
  <inkml:trace contextRef="#ctx0" brushRef="#br0">20 49 9885,'0'0'2584,"3"-17"-296,0 2 33,-19 7 3767,7-1-3608,18 23-1580,4 4-184,3 2-131,3 20-129,-6-6-124,6 0-460,-4 3-840,1 6-465,-9 0-959,-4 3-932,0 5-2721,10 6-5316</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3.310"/>
    </inkml:context>
    <inkml:brush xml:id="br0">
      <inkml:brushProperty name="width" value="0.035" units="cm"/>
      <inkml:brushProperty name="height" value="0.035" units="cm"/>
      <inkml:brushProperty name="color" value="#008C3A"/>
    </inkml:brush>
  </inkml:definitions>
  <inkml:trace contextRef="#ctx0" brushRef="#br0">25 41 6433,'-25'-40'20896,"47"48"-19970,-13-3-759,0 0 0,-1 0 1,0 1-1,0 0 1,0 0-1,9 11 1,12 8 135,27 21 130,207 151-2446,-139-114-3441,-47-21-5140,-48-36 1476</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371"/>
    </inkml:context>
    <inkml:brush xml:id="br0">
      <inkml:brushProperty name="width" value="0.035" units="cm"/>
      <inkml:brushProperty name="height" value="0.035" units="cm"/>
      <inkml:brushProperty name="color" value="#008C3A"/>
    </inkml:brush>
  </inkml:definitions>
  <inkml:trace contextRef="#ctx0" brushRef="#br0">65 303 10477,'-7'-4'1116,"-12"-6"12398,17 11-13334,0 0-1,0 0 1,1 0 0,-1 1-1,0-1 1,0 0-1,1 1 1,-1-1 0,1 1-1,-1 0 1,1-1 0,0 1-1,0 0 1,0 0 0,-2 3-1,2 0-15,1 1-1,0-1 1,0 0-1,0 0 0,0 0 1,2 8-1,0 7 154,-2 19 524,-8 57 0,5-70-626,0 1 0,2 0 0,0 0 0,2-1 0,6 35 0,-5-49-188,1-1-1,1 1 0,0 0 1,0-1-1,1 0 1,0 0-1,1 0 0,1-1 1,-1 0-1,13 14 1,-14-19-59,0 0 0,1 0 0,-1-1 0,1 0 0,0 0 0,0 0 1,0-1-1,0 0 0,0 0 0,1-1 0,0 1 0,-1-1 0,1-1 1,0 0-1,0 0 0,0 0 0,0 0 0,0-1 0,0 0 0,9-2 1,0-1-4,1 0 0,-1-1 0,0-1 0,0-1 0,-1 0 0,1-1 0,-1 0 0,-1-1 1,0-1-1,0 0 0,0-1 0,-1-1 0,-1 0 0,0-1 0,0 0 0,-1-1 0,-1 0 1,0 0-1,-1-1 0,15-30 0,-13 16 52,0 0 1,-2 0-1,-1-1 0,-2 0 1,-1 0-1,-1-1 1,-1 0-1,-1 0 0,-2 1 1,-1-1-1,-2 0 0,-7-38 1,7 54-1,-1 0 1,0 1 0,0 0-1,-1 0 1,-1 0-1,0 0 1,-1 1-1,0 0 1,-1 0-1,-1 1 1,0 0 0,0 0-1,-1 1 1,0 1-1,0-1 1,-1 2-1,-1-1 1,1 2-1,-2-1 1,1 2 0,0-1-1,-1 2 1,-16-5-1,25 9-123,0 0 0,0 0 0,0 0 0,0 1 0,0 0 0,0 0 0,-1 0 0,1 0 0,0 1 0,0-1 0,0 1 0,-4 1 0,5-1-140,1 1 0,-1-1 1,1 0-1,0 1 0,-1-1 1,1 1-1,0 0 0,0-1 1,0 1-1,1 0 0,-1 0 1,0 1-1,1-1 0,-3 4 1,2-1-648,0 1-1,0-1 1,0 1 0,1 0 0,0 0 0,0 0 0,0 0 0,1 0 0,0 0 0,0 0 0,0 0 0,1 0-1,2 11 1,12 27-10506</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541"/>
    </inkml:context>
    <inkml:brush xml:id="br0">
      <inkml:brushProperty name="width" value="0.035" units="cm"/>
      <inkml:brushProperty name="height" value="0.035" units="cm"/>
      <inkml:brushProperty name="color" value="#008C3A"/>
    </inkml:brush>
  </inkml:definitions>
  <inkml:trace contextRef="#ctx0" brushRef="#br0">13 46 14821,'0'0'6205,"-6"-14"-5041,0 3-252,22-1-4328,-4 4 196,14 16-10262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851"/>
    </inkml:context>
    <inkml:brush xml:id="br0">
      <inkml:brushProperty name="width" value="0.035" units="cm"/>
      <inkml:brushProperty name="height" value="0.035" units="cm"/>
      <inkml:brushProperty name="color" value="#008C3A"/>
    </inkml:brush>
  </inkml:definitions>
  <inkml:trace contextRef="#ctx0" brushRef="#br0">251 126 12981,'-3'-8'934,"0"0"1,-1 1-1,0-1 0,0 1 0,-1 0 0,1 0 0,-2 0 0,-8-9 1,-14-21 6547,27 35-5310,-11-7-771,11 9-1394,0-1 0,0 1 1,0 0-1,0 0 1,0-1-1,0 1 0,0 0 1,0 0-1,0 0 1,0 0-1,0 0 0,0 0 1,0 0-1,0 0 1,0 1-1,0-1 0,0 0 1,0 1-1,1-1 1,-1 0-1,0 1 0,0-1 1,0 1-1,0-1 1,1 1-1,-1 0 0,0-1 1,0 1-1,1 0 1,-1 0-1,0-1 0,1 1 1,-1 0-1,1 0 1,-1 0-1,0 1 0,-21 39 43,21-40-50,-7 19 0,0 0 0,1 0 0,1 1 0,1-1 0,1 1 0,0 1 0,2-1 0,0 0 0,2 1 0,0-1 0,2 1 0,0-1 0,1 0 0,2 0 0,0 0 0,11 29 0,-9-31 2,0-5-18,-1 1 0,-1 0 0,0 0 1,-1 1-1,-1-1 0,0 1 0,0 27 0,-3-39-158,-1 0 0,1 0 0,-1 0 0,0 0 0,-1 0 0,1 0 0,-1-1 0,0 1 0,1 0 0,-2-1 0,1 1 0,0-1 0,-1 0 0,1 0 0,-1 0 0,0 0 0,0 0 0,0-1 0,-4 3 1,2-2-504,0 0 0,0 0 0,0-1 0,0 0 0,0 0 0,0 0 0,-1-1 1,1 0-1,-1 0 0,1 0 0,-1 0 0,1-1 0,-7 0 0,-4-1-5667</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4.989"/>
    </inkml:context>
    <inkml:brush xml:id="br0">
      <inkml:brushProperty name="width" value="0.035" units="cm"/>
      <inkml:brushProperty name="height" value="0.035" units="cm"/>
      <inkml:brushProperty name="color" value="#008C3A"/>
    </inkml:brush>
  </inkml:definitions>
  <inkml:trace contextRef="#ctx0" brushRef="#br0">1 34 10733,'0'-17'2076,"3"0"3101,29 23-5497,-4-6-624,1 11-393,-1 1-491,-5 2-2092,11 12-2733</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5.159"/>
    </inkml:context>
    <inkml:brush xml:id="br0">
      <inkml:brushProperty name="width" value="0.035" units="cm"/>
      <inkml:brushProperty name="height" value="0.035" units="cm"/>
      <inkml:brushProperty name="color" value="#008C3A"/>
    </inkml:brush>
  </inkml:definitions>
  <inkml:trace contextRef="#ctx0" brushRef="#br0">0 98 8257,'22'-9'2380,"-3"0"2416,-19-11-3791,0 0-129,0 0-2241,0 0-175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38.974"/>
    </inkml:context>
    <inkml:brush xml:id="br0">
      <inkml:brushProperty name="width" value="0.035" units="cm"/>
      <inkml:brushProperty name="height" value="0.035" units="cm"/>
      <inkml:brushProperty name="color" value="#008C3A"/>
    </inkml:brush>
  </inkml:definitions>
  <inkml:trace contextRef="#ctx0" brushRef="#br0">23 659 11609,'0'0'6252,"-4"-2"-3720,-10-10 871,10 9-1220,23-11 977,133-93-2253,5 8 0,4 6 0,343-141 0,-338 172-907,-138 54 0,0 0 0,1 2 0,0 2 0,30-2 0,-52 5 0,1 1 0,0 1 0,0-1 0,-1 1 0,1 0 0,-1 1 0,1 0 0,10 4 0,-15-5 0,0 1 0,-1-1 0,1 1 0,-1 0 0,1 0 0,-1 0 0,0 0 0,1 0 0,-1 0 0,0 1 0,-1-1 0,1 1 0,0-1 0,-1 1 0,1 0 0,-1 0 0,0 0 0,0-1 0,0 1 0,0 0 0,0 0 0,-1 0 0,1 6 0,-1 6 0,-1 0 0,0 0 0,-1-1 0,0 1 0,-1 0 0,-1-1 0,0 0 0,-7 14 0,-57 112 0,50-105 0,-56 103 0,-50 101 0,92-169 0,-34 108 0,62-167 0,1 0 0,1 0 0,-2 21 0,3-30 0,1 1 0,0-1 0,0 0 0,0 1 0,0-1 0,1 0 0,-1 1 0,1-1 0,-1 0 0,1 1 0,0-1 0,0 0 0,0 0 0,0 0 0,0 1 0,0-1 0,1 0 0,-1-1 0,0 1 0,1 0 0,0 0 0,0-1 0,-1 1 0,1-1 0,0 1 0,3 0 0,3 1 0,0 0 0,1-1 0,0 0 0,-1 0 0,1-1 0,0 0 0,0-1 0,0 0 0,0 0 0,-1-1 0,1 0 0,0-1 0,0 0 0,8-3 0,22-7 0,68-34 0,-74 31 0,350-180-412,-106 50-514,-161 83-2392,-48 14-1732,-66 46 4232,0 1 0,0-1 1,0 0-1,0 0 0,-1 0 1,1 0-1,0 0 0,-1 0 1,0 0-1,1 0 0,0-4 1,5-7-9448</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0.729"/>
    </inkml:context>
    <inkml:brush xml:id="br0">
      <inkml:brushProperty name="width" value="0.035" units="cm"/>
      <inkml:brushProperty name="height" value="0.035" units="cm"/>
      <inkml:brushProperty name="color" value="#008C3A"/>
    </inkml:brush>
  </inkml:definitions>
  <inkml:trace contextRef="#ctx0" brushRef="#br0">121 124 4936,'0'0'5030,"-3"0"-3762,-4 2-44,-10 1-1006,6-3 13070,12-3-13100,0 0 0,-1-1 0,1 1 0,-1 0 0,0-1 0,0 1 0,0-1 0,-1-5 0,0 7-110,-1 0 0,1 0 0,-1 1 0,0-1 1,1 0-1,-1 1 0,0-1 0,0 1 0,0 0 0,0 0 0,-1 0 1,1 0-1,0 0 0,0 0 0,-1 0 0,-1 0 0,-5-2-113,7 2 650,-33-1-351,32 2 448,22 5-340,-18-4-356,0 0 1,0-1 0,0 1 0,0-1 0,0 1 0,0-1 0,0 0-1,0 1 1,0-1 0,1 0 0,-1 0 0,0 0 0,0 0 0,0 0-1,0 0 1,1 0 0,-1 0 0,0-1 0,0 1 0,2-1 0,39-15 103,-39 15-95,15-2 79,-2 0 217,2-21 599,-16 22-908,1-3-11,18-3-3,-7 6 2,0-1 0,1 2 0,-1 0 0,22 2 0,18-1 0,514-4 0,-509 8 0,204 20 0,-211-16 0,0 2 0,-1 2 0,51 20 0,-95-29 0,-1 0 0,1 0 0,-1 1 0,0 0 0,0 1 0,8 7 0,-1 3 0,-11-12 0,-1-1 0,0-1 0,0 1 0,0-1 0,-1 1 0,1-1 0,0 1 0,-1-1 0,0 1 0,1-1 0,-1 1 0,0 0 0,0-1 0,0 1 0,0 0 0,0-1 0,0 3 0,0 6 0,0 0 0,-1 0 0,0 0 0,-1 0 0,0 0 0,-4 12 0,-24 61 0,21-62 0,-77 185 0,-207 357 0,276-535 0,-194 338 0,113-177 0,96-184-247,0-1-1,0 1 1,1 0 0,-1 0-1,1-1 1,0 1 0,0 0-1,0 7 1,0 0-706,2-11 751,0-1 0,0 0 1,-1 0-1,1 0 0,0 0 0,0 0 0,-1 0 1,1 0-1,0 0 0,0 0 0,-1 0 0,1 0 0,0 0 1,0 0-1,-1-1 0,1 1 0,0 0 0,0-1 1,-1 1-1,2-1 0,-1 1-182,11-6-3126,0 0-1,19-13 0,1-1-7939</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1.150"/>
    </inkml:context>
    <inkml:brush xml:id="br0">
      <inkml:brushProperty name="width" value="0.035" units="cm"/>
      <inkml:brushProperty name="height" value="0.035" units="cm"/>
      <inkml:brushProperty name="color" value="#008C3A"/>
    </inkml:brush>
  </inkml:definitions>
  <inkml:trace contextRef="#ctx0" brushRef="#br0">483 26 12441,'25'-25'8332,"-26"25"-8105,0 0-1,1 0 0,-1 0 1,0 1-1,0-1 0,0 0 1,0 1-1,1-1 0,-1 1 1,0-1-1,0 1 0,1-1 1,-1 1-1,0 0 1,1-1-1,-1 1 0,0 0 1,1-1-1,-1 1 0,1 0 1,0 0-1,-1 0 0,1-1 1,-1 3-1,-5 21 2088,9 98 1536,-8-73-3808,-2 0 1,-3-1-1,-1 1 1,-27 68-1,3-28-213,-65 114 0,63-143-2804,-2-1 0,-58 65 0,30-39-5880,25-32-2847</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1.664"/>
    </inkml:context>
    <inkml:brush xml:id="br0">
      <inkml:brushProperty name="width" value="0.035" units="cm"/>
      <inkml:brushProperty name="height" value="0.035" units="cm"/>
      <inkml:brushProperty name="color" value="#008C3A"/>
    </inkml:brush>
  </inkml:definitions>
  <inkml:trace contextRef="#ctx0" brushRef="#br0">398 302 12337,'-22'-56'3472,"16"43"-1513,0 0 0,-1 0 0,0 0 0,-11-12 0,18 24-1816,-1 0 1,0 0-1,0 0 0,0 0 1,0 0-1,0 0 1,0 0-1,0 0 1,-1 0-1,1 0 1,0 0-1,0 1 0,-1-1 1,1 1-1,-3-2 1,4 3-94,0-1 1,-1 0-1,1 0 1,-1 0 0,1 0-1,-1 0 1,1 1-1,-1-1 1,1 0-1,-1 0 1,1 1-1,0-1 1,-1 0 0,1 0-1,0 1 1,-1-1-1,1 1 1,0-1-1,-1 0 1,1 1 0,0-1-1,0 1 1,-1-1-1,1 1 1,0-1-1,0 0 1,0 1-1,0 0 1,-2 5 169,1 1-1,1-1 1,-1 0-1,2 13 1,5 56 508,3-1 0,23 90 0,-23-126-703,2-1 0,2-1 0,31 65 0,-36-85-23,0-1-1,1-1 1,1 0 0,1 0-1,-1-1 1,2 0 0,0-1-1,1 0 1,0-1 0,0-1-1,16 10 1,-18-15-12,0 0-1,1-1 1,-1 0 0,1-1-1,0 0 1,0-1 0,0-1-1,0 0 1,0 0 0,0-1-1,0-1 1,0 0 0,1 0-1,-2-1 1,1-1 0,0 0-1,0-1 1,-1 0 0,0 0-1,21-13 1,-17 9-5,-1 0 0,0-1 0,0-1-1,-1-1 1,-1 0 0,1 0 0,-2-1 0,0-1 0,0 0 0,-1 0 0,-1-1 0,0-1 0,-1 1 0,11-27 0,-13 22 2,-2-1 1,0 0 0,-1 0 0,0 0 0,-2 0 0,-1 0-1,0-1 1,-2 1 0,0 0 0,-1 0 0,-1 0 0,-1 0 0,0 1-1,-2 0 1,-9-19 0,6 16 17,-1 1-1,-1 0 1,-1 0-1,0 2 1,-2 0-1,0 0 1,-1 2-1,-1 0 1,-1 0-1,0 2 1,-1 0-1,-29-17 1,20 17-99,-1 2 1,0 1 0,0 1-1,-1 1 1,-1 2-1,0 1 1,0 1 0,-54-3-1,63 8-393,0 1 0,0 1-1,0 1 1,0 1 0,0 1-1,0 1 1,1 1 0,0 0-1,0 2 1,0 0 0,1 2 0,1 0-1,-23 16 1,29-16-943,0 1 1,-22 23 0,1 10-4464,-2 13-5467</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2.096"/>
    </inkml:context>
    <inkml:brush xml:id="br0">
      <inkml:brushProperty name="width" value="0.035" units="cm"/>
      <inkml:brushProperty name="height" value="0.035" units="cm"/>
      <inkml:brushProperty name="color" value="#008C3A"/>
    </inkml:brush>
  </inkml:definitions>
  <inkml:trace contextRef="#ctx0" brushRef="#br0">83 58 14641,'-16'-20'4693,"7"5"-2549,2 1 4081,-8 11-5945,2-2-664,0 10-13486,4 7 3125</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4.063"/>
    </inkml:context>
    <inkml:brush xml:id="br0">
      <inkml:brushProperty name="width" value="0.035" units="cm"/>
      <inkml:brushProperty name="height" value="0.035" units="cm"/>
      <inkml:brushProperty name="color" value="#008C3A"/>
    </inkml:brush>
  </inkml:definitions>
  <inkml:trace contextRef="#ctx0" brushRef="#br0">1 1103 9777,'25'20'3225,"-6"-26"-340,-16 6-2624,0-1-1,1 1 1,-1 0 0,0-1 0,0 2-1,1-1 1,-1 0 0,0 0-1,0 1 1,0 0 0,0 0 0,4 1-1,39 20 421,-29-13-169,15 7-97,0 2 0,-1 2 0,-1 1 1,-1 1-1,38 38 0,-49-42-318,-1 1 1,-1 1-1,-1 1 0,0 0 1,-2 1-1,-1 0 0,0 1 1,13 40-1,-21-49-74,-1 1 0,-1-1 0,0 1 1,0-1-1,-2 1 0,0 0 0,-1 0 0,0-1 0,-1 1 0,-1-1 0,0 1 0,-1-1 0,0 0 0,-1 0 0,-1-1 0,0 1 1,-1-1-1,-1-1 0,0 1 0,-10 12 0,14-21-15,0 0 1,1 1-1,-2-1 1,1-1-1,0 1 1,-1-1-1,1 0 0,-1 0 1,0 0-1,0 0 1,0-1-1,-1 0 1,1 0-1,0 0 1,-1-1-1,0 0 0,1 0 1,-1 0-1,1-1 1,-1 0-1,0 0 1,1 0-1,-1-1 1,0 1-1,1-1 0,-1-1 1,1 1-1,-1-1 1,1 0-1,0 0 1,0-1-1,0 0 1,0 1-1,0-2 0,-7-5 1,-2-7-1,0-1 0,1 0 0,1-1 1,0-1-1,2 0 0,0 0 0,1-1 0,-11-36 0,1-14 1,-13-89-1,20 77-37,3 0 0,4-1 0,4 1 0,3-1 0,15-92 1,-4 111-195,3 1 0,3 1 0,3 1 0,2 0 0,3 2 0,43-71 0,-50 101-472,1 0-1,1 1 1,2 2-1,0 0 1,2 2-1,1 0 0,55-36 1,-55 42-1833,1 1 0,47-22 0,-8 12-4321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051"/>
    </inkml:context>
    <inkml:brush xml:id="br0">
      <inkml:brushProperty name="width" value="0.035" units="cm"/>
      <inkml:brushProperty name="height" value="0.035" units="cm"/>
      <inkml:brushProperty name="color" value="#008C3A"/>
    </inkml:brush>
  </inkml:definitions>
  <inkml:trace contextRef="#ctx0" brushRef="#br0">18 671 12237,'-5'0'308,"-7"1"2252,17-9 327,6-8-1729,7-8-305,0 2-1,2 0 1,26-24-1,78-58-39,-28 25-367,64-52-145,21-20-27,-163 136-250,-1 1 0,1 1 0,26-13 0,-42 26-20,-1 0-1,1 1 1,-1-1 0,1 1 0,-1-1 0,0 1 0,1 0 0,-1 0 0,0-1 0,1 1 0,-1 0 0,0 0 0,0 0 0,0 0 0,0 1 0,0-1 0,0 0-1,0 0 1,0 0 0,0 3 0,1 0 6,-1 0 1,0 1-1,-1-1 0,1 0 0,-1 1 1,0 5-1,2 11 45,7 43 97,3 122 1,-3-10-11,1-2-148,-14 126 884,-8-157 876,13-142-1734,0-1 1,-1 1-1,1 0 0,-1-1 1,1 1-1,0-1 1,0 0-1,-1 1 1,1-1-1,0 0 0,0 1 1,-1-1-1,1 0 1,0 0-1,0 0 0,0 1 1,-1-1-1,1 0 1,0 0-1,0 0 0,0 0 1,0-1-1,-1 1 1,3 0-1,-2 0 18,6-2-2,-1 1-1,1-1 1,0 0 0,0 0 0,-1 0-1,1-1 1,-1 0 0,0-1 0,0 1-1,0-1 1,7-6 0,13-12-3,25-27 0,-26 24-38,299-259-3159,-222 198 1486,-59 50 276,43-38-1572,-33 19-5781,-40 45 902</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343"/>
    </inkml:context>
    <inkml:brush xml:id="br0">
      <inkml:brushProperty name="width" value="0.035" units="cm"/>
      <inkml:brushProperty name="height" value="0.035" units="cm"/>
      <inkml:brushProperty name="color" value="#008C3A"/>
    </inkml:brush>
  </inkml:definitions>
  <inkml:trace contextRef="#ctx0" brushRef="#br0">174 1 9981,'-8'0'658,"0"1"0,0 0 0,1 0 0,-1 1 0,0 0 0,1 1 0,-1 0 0,1 0 0,0 0 0,0 1 0,-11 7 0,13-6-116,0-1-1,1 0 1,0 1 0,-1 0-1,2 0 1,-1 0 0,0 1-1,1-1 1,0 1 0,-4 11-1,1 1 201,0-1-1,-4 28 0,8-32-504,1 1-1,1 0 1,0-1 0,0 1-1,2 0 1,-1 0 0,2-1-1,0 1 1,0-1 0,2 0-1,-1 0 1,2 0 0,6 12-1,-1-5-44,1-1 0,1 0 0,0-1-1,1-1 1,1 0 0,1-1-1,23 20 1,-1-8-374,1-1-1,2-2 1,0-1-1,1-3 0,2-1 1,0-2-1,1-3 1,81 19-1,-64-23-1684,1-1 0,66-1 0,-54-8-3760,106-12 0,-80-4-3797</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5.603"/>
    </inkml:context>
    <inkml:brush xml:id="br0">
      <inkml:brushProperty name="width" value="0.035" units="cm"/>
      <inkml:brushProperty name="height" value="0.035" units="cm"/>
      <inkml:brushProperty name="color" value="#008C3A"/>
    </inkml:brush>
  </inkml:definitions>
  <inkml:trace contextRef="#ctx0" brushRef="#br0">6 27 11585,'-1'-1'81,"1"1"-1,-1 0 1,1 0 0,0-1 0,-1 1-1,1 0 1,0 0 0,0-1-1,-1 1 1,1 0 0,0-1-1,0 1 1,-1 0 0,1-1-1,0 1 1,0-1 0,0 1-1,0 0 1,0-1 0,-1 1 0,1-1-1,0 1 1,0 0 0,0-1-1,0 1 1,0-1 0,0 1-1,0 0 1,0-1 0,1 1-1,-1-1 1,0 1 0,0 0-1,0-1 1,0 1 0,0-1 0,1 1-1,17-9 2466,-13 8-2085,0 0 0,0 0 0,0 1 0,0 0 0,0 0 0,0 0 0,0 1 0,5 0 0,2 4 49,0 0 0,0 1 1,0 0-1,-1 1 0,14 10 0,15 10 332,74 46 178,-3 5-1,107 100 1,-167-132-966,-3 2 0,-2 2-1,-2 2 1,-2 2 0,53 90 0,-65-90-159,-3 1 1,-1 1-1,-4 1 1,-1 2 0,-4 0-1,14 80 1,-20-72-234,-3 0 0,-4 1 0,-2 0 0,-10 98 0,3-130-134,-1-1 0,-1 0 0,-2 0 1,-2-1-1,-1-1 0,-1 1 0,-2-2 0,-2 0 1,0-1-1,-27 34 0,29-46-1287,-31 29 0,1-9-3407,-3-3-4186</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6.004"/>
    </inkml:context>
    <inkml:brush xml:id="br0">
      <inkml:brushProperty name="width" value="0.035" units="cm"/>
      <inkml:brushProperty name="height" value="0.035" units="cm"/>
      <inkml:brushProperty name="color" value="#008C3A"/>
    </inkml:brush>
  </inkml:definitions>
  <inkml:trace contextRef="#ctx0" brushRef="#br0">58 647 15445,'-38'-40'3073,"28"28"-609,4-14-256,3 1-372,6-7-252,10-16-355,-1 16-265,14-8-408,2-3-400,14-8-536,5-1-728,4 4-329,6-4-699,7 4-624,-7 2-584,-3 12-2133,0 17-4412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6.141"/>
    </inkml:context>
    <inkml:brush xml:id="br0">
      <inkml:brushProperty name="width" value="0.035" units="cm"/>
      <inkml:brushProperty name="height" value="0.035" units="cm"/>
      <inkml:brushProperty name="color" value="#008C3A"/>
    </inkml:brush>
  </inkml:definitions>
  <inkml:trace contextRef="#ctx0" brushRef="#br0">1 601 11317,'19'8'2376,"-22"-28"-316,9-14-231,7 11-353,9-6-364,3-2-128,7-6-488,6-9-292,3-8-500,7-6-696,0-3-824,6-11-941,3 2-1915,3 7-3665</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49.651"/>
    </inkml:context>
    <inkml:brush xml:id="br0">
      <inkml:brushProperty name="width" value="0.035" units="cm"/>
      <inkml:brushProperty name="height" value="0.035" units="cm"/>
      <inkml:brushProperty name="color" value="#008C3A"/>
    </inkml:brush>
  </inkml:definitions>
  <inkml:trace contextRef="#ctx0" brushRef="#br0">0 527 8437,'1'-3'2432,"5"-14"2596,6-15 549,-9 28-5320,-1-1-1,0 0 1,1 1 0,0 0-1,0-1 1,0 1 0,1 1-1,-1-1 1,1 0-1,0 1 1,0 0 0,0 0-1,1 0 1,4-3 0,33-13 213,1 1 1,1 3 0,0 1 0,79-14-1,36-10-326,-30-2-784,-3-6 0,136-70-1,-239 103 400,-1 0-1,0-1 0,28-25 0,-49 38 158,-4 1-108,-3 0 187,1 0 1,-1 0-1,1 1 0,-1 0 1,1 0-1,-1 0 0,1 1 1,0 0-1,0 0 0,0 0 1,-8 5-1,-14 4-8,25-10 176,0 2-84,-1 1 153,1 1-1,0-1 1,0 1 0,0 0 0,0 0 0,1 0 0,0 0 0,0 0 0,0 0 0,1 0 0,-1 0 0,1 7-1,0-6-418,-7 55 551,-3 0-1,-2-1 0,-3 0 1,-31 78-1,-6-14-182,-69 119 1,52-118-98,21-40-83,-46 113 0,90-187-141,0-1 0,1 1 0,0 0 0,-3 22 0,6-30 36,0 0-1,0 1 1,0-1-1,0 0 1,0 0-1,1 0 1,0 1-1,-1-1 1,1 0-1,0 0 1,1 0-1,-1 0 1,0 0-1,1 0 1,0 0-1,-1-1 1,1 1-1,0-1 1,4 4-1,-4-4-626,0-2 13,1 1 526,-1-1 1,0 1 0,0-1-1,1 0 1,-1 0-1,0 1 1,0-2 0,1 1-1,-1 0 1,0 0 0,0-1-1,1 0 1,-1 1-1,0-1 1,0 0 0,0 0-1,3-1 1,-3-1-621,0 1 1,0 0-1,0-1 1,0 1-1,0-1 0,0 0 1,-1 1-1,0-1 1,1 0-1,-1 0 1,0 0-1,1-6 0,4-8-7892</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0.638"/>
    </inkml:context>
    <inkml:brush xml:id="br0">
      <inkml:brushProperty name="width" value="0.035" units="cm"/>
      <inkml:brushProperty name="height" value="0.035" units="cm"/>
      <inkml:brushProperty name="color" value="#008C3A"/>
    </inkml:brush>
  </inkml:definitions>
  <inkml:trace contextRef="#ctx0" brushRef="#br0">686 115 5801,'-1'0'123,"1"0"0,0 0 1,-1 0-1,1 0 0,-1-1 1,1 1-1,-1 0 0,1 0 1,-1 0-1,1 0 0,0 0 1,-1-1-1,1 1 0,-1 0 1,1 0-1,0-1 0,-1 1 1,1 0-1,0-1 0,-1 1 1,1 0-1,0-1 0,-1 1 1,1 0-1,0-1 1,0 1-1,0-1 0,-1 1 1,1 0-1,0-1 0,0 1 1,0-1-1,0 1 0,0-1 1,0 1-1,0-1 0,0 1 1,0-1-1,0 1 0,0 0 1,0-1-1,0 1 0,0-2 1,17-18 6394,-4 6-6164,-5 5 330,-7 7 527,6-10-199,-6 10-718,0 1-1,-1 0 1,1-1-1,-1 1 1,1-1-1,-1 1 1,1-1-1,-1 1 1,0-1-1,0 1 1,0-1-1,0 0 0,0 1 1,0-1-1,-1 1 1,1-1-1,0 1 1,-1-1-1,1 1 1,-1-1-1,1 1 1,-1 0-1,-1-3 1,1 2-773,0-1 2480,-1 7-1892,-11 29 33,1 2 0,-14 65-1,-11 36-35,7-61 6,-74 133-1,-62 60-896,113-179-874,-61 144 0,87-174 686,-44 113-3594,32-56-2834,15-29-3007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141"/>
    </inkml:context>
    <inkml:brush xml:id="br0">
      <inkml:brushProperty name="width" value="0.035" units="cm"/>
      <inkml:brushProperty name="height" value="0.035" units="cm"/>
      <inkml:brushProperty name="color" value="#008C3A"/>
    </inkml:brush>
  </inkml:definitions>
  <inkml:trace contextRef="#ctx0" brushRef="#br0">66 178 9141,'-19'-18'7960,"9"8"-2784,3-1-2766,7 11-2333,-1-1-1,1 1 0,0 0 0,0-1 0,0 1 1,0 0-1,-1-1 0,1 1 0,0 0 0,0 0 1,-1-1-1,1 1 0,0 0 0,0-1 0,-1 1 1,1 0-1,0 0 0,-1 0 0,1-1 0,0 1 0,-1 0 1,1 0-1,0 0 0,-1 0 0,1 0 0,-1 0 1,1 0-1,0 0 0,-1 0 0,1 0 0,0 0 1,-1 0-1,-3 7 147,1 1-1,1-1 1,-1 1 0,1 0 0,0 0 0,1 0 0,0 0-1,0 0 1,1 0 0,0 0 0,0 0 0,3 12 0,3 14 277,17 55 1,-8-35 1,-1 3-269,3-1 1,31 68 0,-39-102-216,2-1-1,0-1 0,1 0 0,2 0 0,0-2 1,0 1-1,2-2 0,28 25 0,-38-37-45,0 0 1,1-1-1,-1 0 0,1-1 0,0 1 0,0-1 1,0-1-1,0 1 0,0-1 0,1-1 0,-1 1 1,1-1-1,10 0 0,-8-1 12,0-1 1,1 0-1,-1-1 1,0 0-1,0 0 0,0-1 1,-1 0-1,1-1 0,9-5 1,-3 0 9,0-1 0,-1 0 0,-1-1 0,1 0 0,-2-2 0,0 1 0,0-1 0,-1-1 0,-1 0 1,18-31-1,-20 27-7,0-1 1,-2 1-1,0-2 1,-1 1-1,-1-1 1,-1 1-1,-1-1 1,-1 0-1,0-36 1,-2 30 3,-2 1-1,-1 0 1,-2 0 0,0 1 0,-1-1 0,-1 1-1,-19-41 1,18 48-3,-2-1 0,0 1 0,0 1-1,-2 0 1,0 1 0,0 0 0,-2 0 0,0 2-1,0 0 1,-19-13 0,20 18-8,0 0-1,0 1 1,-1 0 0,0 1-1,0 1 1,0 0 0,-1 1-1,0 0 1,0 2 0,0-1-1,0 2 1,0 0 0,0 1 0,-17 2-1,22-1-162,0 0-1,0 1 1,0 1 0,0 0-1,0 0 1,0 1-1,1 0 1,-1 1 0,1 0-1,-16 11 1,20-11-233,0-1 0,0 1 0,0 0 0,1 0 0,0 0 0,0 0 1,-6 12-1,7-12-258,1 1 1,0-1-1,0 1 0,1-1 1,-1 1-1,1 0 1,1 0-1,-1-1 1,1 1-1,0 6 0,6 21-5310,9-5-3504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295"/>
    </inkml:context>
    <inkml:brush xml:id="br0">
      <inkml:brushProperty name="width" value="0.035" units="cm"/>
      <inkml:brushProperty name="height" value="0.035" units="cm"/>
      <inkml:brushProperty name="color" value="#008C3A"/>
    </inkml:brush>
  </inkml:definitions>
  <inkml:trace contextRef="#ctx0" brushRef="#br0">52 115 12389,'-35'-32'3020,"31"12"-1867,1 3 127,-3 0-2873,3 0-299,12 5-9481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590"/>
    </inkml:context>
    <inkml:brush xml:id="br0">
      <inkml:brushProperty name="width" value="0.035" units="cm"/>
      <inkml:brushProperty name="height" value="0.035" units="cm"/>
      <inkml:brushProperty name="color" value="#008C3A"/>
    </inkml:brush>
  </inkml:definitions>
  <inkml:trace contextRef="#ctx0" brushRef="#br0">33 35 13325,'-1'-1'230,"0"0"-1,0-1 0,1 1 1,-1 0-1,0 0 1,0-1-1,1 1 0,-1 0 1,1 0-1,-1-1 0,1 1 1,0-1-1,0 1 1,-1-1-1,1 1 0,0 0 1,0-1-1,0 1 1,3-9 10177,-5 13-9617,-2 3-622,1 1 1,0-1 0,0 0-1,1 1 1,0-1-1,0 1 1,0 0 0,1 0-1,0 0 1,0 0 0,1 0-1,0 0 1,0-1 0,1 1-1,2 13 1,3 11 108,2 0-1,13 36 1,-4-26-168,0 0-1,38 61 1,59 68-999,-88-134 563,-5-8-281,-2 0 0,0 0 1,25 56-1,-43-78 141,1 0-1,-1 1 0,0-1 0,0 1 1,-1-1-1,0 0 0,0 1 0,0-1 1,-1 1-1,0-1 0,-1 1 0,1-1 1,-1 0-1,0 0 0,-1 0 0,1 0 1,-1 0-1,0 0 0,-7 8 0,8-12 81,1-1 1,-1 1-1,1-1 0,-1 0 0,0 1 0,1-1 0,-1 0 0,0 0 0,0 0 0,0-1 0,0 1 0,0 0 0,0-1 0,0 1 0,0-1 0,0 0 0,0 1 0,0-1 0,0 0 0,0 0 0,-1-1 0,1 1 0,0 0 0,0-1 0,-4-1 0,-7-5-6300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2.774"/>
    </inkml:context>
    <inkml:brush xml:id="br0">
      <inkml:brushProperty name="width" value="0.035" units="cm"/>
      <inkml:brushProperty name="height" value="0.035" units="cm"/>
      <inkml:brushProperty name="color" value="#008C3A"/>
    </inkml:brush>
  </inkml:definitions>
  <inkml:trace contextRef="#ctx0" brushRef="#br0">0 255 7829,'7'-63'1604,"-11"40"16,1 3-200,3 3-124,3 2-140,1-2-180,5 0-215,-3 0-129,7 3-112,0 2-224,6 4-264,0 2-580,6-3-512,17-2-645,-30 5-2575,20 9-3285</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3.113"/>
    </inkml:context>
    <inkml:brush xml:id="br0">
      <inkml:brushProperty name="width" value="0.035" units="cm"/>
      <inkml:brushProperty name="height" value="0.035" units="cm"/>
      <inkml:brushProperty name="color" value="#008C3A"/>
    </inkml:brush>
  </inkml:definitions>
  <inkml:trace contextRef="#ctx0" brushRef="#br0">35 112 16237,'16'-23'2677,"-38"-6"-517,12 20 1156,1-5-2132,-1 3-152,16-4-2744,1 4-412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4.283"/>
    </inkml:context>
    <inkml:brush xml:id="br0">
      <inkml:brushProperty name="width" value="0.035" units="cm"/>
      <inkml:brushProperty name="height" value="0.035" units="cm"/>
      <inkml:brushProperty name="color" value="#008C3A"/>
    </inkml:brush>
  </inkml:definitions>
  <inkml:trace contextRef="#ctx0" brushRef="#br0">1 1 9045,'0'0'2910,"2"3"-1469,188 235 6998,23 35-6538,-20 38-1156,-33-51-1460,-84-135-554,14 23-2735,-22-57-4715,-54-77 1929</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5.351"/>
    </inkml:context>
    <inkml:brush xml:id="br0">
      <inkml:brushProperty name="width" value="0.035" units="cm"/>
      <inkml:brushProperty name="height" value="0.035" units="cm"/>
      <inkml:brushProperty name="color" value="#008C3A"/>
    </inkml:brush>
  </inkml:definitions>
  <inkml:trace contextRef="#ctx0" brushRef="#br0">34 6996 8941,'-4'-3'171,"1"0"0,1 0 1,-1 0-1,0-1 0,1 1 1,-1-1-1,1 0 0,0 0 1,1 0-1,-1 0 0,1 0 1,-1 0-1,1 0 0,0 0 1,1 0-1,-1-1 0,1 1 1,0 0-1,0-1 0,0 1 1,0 0-1,2-8 0,6-18 421,0 1-1,2 0 0,1 0 1,1 1-1,21-34 1,89-130 1173,-121 191-1761,100-137 1174,203-214-1,155-96-297,-310 308-679,889-789 483,-1023 917-679,930-741 178,31 38-61,211-61-116,202-141-340,-977 608 136,-320 231 85,-4-4 0,96-115 0,-162 170-103,2 0 0,0 2 0,2 0 0,1 2 0,0 1 0,2 1 0,41-23 1,-42 29-119,-8 3 183,1 2 0,0 0 1,33-10-1,-41 16 115,-2 0 1,1-1-1,12-7 1,11-4 25,-32 15-10,-3 0-350,-5-15 624,5 16-284,0-1-1,-1 1 1,1 0-1,0 0 1,0 0-1,0 0 0,0-1 1,0 1-1,-1 0 1,1 0-1,0 0 1,0-1-1,0 1 1,0 0-1,0 0 0,0-1 1,0 1-1,0 0 1,0 0-1,0 0 1,0-1-1,0 1 1,0 0-1,0 0 1,0-1-1,0 1 0,0 0 1,0 0-1,0 0 1,0-1-1,0 1 1,1 0-1,-1 0 1,0 0-1,0-1 0,0 1 1,0 0-1,0 0 1,1 0-1,-1 0 1,0-1-1,0 1 1,0 0-1,0 0 1,1 0-1,-1 0 0,0 0 1,0 0-1,0 0 1,1 0-1,-1 0 1,0-1-1,0 1 1,1 0-1,-1 0 0,0 0 1,4 2 20,-1-1-1,1 0 1,-1 0 0,1 0 0,0-1-1,-1 1 1,1-1 0,0 0-1,0 0 1,-1 0 0,8-2 0,46-12-60,-21 4 66,225-66-132,-230 66 65,286-120 597,-258 103-139,-11 0-100,-46 25-302,8-6-697,-9 7 665,-1 1 0,0 0 0,1 0 1,-1-1-1,1 1 0,-1 0 1,0 0-1,1-1 0,-1 1 1,1 0-1,-1 0 0,1 0 1,-1 0-1,1 0 0,-1 0 1,1 0-1,-1 0 0,1 0 0,-1 0 1,1 0-1,-1 0 0,1 0 1,-1 0-1,1 0 0,-1 0 1,0 1-1,1-1 0,-1 0 0,1 0 1,-1 1-1,1-1 0,-1 0 1,0 0-1,1 1 0,-1-1 1,1 1-1,12 19-211,0 0 10,-12-18 189,1 0 49,19 17 136,-18-17 138,7 7 455,3 3-428,0 1 0,-1 0 0,0 1 0,-1 1 0,0 0 1,-1 0-1,-1 1 0,11 27 0,155 337 1708,-143-316-1796,90 179 299,84 179-40,-108-198-356,338 699-857,-411-876 533,-3-4-384,1-2 1,2 0-1,2-2 0,35 39 0,-52-67-52,36 34-1567,-2-16-2978,-23-18-1603</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1:56.480"/>
    </inkml:context>
    <inkml:brush xml:id="br0">
      <inkml:brushProperty name="width" value="0.035" units="cm"/>
      <inkml:brushProperty name="height" value="0.035" units="cm"/>
      <inkml:brushProperty name="color" value="#008C3A"/>
    </inkml:brush>
  </inkml:definitions>
  <inkml:trace contextRef="#ctx0" brushRef="#br0">391 6093 5256,'-6'4'275,"1"0"-1,-1 0 1,0-1-1,0 0 1,-1 0-1,1-1 1,-9 3-1,11-4-417,1-1-343,-1 1 492,0 0 1,0 0 0,-1 1 0,1-1 0,0 1 0,1 0-1,-1 0 1,0 1 0,0-1 0,1 1 0,0-1 0,-4 5-1,-37 44 1391,4-3 189,18-25-40,-32 44 0,15-18 624,-34 30 3099,71-77-3995,16-18 426,54-62-304,3 3 0,88-70-1,174-119-592,424-277-413,20 23-1791,-16 12-587,1325-942-2812,-81-110 5526,-1526 1126 966,-329 280-526,130-170 0,-268 307-1120,22-28 213,30-50 1,-56 81-318,-1 0 1,-1-1 0,0 0 0,-1 0-1,0 0 1,-1 0 0,-1-1 0,0 0 0,1-19-1,-4 28-137,0 1 1,0-1-1,0 0 0,-1 1 0,0-1 0,0 1 1,0-1-1,-1 1 0,1-1 0,-1 1 0,0 0 0,0 0 1,-1 0-1,1 0 0,-1 0 0,0 0 0,0 1 1,0-1-1,0 1 0,-1 0 0,1 0 0,-7-4 0,6 4-431,-1 1-1,1 0 0,-1 0 0,1 0 0,-1 1 0,0 0 1,0 0-1,0 0 0,0 0 0,0 1 0,0-1 0,0 1 1,-7 1-1,-21 10-8465</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0.890"/>
    </inkml:context>
    <inkml:brush xml:id="br0">
      <inkml:brushProperty name="width" value="0.035" units="cm"/>
      <inkml:brushProperty name="height" value="0.035" units="cm"/>
      <inkml:brushProperty name="color" value="#008C3A"/>
    </inkml:brush>
  </inkml:definitions>
  <inkml:trace contextRef="#ctx0" brushRef="#br0">39 77 14025,'-13'4'963,"-12"3"15771,41-18-15689,6 4-1045,0 0 0,0 2 0,0 0 0,0 2 0,1 0 0,27 1 0,16-3 0,186-9 0,-115 8 0,186-5 0,-312 10 0,378-7 0,-363 11 0,-25-3 0,1 0 0,-1 0 0,1 0 0,-1 0 0,0 0 0,1 1 0,-1-1 0,0 1 0,0-1 0,1 1 0,-1-1 0,0 1 0,2 1 0,-2-1 0,-1 0 0,0 1 0,0-1 0,0 0 0,0 0 0,1 1 0,-2-1 0,1 0 0,0 0 0,0 1 0,0-1 0,0 0 0,-1 0 0,1 1 0,-1-1 0,1 0 0,-1 0 0,1 0 0,-1 0 0,-1 1 0,-15 25 0,-12 6 0,-52 44 0,-7 9 0,-443 476 0,494-522 0,-170 160 0,206-198 0,-1-1 0,1 1 0,-1-1 0,1 1 0,0 0 0,0-1 0,0 1 0,0 0 0,0 0 0,0 0 0,0 0 0,-1 3 0,2-5 0,0 1 0,0 0 0,1-1 0,-1 1 0,0 0 0,0-1 0,0 1 0,0-1 0,0 1 0,1 0 0,-1-1 0,0 1 0,1-1 0,-1 1 0,0-1 0,1 1 0,-1-1 0,0 1 0,1-1 0,-1 1 0,1-1 0,-1 0 0,1 1 0,-1-1 0,1 0 0,0 1 0,0-1 0,6 2 0,-1 0 0,1 0 0,0-1 0,0 0 0,0 0 0,0-1 0,8 0 0,344-31 0,-203 13 0,-63 8 0,245-31 0,-290 30 0,-47 11 2,0 0-1,0 0 1,0-1-1,0 1 1,0 0-1,0 0 1,0 0-1,1-1 1,-1 1-1,0-1 1,0 1 0,0-1-1,0 1 1,-1-1-1,1 0 1,0 1-1,0-1 1,0 0-1,0 0 1,-1 1-1,1-1 1,1-2 0,-5-7-113,2 10 40,-5-29-4593,4 21 3550,0-1 1,1 1-1,0-1 1,0-14-1,1 20 224,1-1 0,-1 0 0,1 1 1,0-1-1,0 1 0,0-1 0,0 1 0,4-6 0,13-17-10506</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1.204"/>
    </inkml:context>
    <inkml:brush xml:id="br0">
      <inkml:brushProperty name="width" value="0.035" units="cm"/>
      <inkml:brushProperty name="height" value="0.035" units="cm"/>
      <inkml:brushProperty name="color" value="#008C3A"/>
    </inkml:brush>
  </inkml:definitions>
  <inkml:trace contextRef="#ctx0" brushRef="#br0">32 114 13725,'-3'-25'2673,"-13"30"195,3 1 4476,23-15-2751,6 1-3697,9-1-228,23-2-668,-7 2 0,4 1 0,9-4-1020,9 7-760,1-4-596,2 0-729,-2 1-455,2 5-2641,-2 9-5540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1.359"/>
    </inkml:context>
    <inkml:brush xml:id="br0">
      <inkml:brushProperty name="width" value="0.035" units="cm"/>
      <inkml:brushProperty name="height" value="0.035" units="cm"/>
      <inkml:brushProperty name="color" value="#008C3A"/>
    </inkml:brush>
  </inkml:definitions>
  <inkml:trace contextRef="#ctx0" brushRef="#br0">57 386 12357,'-8'3'624,"5"-2"-297,1-1 1,-1 1-1,0 0 1,0-1-1,1 1 0,-1-1 1,0 0-1,0 0 1,0 0-1,-3-1 1,-2-6 3245,2-16-856,8 20-2517,0 0 0,1 1 1,0 0-1,-1-1 1,1 1-1,0 0 0,0 0 1,0 1-1,0-1 0,5-1 1,2-2 153,58-28-2,2 3 0,84-24 0,-22 8-1705,227-81-6893,-276 104 2870,2 5-3152</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3.367"/>
    </inkml:context>
    <inkml:brush xml:id="br0">
      <inkml:brushProperty name="width" value="0.035" units="cm"/>
      <inkml:brushProperty name="height" value="0.035" units="cm"/>
      <inkml:brushProperty name="color" value="#008C3A"/>
    </inkml:brush>
  </inkml:definitions>
  <inkml:trace contextRef="#ctx0" brushRef="#br0">405 674 11493,'-2'-3'2054,"-14"-25"1543,15 25-2021,0-17 1559,1 17-2801,0 1 0,-1 0 1,1-1-1,-1 1 1,0 0-1,0 0 0,0-1 1,0 1-1,0 0 1,0 0-1,0 0 0,-1 0 1,1 0-1,-1 0 0,1 1 1,-4-4-1,3 4 974,1 3-519,-2 9-310,0-1-1,0 1 1,1-1 0,0 1-1,0 18 1,-2 9-280,-50 186-124,32-147-83,-15 100 1,35-161 7,-5 30 0,2 0 0,1 0 0,3 1 0,6 56 0,-3-90 0,0 0 0,1 0 0,1 0 0,0-1 0,1 0 0,0 0 0,1 0 0,10 17 0,-10-22 0,0 1 0,0-1 0,0 0 0,1-1 0,0 0 0,1 0 0,-1 0 0,1-1 0,0 0 0,1 0 0,-1-1 0,1 0 0,10 3 0,-4-3-22,-1-1 0,1 0 0,0-1 0,0 0 0,0-1 0,0-1 0,0 0 0,1-1 0,-1-1 0,-1 0 0,1-1 0,0-1 0,-1 0 0,1-1-1,-1-1 1,0 0 0,-1 0 0,0-2 0,0 0 0,13-10 0,-7 4-31,-2-1 1,0-1-1,0 0 0,-2-1 0,0-1 0,-1 0 1,-1-1-1,0-1 0,-2 0 0,0 0 0,-2-1 0,13-36 1,-8 2-285,-2-1 1,-3 0-1,4-69 1,-17-174-541,-1 225 739,-4-1 0,-2 1 0,-25-82 0,28 129 175,-1-1 1,-2 1-1,-1 1 0,-1 0 1,-1 1-1,-1 0 0,-1 1 1,-1 1-1,-1 0 1,-1 2-1,-27-25 0,34 37 27,0 0 0,-1 1 0,0 1-1,0 0 1,-1 0 0,0 1 0,0 1-1,-1 1 1,-27-6 0,32 9-6,0 0-1,0 0 1,-1 1 0,1 0 0,0 1 0,-1 0-1,1 1 1,0 0 0,0 1 0,0 0 0,0 0-1,1 1 1,-1 1 0,1-1 0,0 1 0,0 1-1,1 0 1,-12 10 0,-1 3 45,2 0 0,0 1 0,1 1 0,2 1 0,-21 33 0,7-5 12,2 1 1,3 2 0,-27 76-1,40-92-96,2-1 1,2 1-1,1 1 0,2-1 0,1 1 0,2 48 1,3-67-67,1 0 1,0 0-1,2 0 1,0 0 0,1-1-1,1 0 1,0 0-1,2 0 1,12 22 0,-12-28-39,0 0 1,0 0 0,1-1 0,1-1-1,0 1 1,0-2 0,1 1 0,0-1-1,1-1 1,0 0 0,0-1 0,1 0-1,15 6 1,4-1-393,1-1 1,0-1-1,1-2 0,0-2 0,0-1 0,0-1 1,1-2-1,-1-1 0,1-2 0,43-7 0,-46 3-609,0-2-1,-1-2 1,0 0-1,-1-2 0,0-2 1,51-28-1,-8-5-4603,-3-5-3383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3.871"/>
    </inkml:context>
    <inkml:brush xml:id="br0">
      <inkml:brushProperty name="width" value="0.035" units="cm"/>
      <inkml:brushProperty name="height" value="0.035" units="cm"/>
      <inkml:brushProperty name="color" value="#008C3A"/>
    </inkml:brush>
  </inkml:definitions>
  <inkml:trace contextRef="#ctx0" brushRef="#br0">301 31 13025,'-3'3'613,"-1"-1"-1,1 0 1,-1 1-1,0-1 1,1-1-1,-1 1 0,0 0 1,-4 0-1,4-1-74,0 0 0,1 1-1,-1-1 1,1 1 0,-1-1-1,1 1 1,0 0 0,0 1-1,-1-1 1,2 0 0,-1 1-1,-3 3 1,-6 8 152,1 1-1,1 1 1,0 0-1,0 0 1,-8 22 0,15-30-484,1-1 1,-1 1 0,1 0 0,0 0 0,1 0 0,0 0-1,0 0 1,1 0 0,0 0 0,0 0 0,1 0 0,0 0-1,0 0 1,4 11 0,1-4-207,0-1 0,1 0 0,0 0 0,1-1 0,1 0 0,0 0 0,1 0 0,0-2 0,1 1 0,22 17 0,-24-22 0,1 0 0,-1-1 0,1 0 0,0 0 0,1-1 0,0-1 0,-1 0 0,1 0 0,1-1 0,-1-1 0,0 1 0,1-2 0,-1 0 0,1 0 0,13-2 0,-19 1 0,0 0 0,0-1 0,1 0 0,-1-1 0,0 1 0,0-1 0,0 0 0,0-1 0,-1 1 0,1-1 0,-1 0 0,1-1 0,-1 1 0,0-1 0,0 0 0,-1 0 0,1-1 0,-1 1 0,0-1 0,0 0 0,0 0 0,-1-1 0,0 1 0,0-1 0,0 1 0,-1-1 0,0 0 0,0 0 0,0 0 0,-1 0 0,0 0 0,0-1 0,0 1 0,-1 0 0,0 0 0,0-1 0,-1 1 0,1 0 0,-1 0 0,-4-10 0,1 0 0,-2 1 0,0 0 0,-1 0 0,-1 0 0,0 1 0,-1 0 0,0 0 0,-1 1 0,-1 1 0,-23-22 0,8 11 0,-1 1 0,-2 2 0,0 1 0,-35-18 0,42 27-162,0 0 1,-1 2-1,0 0 1,-1 2-1,0 1 0,0 0 1,-26 0-1,41 4-467,1 1-1,-1 1 0,1-1 0,-14 4 1,5-1-926,17-3 1479,0 0 0,0 0-1,0 0 1,0 0 0,0 0 0,0 0-1,-1 0 1,1 0 0,0 0 0,0 0 0,0 0-1,0 1 1,0-1 0,0 0 0,0 0-1,-1 0 1,1 0 0,0 0 0,0 0-1,0 0 1,0 1 0,0-1 0,0 0 0,0 0-1,0 0 1,0 0 0,0 0 0,0 1-1,0-1 1,0 0 0,0 0 0,0 0-1,0 0 1,0 0 0,0 1 0,0-1 0,0 0-1,0 0 1,0 0 0,0 0 0,0 0-1,0 0 1,0 1 0,0-1 0,1 0-1,-1 0 1,0 0 0,0 0 0,0 0 0,0 0-1,0 0 1,0 1 0,0-1 0,1 0-1,5 7-1711,19 12-4941,16 1-4348</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4.131"/>
    </inkml:context>
    <inkml:brush xml:id="br0">
      <inkml:brushProperty name="width" value="0.035" units="cm"/>
      <inkml:brushProperty name="height" value="0.035" units="cm"/>
      <inkml:brushProperty name="color" value="#008C3A"/>
    </inkml:brush>
  </inkml:definitions>
  <inkml:trace contextRef="#ctx0" brushRef="#br0">70 1 15789,'-17'5'3262,"16"-5"-3100,1 0-1,-1 0 0,0 0 1,0 0-1,1 0 0,-1 0 1,0 1-1,0-1 0,1 0 1,-1 1-1,0-1 0,1 0 1,-1 1-1,0-1 0,1 1 0,-1-1 1,1 1-1,-1-1 0,1 1 1,-1-1-1,1 1 0,-1-1 1,1 1-1,0 0 0,-1-1 1,1 1-1,0 0 0,-1-1 1,1 1-1,0 0 0,0 1 1,-3 5 45,-5 20 1184,1-1 0,1 1 0,2 0 0,0 0 0,1 39 0,7 34-1499,6 0-1,32 146 1,-18-106-4939,-15-78 288,3-1-3512,-3-17-3110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4.302"/>
    </inkml:context>
    <inkml:brush xml:id="br0">
      <inkml:brushProperty name="width" value="0.035" units="cm"/>
      <inkml:brushProperty name="height" value="0.035" units="cm"/>
      <inkml:brushProperty name="color" value="#008C3A"/>
    </inkml:brush>
  </inkml:definitions>
  <inkml:trace contextRef="#ctx0" brushRef="#br0">33 275 14993,'-32'-26'11569,"54"21"-10724,29-4-333,9-2-528,29-9-817,16 0-199,9-3-508,13-9-364,7 1-320,-1-1-236,0-2-2869,1 3-4268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121"/>
    </inkml:context>
    <inkml:brush xml:id="br0">
      <inkml:brushProperty name="width" value="0.035" units="cm"/>
      <inkml:brushProperty name="height" value="0.035" units="cm"/>
      <inkml:brushProperty name="color" value="#008C3A"/>
    </inkml:brush>
  </inkml:definitions>
  <inkml:trace contextRef="#ctx0" brushRef="#br0">347 546 13289,'7'-22'1052,"-6"17"-593,1-1-1,0 1 0,-1-1 0,0 0 1,-1 1-1,1-1 0,-1 0 0,0 1 1,-1-8-1,1 12-128,0 0 1,0 0-1,-1 0 0,1 0 1,0 0-1,0 0 1,-1 0-1,1 0 0,0 0 1,-1 0-1,1 0 1,-1 1-1,1-1 0,-1 0 1,0 0-1,1 0 1,-1 1-1,0-1 0,1 0 1,-1 1-1,0-1 1,-2-1-1,3 2-157,0 0 1,-1 0-1,1 0 1,-1 0-1,1 0 1,-1 0-1,1 0 1,-1 0-1,1 0 0,-1 0 1,1 0-1,0 1 1,-1-1-1,1 0 1,-1 0-1,1 0 1,-1 0-1,1 1 0,0-1 1,-1 0-1,1 1 1,0-1-1,-1 0 1,1 0-1,0 1 1,-1-1-1,1 1 0,0-1 1,0 0-1,-1 1 1,1-1-1,0 1 1,0-1-1,0 0 1,-1 2-1,-2 12-173,0 1 0,1 0 0,0 1 0,1-1 0,1 0 0,3 24 0,-2 9 0,-1 22 0,16 416 0,-10-372 0,5 41 0,-9-138 0,1 0 0,1 0 0,1-1 0,0 0 0,1 0 0,14 26 0,-17-37 0,0-1 0,1 1 0,0-1 0,0 0 0,0 0 0,0 0 0,0-1 0,1 1 0,7 3 0,-9-5 0,0-1 0,1 0 0,-1 0 0,0 0 0,1 0 0,-1 0 0,1-1 0,-1 0 0,1 1 0,-1-1 0,1-1 0,0 1 0,-1 0 0,1-1 0,-1 0 0,0 1 0,1-1 0,3-2 0,0 0 0,-1 0 0,1 0 0,0 0 0,-1-1 0,0 0 0,0 0 0,9-9 0,3-6-127,-2-1 0,-1 0 0,0-2 1,-2 1-1,0-2 0,-2 0 0,0 0 0,13-46 0,1-18-526,13-100 1,-38 185 649,12-64-136,-3-1 0,-2 0 0,-4 0 1,-3 0-1,-2 0 0,-17-93 0,8 97 143,-3 1-1,-27-74 0,34 116 41,-1 1 0,-1 1 0,-1-1 0,-1 1 0,0 1 0,-1 0 0,-1 1 0,0 0 0,-2 1 0,-28-25 0,34 34-11,0 0 1,0 1-1,-1 0 0,0 0 0,0 1 0,0 0 0,0 1 0,-1 0 0,1 1 0,-1 0 0,0 1 0,1 0 0,-1 0 1,0 1-1,0 1 0,0 0 0,1 0 0,-1 1 0,0 0 0,1 1 0,0 0 0,-20 10 0,10-4 15,0 1 0,1 2 0,0 0 0,1 1 0,0 0 0,1 2-1,0 0 1,1 1 0,1 0 0,-15 23 0,16-19-18,0 1-1,2 0 1,0 1 0,2 0-1,1 1 1,0 0 0,2 1-1,-8 42 1,12-52-69,2 0-1,0 0 1,1 0 0,0 0-1,1 1 1,1-1-1,0 0 1,1 0 0,0 0-1,1-1 1,1 1 0,0-1-1,1 0 1,0 0 0,1-1-1,13 19 1,-4-12-141,1-1-1,1-1 1,0 0 0,1-2 0,1 0 0,1-1-1,0-1 1,0 0 0,45 17 0,-10-9-350,0-3 1,1-2-1,61 9 0,-55-16-240,0-2-1,1-4 0,-1-2 0,1-3 0,0-2 1,-1-4-1,88-21 0,-127 23-410,1-2 1,35-17-1,11-12-5171,-24 11-1408</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325"/>
    </inkml:context>
    <inkml:brush xml:id="br0">
      <inkml:brushProperty name="width" value="0.035" units="cm"/>
      <inkml:brushProperty name="height" value="0.035" units="cm"/>
      <inkml:brushProperty name="color" value="#008C3A"/>
    </inkml:brush>
  </inkml:definitions>
  <inkml:trace contextRef="#ctx0" brushRef="#br0">87 24 13093,'-21'-23'3232,"21"23"-3018,-1 0-1,0 0 0,1 0 0,-1 0 1,1 0-1,-1 0 0,1 0 0,-1 0 0,1 0 1,-1 0-1,1 0 0,-1 0 0,1 1 0,-1-1 1,1 0-1,-1 0 0,1 1 0,0-1 0,-1 0 1,1 1-1,-1-1 0,1 0 0,0 1 0,-1-1 1,1 1-1,0-1 0,0 1 0,-1-1 0,1 1 1,0-1-1,-1 1 0,-7 12 3797,5-5-3544,-1 1 1,1 0-1,0-1 1,1 1-1,0 0 1,1 0-1,0 1 1,0-1-1,1 0 1,0 11-1,0 10 12,-6 58-1694,-7 84-4187,10-152 2521,2 1 0,0-1 0,4 29 0,5 13-8754</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5.868"/>
    </inkml:context>
    <inkml:brush xml:id="br0">
      <inkml:brushProperty name="width" value="0.035" units="cm"/>
      <inkml:brushProperty name="height" value="0.035" units="cm"/>
      <inkml:brushProperty name="color" value="#008C3A"/>
    </inkml:brush>
  </inkml:definitions>
  <inkml:trace contextRef="#ctx0" brushRef="#br0">1 2 11153,'0'0'9166,"4"-1"-6986,16 0-1729,0 1-1,0 1 1,0 1-1,0 0 1,0 1-1,0 2 1,-1 0-1,0 1 1,0 0-1,28 15 1,-18-6-244,-1 1 1,-1 1 0,0 1-1,-1 2 1,45 43 0,-60-51-178,0 2 1,-1-1-1,-1 1 1,0 1-1,0 0 1,-2 0 0,0 0-1,0 1 1,-2 0-1,0 1 1,-1-1-1,0 1 1,-1 0-1,-1 0 1,-1 0 0,-1 0-1,0 0 1,-1 0-1,0 0 1,-2 0-1,0-1 1,-1 1-1,-11 30 1,-23 38 33,-4-1-1,-85 128 1,121-201-49,10-12-11,14-16 1,-18 16-5,41-44-15,-3-2 0,54-86 0,-24 31 50,-13 22 27,-14 19 900,2 2 1,70-74-1,-112 132-952,-1 0-1,1 1 0,0-1 1,-1 0-1,1 1 1,0-1-1,0 1 0,-1-1 1,1 1-1,0-1 0,0 1 1,0-1-1,0 1 1,0 0-1,-1-1 0,3 1 1,0 2-9,-1 0 0,1 0 1,0 0-1,-1 1 1,1-1-1,-1 1 0,0-1 1,0 1-1,0 0 0,0 0 1,0 0-1,-1 0 1,2 4-1,3 7-1,-1 1 0,0-1 0,3 24 0,11 38 0,-4-31 0,2-1 0,1 0 0,3-1 0,30 47 0,-30-61-570,1-1-1,2-1 1,39 36-1,-35-39-436,1-1 0,1-2 0,1-1-1,1-1 1,0-2 0,2-1 0,0-2-1,0-1 1,1-2 0,49 10 0,7-6-5348,-4 0-3712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6.003"/>
    </inkml:context>
    <inkml:brush xml:id="br0">
      <inkml:brushProperty name="width" value="0.035" units="cm"/>
      <inkml:brushProperty name="height" value="0.035" units="cm"/>
      <inkml:brushProperty name="color" value="#008C3A"/>
    </inkml:brush>
  </inkml:definitions>
  <inkml:trace contextRef="#ctx0" brushRef="#br0">41 103 16718,'0'-17'7748,"-9"3"-5692,-10-15 2181,6 20-2617,29-5-5916,-3 3 1891,3 5-767,6 3-3469</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7.252"/>
    </inkml:context>
    <inkml:brush xml:id="br0">
      <inkml:brushProperty name="width" value="0.035" units="cm"/>
      <inkml:brushProperty name="height" value="0.035" units="cm"/>
      <inkml:brushProperty name="color" value="#008C3A"/>
    </inkml:brush>
  </inkml:definitions>
  <inkml:trace contextRef="#ctx0" brushRef="#br0">202 1589 9133,'-19'-4'692,"16"3"-526,-1 0-1,1 0 1,0 0 0,-1 1-1,1-1 1,0 1-1,-1 0 1,1 0-1,0 0 1,-1 0-1,1 1 1,-1 0-1,1-1 1,0 1-1,0 0 1,-1 1-1,1-1 1,0 0-1,-5 4 1,-15 8 1486,10-7-682,0 1 0,1 1-1,0 0 1,-18 16-1,29-24-940,0 1-1,1 0 1,-1 0-1,0 0 1,0-1-1,1 1 1,-1 0-1,1 0 1,-1 0-1,1 0 1,-1 0-1,1 0 1,0 0-1,0 1 1,-1-1-1,1 0 0,0 0 1,0 0-1,0 0 1,0 0-1,0 0 1,0 0-1,1 0 1,-1 1-1,0-1 1,0 0-1,1 0 1,-1 0-1,1 0 1,-1 0-1,1 0 0,-1 0 1,1 0-1,-1-1 1,1 1-1,0 0 1,0 0-1,-1 0 1,1-1-1,0 1 1,0 0-1,0-1 1,0 1-1,0-1 1,0 1-1,0-1 1,1 1-1,5 3 47,0-1-1,0 0 1,0 0 0,1 0 0,13 2-1,19 1 108,1-2 0,57-1 0,88-12 39,-127 5-150,588-59 306,-372 33-315,20-1-10,3164-319 228,3047-181-403,-5959 492 72,1083-82-51,-7-33 41,-89-73 0,-875 74-298,-545 130-1223,-110 22 345,-8 2-447,-43 19-5662,15-1-124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7.999"/>
    </inkml:context>
    <inkml:brush xml:id="br0">
      <inkml:brushProperty name="width" value="0.035" units="cm"/>
      <inkml:brushProperty name="height" value="0.035" units="cm"/>
      <inkml:brushProperty name="color" value="#008C3A"/>
    </inkml:brush>
  </inkml:definitions>
  <inkml:trace contextRef="#ctx0" brushRef="#br0">356 1 6297,'0'0'6532,"-2"4"-4115,-13 38-1193,3 1 0,1 0-1,3 1 1,-5 49 0,4-25-330,-12 72 604,-73 427 1510,-62 394-4925,146-853 16,6 142 0,7-188-778,2 1 0,4-1 0,27 103 0,-4-83-4667</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09.324"/>
    </inkml:context>
    <inkml:brush xml:id="br0">
      <inkml:brushProperty name="width" value="0.035" units="cm"/>
      <inkml:brushProperty name="height" value="0.035" units="cm"/>
      <inkml:brushProperty name="color" value="#008C3A"/>
    </inkml:brush>
  </inkml:definitions>
  <inkml:trace contextRef="#ctx0" brushRef="#br0">1 2809 5721,'15'-26'8495,"-12"25"-7974,19-9-141,1 2 0,0 0-1,0 1 1,28-3-1,7-3-68,425-95 951,-181 44-943,2232-421 152,19 98-606,-1522 237 60,357-47 303,228-34 85,-730 100-44,982-158 37,-421 19-191,-1346 250-124,182-39 25,-209 42 18,33-8-1,174-19-1,-276 44-35,0 0 1,-1 1-1,1-1 0,0 1 0,0 0 1,0 0-1,-1 1 0,1-1 0,6 4 0,12 3 35,38 2 59,1-2 0,116-2 0,-88-5-100,179-8 57,-134 0-102,59-4 383,-1-9 1,197-45-1,-372 60-168,-1 0 0,28-11 0,-38 13-115,0-1 0,0 1 0,0-1 0,-1-1 0,1 1 0,-1-1 1,0 0-1,5-7 0,-9 11 57,-5-19-58,3 19-46,0-1 1,0 1 0,0 0-1,0-1 1,1 1-1,-1 0 1,0-1 0,1 1-1,-1 0 1,1 0-1,-1-1 1,1 1 0,-1 0-1,1 0 1,0 0-1,0 0 1,0 0 0,0 0-1,0 0 1,0 0-1,0 0 1,0 0 0,0 0-1,0 1 1,2-2 0,0 0 0,-2 2-2,-1-1 1,1 1-1,0-1 1,0 1-1,0 0 0,0-1 1,0 1-1,0 0 1,0 0-1,0-1 1,0 1-1,0 0 1,0 0-1,0 0 0,0 1 1,0-1-1,0 0 1,0 0-1,0 0 1,2 1-1,2 1 2,149-5-4,-150 3-3,18 0-55,45-17-346,7 12 171,-50 2 132,40 0-1,-33 3 67,42-5 0,19-2-88,-24-2-509,-31 2 493,-33 6 188,0 26 429,1 4-211,-7-13-103,-1-1 1,-9 28 0,1-1 57,-42 192 558,11 3 0,-15 319 0,29 145-347,54 1-37,20-298-890,140 565 0,-123-735-526,29 122-2754,-41-122-3897,-31-113-964</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4.283"/>
    </inkml:context>
    <inkml:brush xml:id="br0">
      <inkml:brushProperty name="width" value="0.035" units="cm"/>
      <inkml:brushProperty name="height" value="0.035" units="cm"/>
      <inkml:brushProperty name="color" value="#008C3A"/>
    </inkml:brush>
  </inkml:definitions>
  <inkml:trace contextRef="#ctx0" brushRef="#br0">128 1979 11053,'1'0'263,"-1"1"1,1-1-1,0 1 1,0-1-1,0 1 1,0-1-1,-1 1 1,1-1-1,0 0 1,0 1-1,0-1 1,0 0-1,0 0 1,0 0-1,0 0 1,0 0-1,0 0 1,0 0-1,0 0 1,0 0-1,0 0 1,0-1-1,0 1 1,1-1-1,-1-1 42,-1 0 0,1 0 0,-1 1-1,0-1 1,1 0 0,-1 0 0,0 0 0,0 0-1,0 0 1,-1 1 0,1-1 0,0 0 0,-2-3-1,0-7 754,1-1 0,1 1 0,0-1 0,0 1 0,1 0-1,4-17 1,22-75 1641,-11 50-2028,10-43-573,21-87-111,-2 4 13,10-56 0,-30 62 0,-7 0 0,-8-1 0,-14-191 0,3 344 0,-8-37 0,9 58 0,0 0 0,0 0 0,-1-1 0,1 1 0,0 0 0,-1 0 0,1 0 0,-1 0 0,0 0 0,1 0 0,-1 0 0,0 0 0,1 0 0,-1 0 0,0 0 0,0 1 0,0-1 0,0 0 0,0 0 0,0 1 0,0-1 0,0 1 0,0-1 0,0 1 0,0-1 0,-1 1 0,1 0 0,0-1 0,0 1 0,0 0 0,0 0 0,-1 0 0,1 0 0,0 0 0,0 0 0,0 0 0,-1 1 0,1-1 0,0 0 0,0 1 0,0-1 0,-2 1 0,-2 2 0,0-1 0,0 1 0,0-1 0,0 1 0,1 1 0,-1-1 0,1 1 0,-4 4 0,-16 19 0,2 1 0,2 2 0,-21 36 0,-44 101 0,61-113 0,1 2 0,4 1 0,2 0 0,2 1 0,3 1 0,-8 99 0,19-121 0,1 0 0,6 47 0,32 208 0,-26-217 0,3-1 0,47 131 0,-42-147 0,31 88 0,62 212 0,-105-320 0,-1 0 0,-2 0 0,-2 0 0,-1 0 0,-2 1 0,-1-1 0,-12 63 0,9-83 0,-1 0 0,-2 0 0,1-1 0,-2 1 0,0-2 0,-1 1 0,-1-1 0,-1 0 0,-22 25 0,1-7 0,-1-2 0,-65 49 0,97-80 0,0-1 0,0 1 0,0 0 0,0-1 0,0 1 0,0 0 0,0-1 0,0 1 0,0-1 0,0 0 0,0 1 0,0-1 0,-1 0 0,-1 1 0,3-1 0,-1-1 0,1 1 0,0 0 0,-1 0 0,1 0 0,0 0 0,-1-1 0,1 1 0,0 0 0,-1 0 0,1 0 0,0-1 0,0 1 0,-1 0 0,1-1 0,0 1 0,0 0 0,0 0 0,-1-1 0,1 1 0,0 0 0,0-1 0,0 1 0,0 0 0,0-1 0,0 1 0,0-1 0,0 1 0,3-24 0,7 7-121,1 1 1,1 0-1,1 1 1,0 1-1,1 0 1,29-23-1,-25 21-73,44-35-348,4 2 0,1 3 0,2 3 0,134-61 0,-86 55 338,3 5 0,168-38 0,-220 66 451,0 3 0,84-4 0,-126 15 1,0 2 1,0 1-1,0 1 1,0 1 0,0 1-1,-1 1 1,0 2-1,49 19 1,-65-22-198,0 0 0,-1 1 0,0 0 0,0 0 0,0 1 0,0 0 0,-1 1 0,0 0 0,0 0 0,-1 0 0,0 1 0,0 0 0,-1 0 0,0 0 0,-1 1 0,6 12 0,-6-7 1,0 0-1,-1 1 1,0 0-1,-1-1 1,-1 1-1,0 0 1,-1 0-1,-1 0 1,-5 29-1,-3 6-1550,-7 49-6546,15-88 6749,0 0 1,1 0 0,1 1 0,0-1 0,0 0 0,5 19 0,3-4-9878</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4.458"/>
    </inkml:context>
    <inkml:brush xml:id="br0">
      <inkml:brushProperty name="width" value="0.035" units="cm"/>
      <inkml:brushProperty name="height" value="0.035" units="cm"/>
      <inkml:brushProperty name="color" value="#008C3A"/>
    </inkml:brush>
  </inkml:definitions>
  <inkml:trace contextRef="#ctx0" brushRef="#br0">29 24 14157,'6'-15'4973,"-25"12"-3057,4-2 1952,24 16-4216,4 3-536,6 6-952,-3 0-880,3 12-2981,12 19-4752</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013"/>
    </inkml:context>
    <inkml:brush xml:id="br0">
      <inkml:brushProperty name="width" value="0.035" units="cm"/>
      <inkml:brushProperty name="height" value="0.035" units="cm"/>
      <inkml:brushProperty name="color" value="#008C3A"/>
    </inkml:brush>
  </inkml:definitions>
  <inkml:trace contextRef="#ctx0" brushRef="#br0">963 114 14629,'-22'-12'2094,"1"0"0,-37-28 0,51 34-1916,0 1 0,-1 0-1,0 0 1,0 0 0,0 1 0,0 1-1,-1-1 1,0 1 0,1 1 0,-1-1-1,0 2 1,0-1 0,0 1-1,-10 0 1,6 2 221,1 0-1,-1 1 1,1 0-1,-1 1 1,1 0-1,0 1 1,0 1-1,1-1 1,-14 9-1,-1 3 253,0 1-1,2 2 1,1 0 0,0 1-1,1 1 1,1 1-1,-29 41 1,38-46-650,0 0 0,2 1 0,0 0 0,1 1 0,1 0-1,1 1 1,1-1 0,0 1 0,1 1 0,2-1 0,-3 26 0,6-35-4,0 1 1,0-1 0,1 0-1,0 0 1,1 0 0,1-1-1,-1 1 1,2 0 0,-1-1-1,1 0 1,1 0 0,0 0-1,0 0 1,1-1 0,1 0-1,-1 0 1,1 0-1,1-1 1,-1 0 0,2-1-1,-1 1 1,14 8 0,-10-9 1,1 0 1,-1-1-1,1-1 1,0 0 0,0 0-1,0-1 1,0-1-1,1-1 1,0 0 0,-1 0-1,1-1 1,0-1-1,0 0 1,0-1 0,0-1-1,-1 0 1,1-1-1,-1 0 1,0-1 0,1-1-1,-2 0 1,1 0-1,-1-2 1,1 1 0,-2-2-1,1 1 1,-1-2-1,0 1 1,-1-1 0,0-1-1,-1 0 1,11-14-1,7-15 20,-2-3 0,25-56 0,-49 96-19,0 0 0,-1 0 0,1 1 0,0-1 0,0 0 0,0 1 0,0-1 0,0 1 0,1-1 0,-1 1 0,0-1 0,1 1 0,-1 0 0,1 0 0,-1-1 0,1 1 0,1 0 0,-2 0 0,0 1 0,0 0 0,0 0 0,0 0 0,0 0 0,0 0 0,0 0 0,0 1 0,0-1 0,0 0 0,0 0 0,0 1 0,0-1 0,0 1 0,-1-1 0,1 1 0,0-1 0,0 1 0,0-1 0,-1 1 0,1 0 0,0-1 0,0 2 0,5 6 0,0-1 0,-1 1 0,-1 0 0,1 1 0,3 9 0,-8-17 0,14 34 0,-1 1 0,-2 0 0,-1 1 0,4 44 0,6 150 0,-20-117 0,-4-1 0,-5 1 0,-5-1 0,-5-1 0,-5-1 0,-5 0 0,-81 198 0,62-200 0,-5-3 0,-4-2 0,-5-3 0,-4-2 0,-5-4 0,-3-2 0,-128 121 0,193-206 0,-11 11 0,0 0 0,-28 17 0,44-33 0,0 0 0,-1 0 0,0 0 0,1-1 0,-1 0 0,0 0 0,0 0 0,0 0 0,0-1 0,0 0 0,-1 0 0,1 0 0,0-1 0,0 0 0,-1 0 0,1 0 0,-9-2 0,11 1 0,0 0 0,0 0 0,1-1 0,-1 1 0,0-1 0,1 0 0,0 1 0,-1-1 0,1 0 0,0-1 0,0 1 0,0 0 0,0 0 0,0-1 0,1 0 0,-1 1 0,1-1 0,0 0 0,0 1 0,0-1 0,0 0 0,0 0 0,0 0 0,1 0 0,-1 0 0,1-4 0,-1-6 0,1 0 0,1 0 0,0 1 0,5-26 0,23-68 0,4 1 0,5 1 0,56-106 0,-19 57-527,6 3-1,7 4 1,121-153-1,-17 72-5019,-55 85-3578,-31 43-3876</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647"/>
    </inkml:context>
    <inkml:brush xml:id="br0">
      <inkml:brushProperty name="width" value="0.035" units="cm"/>
      <inkml:brushProperty name="height" value="0.035" units="cm"/>
      <inkml:brushProperty name="color" value="#008C3A"/>
    </inkml:brush>
  </inkml:definitions>
  <inkml:trace contextRef="#ctx0" brushRef="#br0">16 110 11281,'-2'-3'561,"0"1"1,1-1-1,-1 0 1,1 0-1,-1 1 1,1-1-1,0 0 0,0 0 1,0 0-1,1 0 1,-1-1-1,1 1 0,0 0 1,-1 0-1,1 0 1,1 0-1,-1 0 1,1-6-1,0-6 278,-1 14-704,0 0 0,0 0 0,0-1 0,0 1-1,0 0 1,1-1 0,-1 1 0,0 0 0,1 0 0,-1 0 0,0-1 0,1 1 0,0 0 0,-1 0 0,1 0 0,0 0 0,-1 0 0,1 0 0,0 0-1,0 0 1,0 0 0,0 0 0,0 0 0,0 1 0,0-1 0,0 0 0,0 1 0,1-1 0,-1 1 0,0-1 0,0 1 0,1-1 0,-1 1 0,0 0-1,0 0 1,2 0 0,1-1-4,-1 1 0,1 1 0,-1-1-1,1 1 1,0-1 0,-1 1 0,1 0 0,-1 0-1,0 0 1,1 1 0,3 2 0,5 3-58,-1 1 1,-1 0 0,1 1 0,-1 0-1,-1 0 1,0 1 0,0 1-1,-1-1 1,11 19 0,-9-10 118,0 1 0,-2 0 0,0 1 0,-1-1 0,5 29 0,-3 8 191,-2-1-1,-3 1 0,-5 94 0,-15 10-382,17-152 0,3-12 0,5-15 0,13-34 0,2 2 0,2 0 0,2 2 0,3 0 0,1 3 0,45-49 0,-74 91 0,44-42-25,-43 42 22,-1 0 0,1 1 1,0 0-1,-1-1 0,1 2 0,0-1 0,0 0 1,0 1-1,1-1 0,-1 1 0,0 1 0,8-2 1,17 9-42,-21-3 38,1 0-1,-1 0 0,0 0 1,0 1-1,-1 0 1,0 1-1,0 0 0,0 0 1,-1 1-1,1-1 1,-1 1-1,-1 0 0,6 9 1,7 19 11,-1 1 1,-1 0 0,18 69 0,-1-20 154,-33-84-159,0-1-1,0 1 1,0 0-1,0-1 1,0 1-1,0 0 1,0-1-1,0 1 1,0 0-1,1-1 1,-1 1-1,0 0 1,1-1-1,-1 1 1,0-1-1,1 1 1,-1-1 0,0 1-1,1-1 1,-1 1-1,1-1 1,-1 1-1,1-1 1,-1 0-1,1 1 1,0-1-1,-1 0 1,1 1-1,-1-1 1,1 0-1,0 0 1,0 1-1,6-6-3,-4 3 3,1-1 0,-1 1 0,1-1 0,-1 0 0,0 0 0,0 0 0,0-1 0,-1 1 0,1-1 0,-1 1 0,0-1 0,0 0 0,0 0 0,2-7 0,14-23 0,20-23 0,2 2 0,63-66 0,-91 108 0,2 0 0,0 2 0,0-1 0,1 2 0,0 0 0,1 1 0,0 0 0,30-10 0,-38 16 0,0 1 0,0 0 0,1 0 0,-1 1 0,0 0 0,1 0 0,-1 1 0,0 0 0,1 1 0,-1 0 0,0 0 0,1 1 0,-1 0 0,0 0 0,0 1 0,0 0 0,-1 0 0,1 1 0,-1 0 0,0 0 0,8 6 0,6 8 8,-1 0 1,-1 0-1,0 2 0,-1 1 1,24 37-1,61 124-227,-98-171 187,1-1-853,0 0-1,1 0 0,9 10 1,1 1-3711,-6-9-480,2-1-1189,2-14-3838</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5.933"/>
    </inkml:context>
    <inkml:brush xml:id="br0">
      <inkml:brushProperty name="width" value="0.035" units="cm"/>
      <inkml:brushProperty name="height" value="0.035" units="cm"/>
      <inkml:brushProperty name="color" value="#008C3A"/>
    </inkml:brush>
  </inkml:definitions>
  <inkml:trace contextRef="#ctx0" brushRef="#br0">1 10 14373,'6'-9'1680,"-3"9"364,-4 19 1887,0 13-2338,3 262 1773,-2-7 528,4-222-3265,2-1-1,20 89 1,-22-138-629,0 1 0,2-1 0,-1 0 0,2 0 0,0-1 0,1 0 0,0 0 0,1 0 0,11 11 0,-16-20 0,-1-1 0,1 0 0,0 0 0,0-1 0,1 1 0,-1-1 0,1 0 0,0 0 0,-1-1 0,1 1 0,0-1 0,1 0 0,-1 0 0,0-1 0,1 0 0,-1 0 0,0 0 0,1 0 0,0-1 0,-1 0 0,1 0 0,-1 0 0,1-1 0,-1 0 0,0 0 0,1 0 0,-1-1 0,0 0 0,6-3 0,0 0 0,-2-1 0,1-1 0,0 0 0,-1 0 0,-1-1 0,1 0 0,-1 0 0,0-1 0,-1 0 0,0-1 0,-1 1 0,0-1 0,0-1 0,-1 1 0,4-13 0,1-4 0,-1-1 0,-1 0 0,-1 0 0,5-55 0,-10 58 0,-2 0 0,0-1 0,-2 1 0,0 0 0,-2 0 0,-1 0 0,-1 1 0,-1-1 0,-12-26 0,14 38 0,-1 0 0,-1 1 0,0-1 0,0 2 0,-1-1 0,-1 1 0,0 0 0,0 1 0,-1 0 0,-1 0 0,1 1 0,-1 1 0,-1 0 0,0 0 0,0 1 0,0 1 0,-1 0 0,-13-4 0,20 8-279,1 1 1,-1-1-1,0 1 1,1 1-1,-1-1 0,0 1 1,0 0-1,1 0 1,-1 1-1,0 0 0,1 0 1,-1 0-1,1 1 1,-1-1-1,1 1 0,-1 1 1,1-1-1,0 1 1,0 0-1,0 0 0,-7 7 1,5-4-471,1 0 0,1 0 0,-1 0 0,1 1 0,0 0 0,1 0 0,0 1 0,0-1 1,0 1-1,1 0 0,0 0 0,1 0 0,-1 0 0,0 14 0,1 17-11671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147"/>
    </inkml:context>
    <inkml:brush xml:id="br0">
      <inkml:brushProperty name="width" value="0.035" units="cm"/>
      <inkml:brushProperty name="height" value="0.035" units="cm"/>
      <inkml:brushProperty name="color" value="#008C3A"/>
    </inkml:brush>
  </inkml:definitions>
  <inkml:trace contextRef="#ctx0" brushRef="#br0">29 40 14613,'0'-40'16419,"-2"65"-15680,-7 40 1,4-29-484,-2 23-2856,3 1 1,3 62-1,3-89 604,1-1 1,2 1-1,1-1 1,2 0-1,15 39 1,-7-31-8016</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366"/>
    </inkml:context>
    <inkml:brush xml:id="br0">
      <inkml:brushProperty name="width" value="0.035" units="cm"/>
      <inkml:brushProperty name="height" value="0.035" units="cm"/>
      <inkml:brushProperty name="color" value="#008C3A"/>
    </inkml:brush>
  </inkml:definitions>
  <inkml:trace contextRef="#ctx0" brushRef="#br0">17 0 3224,'-16'92'836,"19"-55"-132,0-17-180,-3 5-151,0 4-529,-3 0-1477,3-4 745</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6.909"/>
    </inkml:context>
    <inkml:brush xml:id="br0">
      <inkml:brushProperty name="width" value="0.035" units="cm"/>
      <inkml:brushProperty name="height" value="0.035" units="cm"/>
      <inkml:brushProperty name="color" value="#008C3A"/>
    </inkml:brush>
  </inkml:definitions>
  <inkml:trace contextRef="#ctx0" brushRef="#br0">683 1092 14185,'-7'-14'1198,"0"0"-1,-1 0 1,0 1 0,-1 0-1,0 0 1,-1 1-1,-1 0 1,-14-13-1,18 20-786,1 0 0,-1 1-1,0 0 1,-1 0 0,1 0 0,-1 1-1,1 0 1,-1 1 0,0-1 0,0 2-1,0-1 1,0 1 0,-1 0-1,1 1 1,0 0 0,0 0 0,-1 0-1,-7 3 1,-6 2-411,1 1 0,-1 0 0,1 2 0,1 1 0,0 0 0,0 2 0,1 0 0,0 1 0,1 1 0,0 0 0,1 2 0,1 0 0,0 1 0,1 0 0,-21 30 0,22-26 0,1 0 0,0 1 0,1 0 0,2 1 0,0 0 0,1 0 0,2 1 0,0 0 0,1 1 0,2 0 0,0 0 0,1 0 0,2 0 0,2 38 0,0-53 0,1 1 0,0-1 0,1 0 0,0 0 0,0 0 0,1 0 0,0 0 0,1-1 0,0 1 0,0-1 0,1 0 0,0-1 0,9 10 0,-9-11 0,0-1 0,-1 0 0,2 0 0,-1-1 0,0 0 0,1 0 0,0-1 0,0 1 0,0-1 0,0-1 0,1 1 0,-1-1 0,1-1 0,-1 1 0,1-1 0,-1-1 0,14 0 0,-12 0 0,0-2 0,0 1 0,-1-1 0,1-1 0,0 0 0,-1 0 0,0 0 0,0-1 0,0 0 0,0-1 0,10-7 0,-6 2 0,-1 0 0,0-1 0,-1 0 0,0-1 0,-1 0 0,10-15 0,5-17 0,-2-1 0,-2-1 0,17-54 0,102-357 0,-114 356 0,86-396 0,-101 443 0,-3 8 0,3 1 0,17-54 0,-26 97 0,-1 1 0,0-1 0,1 0 0,0 0 0,-1 1 0,1-1 0,0 0 0,0 1 0,0-1 0,0 1 0,0-1 0,0 1 0,2-2 0,-2 4 0,0 1 0,0-1 0,0 1 0,0 0 0,-1-1 0,1 1 0,-1 0 0,1-1 0,-1 1 0,0 0 0,0 0 0,0-1 0,0 1 0,0 0 0,0 2 0,2 66 0,-9 95 0,-22 74 0,8-74 0,-19 77-1799,-16-3-3522,13-57-1016,21-90-9989</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7.648"/>
    </inkml:context>
    <inkml:brush xml:id="br0">
      <inkml:brushProperty name="width" value="0.035" units="cm"/>
      <inkml:brushProperty name="height" value="0.035" units="cm"/>
      <inkml:brushProperty name="color" value="#008C3A"/>
    </inkml:brush>
  </inkml:definitions>
  <inkml:trace contextRef="#ctx0" brushRef="#br0">404 684 18510,'-3'-50'3592,"3"40"3051,3 37-2621,-4 1-4022,0-1 0,-1 1 0,-10 39 0,-26 86 0,31-128 0,-199 681 0,113-441 0,86-246 0,6-15 0,0 1 0,0-1 0,-1 0 0,0 0 0,0 0 0,0 0 0,0 0 0,-1 0 0,1-1 0,-6 6 0,8-8 0,0-1 0,0 0 0,0 0 0,-1 0 0,1 0 0,0 1 0,0-1 0,0 0 0,0 0 0,0 0 0,-1 0 0,1 0 0,0 0 0,0 1 0,0-1 0,0 0 0,-1 0 0,1 0 0,0 0 0,0 0 0,0 0 0,-1 0 0,1 0 0,0 0 0,0 0 0,0 0 0,-1 0 0,1 0 0,0 0 0,0 0 0,0 0 0,-1 0 0,1 0 0,0 0 0,0 0 0,0 0 0,0 0 0,-1-1 0,1 1 0,0 0 0,0 0 0,0 0 0,0 0 0,-1 0 0,1 0 0,0-1 0,0 1 0,0 0 0,0 0 0,0 0 0,0 0 0,0-1 0,-1 1 0,0-18 0,6-29 0,17-50 0,44-118 0,-55 182 0,284-703 0,-236 602 0,93-195 0,-110 246 0,102-144 0,-136 216 0,1 1 0,0-1 0,0 2 0,1-1 0,0 1 0,14-9 0,-20 15 0,0 0 0,1 1 0,0 0 0,0 0 0,-1 0 0,1 0 0,0 1 0,1 0 0,-1 0 0,0 0 0,0 1 0,0-1 0,1 1 0,-1 0 0,0 1 0,0 0 0,0-1 0,9 4 0,-6-1 0,1 1 0,-1 0 0,0 0 0,-1 0 0,1 1 0,-1 1 0,0-1 0,0 1 0,0 0 0,-1 1 0,0 0 0,6 8 0,5 10 0,-1 0 0,18 38 0,-1 11 0,-3 1 0,-3 1 0,-4 1 0,21 123 0,18 325 0,-61-522 0,14 178 0,-9 220 0,-27-36-159,17-325-570,0-1-3399,3-4-7810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7.833"/>
    </inkml:context>
    <inkml:brush xml:id="br0">
      <inkml:brushProperty name="width" value="0.035" units="cm"/>
      <inkml:brushProperty name="height" value="0.035" units="cm"/>
      <inkml:brushProperty name="color" value="#008C3A"/>
    </inkml:brush>
  </inkml:definitions>
  <inkml:trace contextRef="#ctx0" brushRef="#br0">51 512 18290,'-48'-45'7604,"45"28"-4515,10-6-533,18-3-1328,23 3-1228,21-5 0,27-4 0,24 4 0,23-4 0,13 1 0,15-4 0,23 4 0,12 0-1796,7-4-1372,0 1-617,-10 3-3275,-9 2-6914</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232"/>
    </inkml:context>
    <inkml:brush xml:id="br0">
      <inkml:brushProperty name="width" value="0.035" units="cm"/>
      <inkml:brushProperty name="height" value="0.035" units="cm"/>
      <inkml:brushProperty name="color" value="#008C3A"/>
    </inkml:brush>
  </inkml:definitions>
  <inkml:trace contextRef="#ctx0" brushRef="#br0">569 23 16606,'-6'0'820,"1"-1"1,-1 0-1,1 0 1,0 0-1,-1-1 1,1 0-1,0 0 1,0 0-1,0 0 1,-7-5-1,10 5 1586,-22 5 1456,-12 12-3282,34-14-412,-12 6-149,1 1-1,0 0 1,1 1 0,0 1 0,0 0 0,1 1-1,-14 16 1,-61 89-49,51-61 30,3 1 0,2 2 0,3 1 0,2 1 0,3 1 0,2 1 0,4 1 0,-11 78 0,23-113 0,2 0 0,1 0 0,1 0 0,1 0 0,1 0 0,2 0 0,1 0 0,10 33 0,-11-49 0,0-1 0,0 0 0,1 1 0,1-2 0,0 1 0,0-1 0,1 0 0,1 0 0,-1 0 0,1-1 0,1-1 0,0 1 0,0-1 0,1-1 0,0 0 0,0 0 0,0-1 0,1 0 0,0-1 0,0 0 0,18 4 0,-11-5-401,1-1-1,0 0 1,0-2 0,0 0-1,0-1 1,0-1 0,1-1-1,-2-1 1,1 0-1,0-1 1,20-8 0,5-5-1092,0-1 1,-1-2 0,56-35-1,-51 23 568,-1-2-1,-2-1 0,-2-3 0,-1-2 1,-2-1-1,36-48 0,-15 7 1236,-3-2 0,71-140-1,-88 134 2943,-5-2 0,34-126 0,-65 203 436,-6 30-941,1-11-3059,-10 104 770,-6 249-458,15-281-518,5 109-4630,-2-161 3574,1 0 0,1 0-1,2 0 1,0-1 0,14 34 0,-3-25-13098</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430"/>
    </inkml:context>
    <inkml:brush xml:id="br0">
      <inkml:brushProperty name="width" value="0.035" units="cm"/>
      <inkml:brushProperty name="height" value="0.035" units="cm"/>
      <inkml:brushProperty name="color" value="#008C3A"/>
    </inkml:brush>
  </inkml:definitions>
  <inkml:trace contextRef="#ctx0" brushRef="#br0">11 213 17706,'-1'-1'186,"0"0"0,0 0 1,0-1-1,0 1 0,1 0 0,-1 0 1,0-1-1,1 1 0,-1-1 1,0 1-1,1-1 0,0 1 1,-1 0-1,1-1 0,0 1 1,0-1-1,0 0 0,0 1 0,0-1 1,0 1-1,0-1 0,1 1 1,-1 0-1,0-1 0,1 1 1,0-1-1,-1 1 0,1-1 0,0 1 1,-1 0-1,1 0 0,0-1 1,0 1-1,0 0 0,0 0 1,0 0-1,0 0 0,2-1 1,3-4 325,1-1 1,0 2 0,0-1-1,0 1 1,1 0 0,8-4 0,9-2 330,1 1 1,0 1 0,38-8 0,85-10-26,-145 26-820,361-39 21,-311 38-20,0 3 0,-1 2 1,1 2-1,96 23 0,-131-23 1,0 1 0,-1 1 0,0 1 0,0 0 0,27 17 0,-38-20 0,0 0 0,0 1 0,-1-1 0,1 1 0,-1 1 0,-1-1 0,1 1 0,-1 0 0,0 0 0,-1 1 0,1-1 0,-2 1 0,1 0 0,-1 0 0,3 10 0,-2 4-1217,0 1 0,1 39 1,-5-23-3021,-1-1 0,-10 48 0,5-46-9185</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600"/>
    </inkml:context>
    <inkml:brush xml:id="br0">
      <inkml:brushProperty name="width" value="0.035" units="cm"/>
      <inkml:brushProperty name="height" value="0.035" units="cm"/>
      <inkml:brushProperty name="color" value="#008C3A"/>
    </inkml:brush>
  </inkml:definitions>
  <inkml:trace contextRef="#ctx0" brushRef="#br0">1 55 15421,'3'-34'2653,"7"25"2651,-1-2-4552,7 16-784,-3 1-316,6 3-700,9 8-960,-15-8-1208,16 13-1965,15 18-4132</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8.882"/>
    </inkml:context>
    <inkml:brush xml:id="br0">
      <inkml:brushProperty name="width" value="0.035" units="cm"/>
      <inkml:brushProperty name="height" value="0.035" units="cm"/>
      <inkml:brushProperty name="color" value="#008C3A"/>
    </inkml:brush>
  </inkml:definitions>
  <inkml:trace contextRef="#ctx0" brushRef="#br0">31 2 18362,'-1'-1'133,"0"1"0,0 0 0,0 0 0,0-1 0,0 1 0,0 0 1,0 0-1,0 0 0,0 0 0,0 0 0,0 1 0,0-1 0,0 0 0,0 0 1,0 1-1,0-1 0,0 1 0,0-1 0,0 0 0,1 1 0,-1 0 1,0-1-1,0 1 0,0 0 0,1-1 0,-1 1 0,0 0 0,1 0 0,-1-1 1,0 1-1,1 0 0,-1 0 0,1 0 0,0 0 0,-1 1 0,0 3 463,1-1 0,0 1 0,0 0 0,1 0 0,-1-1 0,3 10 0,-1-3-76,14 60 300,2 0 0,3-2 0,4 0 1,2-1-1,69 120 0,-30-64-820,-39-70 0,2-2 0,2 0 0,73 89 0,-100-136 0,1 0 0,-1 0 0,1-1 0,1 0 0,-1 0 0,1 0 0,-1 0 0,1-1 0,0 0 0,0 0 0,1-1 0,-1 1 0,0-1 0,1-1 0,-1 1 0,1-1 0,0 0 0,-1-1 0,1 0 0,0 0 0,0 0 0,-1-1 0,1 0 0,0 0 0,-1 0 0,1-1 0,-1 0 0,0-1 0,1 1 0,-1-1 0,0 0 0,-1-1 0,1 1 0,8-8 0,2-3 0,0 0 0,-1-1 0,-1-1 0,0 0 0,-2-1 0,21-34 0,51-122 0,-44 85 0,-23 52-51,34-73-1794,4 2 1,84-119-1,-95 172-3157,-10 25-1639,7 2-5914</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160"/>
    </inkml:context>
    <inkml:brush xml:id="br0">
      <inkml:brushProperty name="width" value="0.035" units="cm"/>
      <inkml:brushProperty name="height" value="0.035" units="cm"/>
      <inkml:brushProperty name="color" value="#008C3A"/>
    </inkml:brush>
  </inkml:definitions>
  <inkml:trace contextRef="#ctx0" brushRef="#br0">833 68 12201,'-31'-19'3044,"21"11"1303,7-5-2541,0 3 287,-4 5 2197,-1 2-4048,-2 0 0,1 1 0,0 0 1,0 1-1,-1 0 0,1 1 0,0 0 0,-1 0 0,1 1 0,0 0 0,-17 4 0,-7 3 452,1 2-1,-33 14 1,-11 8-694,2 4 0,1 3 0,-90 64 0,140-86 0,0 1 0,2 1 0,-31 33 0,50-50 0,1-1 0,-1 1 0,1 0 0,0-1 0,-1 1 0,1 0 0,0 0 0,0 0 0,0 0 0,0 0 0,1 1 0,-1-1 0,1 0 0,-1 0 0,1 0 0,-1 4 0,2-5 0,-1 0 0,0 0 0,1 0 0,-1 0 0,1 1 0,-1-1 0,1 0 0,-1 0 0,1 0 0,0 0 0,0 0 0,-1 0 0,1-1 0,0 1 0,0 0 0,0 0 0,0-1 0,0 1 0,0 0 0,0-1 0,2 1 0,4 2 0,1 0 0,0-1 0,0-1 0,0 1 0,0-1 0,13 0 0,14-2 0,0-2 0,56-11 0,15-1 0,-92 14 0,1 0 0,-1 1 0,1 0 0,0 1 0,-1 1 0,0 0 0,22 7 0,-31-7 0,1 0 0,-1 1 0,0-1 0,0 1 0,0 0 0,0 1 0,0-1 0,0 1 0,-1 0 0,0 0 0,0 1 0,0-1 0,0 1 0,-1 0 0,0 0 0,0 0 0,0 0 0,-1 1 0,1-1 0,-1 1 0,1 6 0,1 8 3,0 0 1,0 23-1,-2-16-348,-2-21-439,0-1-1,0 1 1,0-1-1,-1 0 0,0 1 1,0-1-1,-3 10 1,-3 12-2473,8 6-4209,3-11-4983</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671"/>
    </inkml:context>
    <inkml:brush xml:id="br0">
      <inkml:brushProperty name="width" value="0.035" units="cm"/>
      <inkml:brushProperty name="height" value="0.035" units="cm"/>
      <inkml:brushProperty name="color" value="#008C3A"/>
    </inkml:brush>
  </inkml:definitions>
  <inkml:trace contextRef="#ctx0" brushRef="#br0">1 241 18438,'54'-115'3495,"-51"110"-3047,1-1 0,0 1 0,0 0 0,0 0 0,1 0 0,-1 0 0,1 1 0,0-1 0,1 1 0,7-4 0,7-6 1329,-4 0-617,-9 7-639,0 0-1,1 1 1,11-7-1,-18 12-488,0 0 0,1 0-1,-1 0 1,0 1 0,1-1-1,-1 0 1,1 1 0,-1-1-1,1 1 1,-1 0 0,1 0-1,-1-1 1,1 1 0,-1 0-1,1 0 1,-1 0 0,1 1-1,-1-1 1,1 0 0,-1 1-1,1-1 1,-1 0 0,1 1-1,-1 0 1,0-1 0,1 1-1,1 1 1,2 3-32,-1-1 0,0 1 0,0-1 0,0 1 0,-1 0 0,0 1 0,0-1 0,0 1 0,3 7 0,15 58 0,-15-47 0,13 60 0,-4 0 0,-4 0 0,1 92 0,-17 260 0,0-277 0,2-55 17,-1 224-181,5-264-766,-1 3-2971,8-2-6107,9-18-4789</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49.890"/>
    </inkml:context>
    <inkml:brush xml:id="br0">
      <inkml:brushProperty name="width" value="0.035" units="cm"/>
      <inkml:brushProperty name="height" value="0.035" units="cm"/>
      <inkml:brushProperty name="color" value="#008C3A"/>
    </inkml:brush>
  </inkml:definitions>
  <inkml:trace contextRef="#ctx0" brushRef="#br0">11 54 20314,'-3'-3'495,"-4"-8"1819,7 10-2196,0 1 0,1-1 1,-1 0-1,1 1 1,-1-1-1,1 1 1,-1-1-1,1 1 1,-1-1-1,1 1 1,0-1-1,-1 1 0,1 0 1,0-1-1,-1 1 1,1 0-1,0-1 1,0 1-1,-1 0 1,1 0-1,0 0 1,1 0-1,31-9 1722,0 3-1,61-5 1,74 7-551,-114 4-1192,805 10-80,-589-4-19,-61 6 2,-178-8 0,0 1 0,0 1 0,-1 2 0,46 18 0,-68-23 0,0 0 0,0 1 0,0 0 0,-1 1 0,0-1 0,0 1 0,0 1 0,0-1 0,-1 1 0,0 1 0,0-1 0,-1 1 0,1 0 0,-2 0 0,1 0 0,-1 1 0,0 0 0,0 0 0,-1 0 0,0 0 0,-1 0 0,0 0 0,0 1 0,0 0 0,-1-1 0,-1 1 0,1-1 0,-2 10 0,-2 17-159,-2-1-1,-13 54 1,10-56-339,1 1 0,2 0-1,-2 43 1,7-51-2704</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075"/>
    </inkml:context>
    <inkml:brush xml:id="br0">
      <inkml:brushProperty name="width" value="0.035" units="cm"/>
      <inkml:brushProperty name="height" value="0.035" units="cm"/>
      <inkml:brushProperty name="color" value="#008C3A"/>
    </inkml:brush>
  </inkml:definitions>
  <inkml:trace contextRef="#ctx0" brushRef="#br0">13 63 16149,'-13'-26'2773,"20"6"-641,5 12-432,-2-1-444,72 23-396,-31 3-1260,6 6-492,7 6-764,9 5-876,-3 12-3241,0 0-4860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357"/>
    </inkml:context>
    <inkml:brush xml:id="br0">
      <inkml:brushProperty name="width" value="0.035" units="cm"/>
      <inkml:brushProperty name="height" value="0.035" units="cm"/>
      <inkml:brushProperty name="color" value="#008C3A"/>
    </inkml:brush>
  </inkml:definitions>
  <inkml:trace contextRef="#ctx0" brushRef="#br0">158 85 17354,'-88'67'3415,"82"-62"-3130,0 0 1,0 0-1,1 1 0,0 0 0,0 0 0,0 0 1,1 1-1,0-1 0,0 1 0,1 0 0,0 0 0,0 0 1,0 1-1,1-1 0,0 1 0,1-1 0,0 1 1,0 0-1,0-1 0,1 1 0,0 0 0,1 0 1,2 10-1,2 4 451,1-1 0,1 0 0,0-1 0,2 1 1,1-2-1,16 27 0,-16-30-736,1 0 0,1 0 0,0-1 0,1-1 0,1 0 0,0-1 0,0 0 0,2-1 0,26 16 0,-31-22 0,1 0 0,-1 0 0,1-1 0,0-1 0,0 0 0,0-1 0,1 0 0,-1-1 0,1 0 0,0-1 0,-1 0 0,1-1 0,0-1 0,0 0 0,21-4 0,-27 3 0,0-1 0,0 0 0,-1 0 0,1 0 0,-1-1 0,1 1 0,-1-2 0,0 1 0,0-1 0,-1 0 0,0 0 0,1 0 0,-2-1 0,1 0 0,-1 0 0,0 0 0,0 0 0,0-1 0,-1 1 0,0-1 0,0 0 0,-1 0 0,0 0 0,0 0 0,0-10 0,1 1 0,-1-1 0,-1 1 0,-1-1 0,0 1 0,-2 0 0,1-1 0,-2 1 0,0 0 0,-1 0 0,-9-24 0,3 19 0,-1 0 0,0 1 0,-2 0 0,0 1 0,-1 0 0,-1 1 0,-1 0 0,-1 2 0,-22-19 0,17 17 0,-1 2 0,-1 0 0,0 2 0,-1 0 0,0 2 0,-1 1 0,-37-12 0,51 20-468,0 1 0,1 0 0,-23-1-1,31 3 257,0 0-1,0 0 0,0 1 0,-1-1 0,1 1 0,0-1 1,0 1-1,0 0 0,-3 2 0,5-3 104,0 1-1,0 0 1,0-1 0,0 1-1,0 0 1,1 0-1,-1 0 1,0 0 0,0-1-1,1 1 1,-1 0 0,0 0-1,1 1 1,-1-1-1,1 0 1,-1 0 0,1 0-1,0 0 1,-1 0 0,1 0-1,0 1 1,0-1-1,0 0 1,0 1 0,4 29-8427,10 7-5976</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671"/>
    </inkml:context>
    <inkml:brush xml:id="br0">
      <inkml:brushProperty name="width" value="0.035" units="cm"/>
      <inkml:brushProperty name="height" value="0.035" units="cm"/>
      <inkml:brushProperty name="color" value="#008C3A"/>
    </inkml:brush>
  </inkml:definitions>
  <inkml:trace contextRef="#ctx0" brushRef="#br0">1 1 19090,'1'2'3211,"38"71"2188,-23-46-2865,17 38-1,-12-7-2533,-2 1 0,-3 1 0,-2 0 0,-3 1 0,-3 0 0,-2 1 0,-3-1 0,-6 65 0,4-88 0,1-33 0,-2-5 0,0 0 0,0 1 0,0-1 0,0 0 0,0 0 0,0 1 0,0-1 0,0 0 0,1 0 0,-1 1 0,0-1 0,0 0 0,0 0 0,0 1 0,0-1 0,0 0 0,1 0 0,-1 0 0,0 1 0,0-1 0,0 0 0,1 0 0,-1 0 0,0 0 0,0 1 0,1-1 0,-1 0 0,0 0 0,0 0 0,1 0 0,-1 0 0,0 0 0,0 0 0,1 0 0,-1 0 0,0 0 0,0 0 0,1 0 0,-1 0 0,0 0 0,1 0 0,-1 0 0,0 0 0,0 0 0,1 0 0,15-12 0,20-32 0,-30 37 0,54-67 0,122-117 0,-142 154 0,2 3 0,2 1 0,1 3 0,78-41 0,-109 63 0,1 2 0,1 0 0,-1 1 0,1 0 0,-1 2 0,1-1 0,0 2 0,29-1 0,-36 3 0,0 1 0,-1 0 0,1 0 0,0 1 0,0 0 0,-1 1 0,0 0 0,1 0 0,-1 1 0,0 0 0,-1 0 0,1 1 0,-1 0 0,1 0 0,-2 1 0,1 0 0,8 9 0,-2 1 15,-1 1 0,0 0 0,-1 0 0,-1 2 1,-1-1-1,-1 1 0,0 0 0,9 38 0,-3 10-147,8 91 0,-11-68-330,-8-47-2610,-1-7-1573,5-4-3441,6-7-5304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0.825"/>
    </inkml:context>
    <inkml:brush xml:id="br0">
      <inkml:brushProperty name="width" value="0.035" units="cm"/>
      <inkml:brushProperty name="height" value="0.035" units="cm"/>
      <inkml:brushProperty name="color" value="#008C3A"/>
    </inkml:brush>
  </inkml:definitions>
  <inkml:trace contextRef="#ctx0" brushRef="#br0">0 91 16858,'0'0'6916,"0"-17"-3932,0-3 3025,3 3-8061,1 0-1485,5 6-355,4 2-2964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067"/>
    </inkml:context>
    <inkml:brush xml:id="br0">
      <inkml:brushProperty name="width" value="0.035" units="cm"/>
      <inkml:brushProperty name="height" value="0.035" units="cm"/>
      <inkml:brushProperty name="color" value="#008C3A"/>
    </inkml:brush>
  </inkml:definitions>
  <inkml:trace contextRef="#ctx0" brushRef="#br0">0 21 16990,'5'-9'613,"5"-3"5837,-9 13-6261,-1-1-1,1 1 1,0-1-1,-1 0 1,1 1 0,0-1-1,-1 1 1,1-1-1,-1 1 1,1 0 0,-1-1-1,1 1 1,-1 0-1,1-1 1,-1 1 0,0 0-1,1-1 1,-1 1-1,0 0 1,0 0 0,1 0-1,-1-1 1,0 2-1,46 133 1906,50 241 0,-30 53-3877,-44-249-1162,60 227-1,-51-308-5234,6-6-5749</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299"/>
    </inkml:context>
    <inkml:brush xml:id="br0">
      <inkml:brushProperty name="width" value="0.035" units="cm"/>
      <inkml:brushProperty name="height" value="0.035" units="cm"/>
      <inkml:brushProperty name="color" value="#008C3A"/>
    </inkml:brush>
  </inkml:definitions>
  <inkml:trace contextRef="#ctx0" brushRef="#br0">1984 0 17522,'-130'0'2928,"76"3"76,-3 6-16,-6-4-343,-17-2-325,-12-3-960,-13 6-1360,-9 0 0,-3 5 0,-20 1 0,1 8 0,-4 2 0,-3 7 0,7 5 0,2 6-2148,14 12-1853,2 13-3791,10 13-8050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2.825"/>
    </inkml:context>
    <inkml:brush xml:id="br0">
      <inkml:brushProperty name="width" value="0.035" units="cm"/>
      <inkml:brushProperty name="height" value="0.035" units="cm"/>
      <inkml:brushProperty name="color" value="#008C3A"/>
    </inkml:brush>
  </inkml:definitions>
  <inkml:trace contextRef="#ctx0" brushRef="#br0">150 396 17958,'-12'-15'752,"7"8"39,0 0-1,0 1 1,1-2-1,0 1 1,0 0-1,1-1 1,-1 0 0,2 0-1,-4-15 1,1-1 122,-1 0 0,0 1 1,-2 0-1,-14-31 0,-14-40 672,24 54-1585,12 41 0,0-1 0,1 0 0,-1 0 0,0 0 0,1 1 0,-1-1 0,0 0 0,1 0 0,-1 0 0,0 0 0,1 0 0,-1 0 0,1 0 0,-1 0 0,0 0 0,1 0 0,-1 0 0,0 0 0,1 0 0,-1 0 0,0 0 0,1 0 0,-1 0 0,1 0 0,-1 0 0,0 0 0,1-1 0,-1 1 0,0 0 0,1 0 0,-1 0 0,0-1 0,0 1 0,1 0 0,-1 0 0,0-1 0,0 1 0,1 0 0,-1-1 0,0 1 0,0 0 0,0-1 0,0 1 0,1 0 0,-1-1 0,0 1 0,0 0 0,0-1 0,0 1 0,0 0 0,0-1 0,0 1 0,0-1 0,0 1 0,0 0 0,0-1 0,0 1 0,0 0 0,-1-1 0,2 1 0,10 7-358,-1 0 0,1 2 0,-1-1 1,-1 1-1,0 0 0,16 21 0,43 70-3231,-56-80 3248,-3-5-578,0 1 1,8 23-1,-7-15 323,-9-22 2730,-17-12 618,16 10-2663,-1-1-1,1 1 1,-1 0-1,1 0 1,-1 0-1,0-1 0,1 1 1,0 0-1,-1-1 1,1 1-1,-1-1 1,1 1-1,-1 0 1,1-1-1,0 1 1,-1-1-1,1 1 0,0-1 1,-1 1-1,1-1 1,0 1-1,0-1 1,0 1-1,-1-1 1,1 0-1,0 1 1,0-1-1,0 1 0,0-1 1,0 0-1,0 1 1,0-1-1,0 1 1,0-1-1,1 1 1,-1-1-1,0 0 1,0 1-1,0-1 0,1 1 1,-1-1-1,0 1 1,1-1-1,0-2-52,1 1 0,-1-1 0,1 1 0,0-1 0,0 1 0,0 0 0,0 0 0,0 0 0,0 0 0,0 0 0,1 1 0,-1-1 0,1 1 0,-1-1-1,1 1 1,0 0 0,-1 0 0,1 0 0,0 0 0,0 1 0,4-1 0,7-2 19,1 1-1,0 0 1,17 1-1,39 5-54,0 3 0,78 19 0,-119-21 0,287 60 24,-118-23-186,-22-10-1735,76 17-5646,-103-7-141,-1-1-4837</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520"/>
    </inkml:context>
    <inkml:brush xml:id="br0">
      <inkml:brushProperty name="width" value="0.035" units="cm"/>
      <inkml:brushProperty name="height" value="0.035" units="cm"/>
      <inkml:brushProperty name="color" value="#008C3A"/>
    </inkml:brush>
  </inkml:definitions>
  <inkml:trace contextRef="#ctx0" brushRef="#br0">136 52 10661,'-3'-1'2513,"-25"-10"7942,12 4-5311,8 4-5518,6 2 3419,-11-4-1722,6 1-1323,10 2 0,9 2 0,-11 0 0,25 0 0,-18 0 0,21-9 0,-12 4 0,-7 4 0,-40 10 0,-47 3 0,41-4 0,14-5 0,49-6 0,586-24 0,-554 26 0,4 0 0,16-2 0,122 13 0,-193-9 0,25 6 0,-32-7 0,0 1 0,0 0 0,0-1 0,0 1 0,0 0 0,0-1 0,0 1 0,0 0 0,0 0 0,0 0 0,-1 0 0,1 0 0,0 0 0,0 0 0,-1 0 0,1 0 0,-1 0 0,1 0 0,-1 0 0,0 0 0,1 1 0,-1-1 0,0 0 0,1 3 0,-2 0 0,1 1 0,-1 0 0,1 0 0,-1-1 0,0 1 0,-1-1 0,1 1 0,-1-1 0,0 1 0,0-1 0,-1 0 0,1 0 0,-1 0 0,0 0 0,-4 4 0,-8 9 0,-1-1 0,-19 14 0,28-25 0,-194 151 0,-58 51 0,151-99 0,94-92 0,1 0 0,1 0 0,1 1 0,0 1 0,-9 21 0,18-36 0,1-1 0,0 1 0,1 0 0,-1-1 0,0 1 0,1 0 0,-1-1 0,1 1 0,0 0 0,0-1 0,0 1 0,0 0 0,0 0 0,1-1 0,-1 1 0,1 0 0,0-1 0,0 1 0,0-1 0,0 1 0,0-1 0,1 1 0,-1-1 0,1 0 0,-1 1 0,1-1 0,2 2 0,0 0 0,0-1 0,0 0 0,0-1 0,0 1 0,1-1 0,-1 0 0,0 0 0,1 0 0,0 0 0,-1-1 0,1 0 0,0 0 0,8 1 0,18-2-561,1 0 0,0-2 0,-1-2 0,1-1 0,58-17 0,147-67-5480,-146 52-1578,1 2-5138</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698"/>
    </inkml:context>
    <inkml:brush xml:id="br0">
      <inkml:brushProperty name="width" value="0.035" units="cm"/>
      <inkml:brushProperty name="height" value="0.035" units="cm"/>
      <inkml:brushProperty name="color" value="#008C3A"/>
    </inkml:brush>
  </inkml:definitions>
  <inkml:trace contextRef="#ctx0" brushRef="#br0">1 235 13549,'6'-31'2104,"-6"5"21,25 9-361,4 0-268,-4-3-328,14 3-264,8-3-432,13 2-512,1-2-388,9 0-660,-1 6-744,-2 3-384,-3 8-3133,-4 9-4296</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4.837"/>
    </inkml:context>
    <inkml:brush xml:id="br0">
      <inkml:brushProperty name="width" value="0.035" units="cm"/>
      <inkml:brushProperty name="height" value="0.035" units="cm"/>
      <inkml:brushProperty name="color" value="#008C3A"/>
    </inkml:brush>
  </inkml:definitions>
  <inkml:trace contextRef="#ctx0" brushRef="#br0">20 304 10173,'-19'11'9509,"22"-25"-8125,13-9-252,22 9-244,3-4-184,19-2-512,7 0-400,9-11-296,7 0-604,3-1-920,-1-8-760,-2 0-2349,-1 9-4088</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5.369"/>
    </inkml:context>
    <inkml:brush xml:id="br0">
      <inkml:brushProperty name="width" value="0.035" units="cm"/>
      <inkml:brushProperty name="height" value="0.035" units="cm"/>
      <inkml:brushProperty name="color" value="#008C3A"/>
    </inkml:brush>
  </inkml:definitions>
  <inkml:trace contextRef="#ctx0" brushRef="#br0">289 164 15857,'-9'-12'1137,"0"-1"666,2 1 9507,6 15-11070,0 0 1,0 0-1,1 0 0,-1 1 1,1-1-1,0 0 0,0 0 1,0 4-1,0 12 257,-24 96-497,-14 97 0,30-122 0,4-1 0,5 1 0,3 0 0,28 155 0,-27-221 0,1 0 0,1 0 0,1-1 0,1 0 0,1 0 0,22 35 0,-26-48 0,0-1 0,0-1 0,1 1 0,0-1 0,0 0 0,1-1 0,0 0 0,1 0 0,-1 0 0,1-1 0,0-1 0,1 1 0,0-2 0,-1 1 0,1-1 0,1-1 0,15 4 0,-17-6 0,0-1 0,0 0 0,-1 0 0,1-1 0,0 0 0,0-1 0,-1 0 0,1 0 0,-1-1 0,1 0 0,-1 0 0,0-1 0,0 0 0,-1-1 0,1 1 0,-1-1 0,0-1 0,8-7 0,5-6 0,-1-1 0,-1-1 0,-1 0 0,22-37 0,-13 13 0,-2-1 0,-2 0 0,-2-2 0,-2-1 0,-3 0 0,-1-1 0,-3-1 0,-2 1 0,-2-2 0,-2 1 0,-3-1 0,-2 0 0,-2 1 0,-2-1 0,-20-90 0,17 114 0,-1 0 0,-2 1 0,0-1 0,-22-38 0,23 51 0,0 0 0,-1 1 0,-1-1 0,-1 2 0,0 0 0,0 0 0,-1 1 0,-22-15 0,28 22 0,-1 1 0,0 0 0,0 1 0,0-1 0,-1 1 0,1 1 0,-1 0 0,0 0 0,1 1 0,-1 0 0,0 0 0,0 1 0,0 0 0,-11 2 0,11-1 0,-1 1 0,1 0 0,0 0 0,0 1 0,0 0 0,1 0 0,-1 1 0,1 0 0,-15 10 0,2 1 0,-38 37 0,47-41 0,-177 175 0,107-103 0,53-58 0,23-21 0,-1 1 0,1 0 0,1 0 0,-1 1 0,1 0 0,0-1 0,0 2 0,1-1 0,0 1 0,-5 9 0,9-15 0,0 0 0,-1-1 0,1 1 0,0 0 0,0 0 0,0-1 0,1 1 0,-1 0 0,0 0 0,0-1 0,0 1 0,0 0 0,1-1 0,-1 1 0,0 0 0,1-1 0,-1 1 0,0 0 0,1-1 0,-1 1 0,1-1 0,-1 1 0,1-1 0,-1 1 0,1-1 0,0 1 0,-1-1 0,1 1 0,-1-1 0,1 0 0,0 1 0,-1-1 0,1 0 0,0 0 0,0 1 0,32 7 0,-25-6 0,22 2 2,0 0 1,57-2-1,-8 0-53,110 5-2671,46 4-4324,-80 6-3797,-110-9 1715</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011"/>
    </inkml:context>
    <inkml:brush xml:id="br0">
      <inkml:brushProperty name="width" value="0.035" units="cm"/>
      <inkml:brushProperty name="height" value="0.035" units="cm"/>
      <inkml:brushProperty name="color" value="#008C3A"/>
    </inkml:brush>
  </inkml:definitions>
  <inkml:trace contextRef="#ctx0" brushRef="#br0">196 1 15513,'-20'9'1192,"17"-7"-827,-1 0 0,1 0-1,-1-1 1,0 1-1,0-1 1,1 0-1,-1 0 1,0 0-1,0 0 1,0-1-1,0 0 1,-1 0-1,-4 0 1,6-1 2631,-5 6-1669,0 0 0,1 0 0,0 1 0,0 0 0,-10 11 0,11-13-1327,1 1 0,1 0 0,-1 0 0,1 1 0,0-1 0,0 1 0,1 0 0,-1 0 0,1 0 0,0 0 0,1 1 0,0-1 0,0 1 0,-2 12 0,2-4 0,1-1 0,0 1 0,1 0 0,1 0 0,0 0 0,1-1 0,0 1 0,1 0 0,1-1 0,9 23 0,-7-25 0,0 0 0,1-1 0,0 0 0,1 0 0,0 0 0,1-1 0,0 0 0,1-1 0,0 0 0,0-1 0,1 0 0,13 8 0,-13-10 0,0 0 0,1-1 0,0 0 0,1 0 0,-1-2 0,1 1 0,-1-2 0,1 1 0,0-2 0,0 0 0,0 0 0,16-3 0,-24 2 0,0 0 0,0-1 0,-1 0 0,1 0 0,0 0 0,-1-1 0,1 1 0,-1-1 0,1 0 0,-1-1 0,0 1 0,0-1 0,0 0 0,0 0 0,0 0 0,-1 0 0,1 0 0,-1-1 0,0 0 0,0 0 0,0 0 0,-1 0 0,1 0 0,-1 0 0,0-1 0,0 1 0,-1-1 0,1 1 0,-1-1 0,0 0 0,0 0 0,-1 1 0,1-1 0,-1 0 0,-1-5 0,1-2 0,-1 0 0,-1 1 0,0-1 0,-1 1 0,0 0 0,0-1 0,-1 1 0,-1 1 0,0-1 0,0 1 0,-1-1 0,-11-13 0,5 9 0,0 1 0,-1 0 0,0 1 0,-1 1 0,-1 0 0,-30-19 0,44 30-5,-3-1-469,0 0 0,0-1 0,0 1 1,0-1-1,1 1 0,-1-1 0,1 0 0,0 0 1,0-1-1,0 1 0,0-1 0,0 0 1,1 1-1,-3-6 0,5 8 345,-1 1 0,1 0 0,0 0 0,0-1 0,-1 1 1,1 0-1,0-1 0,0 1 0,-1 0 0,1-1 0,0 1 0,0 0 0,0-1 0,0 1 0,0-1 0,0 1 0,-1 0 1,1-1-1,0 1 0,0 0 0,0-1 0,0 1 0,0-1 0,1 1 0,-1 0 0,0-1 0,0 1 0,0-1 1,0 1-1,0 0 0,1-1 0,16 5-6669,15 7-4950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235"/>
    </inkml:context>
    <inkml:brush xml:id="br0">
      <inkml:brushProperty name="width" value="0.035" units="cm"/>
      <inkml:brushProperty name="height" value="0.035" units="cm"/>
      <inkml:brushProperty name="color" value="#008C3A"/>
    </inkml:brush>
  </inkml:definitions>
  <inkml:trace contextRef="#ctx0" brushRef="#br0">61 18 17374,'-19'-17'6452,"22"34"-3404,-9 37 2845,3-25-5893,-1 11 0,-2-6 0,3 3 0,0 6 0,-7-3 0,4 3 0,3 3 0,3-1 0,6 1 0,0 6-1972,1-12-2073,-4 2-3791,0 7-8094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389"/>
    </inkml:context>
    <inkml:brush xml:id="br0">
      <inkml:brushProperty name="width" value="0.035" units="cm"/>
      <inkml:brushProperty name="height" value="0.035" units="cm"/>
      <inkml:brushProperty name="color" value="#008C3A"/>
    </inkml:brush>
  </inkml:definitions>
  <inkml:trace contextRef="#ctx0" brushRef="#br0">36 292 18546,'-35'-23'2992,"41"0"-276,4 3-420,6 0-551,12-8-301,4 10-356,9 1-556,7 0-628,12 0-684,13-3-792,10 0-689,6-3-955,-1 0-3684,5 0-6650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6.854"/>
    </inkml:context>
    <inkml:brush xml:id="br0">
      <inkml:brushProperty name="width" value="0.035" units="cm"/>
      <inkml:brushProperty name="height" value="0.035" units="cm"/>
      <inkml:brushProperty name="color" value="#008C3A"/>
    </inkml:brush>
  </inkml:definitions>
  <inkml:trace contextRef="#ctx0" brushRef="#br0">436 393 12705,'-7'-1'654,"0"0"0,-1 0 0,1 1-1,0 0 1,-1 0 0,1 1 0,0 0 0,0 0 0,0 1-1,-1 0 1,1 0 0,1 1 0,-1 0 0,0 0-1,1 0 1,-1 1 0,1 0 0,0 0 0,0 1 0,1 0-1,-9 8 1,-4 12 1820,-24 44 0,28-46-1970,-20 38-448,3 0 1,2 2-1,3 1 1,-21 79 0,36-100-65,2 0 1,2 1 0,1 0 0,3 0 0,2 1 0,1-1 0,10 72 0,-8-105 7,0 0 0,1-1 0,0 1 0,1-1 0,0 1 0,1-1 0,0 0 0,0-1 0,1 1 0,0-1 0,1 0 0,15 15 0,-17-19 0,1 0 0,0-1 0,0 1 0,0-2 0,0 1 0,1-1 0,0 1 0,-1-2 0,1 1 0,0-1 0,1 0 0,-1-1 0,0 1 0,0-2 0,1 1 0,-1-1 0,0 0 0,1 0 0,-1-1 0,9-2 0,5-2-23,-1-1 1,0 0-1,-1-2 1,1-1-1,-2 0 0,1-1 1,-1-1-1,-1-1 1,0 0-1,0-1 0,-2-1 1,26-28-1,-8 2-76,-1-2 0,-2 0 1,47-93-1,-52 83-15,-2-2 0,-2 0 1,-3-2-1,16-83 1,-20 55 51,-3 0 0,-1-122 0,-10 146 136,-11-76 0,9 119-64,-1 0 1,0 0-1,-2 0 0,0 0 0,-1 1 1,0 0-1,-1 0 0,-1 0 1,-11-15-1,16 27 3,1 1 0,-1-1 0,0 1 0,0 0 0,0 0 0,-1 0 0,1 0 0,0 1-1,-1-1 1,0 1 0,0 0 0,0 0 0,0 0 0,0 1 0,-6-2 0,6 2 2,0 1 0,1 0 0,-1 0 0,0 0 0,0 1 0,1-1 0,-1 1 0,0 0 0,1 0 0,-1 0 0,1 1 0,-1-1 0,1 1-1,0 0 1,0 0 0,0 0 0,0 0 0,-4 3 0,-2 4-4,0 0 0,1 1 0,0 0-1,0 0 1,1 0 0,0 1 0,1 0 0,1 1-1,-6 14 1,-6 20 16,-10 49-1,20-70-16,-7 29 13,3 0-1,1 1 1,-2 83 0,11-116-76,1 0 0,1 0 0,1 0 0,2-1 0,0 1 0,0-1 0,2 0 0,1 0 0,1-1 0,0 0 0,21 35 0,-23-47-93,0-1 0,1-1 0,0 1 0,0-1 0,0 0 1,0-1-1,1 1 0,0-2 0,0 1 0,1-1 1,10 4-1,2 0-600,0-2 0,0 0 0,35 5 0,-19-7-2005,63-2-1,-11-7-5329,-28 0-2309</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032"/>
    </inkml:context>
    <inkml:brush xml:id="br0">
      <inkml:brushProperty name="width" value="0.035" units="cm"/>
      <inkml:brushProperty name="height" value="0.035" units="cm"/>
      <inkml:brushProperty name="color" value="#008C3A"/>
    </inkml:brush>
  </inkml:definitions>
  <inkml:trace contextRef="#ctx0" brushRef="#br0">395 4 12377,'-3'0'126,"-9"-2"867,-1 1-1,0 1 0,-14 0 0,20 1 212,0 0-1,0 1 1,0 0-1,-12 4 1,-4 6-270,1 1 1,0 1-1,0 1 0,1 1 0,1 1 1,1 1-1,1 0 0,0 1 0,1 1 1,-15 25-1,26-35-1664,0 1-1,0 0 1,1 0 0,-5 17-1,7-19-540,0 1 0,1 0-1,0 0 1,1 1 0,0-1 0,1 0 0,0 0-1,0 1 1,3 15 0,13 16-12148</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499"/>
    </inkml:context>
    <inkml:brush xml:id="br0">
      <inkml:brushProperty name="width" value="0.035" units="cm"/>
      <inkml:brushProperty name="height" value="0.035" units="cm"/>
      <inkml:brushProperty name="color" value="#008C3A"/>
    </inkml:brush>
  </inkml:definitions>
  <inkml:trace contextRef="#ctx0" brushRef="#br0">201 139 11933,'-12'-36'1512,"-14"-51"10158,26 85-10269,9-7 673,-8 8-2032,-1 1 0,0-1 0,1 1 0,-1 0 0,1-1 0,-1 1-1,1 0 1,-1 0 0,1-1 0,0 1 0,-1 0 0,1 0 0,-1 0 0,1-1 0,-1 1 0,1 0 0,0 0 0,-1 0 0,1 0 0,-1 0 0,1 0-1,-1 0 1,1 1 0,0-1 0,-1 0 0,1 0 0,0 1 0,17 13 608,11 28 68,-18-20-555,-2 0 0,-1 0 0,0 1 1,-2 0-1,0 0 0,-2 0 1,-1 1-1,1 47 0,-4-42-146,-2 0 0,-1 0 0,-1-1 0,-2 1 0,0-1 0,-2 0 0,-13 29 0,-2-11-435,-1-1 0,-55 74 0,35-56-75,18-29 217,20-28 191,-1 2-1,2-1 1,-1 1 0,1 0 0,0 0-1,1 0 1,-5 12 0,14-21 40,14-6 30,0-1 1,-1-1-1,1 0 1,-2-1-1,1-1 1,-1-1 0,-1-1-1,24-23 1,13-19 9,47-62 1,-30 32 65,-46 57 13,-8 9 101,0 0 0,22-17-1,-37 35-141,1-1 0,-1 1 0,1 0 0,-1 0-1,1 0 1,0 0 0,0 0 0,-1 1-1,1-1 1,0 0 0,0 1 0,0 0-1,0-1 1,0 1 0,0 0 0,0 0-1,-1 0 1,1 0 0,0 0 0,0 0-1,0 1 1,0-1 0,0 1 0,0-1 0,0 1-1,-1 0 1,1 0 0,0-1 0,0 1-1,-1 0 1,1 1 0,-1-1 0,1 0-1,-1 0 1,1 1 0,-1-1 0,2 3-1,4 5 68,0 1 0,-1-1 0,0 1-1,8 21 1,-10-22-36,15 31 125,49 98-937,-51-108-793,1-2 0,34 43 0,-17-38-2113,19 6-7109,-38-28 1031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07.745"/>
    </inkml:context>
    <inkml:brush xml:id="br0">
      <inkml:brushProperty name="width" value="0.035" units="cm"/>
      <inkml:brushProperty name="height" value="0.035" units="cm"/>
      <inkml:brushProperty name="color" value="#008C3A"/>
    </inkml:brush>
  </inkml:definitions>
  <inkml:trace contextRef="#ctx0" brushRef="#br0">207 1 11337,'-7'11'2168,"-1"0"-1,2 1 1,-7 14 0,-10 34 2214,12-28-3128,-43 116 2524,42-116-3806,-7 17-2207,0-19-2811,1-7-2140,2 3-4757</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4.782"/>
    </inkml:context>
    <inkml:brush xml:id="br0">
      <inkml:brushProperty name="width" value="0.035" units="cm"/>
      <inkml:brushProperty name="height" value="0.035" units="cm"/>
      <inkml:brushProperty name="color" value="#008C3A"/>
    </inkml:brush>
  </inkml:definitions>
  <inkml:trace contextRef="#ctx0" brushRef="#br0">207 14 12997,'-15'-5'1216,"-2"-2"418,10 6 3232,-1 0 3802,14 27-5482,6 27-3124,-3 1 1,-2 1 0,0 56-1,-17 168-112,0-194-1154,-33 139-1,-43 80-6230,58-211 4111,5-11-13291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5.653"/>
    </inkml:context>
    <inkml:brush xml:id="br0">
      <inkml:brushProperty name="width" value="0.035" units="cm"/>
      <inkml:brushProperty name="height" value="0.035" units="cm"/>
      <inkml:brushProperty name="color" value="#008C3A"/>
    </inkml:brush>
  </inkml:definitions>
  <inkml:trace contextRef="#ctx0" brushRef="#br0">12 558 7093,'-11'2'16623,"24"5"-13552,9-1-2941,0-2-1,0 0 1,0-2-1,1 0 0,27-2 1,-11 1-17,473-12 422,-288 2-452,3554-85 42,-1343 45 165,-761-36 1269,-1017 4-98,-636 78-1400,-1-2 0,1 0 0,-1-2 0,0 0 0,0-1 0,-1-1 0,25-15 0,-42 23-86,-1 0 0,1 0-1,-1 0 1,1 0 0,-1 0-1,0 0 1,0 0 0,0-1-1,1 1 1,-1 0 0,0-1-1,-1 1 1,1-1 0,0 1-1,0-1 1,-1 1 0,1-1-1,-1 1 1,1-1 0,-1 0-1,1 1 1,-1-1 0,0 0-1,0 1 1,0-1 0,0 0-1,0 1 1,-1-1 0,1 0-1,0 1 1,-1-1 0,1 0-1,-1 1 1,1-1 0,-1 1-1,0-1 1,0 1 0,0-1-1,0 1 1,-1-2 0,-4-7-555,0 1 1,-1 0 0,0 0 0,-1 0 0,-9-8 0,-36-24-5059,46 35 4704,-2-2-275,-3 4-5758,-4-1-3006</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450"/>
    </inkml:context>
    <inkml:brush xml:id="br0">
      <inkml:brushProperty name="width" value="0.035" units="cm"/>
      <inkml:brushProperty name="height" value="0.035" units="cm"/>
      <inkml:brushProperty name="color" value="#008C3A"/>
    </inkml:brush>
  </inkml:definitions>
  <inkml:trace contextRef="#ctx0" brushRef="#br0">121 26 14269,'-32'-25'15763,"32"28"-14071,6 30-1321,1 9-147,-1 1 0,0 62 0,-20 80-3866,-50 236 0,62-410 3441,-11 51-8059,-8 1-5778</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681"/>
    </inkml:context>
    <inkml:brush xml:id="br0">
      <inkml:brushProperty name="width" value="0.035" units="cm"/>
      <inkml:brushProperty name="height" value="0.035" units="cm"/>
      <inkml:brushProperty name="color" value="#008C3A"/>
    </inkml:brush>
  </inkml:definitions>
  <inkml:trace contextRef="#ctx0" brushRef="#br0">39 0 17930,'6'4'1143,"3"2"117,-2-4 5361,-9 10-2750,0-2-3218,-12 40 205,7-27-715,1 0 1,-4 27 0,-9 536-8753,19-517 7395,1-18-6287,4 1-4958</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7.900"/>
    </inkml:context>
    <inkml:brush xml:id="br0">
      <inkml:brushProperty name="width" value="0.035" units="cm"/>
      <inkml:brushProperty name="height" value="0.035" units="cm"/>
      <inkml:brushProperty name="color" value="#008C3A"/>
    </inkml:brush>
  </inkml:definitions>
  <inkml:trace contextRef="#ctx0" brushRef="#br0">54 63 11809,'-35'14'2216,"16"-8"5281,54-6-6953,29 0-116,-4 0-168,13-6-232,13-2-248,-1-4-532,17 1-560,6 2-680,-6-5-789,-10 0-1803,9 5-3573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8.407"/>
    </inkml:context>
    <inkml:brush xml:id="br0">
      <inkml:brushProperty name="width" value="0.035" units="cm"/>
      <inkml:brushProperty name="height" value="0.035" units="cm"/>
      <inkml:brushProperty name="color" value="#008C3A"/>
    </inkml:brush>
  </inkml:definitions>
  <inkml:trace contextRef="#ctx0" brushRef="#br0">216 412 11661,'-25'15'1727,"-21"12"8356,46-26-9960,-1-1 1,0 0 0,1 0-1,-1 1 1,0-1-1,1 0 1,-1 1-1,1-1 1,-1 0 0,1 1-1,-1-1 1,1 1-1,-1-1 1,1 1-1,-1-1 1,1 1 0,-1 0-1,1-1 1,0 1-1,-1-1 1,1 1-1,0 0 1,-1 1 0,2-2-49,-1 1 1,0-1 0,1 1 0,-1-1 0,0 1-1,1-1 1,-1 1 0,0-1 0,1 1 0,-1-1-1,1 0 1,-1 1 0,1-1 0,-1 1-1,1-1 1,-1 0 0,1 0 0,0 1 0,-1-1-1,1 0 1,0 0 0,4 2 69,1-1 0,-1 0 0,1 0-1,-1 0 1,1-1 0,-1 0 0,6 0 0,65-9 611,105-25 1,-141 24-693,0-3 1,-1-1-1,-1-1 0,50-28 1,-75 35-88,0 0 0,0-1 0,0-1 0,-1 0 0,-1-1 1,0 0-1,0 0 0,-1-1 0,14-22 0,-21 29 11,0 0 0,-1-1-1,1 1 1,-1-1 0,0 1-1,-1-1 1,1 1 0,-1-1 0,0 0-1,-1 0 1,1 0 0,-1 0-1,0 0 1,-1 1 0,1-1 0,-1 0-1,0 0 1,-1 1 0,1-1-1,-1 0 1,0 1 0,-1-1 0,1 1-1,-1 0 1,0 0 0,-1 0-1,1 0 1,-7-6 0,6 7 4,0-1 1,-1 1-1,0-1 1,0 1-1,0 1 1,0-1-1,-1 1 1,0 0-1,1 0 1,-1 0-1,0 1 1,0 0-1,-10-2 1,5 2 46,1 1 1,0 1 0,0 0 0,-1 0-1,1 1 1,0 0 0,-18 4-1,1 3 244,1 2-1,0 0 0,0 2 0,1 0 0,-29 21 0,13-5-220,1 1-1,1 2 1,2 2 0,-43 49-1,54-51-54,1 0 0,1 2 0,2 1-1,1 1 1,-28 63 0,42-79-7,0 0 0,1 0 0,1 1 0,1 0 0,1 0 0,1 0 0,0 0 0,2 0 0,0 0 0,3 21 0,-1-29 0,1 0 0,-1 0 0,2-1 0,0 1 0,0-1 0,1 0 0,0 0 0,1-1 0,0 0 0,1 0 0,0 0 0,0 0 0,1-1 0,1-1 0,-1 1 0,1-1 0,1-1 0,10 7 0,4 0 0,1-1 0,0-1 0,1-1 0,0-1 0,0-2 0,30 6 0,-7-5 0,-1-2 0,81 1 0,-71-9-469,79-12 0,202-40-3835,-294 45 2150,0-2-1,-1-2 1,0-1 0,64-30-1,-94 37 1083,96-47-11625</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8.901"/>
    </inkml:context>
    <inkml:brush xml:id="br0">
      <inkml:brushProperty name="width" value="0.035" units="cm"/>
      <inkml:brushProperty name="height" value="0.035" units="cm"/>
      <inkml:brushProperty name="color" value="#008C3A"/>
    </inkml:brush>
  </inkml:definitions>
  <inkml:trace contextRef="#ctx0" brushRef="#br0">39 94 9213,'-16'18'4904,"3"-33"-2631,4-2 8051,38 9-10028,15-7-904,0 7-492,10-4-1044,7-5-884,2 6-2949,7 2-5192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9.320"/>
    </inkml:context>
    <inkml:brush xml:id="br0">
      <inkml:brushProperty name="width" value="0.035" units="cm"/>
      <inkml:brushProperty name="height" value="0.035" units="cm"/>
      <inkml:brushProperty name="color" value="#008C3A"/>
    </inkml:brush>
  </inkml:definitions>
  <inkml:trace contextRef="#ctx0" brushRef="#br0">0 1 8729,'0'0'12164,"4"0"-11551,72 8 581,152-5 0,-183-9-106,-53 38-294,1-21-704,0 0-1,-1-1 1,0 1-1,0-1 1,-19 16 0,-18 21 53,-7 24 714,-85 149 0,131-207-598,0 0 1,1 0-1,0 0 0,1 0 1,-2 16-1,5-28-242,1 0-1,0 0 0,0 0 1,0 0-1,0 0 1,1 0-1,-1 0 0,0 0 1,0 0-1,0 0 0,1-1 1,-1 1-1,0 0 0,1 0 1,-1 0-1,1 0 0,-1 0 1,1-1-1,-1 1 1,1 0-1,0-1 0,-1 1 1,1 0-1,0-1 0,0 1 1,-1-1-1,2 1 0,0 1-21,0-1-1,1 0 0,-1-1 0,0 1 1,0 0-1,1-1 0,-1 1 1,0-1-1,5 1 0,12-2-593,-1-1-1,1-1 1,0 0-1,-1-1 1,25-9 0,93-43-7406,-84 33 2417,7 0-4367</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2:59.471"/>
    </inkml:context>
    <inkml:brush xml:id="br0">
      <inkml:brushProperty name="width" value="0.035" units="cm"/>
      <inkml:brushProperty name="height" value="0.035" units="cm"/>
      <inkml:brushProperty name="color" value="#008C3A"/>
    </inkml:brush>
  </inkml:definitions>
  <inkml:trace contextRef="#ctx0" brushRef="#br0">118 66 10433,'-38'-14'2380,"25"17"4401,-2-6-4905,-5 0 1976,1 0-3084,7 0-372,21-11-2908,1 5 24,-1-2-5749,7 2-2028</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7.830"/>
    </inkml:context>
    <inkml:brush xml:id="br0">
      <inkml:brushProperty name="width" value="0.035" units="cm"/>
      <inkml:brushProperty name="height" value="0.035" units="cm"/>
      <inkml:brushProperty name="color" value="#008C3A"/>
    </inkml:brush>
  </inkml:definitions>
  <inkml:trace contextRef="#ctx0" brushRef="#br0">0 335 13421,'7'-46'1780,"-1"20"-291,7 3-265,6-11-272,0 8-220,6 3-164,4 1-136,9-4-488,13 0-668,6 0-944,6 1-1457,7 5-1223,13 8-3345</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7.990"/>
    </inkml:context>
    <inkml:brush xml:id="br0">
      <inkml:brushProperty name="width" value="0.035" units="cm"/>
      <inkml:brushProperty name="height" value="0.035" units="cm"/>
      <inkml:brushProperty name="color" value="#008C3A"/>
    </inkml:brush>
  </inkml:definitions>
  <inkml:trace contextRef="#ctx0" brushRef="#br0">64 515 12909,'-38'-20'2572,"12"14"5401,30-11-5925,15-8-484,12-1-351,20-6-229,16 1-464,12-9-492,23-3-836,18-5-560,14-7-925,9-8-1003,6 3-3217,13 12-6036</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8.593"/>
    </inkml:context>
    <inkml:brush xml:id="br0">
      <inkml:brushProperty name="width" value="0.035" units="cm"/>
      <inkml:brushProperty name="height" value="0.035" units="cm"/>
      <inkml:brushProperty name="color" value="#008C3A"/>
    </inkml:brush>
  </inkml:definitions>
  <inkml:trace contextRef="#ctx0" brushRef="#br0">1040 304 9929,'-6'-28'11201,"3"27"-8520,-14-9-1648,9 8 6557,5 5-7574,1 0 0,0 0 0,-1 0 0,1 0 0,0 0 0,1 0 0,-1 0 0,0 1 0,1-1 0,0 1 0,0-1 0,0 1 0,-1 4 0,-2 55 76,0-3-75,-8-8-17,-3 0 0,-1-1 0,-3-1 0,-2-1 0,-2-1 0,-40 61 0,45-80 0,-3-1 0,0-1 0,-1-1 0,-2-1 0,-1-1 0,0-1 0,-2-1 0,-1-2 0,0-1 0,-1 0 0,-2-3 0,-31 14 0,44-23 0,-1-1 0,0-1 0,0-1 0,0 0 0,0-1 0,-1-1 0,1-1 0,-21-2 0,27 0 0,0 0 0,0-1 0,0-1 0,1 0 0,-1-1 0,1 0 0,-1-1 0,1 0 0,1-1 0,-1 0 0,1-1 0,-18-15 0,22 17 0,1-1 0,0 0 0,0-1 0,0 0 0,1 0 0,0 0 0,1 0 0,-1-1 0,1 0 0,1 0 0,0 0 0,0 0 0,-3-12 0,4 9 0,1-1 0,0 0 0,1 0 0,0 1 0,1-1 0,0 0 0,1 0 0,6-21 0,3 2 0,1 0 0,2 1 0,1 0 0,1 1 0,1 1 0,23-28 0,-4 10 0,2 2 0,1 1 0,3 3 0,1 1 0,70-49 0,-51 47 0,2 4 0,1 1 0,129-47 0,-88 48 0,2 4 0,1 6 0,1 4 0,1 6 0,200-4 0,-191 20 0,215 29 0,-262-18 0,0 4 0,-1 3 0,0 3 0,72 33 0,-117-43-819,-1 0-1,0 2 1,-1 1 0,0 1-1,-2 1 1,31 27 0,-40-26-3282,-9-5-2974,0 4-5797</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18.991"/>
    </inkml:context>
    <inkml:brush xml:id="br0">
      <inkml:brushProperty name="width" value="0.035" units="cm"/>
      <inkml:brushProperty name="height" value="0.035" units="cm"/>
      <inkml:brushProperty name="color" value="#008C3A"/>
    </inkml:brush>
  </inkml:definitions>
  <inkml:trace contextRef="#ctx0" brushRef="#br0">55 71 15465,'19'12'4805,"-29"-24"-2673,1 1 3305,-7-18-10234,-3-2 1969,0 42-14402</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28.468"/>
    </inkml:context>
    <inkml:brush xml:id="br0">
      <inkml:brushProperty name="width" value="0.035" units="cm"/>
      <inkml:brushProperty name="height" value="0.035" units="cm"/>
      <inkml:brushProperty name="color" value="#008C3A"/>
    </inkml:brush>
  </inkml:definitions>
  <inkml:trace contextRef="#ctx0" brushRef="#br0">23 215 9009,'-22'-17'5644,"35"-18"-3735,-1 27-1213,4-1-100,10-5-140,15-6-52,3 6-144,7 5-52,6 0-40,4-5-148,5 3-540,11-6-800,-8 2-1189,14 4-1835,15-1-3349</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0.383"/>
    </inkml:context>
    <inkml:brush xml:id="br0">
      <inkml:brushProperty name="width" value="0.035" units="cm"/>
      <inkml:brushProperty name="height" value="0.035" units="cm"/>
      <inkml:brushProperty name="color" value="#008C3A"/>
    </inkml:brush>
  </inkml:definitions>
  <inkml:trace contextRef="#ctx0" brushRef="#br0">289 152 12541,'-7'-45'1838,"5"28"584,-1 0-1,-9-30 1,-4 24 1243,14 21-2359,1 3-160,-2 2-908,1 0-1,0 0 1,0-1 0,0 1-1,1 1 1,-1-1 0,1 0-1,-1 0 1,1 1-1,0-1 1,-1 7 0,-5 47 1010,4-28-710,-24 218-220,-18 118-268,-32 24-50,23-125 0,49-245 0,3-12 0,1-1 0,0 1 0,0-1 0,0 1 0,0 11 0,1-17 0,0-1 0,0 1 0,0 0 0,0-1 0,0 1 0,0-1 0,0 1 0,0 0 0,1-1 0,-1 1 0,0-1 0,0 1 0,0-1 0,1 1 0,-1-1 0,0 1 0,1-1 0,-1 1 0,0-1 0,1 1 0,-1-1 0,1 1 0,-1-1 0,1 0 0,0 1 0,1-1 0,0 0 0,0-1 0,0 1 0,1-1 0,-1 0 0,0 0 0,0 1 0,0-1 0,0 0 0,0-1 0,0 1 0,0 0 0,1-2 0,29-23 0,-29 24 0,26-27 0,0-2 0,45-62 0,-24 27 0,5-1 0,70-65 0,-101 109 0,2 1 0,0 1 0,1 2 0,2 1 0,59-29 0,-76 42 0,0 0 0,0 1 0,0 1 0,1 0 0,0 0 0,0 1 0,-1 1 0,1 0 0,0 1 0,0 1 0,0 0 0,0 0 0,24 7 0,-23-3 0,1 0 0,-1 1 0,0 1 0,0 1 0,-1 0 0,1 0 0,-2 1 0,0 1 0,0 0 0,-1 1 0,13 15 0,-5-3 0,-1 1 0,-2 1 0,0 1 0,15 34 0,40 114 0,-44-93 0,19 103 0,-28-104 0,-14-63-570,1-1 1,1 0-1,12 26 1,-14-34 176,0-1 1,0 0-1,1-1 0,0 1 1,0-1-1,1 0 1,-1 0-1,1 0 1,10 6-1,-13-10-262,-1-1 0,1 1 0,0-1 0,0 1 0,0-1 0,0 0 0,1 0 0,-1 0 0,0-1-1,0 1 1,0-1 0,1 1 0,-1-1 0,0 0 0,6-1 0,-4 1-242,48-3-11304</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1.097"/>
    </inkml:context>
    <inkml:brush xml:id="br0">
      <inkml:brushProperty name="width" value="0.035" units="cm"/>
      <inkml:brushProperty name="height" value="0.035" units="cm"/>
      <inkml:brushProperty name="color" value="#008C3A"/>
    </inkml:brush>
  </inkml:definitions>
  <inkml:trace contextRef="#ctx0" brushRef="#br0">361 984 4812,'2'-34'1631,"-2"32"-1350,1 1 0,-1-1 1,0 0-1,0 0 0,-1 0 0,1 0 1,0 0-1,-1 0 0,1 1 1,-1-1-1,1 0 0,-2-2 1,-3-11 2671,3 10-2155,1-1 1,-1 1-1,0-1 1,-1 1 0,1-1-1,-1 1 1,0 0-1,-1 1 1,1-1 0,-1 0-1,0 1 1,0 0-1,0 0 1,-6-5 0,9 9-626,0-1 1,0 1-1,0-1 1,0 1 0,-1 0-1,1-1 1,0 1-1,0 0 1,0 0-1,0 0 1,-1 0 0,1 0-1,0 0 1,0 0-1,0 1 1,0-1 0,0 0-1,-1 0 1,1 1-1,0-1 1,-1 2-1,-18 10 918,14-7-929,1 0 1,0 1 0,0-1 0,1 1-1,-1 1 1,1-1 0,1 0 0,-1 1-1,-2 9 1,-22 69 979,22-67-1085,-48 158-57,-27 98 0,69-226 0,2 0 0,-7 93 0,16-126 0,1-1 0,0 0 0,1 0 0,1 0 0,0 0 0,1 0 0,0 0 0,1 0 0,1-1 0,0 0 0,1 0 0,0 0 0,1-1 0,14 19 0,-16-25 0,0 0 0,0-1 0,0 0 0,1 0 0,0 0 0,0-1 0,0 0 0,0 0 0,1 0 0,0-1 0,-1 0 0,1-1 0,0 1 0,1-1 0,-1 0 0,0-1 0,1 0 0,-1 0 0,0-1 0,16 0 0,-12-2 0,0 0 0,0 0 0,0-1 0,-1-1 0,1 1 0,-1-2 0,0 0 0,0 0 0,0 0 0,-1-1 0,0-1 0,0 0 0,12-11 0,-3-2 0,0-1 0,-1 0 0,-1-1 0,-2-1 0,0-1 0,-1 0 0,17-45 0,-4-5 0,22-109 0,-33 108-90,-3 0 0,2-149-1,-16 103-68,-20-135 0,11 179 91,-3 2 1,-4 0-1,-3 0 1,-3 2-1,-58-123 1,76 185 55,0 0-1,-1 0 1,0 1-1,0 0 1,-2 0-1,-16-16 1,23 24 13,-1-1 0,0 1 0,0 0-1,0 0 1,0 0 0,-1 0 0,1 0 0,-1 1 0,1 0-1,-1-1 1,1 1 0,-1 1 0,0-1 0,1 0 0,-1 1-1,0 0 1,1 0 0,-1 0 0,0 0 0,0 1 0,1-1 0,-1 1-1,0 0 1,1 0 0,-1 0 0,1 1 0,-6 3 0,0 0 16,0 1 0,1 1 1,0 0-1,1 0 1,-1 1-1,2-1 0,-1 2 1,1-1-1,0 1 1,0 0-1,1 0 1,-7 18-1,-1 8 48,1 1 0,-9 43 0,4 11-29,3 0-1,4 1 1,4 1 0,12 176 0,-3-236-127,1 0 1,1 1-1,2-2 1,1 1-1,2-1 1,1 0-1,1-1 1,18 31 0,-24-52-15,0-1 1,0 1 0,1-1 0,0-1 0,1 1 0,0-1 0,0-1 0,0 1 0,1-1 0,16 8 0,-11-7-154,1-1 0,0-1 0,0 0 0,0-1 0,0-1 0,28 3 0,-20-5-407,1-1 1,0 0-1,0-2 0,-1-1 1,1-1-1,-1-1 0,0-1 0,0-1 1,33-14-1,5-13-2988,-23 5-2723,-10 4-2509</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2.823"/>
    </inkml:context>
    <inkml:brush xml:id="br0">
      <inkml:brushProperty name="width" value="0.035" units="cm"/>
      <inkml:brushProperty name="height" value="0.035" units="cm"/>
      <inkml:brushProperty name="color" value="#008C3A"/>
    </inkml:brush>
  </inkml:definitions>
  <inkml:trace contextRef="#ctx0" brushRef="#br0">507 64 4868,'0'0'13078,"-1"-2"-12111,-12-13 379,10 9-580,-1 1 1,0 0-1,-1 0 1,1 1-1,-1-1 1,-7-4 0,10 8-554,0 0 0,0 0 1,-1 0-1,1 0 1,0 0-1,-1 1 1,1-1-1,-1 1 1,1-1-1,-1 1 1,1 0-1,-1 0 1,1 0-1,-1 1 1,1-1-1,0 0 1,-1 1-1,1 0 1,-1-1-1,1 1 1,-3 2-1,-4 1-32,0 1-1,0 0 1,1 1-1,-1 0 0,1 0 1,1 1-1,-12 12 1,-45 61 790,54-65-940,-19 27-31,1 1 0,3 2 0,-33 82 0,31-54 0,-31 135 0,50-170 11,1 0-1,3 0 1,1 0-1,2 1 1,1-1-1,2 1 1,2-1 0,1 0-1,13 43 1,-12-58-42,1 0 0,2-1-1,0-1 1,2 1 0,0-2 0,1 1 0,1-2 0,1 0 0,1 0 0,0-1-1,1-1 1,1-1 0,1 0 0,0-1 0,1-1 0,21 12 0,-3-6-1504,0-2 0,1-2 0,1-1 0,71 17 0,-68-23-2191,0-2 1,59 2 0,-18-10-6784</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272"/>
    </inkml:context>
    <inkml:brush xml:id="br0">
      <inkml:brushProperty name="width" value="0.035" units="cm"/>
      <inkml:brushProperty name="height" value="0.035" units="cm"/>
      <inkml:brushProperty name="color" value="#008C3A"/>
    </inkml:brush>
  </inkml:definitions>
  <inkml:trace contextRef="#ctx0" brushRef="#br0">0 0 10145,'0'0'3440,"18"23"2398,84 74-1664,-78-76-3752,0 0 1,-1 1 0,-2 2-1,0 0 1,31 48-1,-43-56-339,-1 1 0,0 0 1,-1 1-1,-1-1 0,-1 1 0,5 28 0,-8-34-59,-1 1 0,-1 0 0,0-1 0,-1 1-1,0 0 1,-1-1 0,0 1 0,-1-1 0,-1 0 0,-7 18 0,-2-2 16,-1 0 1,-1-1-1,-1-1 0,-2-1 0,0 0 1,-2-2-1,-1 0 0,0-1 1,-38 29-1,48-41 2,9-8-37,5-7 4,97-135 18,-29 45 84,-30 28 303,-27 42 129,24-32 1,-36 55-456,-1 1-1,1-1 1,0 0 0,0 1 0,0-1 0,0 1 0,0-1 0,0 1-1,0 0 1,0 0 0,1 0 0,-1 0 0,0 0 0,1 0 0,-1 1-1,1-1 1,3 1 0,-4 0-20,0 0 0,-1 0 0,1 0 1,-1 0-1,1 1 0,-1-1 0,1 0 0,-1 1 0,1-1 0,-1 1 0,0 0 0,1 0 0,-1-1 1,0 1-1,1 0 0,-1 0 0,0 0 0,0 0 0,0 0 0,0 1 0,0-1 0,0 0 0,0 0 1,0 1-1,-1-1 0,1 0 0,0 3 0,3 12-37,0 1 0,-2-1 1,0 0-1,-1 1 0,-1-1 1,-3 29-1,2 24-46,1-42 15,1-1 0,2 1 0,0 0 0,2-1 0,1 1 0,11 29 0,-14-49-164,0 0-1,1-1 1,0 0 0,0 1-1,1-1 1,0 0-1,0-1 1,0 1 0,7 4-1,-4-4-444,0 0-1,1-1 1,0 0-1,0-1 1,0 0-1,0 0 1,1-1-1,-1 0 1,1-1-1,12 2 1,-1-2-918,1-1 0,0 0 0,0-2 0,0-1 0,0 0 0,-1-2 0,34-9 0,1-3-7692</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413"/>
    </inkml:context>
    <inkml:brush xml:id="br0">
      <inkml:brushProperty name="width" value="0.035" units="cm"/>
      <inkml:brushProperty name="height" value="0.035" units="cm"/>
      <inkml:brushProperty name="color" value="#008C3A"/>
    </inkml:brush>
  </inkml:definitions>
  <inkml:trace contextRef="#ctx0" brushRef="#br0">45 1 5477,'-22'11'1180,"15"0"-1136,1-2-416,-4 2-2973</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722"/>
    </inkml:context>
    <inkml:brush xml:id="br0">
      <inkml:brushProperty name="width" value="0.035" units="cm"/>
      <inkml:brushProperty name="height" value="0.035" units="cm"/>
      <inkml:brushProperty name="color" value="#008C3A"/>
    </inkml:brush>
  </inkml:definitions>
  <inkml:trace contextRef="#ctx0" brushRef="#br0">629 38 12413,'-2'-1'366,"0"0"1,-1 0-1,1 0 0,0 0 1,0 0-1,0 0 0,0-1 0,0 1 1,0-1-1,0 0 0,0 1 0,1-1 1,-1 0-1,0 0 0,1 0 1,0 0-1,-1-1 0,-2-6 6854,0 28-4801,4-13-2187,0 0 0,1-1 1,-1 1-1,1 0 0,1-1 0,-1 1 0,1-1 0,3 8 0,27 48 877,-11-20-532,15 35-526,-4 1 0,-4 2 0,-2 1 0,-5 1 0,16 114 0,-31-149-48,-3 0 1,-2 0-1,-2 0 0,-1 0 1,-3 0-1,-2 0 1,-1-1-1,-3 0 1,-2 0-1,-1-1 1,-28 56-1,13-45-206,-2-2 0,-2 0 0,-3-3 0,-2-1 0,-2-1 0,-2-2 0,-2-3 0,-2-1 0,-1-2 0,-64 40 0,65-53-3496,-57 23 0,52-26-3451,10-3-5852</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3.957"/>
    </inkml:context>
    <inkml:brush xml:id="br0">
      <inkml:brushProperty name="width" value="0.035" units="cm"/>
      <inkml:brushProperty name="height" value="0.035" units="cm"/>
      <inkml:brushProperty name="color" value="#008C3A"/>
    </inkml:brush>
  </inkml:definitions>
  <inkml:trace contextRef="#ctx0" brushRef="#br0">1 172 13825,'41'-17'1980,"-25"8"-251,0 3-185,6-5-332,-3 2-240,10-2-328,18-6-316,-5 0-688,2-3-940,7-3-924,6 3-3253,7 8-4412</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4.112"/>
    </inkml:context>
    <inkml:brush xml:id="br0">
      <inkml:brushProperty name="width" value="0.035" units="cm"/>
      <inkml:brushProperty name="height" value="0.035" units="cm"/>
      <inkml:brushProperty name="color" value="#008C3A"/>
    </inkml:brush>
  </inkml:definitions>
  <inkml:trace contextRef="#ctx0" brushRef="#br0">23 275 11901,'-23'14'2280,"33"-28"185,0 2 2415,2 1-3060,17-1-368,12 1-304,7-3-268,6-1-327,9-2-497,13 3-785,7-6-287,-4-6-784,-2-11-800,-1 0 232,6 14-3273,-6-3-4656</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5.260"/>
    </inkml:context>
    <inkml:brush xml:id="br0">
      <inkml:brushProperty name="width" value="0.035" units="cm"/>
      <inkml:brushProperty name="height" value="0.035" units="cm"/>
      <inkml:brushProperty name="color" value="#008C3A"/>
    </inkml:brush>
  </inkml:definitions>
  <inkml:trace contextRef="#ctx0" brushRef="#br0">181 43 13125,'0'-27'2206,"0"20"2063,0-2 4072,-7 21-4675,2-4-3110,-12 36-403,1 0 0,3 0-1,-14 89 1,20-99-160,-77 527 7,81-527-1074,1 0 0,7 64-1,0-62-1381,1 1-1,2-1 0,2 0 1,23 56-1,-4-23-11820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5.554"/>
    </inkml:context>
    <inkml:brush xml:id="br0">
      <inkml:brushProperty name="width" value="0.035" units="cm"/>
      <inkml:brushProperty name="height" value="0.035" units="cm"/>
      <inkml:brushProperty name="color" value="#008C3A"/>
    </inkml:brush>
  </inkml:definitions>
  <inkml:trace contextRef="#ctx0" brushRef="#br0">125 286 22266,'-41'15'1330,"21"-8"1068,-36 17 1,48-18-1280,11-3 13,21-1 627,-8-1-1395,110 4-364,162-14 0,-171 3 0,1219-86 0,0-36 0,-1057 100 0,519-46-86,-749 68-945,8 0-5202,-52 6 1937</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089"/>
    </inkml:context>
    <inkml:brush xml:id="br0">
      <inkml:brushProperty name="width" value="0.035" units="cm"/>
      <inkml:brushProperty name="height" value="0.035" units="cm"/>
      <inkml:brushProperty name="color" value="#008C3A"/>
    </inkml:brush>
  </inkml:definitions>
  <inkml:trace contextRef="#ctx0" brushRef="#br0">282 53 15845,'-7'-7'768,"-16"-19"1058,22 25-1736,1 1 0,0-1-1,-1 1 1,1 0 0,0-1-1,0 1 1,-1-1 0,1 1-1,0 0 1,0-1 0,0 1-1,-1-1 1,1 1 0,0-1-1,0 1 1,0-1 0,0 1-1,0-1 1,0 1 0,0-1-1,0 1 1,0-1 0,0 1-1,0-1 1,1 1 0,-1-1 0,0 1-1,0-1 1,0 1 0,0-1-1,1 1 1,-1 0 0,0-1-1,1 1 1,-1-1 0,0 1-1,1 0 1,-1-1 0,0 1-1,1 0 1,-1 0 0,1-1-1,-1 1 1,1 0 0,-1 0-1,1-1 1,7 4 5099,4 16-2200,-12-13-2732,0 1 0,-1-1 0,1 1 1,-2-1-1,1 1 0,-3 7 0,-1 7-122,-26 111-142,-53 139 1,-1 1-235,69-206 17,2 1-1,-7 81 1,18-108-1097,-5 93-3626,8-113 2809,1 0 0,1 0 0,0 0 1,9 29-1,10 13-9761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258"/>
    </inkml:context>
    <inkml:brush xml:id="br0">
      <inkml:brushProperty name="width" value="0.035" units="cm"/>
      <inkml:brushProperty name="height" value="0.035" units="cm"/>
      <inkml:brushProperty name="color" value="#008C3A"/>
    </inkml:brush>
  </inkml:definitions>
  <inkml:trace contextRef="#ctx0" brushRef="#br0">147 3 19498,'6'-3'3280,"-18"12"-256,5 8-251,-2 12-257,-14-4-840,4 10-1676,0 5 0,4 5 0,-1 7 0,6 2 0,1 0 0,-1 4 0,7-7 0,6 3 0,3-5-2388,7 2-1361,-3-2-4047,-4-3-8054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453"/>
    </inkml:context>
    <inkml:brush xml:id="br0">
      <inkml:brushProperty name="width" value="0.035" units="cm"/>
      <inkml:brushProperty name="height" value="0.035" units="cm"/>
      <inkml:brushProperty name="color" value="#008C3A"/>
    </inkml:brush>
  </inkml:definitions>
  <inkml:trace contextRef="#ctx0" brushRef="#br0">29 124 18070,'-28'-20'5192,"43"14"-3164,4 3-460,7-6-351,22 4-277,2 2-588,20-3-508,16-2-968,12-1-513,7-2-1043,0-9-1196,12 8-2037,17 1-5084</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6.849"/>
    </inkml:context>
    <inkml:brush xml:id="br0">
      <inkml:brushProperty name="width" value="0.035" units="cm"/>
      <inkml:brushProperty name="height" value="0.035" units="cm"/>
      <inkml:brushProperty name="color" value="#008C3A"/>
    </inkml:brush>
  </inkml:definitions>
  <inkml:trace contextRef="#ctx0" brushRef="#br0">0 339 13653,'18'6'-402,"15"6"12766,-19-7-10583,4 2-1415,1-2 1,0 1-1,0-2 0,0-1 1,1 0-1,31 0 0,-16-4-588,0-1 0,66-12-1,-79 9-69,0-1 0,-1 0 0,1-2 0,-2 0-1,1-2 1,-1 0 0,0-1 0,24-19 0,-32 21 184,-1 0 0,0-2 1,0 1-1,-1-1 1,-1-1-1,0 0 0,0 0 1,-1-1-1,-1 0 0,0 0 1,-1-1-1,0 0 1,4-19-1,-9 31 153,0-1 1,-1 0-1,1 0 0,-1 0 1,1 0-1,-1 0 0,0 0 1,0 1-1,-1-1 1,1 0-1,-1 0 0,1 0 1,-1 0-1,0 0 0,0 1 1,0-1-1,0 0 0,-1 1 1,1-1-1,-1 1 1,1-1-1,-1 1 0,0 0 1,0 0-1,0-1 0,-4-1 1,2 1 80,0 0 1,0 1 0,-1-1 0,1 1-1,-1 1 1,0-1 0,1 1 0,-1-1-1,0 1 1,0 0 0,0 1-1,0 0 1,-10 0 0,-5 2 106,0 2 0,0 0 0,0 2-1,0 0 1,1 1 0,0 1 0,1 0 0,-1 2 0,2 0 0,-26 19-1,13-6 178,2 0 0,1 2 0,1 1 0,-45 58 0,55-63-410,0 1 0,2 1 0,1 0 0,1 1 0,-13 33 0,23-49 0,-1 1 0,2-1 0,-1 0 0,1 1 0,0-1 0,1 1 0,0-1 0,0 1 0,2 8 0,-1-11 0,1 0 0,-1 0 0,1-1 0,1 1 0,-1-1 0,1 1 0,0-1 0,0 0 0,0 0 0,1 0 0,0-1 0,0 1 0,0-1 0,6 5 0,8 5-32,1-2-1,0 0 1,0-1 0,2-1-1,-1 0 1,1-2 0,0-1-1,0 0 1,32 4-1,7-1-385,1-3 0,76-1 0,-54-7-2724,120-16-1,-16-18-6667,-77 7-2300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7.199"/>
    </inkml:context>
    <inkml:brush xml:id="br0">
      <inkml:brushProperty name="width" value="0.035" units="cm"/>
      <inkml:brushProperty name="height" value="0.035" units="cm"/>
      <inkml:brushProperty name="color" value="#008C3A"/>
    </inkml:brush>
  </inkml:definitions>
  <inkml:trace contextRef="#ctx0" brushRef="#br0">48 149 11509,'0'-20'5677,"-22"17"-3101,0-3 3020,22-11-4280,-3 0-391,22 9-221,-4-1-280,14 0-360,22-2-768,-4 5-405,1-8-539,-7 0-1060,1 2-1072,-1 9-1837,3 3-4624</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7.579"/>
    </inkml:context>
    <inkml:brush xml:id="br0">
      <inkml:brushProperty name="width" value="0.035" units="cm"/>
      <inkml:brushProperty name="height" value="0.035" units="cm"/>
      <inkml:brushProperty name="color" value="#008C3A"/>
    </inkml:brush>
  </inkml:definitions>
  <inkml:trace contextRef="#ctx0" brushRef="#br0">76 44 11761,'4'3'727,"-5"-6"1964,0 1-1941,1 0 0,-1 1 0,0-1 0,1 0 0,-1 0 0,1 0-1,-1 1 1,1-1 0,0 0 0,0 0 0,0-3 0,0 5-657,0-1 0,0 0 0,1 0 1,-1 0-1,0 0 0,1 0 0,-1 0 0,1 1 0,-1-1 0,1 0 1,0 0-1,-1 1 0,1-1 0,0 0 0,-1 1 0,1-1 0,0 1 1,0-1-1,0 1 0,-1-1 0,3 0 0,4 0 0,0 0 1,0 1-1,0 0 1,0 0-1,0 0 0,0 1 1,1 0-1,-2 0 0,15 5 1,0-1 31,-4-2-23,-8-2-62,0 0 1,1 1 0,-1 0 0,-1 1 0,1 0-1,0 0 1,-1 0 0,1 2 0,-1-1 0,9 7 0,-16-10-31,-1 0 1,1-1-1,-1 1 1,0 0-1,1 0 1,-1 0 0,0 0-1,0-1 1,0 1-1,0 0 1,0 0 0,0 0-1,0 0 1,0 0-1,0 0 1,0 0-1,0-1 1,0 1 0,-1 0-1,1 0 1,0 0-1,-1 0 1,0 0-1,1 1 23,-2 3-3,0-1 1,0 0-1,0 0 1,-1 0 0,0-1-1,1 1 1,-1-1-1,-1 1 1,1-1-1,-4 3 1,-45 32 260,6-3-106,28-20-121,-9 8 10,2 1 0,-42 51 0,62-68-64,0 1-1,0-1 1,0 1-1,1 0 0,0 0 1,0 0-1,1 1 1,0-1-1,1 1 1,0 0-1,0 0 1,1 0-1,0 0 1,0 0-1,1 0 1,2 13-1,-1-16-15,1 0 0,-1 1 0,2-1 0,-1 0 0,1-1 1,0 1-1,0 0 0,0-1 0,1 0 0,0 0 0,0 0 0,0 0 0,1 0 0,-1-1 0,1 0 0,0 0 0,1 0 1,-1-1-1,0 1 0,1-1 0,0-1 0,0 1 0,8 2 0,1-1-237,0 0 1,0 0-1,0-2 1,1 0-1,-1 0 0,0-2 1,1 0-1,28-4 0,-44 4 226,14-1-351,-1-1 1,1-1-1,-1-1 1,16-6 0,-24 8-119,-1 0-1,0 0 1,0-1 0,0 0 0,0 0 0,5-5 0,-6 5-746,0-1 0,0 0 0,0 0 0,-1 0 0,1 0 0,-1 0 0,3-8 0,1-5-7727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38.557"/>
    </inkml:context>
    <inkml:brush xml:id="br0">
      <inkml:brushProperty name="width" value="0.035" units="cm"/>
      <inkml:brushProperty name="height" value="0.035" units="cm"/>
      <inkml:brushProperty name="color" value="#008C3A"/>
    </inkml:brush>
  </inkml:definitions>
  <inkml:trace contextRef="#ctx0" brushRef="#br0">395 133 6941,'-12'-49'2642,"-14"-25"7880,26 73-10457,0 1 1,0-1 0,0 1 0,-1-1-1,1 1 1,0-1 0,0 1 0,-1 0 0,1-1-1,0 1 1,0-1 0,-1 1 0,1 0-1,0-1 1,-1 1 0,1 0 0,-1-1 0,1 1-1,0 0 1,-1 0 0,1-1 0,-1 1 0,1 0-1,-1 0 1,1 0 0,-1 0 0,1-1-1,-1 1 1,1 0 0,-1 0 0,1 0 0,-1 0-1,1 0 1,-1 0 0,1 0 0,-1 1-1,0-1 1,-1 1 100,1 0 0,-1 0-1,0 0 1,1 1 0,-1-1 0,0 1-1,1-1 1,0 1 0,-3 3 0,-1 3 292,0-1 1,0 2 0,1-1 0,-4 12 0,-10 45 1004,-17 121 1,9 73 1559,19-179-2762,-145 1135-287,115-909-2053,18 1-3704,17-212 1638,4-32-2122,6 1-5216</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1.170"/>
    </inkml:context>
    <inkml:brush xml:id="br0">
      <inkml:brushProperty name="width" value="0.035" units="cm"/>
      <inkml:brushProperty name="height" value="0.035" units="cm"/>
      <inkml:brushProperty name="color" value="#008C3A"/>
    </inkml:brush>
  </inkml:definitions>
  <inkml:trace contextRef="#ctx0" brushRef="#br0">969 2505 5344,'-2'-6'315,"1"5"-201,0 0 1,0-1 0,0 1-1,1-1 1,-1 1 0,1 0-1,-1-1 1,1 0 0,0 1-1,-1-1 1,1 1 0,0-1-1,0 1 1,0-1 0,0 1-1,0-1 1,0 0 0,1 1-1,0-3 1,0 2 1016,-4 0-104,-14-3 50,0 0 1,1 1 0,-2 0-1,-19 0 1,28 2-994,5 2 319,0 0-63,-32 0 222,0 2 0,0 2 1,0 1-1,-64 18 0,-55 16 838,152-38-1095,5 1-252,1 0 1,-1-1-1,1 1 0,-1-1 0,1 0 0,0 0 0,0 0 0,-1 0 1,1 0-1,4 0 0,59 1 83,0-2 1,71-9-1,-82 5-112,1931-256 252,-86-114-280,67 29-122,-391 128-244,-1323 184 325,336-42-46,932-129 99,91-76 804,-876 112-520,-71-24-105,-539 156-189,2 4-1,1 7 1,256-17 0,765 2-3,-411 36 9,-451 5-31,400 11 35,-389-4-21,158-1 0,-336-11 25,212-34 1,-101-26 177,-4 0-169,-174 53-20,61-10 11,-49 11-24,-62 9 7,15 0-6,-13 0 10,0 0 1,1 1-1,-1-1 1,0 1-1,1 0 0,-1 1 1,0-1-1,9 3 0,2 0 6,40 8 9,-42-7-8,1-1 0,0-1 0,17 1 0,33 6-5,-40-4 20,-23-5-13,21 27 125,-21-16-53,0 0-1,0 0 0,-1 0 1,-1 0-1,0 0 1,0 1-1,-2 12 0,2 1 117,-3 57 833,-3 0-1,-22 111 1,11-91-557,-123 840 2588,97-712-2253,-98 303-1,-18-57-280,138-418-511,-38 121-15,8 2 0,-48 345 0,-68 575 0,108-519 0,27-190 0,-25-95 0,-26-4 0,64-232 0,-23 64 0,-63 130 0,91-232 0,10-20 0,-15 9 0,9-14 0,7 1 0,-14-2 0,0 0 0,1-2 0,-1 1 0,1-2 0,-23-11 0,-1 0 0,-4-1 0,-242-107 0,253 108 0,-1 2 0,-1 1 0,0 1 0,-1 2 0,-1 2 0,1 1 0,-1 2 0,-73-4 0,-209 22 0,-1085 28 0,-1930-26 0,730-68-1939,752 62 1599,347 130-1080,247-55 1058,1003-76 343,-195 3 29,-59 6-8,117-16 38,-657-85-1,-16-35 26,883 105-117,-212-18 100,184 14-62,-60-6 76,201 19-85,39 4 37,0-1-1,0-1 1,-52-15-1,67 14-23,12 5 16,3-4-2,1 1-13,0-1 0,0 1 1,0 0-1,1-1 0,-1 1 0,1 0 0,-1 1 0,1-1 1,0 0-1,0 1 0,1-1 0,3-2 0,49-17-125,-40 17 147,127-51-69,-140 55 71,0 0-32,0 1 1,0-1-1,0 0 0,0-1 0,0 1 0,0 0 0,0-1 1,3-2-1,12-5-644,30-6-2564,-45 13 2600,-1 0 0,0 0 0,0 0 0,0 0 0,0 0 1,-1-1-1,1 1 0,0 0 0,-1-1 0,2-4 0,-4-8-5073,-2-1-3350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1.546"/>
    </inkml:context>
    <inkml:brush xml:id="br0">
      <inkml:brushProperty name="width" value="0.035" units="cm"/>
      <inkml:brushProperty name="height" value="0.035" units="cm"/>
      <inkml:brushProperty name="color" value="#008C3A"/>
    </inkml:brush>
  </inkml:definitions>
  <inkml:trace contextRef="#ctx0" brushRef="#br0">76 28 5901,'-21'0'2122,"20"-1"-1827,1 0 0,-1-1 0,1 1 0,0-1 0,0 1 0,-1 0 0,1-1 0,0 1 0,0-1 0,0 1 0,1 0 0,-1-1 0,0 1 0,1 0 0,0-7 7599,-12 35-7055,1 1 0,2 0-1,0 1 1,2-1 0,2 1 0,0 1 0,2-1-1,1 30 1,4 21-384,23 138 0,7-54-2623,3 19-3978,-22-90-514,0-4-4183</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3.904"/>
    </inkml:context>
    <inkml:brush xml:id="br0">
      <inkml:brushProperty name="width" value="0.035" units="cm"/>
      <inkml:brushProperty name="height" value="0.035" units="cm"/>
      <inkml:brushProperty name="color" value="#008C3A"/>
    </inkml:brush>
  </inkml:definitions>
  <inkml:trace contextRef="#ctx0" brushRef="#br0">44 324 6365,'1'-4'258,"1"1"1,-1-1 0,1 1 0,-1-1-1,0 0 1,0 0 0,0 0 0,-1 1 0,0-1-1,1 0 1,-1 0 0,-1 0 0,1 0-1,0 0 1,-1 1 0,0-1 0,0 0 0,-2-4-1,2 3 61,-3-21 2323,1-1 0,1-45 0,3 61-2107,-1 0 1,1 1 0,1-1-1,0 1 1,1 0-1,0-1 1,0 1-1,1 1 1,6-13 0,-8 20 403,13 47 2023,-10 8-2087,-2 0 0,-2 0 1,-6 55-1,1-25-392,-3 6-483,-22 103 0,-3 27 0,30-199 0,-11 173 0,12-149 0,2 0 0,11 66 0,-9-90 0,2 1 0,0-1 0,1-1 0,1 1 0,1-1 0,1 0 0,12 19 0,-13-25 0,1-1 0,1 0 0,0-1 0,0 0 0,1-1 0,1 0 0,-1 0 0,2-1 0,-1-1 0,27 13 0,-17-12 6,0 0-1,0-2 1,1-1-1,0-1 1,1 0-1,-1-2 1,1-1-1,-1-1 1,40-2 0,-11-5-120,0-1 1,0-3-1,63-20 1,-43 6-2230,-2-3 0,106-57 0,25-33-8556,-105 53-558</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321"/>
    </inkml:context>
    <inkml:brush xml:id="br0">
      <inkml:brushProperty name="width" value="0.035" units="cm"/>
      <inkml:brushProperty name="height" value="0.035" units="cm"/>
      <inkml:brushProperty name="color" value="#008C3A"/>
    </inkml:brush>
  </inkml:definitions>
  <inkml:trace contextRef="#ctx0" brushRef="#br0">113 127 10809,'-67'35'10488,"64"-36"-10158,0 0-1,-1 1 1,1 0-1,0 0 1,-1 0 0,1 0-1,-5 1 1,1 0 216,4-1 214,5-4-632,0 0 0,0 0-1,0 1 1,1-1 0,-1 1-1,1-1 1,0 1 0,0 0 0,0 0-1,0 1 1,8-5 0,-3 0 31,8-8 85,-4 3 166,1 1-1,0 0 1,1 1-1,27-17 1,-39 28-315,0-1-1,0 1 1,-1-1-1,1 1 1,-1 0-1,1 0 1,0 0-1,-1 0 1,0 0-1,1 0 1,-1 0-1,0 0 1,1 0-1,-1 1 1,0-1-1,2 3 1,2 9 53,0 0 1,-1 0-1,-1 1 1,0-1-1,0 1 1,-2 0 0,1 22-1,-1-19-23,0 0-1,1 0 1,1-1 0,1 1-1,5 18 1,-3-24-200,-1 0 1,2 0-1,-1 0 1,2 0-1,-1-1 1,1 0-1,1-1 1,0 0-1,0 0 1,0-1-1,1 0 1,1-1-1,-1 0 1,1 0-1,0-1 0,1-1 1,-1 0-1,1 0 1,0-1-1,1-1 1,-1 0-1,23 2 1,-16-3-41,-1-1 1,0-1-1,1 0 0,-1-2 1,1 0-1,-1-1 1,0-1-1,0 0 0,-1-1 1,1-1-1,-1-1 1,0-1-1,-1 0 1,0-1-1,19-14 0,-31 21 98,-1-1 0,1 0 0,-1 1 0,0-1 1,0-1-1,0 1 0,0 0 0,-1-1 0,1 1 0,-1-1 0,0 0 0,0 0 0,0 0 0,0 0 0,-1 0 0,0 0 0,1-1 0,-2 1 0,1 0 0,0-1 0,-1 1 0,0-1 0,0 1 0,0 0 0,-1-1 0,1 1 0,-1 0 0,0-1 0,0 1 0,-1 0 1,1 0-1,-1 0 0,0 0 0,0 0 0,0 0 0,-4-4 0,-3-5 12,-1 1 0,0 0 0,-1 1 0,0 0 0,0 1-1,-1 0 1,-1 0 0,0 1 0,-16-8 0,-5 1 81,-1 1 0,-1 1-1,-1 3 1,1 0 0,-56-7 0,-193-9-2764,209 20-2084,32-2-4026</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843"/>
    </inkml:context>
    <inkml:brush xml:id="br0">
      <inkml:brushProperty name="width" value="0.035" units="cm"/>
      <inkml:brushProperty name="height" value="0.035" units="cm"/>
      <inkml:brushProperty name="color" value="#008C3A"/>
    </inkml:brush>
  </inkml:definitions>
  <inkml:trace contextRef="#ctx0" brushRef="#br0">289 5 11837,'-6'1'454,"1"0"-1,-1 0 1,0 0 0,0 0-1,1-1 1,-1 0 0,0 0 0,1-1-1,-1 0 1,0 0 0,1 0-1,-10-3 1,12 3-235,0 1-1,0 0 1,1-1-1,-1 1 1,0 0 0,0 1-1,1-1 1,-1 1 0,0-1-1,0 1 1,1 0-1,-1 0 1,1 0 0,-1 0-1,1 0 1,-1 0-1,1 1 1,0-1 0,-3 3-1,-39 36 1591,32-27-1608,1 1 0,1 0 0,0 0 0,1 1 0,1 0 0,0 0-1,1 1 1,0 0 0,2 1 0,0-1 0,0 1 0,2 0 0,0 0 0,1 0 0,0 27-1,4-38-219,-1 0 0,1 0 0,0-1 0,0 1-1,0 0 1,1-1 0,0 1 0,0-1 0,1 0-1,-1 0 1,1 0 0,0 0 0,1-1-1,-1 0 1,1 1 0,7 4 0,-7-6 1,1-1-1,-1 1 1,1-1 0,-1 0 0,1-1 0,0 1 0,-1-1-1,1 0 1,0-1 0,0 1 0,0-1 0,0 0 0,0-1-1,7-1 1,2 0 8,1-1-1,-1-1 0,0-1 0,14-6 1,9-8 67,-29 14-1,0 0 0,0 1 0,1 0 0,0 0 0,13-3-1,-21 7-35,0 0 0,0 0 0,1 0 0,-1 0 0,0 0 0,0 1 0,0-1 0,0 1-1,0-1 1,0 1 0,0 0 0,0-1 0,-1 1 0,1 0 0,0 0 0,0 0 0,-1 1 0,1-1-1,0 0 1,-1 1 0,1-1 0,-1 1 0,2 1 0,3 6 27,-1-1 0,1 1 0,5 13-1,-3-6-28,6 12 18,-2 1 0,-1 0 0,-2 1 0,-1 0 0,-1 0 0,-1 1 0,-2-1 0,-1 1 0,-1 42 0,-2-53-12,-1 0 0,-1 0 0,-1 0 0,0 0 0,-2-1 0,-12 35 0,14-49 26,0 0-1,0 0 0,0 0 1,-1-1-1,0 1 1,-6 5-1,2-2 40,6-7-72,-1 0 0,1 0 0,0-1 0,0 1 1,0-1-1,-1 0 0,1 0 0,0 1 0,-1-1 0,1-1 0,0 1 1,0 0-1,-1 0 0,1-1 0,0 0 0,-4-1 0,5 1-10,0 0 0,0 0 1,0 0-1,0 0 0,0 0 0,0 0 0,0-1 0,0 1 0,1 0 0,-1 0 0,1-1 0,-1 1 0,1 0 0,-1-1 0,1 1 0,0-1 1,0 1-1,-1-1 0,1 1 0,0-1 0,0 1 0,1-2 0,7-35 57,2 6-65,2-1 0,2 2 1,1 0-1,1 1 0,37-52 0,-36 58-5,2 1 0,1 0-1,1 2 1,1 0 0,0 1 0,50-32-1,-70 50 12,0 1 0,1-1 0,-1 1 0,0 0 0,0 0 0,1-1 0,-1 2 0,1-1 0,-1 0-1,1 0 1,-1 1 0,1 0 0,-1-1 0,1 1 0,-1 0 0,1 0 0,-1 0 0,1 1 0,0-1 0,-1 0-1,1 1 1,-1 0 0,1 0 0,-1 0 0,0 0 0,1 0 0,-1 0 0,0 0 0,0 1 0,0-1 0,0 1 0,0 0-1,0-1 1,0 1 0,0 0 0,-1 0 0,1 0 0,-1 0 0,0 1 0,2 2 0,2 4-675,-1 0 0,-1 1 0,0-1 0,0 1 0,-1 0 0,0 0 0,0-1 0,-1 20 0,1-21-3945,4-1 1954,-4-4 384,11 14-8343</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4.997"/>
    </inkml:context>
    <inkml:brush xml:id="br0">
      <inkml:brushProperty name="width" value="0.035" units="cm"/>
      <inkml:brushProperty name="height" value="0.035" units="cm"/>
      <inkml:brushProperty name="color" value="#008C3A"/>
    </inkml:brush>
  </inkml:definitions>
  <inkml:trace contextRef="#ctx0" brushRef="#br0">1 9 6237,'16'-8'696,"-16"33"-548,0-2-440,-4-11-1693,1 5 165</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460"/>
    </inkml:context>
    <inkml:brush xml:id="br0">
      <inkml:brushProperty name="width" value="0.035" units="cm"/>
      <inkml:brushProperty name="height" value="0.035" units="cm"/>
      <inkml:brushProperty name="color" value="#008C3A"/>
    </inkml:brush>
  </inkml:definitions>
  <inkml:trace contextRef="#ctx0" brushRef="#br0">204 729 13117,'-31'-20'5692,"17"17"4075,16 1-9448,1 0 0,-1-1 0,0 1 0,0 0 0,-1-1 0,1 0 0,2-5 0,-3 7-155,24-48 46,-1-2 1,-3 0 0,-2-2 0,-2 0-1,-3-1 1,13-89 0,1-68-211,-25 198 0,1 12 0,2 11 0,-6-10 0,38 74 0,-4 2 0,-2 0 0,-5 3 0,25 109 0,-49-172-3,0 1 1,-1-1-1,-1 1 1,-1 0-1,-1-1 1,0 1-1,-1 0 1,-6 24-1,5-30-7,0-1 0,-1 0 0,0 0 0,-1 0 0,0-1 0,0 0 0,-1 0 0,0 0 0,-1-1-1,0 1 1,0-2 0,-1 1 0,0-1 0,-14 9 0,1-3-278,0-1-1,-1-1 1,-47 15 0,-63 12-2183,123-36 2217,-68 11-2523,28-6-1908,17 3-3071,18-2-2757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688"/>
    </inkml:context>
    <inkml:brush xml:id="br0">
      <inkml:brushProperty name="width" value="0.035" units="cm"/>
      <inkml:brushProperty name="height" value="0.035" units="cm"/>
      <inkml:brushProperty name="color" value="#008C3A"/>
    </inkml:brush>
  </inkml:definitions>
  <inkml:trace contextRef="#ctx0" brushRef="#br0">31 0 14501,'0'24'763,"-1"-2"312,0-1 1,-1 0-1,-1 1 1,-7 21-1,5-9 1475,1 1 0,1 36-1,2-45-1511,0 154 2494,4-151-3814,0 0 0,2 0 0,15 49 0,-18-71-909,0 1-1,0 0 1,0 0-1,-1 1 1,0 9 0,1-11-4809,4-2 3210,-5-4 759,9 7-8748</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5.875"/>
    </inkml:context>
    <inkml:brush xml:id="br0">
      <inkml:brushProperty name="width" value="0.035" units="cm"/>
      <inkml:brushProperty name="height" value="0.035" units="cm"/>
      <inkml:brushProperty name="color" value="#008C3A"/>
    </inkml:brush>
  </inkml:definitions>
  <inkml:trace contextRef="#ctx0" brushRef="#br0">0 266 12553,'2'-4'360,"-1"0"-1,1 1 1,0-1-1,0 1 1,0-1-1,0 1 1,1 0 0,0 0-1,-1 0 1,1 0-1,0 1 1,6-5-1,45-23 3178,-38 21-3045,54-25 2009,88-31 1,-100 45-1855,1 3 0,1 3 0,120-13 0,-150 25-386,-1 1 0,0 1 0,49 7 0,-67-5-197,0 0 1,-1 1-1,1 0 1,-1 0-1,1 1 1,-1 1-1,0 0 1,-1 0-1,1 1 1,-1 0-1,0 0 1,15 15-1,-17-12-526,0 1-1,-1 1 0,1-1 0,-2 1 0,0 1 0,0-1 0,4 16 0,-9-9-1499,0-2-1299,3-3-4687,5 6-2923</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6.038"/>
    </inkml:context>
    <inkml:brush xml:id="br0">
      <inkml:brushProperty name="width" value="0.035" units="cm"/>
      <inkml:brushProperty name="height" value="0.035" units="cm"/>
      <inkml:brushProperty name="color" value="#008C3A"/>
    </inkml:brush>
  </inkml:definitions>
  <inkml:trace contextRef="#ctx0" brushRef="#br0">19 10 12529,'-19'-9'5185,"29"20"-7942,12 9-1567,3 3-3325</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6.259"/>
    </inkml:context>
    <inkml:brush xml:id="br0">
      <inkml:brushProperty name="width" value="0.035" units="cm"/>
      <inkml:brushProperty name="height" value="0.035" units="cm"/>
      <inkml:brushProperty name="color" value="#008C3A"/>
    </inkml:brush>
  </inkml:definitions>
  <inkml:trace contextRef="#ctx0" brushRef="#br0">168 1 12325,'-3'3'864,"0"0"1,-1 0-1,1 0 0,-1 0 1,0 0-1,-6 2 0,6-3-358,0 1 0,0-1 1,1 0-1,-1 1 0,1 0 0,0 0 1,0 0-1,0 0 0,0 0 0,-2 4 1,-8 14 507,2 1 1,1 0-1,1 0 1,-10 36-1,7-13 862,-8 68-1,18-96-1867,1 0-1,0-1 1,1 1 0,1 0 0,1 0-1,7 29 1,-8-40-20,1 0-1,-1-1 1,1 1 0,1 0 0,-1-1-1,1 0 1,0 1 0,0-1 0,1 0-1,0 0 1,0-1 0,0 1-1,0-1 1,0 0 0,1 0 0,0 0-1,0-1 1,0 0 0,0 0 0,1 0-1,10 4 1,1-3-744,0 0 0,1-1 1,-1 0-1,1-2 0,0 0 0,-1-1 1,35-4-1,-17-2-3549,0-2 0,65-24 0,-42 12-6301</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8.040"/>
    </inkml:context>
    <inkml:brush xml:id="br0">
      <inkml:brushProperty name="width" value="0.035" units="cm"/>
      <inkml:brushProperty name="height" value="0.035" units="cm"/>
      <inkml:brushProperty name="color" value="#008C3A"/>
    </inkml:brush>
  </inkml:definitions>
  <inkml:trace contextRef="#ctx0" brushRef="#br0">133 1 14633,'-2'1'332,"-1"0"-1,1 1 0,0-1 0,0 1 1,0-1-1,0 1 0,0 0 0,0 0 0,0 0 1,0 0-1,0 0 0,1 0 0,-2 3 1,-12 47 3131,14-47-3134,-36 158 6546,21-92-6179,3 0-1,3 1 1,-1 87-1,11-148-1065,0 0-1,1 0 0,0 1 0,1-1 1,0 0-1,1 0 0,0 0 0,1-1 1,0 1-1,1-1 0,0 0 0,0 0 1,1 0-1,1-1 0,-1 0 0,16 16 1,-13-17-950,1 0 1,0-1 0,0 0 0,0 0 0,1-1 0,0-1 0,1 0 0,-1 0 0,23 5 0,24 0-8924</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8.458"/>
    </inkml:context>
    <inkml:brush xml:id="br0">
      <inkml:brushProperty name="width" value="0.035" units="cm"/>
      <inkml:brushProperty name="height" value="0.035" units="cm"/>
      <inkml:brushProperty name="color" value="#008C3A"/>
    </inkml:brush>
  </inkml:definitions>
  <inkml:trace contextRef="#ctx0" brushRef="#br0">20 138 12285,'0'0'82,"-1"0"-1,1 1 1,-1-1-1,0 0 0,1 0 1,-1 0-1,1 0 1,-1 0-1,1 0 1,-1 0-1,0 0 1,1 0-1,-1 0 1,1 0-1,-1 0 0,1 0 1,-1 0-1,1-1 1,-1 1-1,1 0 1,-1 0-1,1-1 1,-1 1-1,1 0 1,-1-1-1,1 1 1,-1 0-1,1-1 0,0 1 1,-1-1-1,1 1 1,0-1-1,-1 1 1,1-1-1,0 1 1,0-1-1,-1 0 1,1-1 174,-1-1 0,1 1 0,0 0 0,0-1 0,0 1 0,0-1 0,0 1 0,1 0 0,-1-1 0,2-2 0,-1 0 121,0 0 0,1 0 0,0 0 0,0 0 0,1 1 0,0-1 0,-1 1 0,1-1 0,1 1 0,-1 0 0,6-5 0,0 3-119,1 1 1,1 0 0,-1 0 0,1 1-1,0 0 1,-1 1 0,2 1 0,-1-1-1,0 2 1,0 0 0,13 0 0,14 1 315,76 9 0,-92-5-482,0 0-1,0 1 1,0 1-1,-1 1 0,0 1 1,0 1-1,-1 1 1,0 0-1,33 25 0,-45-29-87,-2-1-1,1 1 1,-1 0-1,1 0 1,-2 1-1,1 0 1,-1 0-1,0 0 1,0 1-1,-1-1 1,0 1-1,0 0 1,-1 1-1,0-1 1,-1 0-1,0 1 1,0 0-1,-1-1 1,0 1-1,0 0 1,-1 0-1,0-1 0,0 1 1,-1 0-1,-1 0 1,1-1-1,-6 16 1,-3 1-87,0 0-1,-2-1 1,0 0 0,-2-1-1,-1-1 1,-28 34 0,-121 114-527,112-120 410,-108 92-509,158-140 692,0 0 1,0 0-1,0 1 1,0-1-1,0 1 1,1-1 0,-1 1-1,1 0 1,-1 0-1,0 3 1,2-6 12,0 0 0,0 1 0,0-1 0,0 1 0,0-1 0,0 1 0,0-1 0,0 0 1,0 1-1,0-1 0,0 1 0,0-1 0,0 1 0,0-1 0,0 0 0,1 1 0,-1-1 0,0 1 0,0-1 0,0 0 1,1 1-1,-1-1 0,0 0 0,1 1 0,-1-1 0,17 2-68,128-33-24,-108 21 113,1 2-1,-1 1 0,1 1 1,67 0-1,-84 7 8,-1 1 0,1 1-1,-1 0 1,0 2 0,0 0 0,0 2 0,0 0 0,-1 1-1,-1 1 1,1 0 0,-1 2 0,-1 0 0,0 1 0,30 28-1,-18-10-674,54 51-1412,-36-46-1466,4-9-3359,-10-13-2869</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9.049"/>
    </inkml:context>
    <inkml:brush xml:id="br0">
      <inkml:brushProperty name="width" value="0.035" units="cm"/>
      <inkml:brushProperty name="height" value="0.035" units="cm"/>
      <inkml:brushProperty name="color" value="#008C3A"/>
    </inkml:brush>
  </inkml:definitions>
  <inkml:trace contextRef="#ctx0" brushRef="#br0">236 235 12585,'-1'-3'2266,"0"1"-1967,0 1 0,1-1 0,-1 0 0,1 0 1,0 0-1,0 0 0,0 0 0,0 0 0,0 0 1,0 0-1,0 0 0,1 0 0,-1 0 0,1 1 1,-1-1-1,1 0 0,0 0 0,0 0 0,-1 1 1,1-1-1,0 0 0,1 1 0,-1-1 0,0 1 1,0-1-1,1 1 0,-1 0 0,1-1 0,2 0 1,8-8-68,1 2 0,0 0 0,16-7 0,13-10 642,-38 22-868,0 0 0,0-1 0,-1 1 0,1-1 0,-1 0 0,0 0 0,0 0 0,0 0 0,-1-1 0,1 1 0,-1-1 0,2-7 0,-3 10-11,-1 1 0,0-1 0,0 0 1,1 1-1,-1-1 0,0 1 0,0-1 0,-1 0 1,1 1-1,0-1 0,-1 1 0,1-1 0,0 1 1,-1-1-1,0 1 0,1-1 0,-3-2 0,2 2 7,-1 1-1,0-1 0,0 0 1,0 1-1,0-1 1,0 1-1,0 0 0,0 0 1,0-1-1,-1 1 0,1 1 1,0-1-1,-1 0 1,1 1-1,-3-1 0,-8-1 19,0 1-1,0 0 0,-1 1 0,1 1 0,0 0 1,0 1-1,1 0 0,-1 1 0,0 0 0,1 1 1,-1 1-1,-12 6 0,8-3 44,1 1-1,-1 0 1,1 1-1,1 1 1,0 1-1,1 0 1,-26 28-1,37-35-41,-1-1 0,1 1 0,0-1-1,0 1 1,0 0 0,1 0 0,0 0-1,0 1 1,0-1 0,0 0 0,1 1 0,0-1-1,0 1 1,1 0 0,-1-1 0,2 10-1,-1-10-32,1-1 0,0 1-1,1-1 1,-1 0 0,1 0 0,0 0-1,0 0 1,0 0 0,0 0-1,1 0 1,0-1 0,-1 1 0,1-1-1,0 0 1,1 0 0,-1 0-1,1 0 1,-1-1 0,1 1 0,0-1-1,6 3 1,5 1-162,0 0 0,0-1-1,1-1 1,-1 0 0,1-1 0,0-1-1,19 1 1,114-8-760,-90-1 319,110-25 1,-133 22 449,-1-2 0,1-2 0,-2-1 0,38-21 0,-64 30 162,0 0 0,-1-1-1,1 0 1,-2 0 0,1-1 0,-1 1 0,11-16 0,-17 22 11,0-1 0,0 1-1,0-1 1,0 1 0,0-1 0,-1 1 0,1-1-1,0 1 1,0-1 0,0 1 0,-1-1 0,1 1-1,0-1 1,-1 1 0,1 0 0,0-1 0,-1 1-1,1 0 1,-1-1 0,1 1 0,0 0 0,-1-1-1,1 1 1,-1 0 0,1 0 0,-1 0 0,1-1-1,-1 1 1,-14-7 105,11 8-98,0-1 0,0 0-1,1 1 1,-1 0 0,0 0-1,1 0 1,-1 0 0,0 1-1,1-1 1,-1 1 0,1 0-1,-5 4 1,2-2-8,1 0 0,-1 0 1,1 1-1,0 0 0,0 0 0,-4 7 1,7-11-67,1 0 1,0 1-1,0 0 1,0-1-1,1 1 1,-1-1-1,0 1 1,0 0-1,1 0 1,-1-1-1,1 1 1,0 0-1,-1 0 1,1 0 0,0-1-1,0 1 1,0 0-1,0 0 1,0 0-1,1 0 1,-1-1-1,1 1 1,-1 0-1,1 0 1,-1-1-1,1 1 1,0 0-1,0-1 1,0 1-1,0-1 1,0 1-1,2 1 1,0-1-41,-1 0-1,1 0 1,0 0 0,-1-1-1,1 1 1,0-1 0,0 0 0,0 0-1,0 0 1,1 0 0,-1 0-1,0-1 1,0 1 0,0-1-1,1 0 1,-1 0 0,0 0 0,0 0-1,4-2 1,8-2 202,0-1 0,0 0 0,0-1 0,-1-1-1,0 0 1,0-1 0,-1-1 0,0 0 0,13-12 0,-24 20 65,0-2 88,1 1 1,0-1 0,0 1 0,0 0-1,0 1 1,1-1 0,-1 0-1,5 0 1,-8 2-214,1 0 1,0 0-1,0 1 0,0-1 1,-1 0-1,1 1 0,0-1 1,-1 0-1,1 1 0,0-1 1,-1 1-1,1 0 0,0-1 1,-1 1-1,1-1 0,-1 1 1,1 0-1,-1-1 0,0 1 1,1 0-1,-1 0 0,0-1 1,1 1-1,-1 1 0,5 19 192,-13 38 278,0-6-218,6-21-184,-5 65-2,7 123-1,2-195-175,0 6-144,-2 57 1,-11 53-253,10-126 417,-1 0-1,0-1 1,-1 1 0,-1 0 0,0-1-1,-1 0 1,-1 0 0,0 0 0,0 0-1,-14 19 1,17-29 44,0-1-1,0 1 1,-1 0-1,1-1 1,-1 0 0,1 0-1,-6 3 1,-2 3 54,9-34-83,4 11-6,1 0 0,0 1 0,1-1 0,1 1 0,0 0 1,1 0-1,13-22 0,63-83-1398,-55 83 630,61-76-2886,-25 41-2089,-9 15-2466</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49.460"/>
    </inkml:context>
    <inkml:brush xml:id="br0">
      <inkml:brushProperty name="width" value="0.035" units="cm"/>
      <inkml:brushProperty name="height" value="0.035" units="cm"/>
      <inkml:brushProperty name="color" value="#008C3A"/>
    </inkml:brush>
  </inkml:definitions>
  <inkml:trace contextRef="#ctx0" brushRef="#br0">8 409 11613,'1'-1'240,"0"-1"0,-1 1 0,1-1 0,0 0 0,-1 0 0,1 1 0,-1-1 0,1 0 0,-1 0 0,0 0 0,0 1 0,0-1 0,0 0 0,0 0 0,0 0 0,-1-2 0,1 1 374,-2-12 3764,-4-6-2311,2 14-382,4 17 3932,7 63-6421,-5-37 22,-1-20 623,-1-12 60,4-5-89,6-2 169,-1-1 0,0 0 0,0 0 0,-1 0 1,1-1-1,-1-1 0,0 1 0,0-1 0,-1 0 0,1-1 0,-1 0 1,-1 0-1,11-15 0,35-37-657,-50 57 152,28-20-1347,-19 7 1398,-1 0 1,16-30-1,49-104-603,-54 112 891,-19 34 137,-3 2 44,0 0-1,1 1 1,-1-1-1,1 0 1,-1 0 0,1-1-1,-1 1 1,1 0-1,0 0 1,0 0-1,-1 0 1,1 0 0,0 0-1,0-2 1,-4-11-127,3 14 189,0-1 0,0 1-1,0 0 1,0 0 0,0 0 0,0 0 0,0 0 0,0 0 0,0 1 0,0-1 0,1 0 0,-1 0 0,0 1 0,0-1 0,0 0 0,-2 2-1,-9 2-2973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0.706"/>
    </inkml:context>
    <inkml:brush xml:id="br0">
      <inkml:brushProperty name="width" value="0.035" units="cm"/>
      <inkml:brushProperty name="height" value="0.035" units="cm"/>
      <inkml:brushProperty name="color" value="#008C3A"/>
    </inkml:brush>
  </inkml:definitions>
  <inkml:trace contextRef="#ctx0" brushRef="#br0">197 6 16349,'-14'-2'1036,"-13"-1"3336,21 8-427,-2 22-606,3 125 387,-5 18-3726,-15 150 0,-31 22 0,46-288 0,-5 27 0,-5 85 0,20-165 0,-1 0 0,1 1 0,0-1 0,0 0 0,0 1 0,0-1 0,0 0 0,1 1 0,-1-1 0,0 0 0,1 1 0,-1-1 0,1 0 0,-1 0 0,2 2 0,-1-2 0,1-1 0,0 0 0,-1 0 0,1 0 0,0 0 0,0 0 0,-1 0 0,1 0 0,0-1 0,-1 1 0,1-1 0,0 1 0,-1-1 0,1 1 0,-1-1 0,1 0 0,-1 0 0,3-2 0,30-19 0,-14 6 0,-1-1 0,31-35 0,3-5 0,2 5 0,140-124 0,-168 155 0,2 0 0,0 2 0,1 2 0,1 0 0,47-17 0,-67 30 0,0 1 0,0 0 0,0 0 0,0 1 0,1 1 0,-1 0 0,1 1 0,15 1 0,-20 0 0,0 0 0,0 0 0,0 1 0,0 0 0,-1 1 0,1-1 0,-1 1 0,0 0 0,0 1 0,0 0 0,0 0 0,0 0 0,-1 0 0,9 10 0,-1 2 0,-2 0 0,0 1 0,-1 0 0,-1 1 0,0 0 0,8 26 0,-7-19 0,1 0 0,18 30 0,-27-51 0,1 0 0,0 0 0,0 0 0,0 0 0,0 0 0,1-1 0,-1 1 0,1-1 0,0 0 0,0 0 0,0-1 0,9 5 0,-9-6 0,-1 0 0,1 0 0,0-1 0,0 1 0,-1-1 0,1 0 0,0 0 0,0 0 0,0-1 0,0 1 0,-1-1 0,1 0 0,0 0 0,-1 0 0,1 0 0,-1-1 0,6-3 0,4-2 0,-1 0 0,1-2 0,-2 0 0,1 0 0,-1-1 0,14-15 0,-2-3 0,31-48 0,91-170 0,-142 242 0,-1 0 0,1 1 0,0-1 0,0 1 0,1-1 0,-1 1 0,1 0 0,0 0 0,-1 1 0,1-1 0,6-2 0,-8 4 0,0 0 0,0 1 0,0-1 0,0 1 0,0-1 0,0 1 0,0-1 0,0 1 0,0 0 0,0 0 0,0 0 0,0 1 0,0-1 0,0 0 0,0 1 0,0-1 0,0 1 0,0 0 0,0-1 0,0 1 0,0 0 0,0 0 0,-1 0 0,1 1 0,0-1 0,2 2 0,48 54-247,-38-40 29,1 0 0,1-2 0,0 0-1,19 14 1,-29-25 168,1 0 0,-1-1 0,1 0 0,-1 0 0,1 0 0,0-1 0,0 0-1,0 0 1,0-1 0,0 0 0,1 0 0,-1-1 0,0 1 0,1-2 0,-1 1 0,11-3-1,-10 1 10,0 0-1,-1 0 0,1-1 0,-1 0 0,0 0 0,0-1 0,0 0 0,0 0 0,-1-1 0,0 1 0,0-1 0,0-1 0,0 1 1,-1-1-1,0 0 0,0-1 0,6-10 0,2-7 701,-1 0 1,-2 0-1,15-52 1,-25 76-657,0 0 1,0-1-1,0 1 1,0 0-1,0-1 1,0 1-1,0 0 1,0-1-1,0 1 1,0 0-1,0-1 1,1 1-1,-1 0 0,0-1 1,0 1-1,0 0 1,0-1-1,0 1 1,1 0-1,-1 0 1,0-1-1,0 1 1,0 0-1,1 0 1,-1-1-1,0 1 0,0 0 1,1 0-1,-1 0 1,0-1-1,1 1 1,-1 0-1,0 0 1,1 0-1,-1 0 1,0 0-1,1 0 1,-1 0-1,5 14 92,-3 28-19,-6 2-76,-2-1 0,-13 49 0,0 3 0,9-36 0,-58 295 0,58-321-52,-1-1 0,-1 0 0,-2-1 1,-1 0-1,-1-1 0,-2-1 0,-1-1 0,-1 0 0,-39 40 0,56-65 74,0-1 0,0 0-1,0 0 1,0 0 0,0 0-1,0-1 1,0 1 0,-1-1 0,-4 2-1,-2 0 50,9-3-66,1 0 0,-1 0-1,1 0 1,-1 0 0,1 0-1,0-1 1,-1 1 0,1 0-1,-1 0 1,1-1 0,0 1-1,-1 0 1,1-1 0,0 1-1,-1 0 1,1-1 0,0 1-1,0 0 1,-1-1 0,1 1-1,0-1 1,0 1 0,0-1-1,0 1 1,0 0 0,-1-1-1,1 1 1,0-1 0,0 1-1,0-1 1,0 1-1,0-1 1,0 1 0,1-1-1,-1 1-1,0-4 2,0 0 0,0 0 1,1 0-1,0 0 1,0 0-1,0 1 1,0-1-1,1 0 0,-1 1 1,1-1-1,0 1 1,3-5-1,35-44-37,-15 20-45,20-29-820,3 1 0,68-64-1,291-263-7320,-313 286 5672,61-87-1506,-58 62 3405,-79 99 1112,13-17 6583,-32 45-6782,-1-1 0,0 0 0,0 1 0,1 0 0,-1-1 0,0 1 0,1 0 0,-1 0 0,1 0 0,-1 0 0,1 0-1,0 0 1,-1 1 0,1-1 0,0 0 0,0 1 0,-2 1 0,-14 25 1264,4 3-410,1 0 0,-10 43 1,-5 13-53,-11 16-1068,-49 159 0,66-178-76,8-38-279,1 1 0,3 1 0,2 0 0,-1 49 0,8-84-378,3 36-3160,-3-47 3500,1 0 0,0 1 0,0-1 0,0 0 0,0 1 0,0-1 0,0 0 0,1 0 0,-1 0 0,1 0 0,-1 0 0,1 0 0,0 0 0,0-1 0,0 1 0,3 2 0,17 9-5059</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0.910"/>
    </inkml:context>
    <inkml:brush xml:id="br0">
      <inkml:brushProperty name="width" value="0.035" units="cm"/>
      <inkml:brushProperty name="height" value="0.035" units="cm"/>
      <inkml:brushProperty name="color" value="#008C3A"/>
    </inkml:brush>
  </inkml:definitions>
  <inkml:trace contextRef="#ctx0" brushRef="#br0">105 15 12297,'-2'-1'2292,"-25"-11"2007,24 10-2629,7 2-286,5 1-1000,1 1 1,0-1-1,-1 1 0,1 1 1,-1 0-1,0 0 1,0 1-1,9 5 0,4 3-174,0 0-1,25 21 1,-41-29-266,-1 1 1,1 0-1,-1 1 1,0-1-1,-1 1 1,1 0 0,-1 0-1,0 1 1,-1-1-1,1 1 1,-1 0-1,-1-1 1,4 14-1,-4-15 25,-2 1 0,1-1-1,0 0 1,-1 1-1,0-1 1,0 1 0,-1-1-1,0 1 1,0-1-1,0 0 1,0 0 0,-1 1-1,0-1 1,0 0 0,0 0-1,-1 0 1,1-1-1,-1 1 1,-6 6 0,-11 9-84,0-2 0,-1-1 0,-1-1 0,-1 0 0,-47 23 0,38-21-241,-13 2-1366,2-9-3331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1.178"/>
    </inkml:context>
    <inkml:brush xml:id="br0">
      <inkml:brushProperty name="width" value="0.035" units="cm"/>
      <inkml:brushProperty name="height" value="0.035" units="cm"/>
      <inkml:brushProperty name="color" value="#008C3A"/>
    </inkml:brush>
  </inkml:definitions>
  <inkml:trace contextRef="#ctx0" brushRef="#br0">38 41 13057,'0'0'2934,"-2"0"45,-30 0 2531,28 4-2605,5 14-1778,-1-18-873,1 18 298,1-1-1,1 0 1,1 0-1,1-1 1,0 1-1,1-1 1,15 29-1,-14-31-712,2-1 1,0 0-1,0-1 0,1 0 0,1 0 0,0-1 1,0 0-1,1-1 0,0-1 0,1 0 0,0 0 1,1-1-1,0-1 0,15 6 0,1-2-600,0-1-1,1-2 1,0-1 0,49 5-1,-71-12 707,0 0 1,0 0-1,0-1 0,0-1 1,0 1-1,0-1 0,0-1 1,-1 0-1,1 0 0,-1 0 1,0-1-1,1-1 0,13-9 1,-20 12 98,-1 0 0,1 0 0,0 0 0,0 0 0,-1 0 0,1-1 0,-1 1 0,0 0 1,0-1-1,0 1 0,0-1 0,0 0 0,0 1 0,-1-1 0,1 0 0,-1 1 0,0-1 0,0 0 0,0 0 1,0-4-1,-1-6 153,-1-1 0,-5-22 0,0 9-4,-2 0-1,0 1 1,-2 0-1,-14-24 1,22 42-368,0 0 0,0-1 0,1 1 0,0 0-1,0-1 1,1 1 0,0-1 0,1-9 0,-3-14-2902,3 29-223</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1.470"/>
    </inkml:context>
    <inkml:brush xml:id="br0">
      <inkml:brushProperty name="width" value="0.035" units="cm"/>
      <inkml:brushProperty name="height" value="0.035" units="cm"/>
      <inkml:brushProperty name="color" value="#008C3A"/>
    </inkml:brush>
  </inkml:definitions>
  <inkml:trace contextRef="#ctx0" brushRef="#br0">166 0 15429,'-5'6'498,"2"-4"-205,1 0 0,0 0 0,0 0 0,0 1 1,0-1-1,0 1 0,0-1 0,1 1 0,-1 0 0,1 0 1,0 0-1,0 0 0,0 0 0,0 0 0,1 0 1,-1 0-1,1 0 0,-1 0 0,1 0 0,0 4 0,0 23 805,-1 0 0,-1 0 1,-10 41-1,-29 93 3901,14-62-3707,8-12-1292,-11 148 0,29-198-4256,7 21-9059,-3-46 1103</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373"/>
    </inkml:context>
    <inkml:brush xml:id="br0">
      <inkml:brushProperty name="width" value="0.035" units="cm"/>
      <inkml:brushProperty name="height" value="0.035" units="cm"/>
      <inkml:brushProperty name="color" value="#008C3A"/>
    </inkml:brush>
  </inkml:definitions>
  <inkml:trace contextRef="#ctx0" brushRef="#br0">23 158 15045,'-23'-20'9619,"46"29"-7863,-4-3-1527,0 0 0,1-2 0,-1 0 0,1-2 0,30 1-1,105-8-475,-112 2 59,15 0-371,115-23 0,-151 21 519,-1 0 0,0-2-1,-1-1 1,0 0 0,0-2 0,-1 0 0,0-1 0,25-20-1,-42 29 99,0 0-1,0 1 0,0-1 0,-1 0 0,1-1 0,0 1 0,-1 0 1,0 0-1,0 0 0,1-1 0,0-3 0,1-2 77,-2 6 298,-4 6-305,-5 9-99,1 1-1,0 1 0,1-1 1,0 1-1,1 0 1,1 1-1,1-1 0,-4 28 1,3 0-404,2-1 1,4 45 0,10 28-1166,-12-115 1534,1 1-1,0 0 1,-1-1 0,1 1-1,-1-1 1,1 1 0,0 0-1,0-1 1,-1 0 0,1 1-1,0-1 1,0 0 0,-1 1-1,1-1 1,0 0 0,0 0-1,0 1 1,0-1 0,0 0-1,-1 0 1,1 0 0,0 0-1,0 0 1,1-1 0,0 1-13,3 0 31,1-2 0,-1 1-1,1 0 1,-1-1 0,1 0 0,-1-1-1,0 1 1,0-1 0,0 0-1,0 0 1,0 0 0,-1-1 0,6-5-1,12-7 190,-15 10-98,18-11 339,-1 1 0,2 1 0,28-12 0,-46 24-366,0 0 0,0 0 0,-1 1-1,1 0 1,1 1 0,-1 0 0,0 0 0,0 0 0,0 1-1,0 1 1,1-1 0,-1 1 0,0 1 0,0-1-1,14 6 1,23 13 160,0 2-1,58 40 0,19 10-55,-92-57-262,1-1-1,0-2 1,64 17 0,-79-25-75,1-1 1,-1-1-1,1 0 1,0-1-1,-1-1 1,1-1-1,0 0 1,-1-1 0,31-8-1,-39 7 117,-1-1 0,1 0 0,-1 0 0,0-1 0,0 0 0,0-1 0,-1 1 0,0-1-1,0 0 1,-1-1 0,1 1 0,4-9 0,-6 9 88,-1 0 0,-1 1-1,1-1 1,-1 0 0,0 0-1,-1 0 1,1-1 0,-1 1 0,0 0-1,-1-1 1,0 1 0,0 0 0,0-1-1,-1-7 1,-2-4 362,-1 0-1,-1 0 1,-9-25 0,-11-41 1532,24 82-1548,-15 16 109,13-12-420,-1 2-36,1 0 0,-1 1-1,1-1 1,0 1 0,0-1 0,1 1 0,-1 0 0,1 0 0,0 0-1,0 0 1,1 1 0,-1-1 0,1 0 0,1 1 0,-1 5 0,-1 14 96,2 47 0,0-72-141,1 13-76,0-1-1,0 1 1,1-1-1,1 1 0,0-1 1,1 0-1,10 23 1,-13-32-3,1 0 0,0 0 1,0 0-1,0 0 0,1 0 1,-1 0-1,1-1 0,0 1 1,-1-1-1,1 1 0,0-1 0,0 0 1,0 0-1,1-1 0,-1 1 1,0-1-1,1 1 0,-1-1 1,1 0-1,-1 0 0,1-1 1,0 1-1,-1-1 0,1 0 1,0 0-1,-1 0 0,1 0 1,0 0-1,-1-1 0,1 0 1,5-1-1,8-4-71,1 0 0,-1-1 0,0-1 0,-1 0 0,24-17 0,76-62-227,-80 57 278,19-16 33,-38 30 154,1 0 0,1 1-1,1 1 1,0 1 0,43-21 0,-58 32-69,1 1 0,-1 0 0,0 0 0,1 0 0,-1 1 0,1 0 0,-1 0 0,1 0 0,-1 1 0,0 0 0,1 0 0,-1 0 0,0 1 0,0-1 0,0 1 0,0 0 0,0 1 0,0-1 0,0 1 1,-1 0-1,0 1 0,1-1 0,3 4 0,12 12 80,0 1 0,-1 1 0,20 27 1,-30-37-68,21 27 75,40 68-1,-63-95-98,-1 1-1,-1 0 1,0 0-1,0 1 1,-1-1-1,0 1 1,-2 0-1,1 0 1,-1 0-1,-1 0 1,0 14-1,-3-17 5,0-1 0,0 0 0,-1 1-1,0-1 1,-1 0 0,0-1 0,-5 10 0,2-3 3,5-12-50,16-24-779,22-23-87,64-63 1,-19 23 562,94-89 3154,-174 172-2764,-1 0 0,1 1 1,0-1-1,0 0 0,0 0 1,0 0-1,0 1 0,0-1 1,0 1-1,0-1 0,0 1 1,0-1-1,0 1 0,0-1 1,0 1-1,1 0 0,-1 0 1,0 0-1,0 0 0,0-1 1,0 2-1,1-1 0,-1 0 0,0 0 1,0 0-1,0 0 0,0 1 1,1-1-1,-1 0 0,0 1 1,0-1-1,0 1 0,0 0 1,0-1-1,0 1 0,0 0 1,0 0-1,-1-1 0,1 1 1,0 0-1,0 0 0,0 0 1,-1 0-1,2 2 0,-1 0-30,0-1-1,0 1 1,0-1-1,0 1 1,0 0-1,-1 0 1,1 0-1,-1-1 1,0 1-1,0 0 1,0 0-1,0 0 1,0 0-1,-1 0 1,1-1-1,-1 1 1,-1 5-1,-2 11-14,-10 65-135,-1-29-1690,5-10-3106,7-20 1186</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509"/>
    </inkml:context>
    <inkml:brush xml:id="br0">
      <inkml:brushProperty name="width" value="0.035" units="cm"/>
      <inkml:brushProperty name="height" value="0.035" units="cm"/>
      <inkml:brushProperty name="color" value="#008C3A"/>
    </inkml:brush>
  </inkml:definitions>
  <inkml:trace contextRef="#ctx0" brushRef="#br0">1 209 6949,'57'-83'1976,"-45"60"-92,11 3-296,-4 0-128,0-3 580,-10 9-1656,4 0-2004,0 2-24,-4 26-8389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768"/>
    </inkml:context>
    <inkml:brush xml:id="br0">
      <inkml:brushProperty name="width" value="0.035" units="cm"/>
      <inkml:brushProperty name="height" value="0.035" units="cm"/>
      <inkml:brushProperty name="color" value="#008C3A"/>
    </inkml:brush>
  </inkml:definitions>
  <inkml:trace contextRef="#ctx0" brushRef="#br0">0 239 9413,'1'-2'435,"-1"0"1,0 0-1,1 0 0,0 0 1,-1 0-1,1 0 0,0 1 1,0-1-1,0 0 1,0 1-1,0-1 0,1 1 1,-1-1-1,0 1 0,1-1 1,-1 1-1,1 0 1,-1 0-1,1 0 0,0 0 1,1-1-1,7-4-393,-7 3 407,0 0 0,0-1-1,0 1 1,0-1 0,-1 1 0,0-1 0,1 0 0,-1 0-1,0 0 1,2-8 0,4-6 948,1 1-183,0 1 0,21-28 0,-26 39-968,1 0 1,-1 0-1,1 1 0,-1-1 0,1 1 0,1 0 1,-1 0-1,0 0 0,1 1 0,0 0 0,11-4 1,-15 6-231,0 1 0,1 0 0,-1-1 0,0 1 0,0 0 0,1 0 0,-1 1 0,0-1 1,0 0-1,1 1 0,-1-1 0,0 1 0,0 0 0,0 0 0,0 0 0,0 0 0,0 0 1,0 0-1,0 0 0,0 1 0,0-1 0,-1 1 0,1-1 0,-1 1 0,1 0 0,-1-1 1,1 1-1,-1 0 0,0 0 0,1 3 0,4 6 44,-1 0 0,-1 0 0,0 1 0,3 13 0,-5-18-56,3 12-235,-1 2-1,-1-1 1,0 0-1,-1 1 1,-3 38-1,0-50 68,0 1 0,0 0 0,-1 0 0,-1 0 0,0-1 0,0 1 0,-1-1 0,0 0 0,0 0 0,-1 0 0,0-1 0,-1 0 0,-13 15 0,-9-4-4472</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3:52.902"/>
    </inkml:context>
    <inkml:brush xml:id="br0">
      <inkml:brushProperty name="width" value="0.035" units="cm"/>
      <inkml:brushProperty name="height" value="0.035" units="cm"/>
      <inkml:brushProperty name="color" value="#008C3A"/>
    </inkml:brush>
  </inkml:definitions>
  <inkml:trace contextRef="#ctx0" brushRef="#br0">77 83 12305,'-6'-26'7241,"-13"24"-5541,0-1 612,9-9-3340,0 4-688,4-7-896,0-2-2817</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2.987"/>
    </inkml:context>
    <inkml:brush xml:id="br0">
      <inkml:brushProperty name="width" value="0.035" units="cm"/>
      <inkml:brushProperty name="height" value="0.035" units="cm"/>
      <inkml:brushProperty name="color" value="#008C3A"/>
    </inkml:brush>
  </inkml:definitions>
  <inkml:trace contextRef="#ctx0" brushRef="#br0">184 0 25308,'0'16076'0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4.976"/>
    </inkml:context>
    <inkml:brush xml:id="br0">
      <inkml:brushProperty name="width" value="0.035" units="cm"/>
      <inkml:brushProperty name="height" value="0.035" units="cm"/>
      <inkml:brushProperty name="color" value="#008C3A"/>
    </inkml:brush>
  </inkml:definitions>
  <inkml:trace contextRef="#ctx0" brushRef="#br0">300 286 6441,'14'-1'98,"-3"1"2225,-30 7 12029,-6-23-11932,22 15-2531,-1-1 262,1 0 0,-1 0 0,0-1 0,1 1 1,-1-1-1,1 0 0,0 0 0,0 0 0,-3-4 0,5 6-139,-1-1-43,1 1 36,0-1 1,0 1-1,0-1 1,0 0 0,0 1-1,1-1 1,-1 0-1,0 0 1,1 1-1,-1-1 1,1 0 0,0 0-1,0 0 1,0-3-1,-2-27 25,2 32-36,0-3 15,9-2-323,-8 5 316,0 0 1,-1 0-1,1 0 0,0 0 0,-1-1 0,1 1 1,0 0-1,0 0 0,-1-1 0,1 1 0,0 0 1,-1-1-1,1 1 0,-1-1 0,1 1 0,-1-1 0,1 1 1,-1-1-1,1 1 0,-1-1 0,1 0 0,-1 1 1,1-1-1,-1 0 0,0 1 0,1-2 0,-3-14 14,1 1 0,0-1 0,1 1 0,4-29 0,-4 41 14,1 0 38,4-25 74,-4 25-47,2-11 29,-4 11 224,-4 7-99,-13 17 37,-18 34 88,-110 254 663,135-282-1013,1 1 0,1 1-1,2-1 1,0 1 0,2 1 0,-1 42-1,6-59-57,0-1 0,1 0 1,1 0-1,0 0 0,1 0 0,0 0 0,9 22 0,-8-26-28,0 0-1,1-1 1,-1 1 0,2-1 0,-1 0-1,1 0 1,0-1 0,1 0 0,-1 0-1,1 0 1,0-1 0,8 5 0,-5-4-83,1 0 1,-1-1 0,1 0-1,0-1 1,1 0 0,-1-1-1,0 0 1,1-1 0,0 0-1,21 0 1,77 0-711,-92-2 759,0-2 0,0-1 0,-1 0 0,1-1 0,-1-1 0,30-12 0,-11 0-34,51-34 0,-58 33 108,161-106 2541,-187 122-2433,1 0 0,-1 0 0,0 1 0,1-1 0,-1 1-1,1 0 1,0 0 0,-1 0 0,1 0 0,0 1 0,0 0 0,-1-1 0,1 1-1,0 1 1,7 0 0,-5 1-5,-1-1 0,1 1 0,-1 1 1,0-1-1,1 1 0,-1 0 0,-1 0 0,1 0 0,6 6 0,6 8 63,-1 0 0,-1 0 0,-1 2 0,14 22 0,-21-30-88,69 88 248,-35-49-530,-35-42 117,2 0-1,-1 0 0,1-1 1,11 9-1,-16-14 23,-2-4 74,0 1-1,1-1 0,-1 1 0,0 0 1,1-1-1,-1 1 0,1 0 0,-1 0 1,1 0-1,2-2 0,4-2-18,-4-2-4,0 1 1,-1-1-1,-1 0 1,1 0-1,-1-1 0,0 1 1,1-10-1,2-5-37,2-29-56,-7 45 30,0-1 0,1 1 0,-1-1 0,2 1 1,-1 0-1,1 0 0,-1 0 0,2 0 0,4-10 0,7-12-3015,-16 26 2014,-7-8-522,-10-8-2639,4 9-1910,-3 5-3239</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056"/>
    </inkml:context>
    <inkml:brush xml:id="br0">
      <inkml:brushProperty name="width" value="0.035" units="cm"/>
      <inkml:brushProperty name="height" value="0.035" units="cm"/>
      <inkml:brushProperty name="color" value="#008C3A"/>
    </inkml:brush>
  </inkml:definitions>
  <inkml:trace contextRef="#ctx0" brushRef="#br0">419 63 7573,'3'-5'293,"-3"4"-194,1 1 0,0-1 0,-1 0 0,1 1 0,0-1 0,-1 0 0,1 0 0,-1 1 0,1-1-1,-1 0 1,0 0 0,1 0 0,-1 0 0,0 0 0,1 0 0,-1 0 0,0 0 0,0 1 0,0-1 0,0 0 0,0 0 0,0 0 0,0 0 0,0 0 0,-1 0 0,1 0-1,0 0 1,0 0 0,-1 0 0,1 0 0,0 1 0,-1-1 0,1 0 0,-2-1 0,2-16 2687,0 10 1630,-6 21-2582,-9 26-764,-15 61 0,4-11-250,-161 397 1083,180-471-1863,-78 178 315,66-145-233,3 1 0,-12 54 0,27-96-109,-1 0 0,1 0 0,0 0 0,1 0 0,0 1 0,0-1 0,0 0 0,1 0 0,0 0 0,1 0 0,-1 0 0,1 0 0,1-1-1,-1 1 1,1-1 0,0 1 0,1-1 0,-1 0 0,1 0 0,1 0 0,-1-1 0,1 1 0,0-1 0,0 0 0,0-1 0,1 1 0,-1-1 0,1 0 0,0 0 0,1-1 0,11 5 0,10 4-63,1-2-1,1-1 1,0-1 0,0-2 0,0 0 0,32 0-1,9-3-490,108-9 0,-121 1 216,0-2 0,-1-3-1,-1-2 1,0-3-1,100-41 1,-124 41 229,0-1 0,0-2 1,-2-1-1,-1-1 0,0-2 0,-1-1 0,-2-1 0,0-1 1,-2-1-1,35-48 0,-50 61 427,0-1-1,-2 1 1,1-1-1,-2-1 1,0 0-1,5-19 1,-18 87 722,2 0-1,3 76 1,2-98-816,1-11-183,1 0 0,1 0 0,0 0 0,2 0 0,0 0 0,1-1 0,1 0 0,1 0 0,1-1 0,0 0 0,19 26 0,-22-37-48,0 0 0,0 0-1,1 0 1,0-1 0,1 0 0,-1 0 0,1-1 0,17 9 0,-20-11-5,0-1 0,0 0-1,0 0 1,1 0 0,-1 0-1,1-1 1,-1 0 0,1 0-1,-1-1 1,1 1 0,0-1-1,-1 0 1,1-1 0,0 1 0,-1-1-1,8-2 1,-11 2 0,1 0 0,-1 0 1,0 0-1,1 0 0,-1-1 1,0 1-1,0-1 0,0 1 0,0-1 1,0 0-1,0 0 0,-1 0 0,1 0 1,-1 0-1,1 0 0,-1 0 1,0-1-1,1 1 0,0-4 0,-1 2-1,0-1 0,0 1 0,-1-1 0,0 1 0,1-1 0,-1 1 0,-1-1-1,1 0 1,-1 1 0,-1-6 0,-3-6-3,0 1 0,-1 0 0,-1 1 0,0-1 1,-12-17-1,-5 0-7,-2 2 1,0 1 0,-2 1-1,-1 2 1,-53-39 0,52 45-754,0 1 1,-2 1-1,0 1 1,-56-19-1,42 23-4191,23 10-1651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569"/>
    </inkml:context>
    <inkml:brush xml:id="br0">
      <inkml:brushProperty name="width" value="0.035" units="cm"/>
      <inkml:brushProperty name="height" value="0.035" units="cm"/>
      <inkml:brushProperty name="color" value="#008C3A"/>
    </inkml:brush>
  </inkml:definitions>
  <inkml:trace contextRef="#ctx0" brushRef="#br0">511 84 13637,'-2'-15'827,"2"13"-649,0-1 1,0 1-1,0-1 0,-1 1 1,1-1-1,-1 1 0,1-1 1,-1 1-1,0-1 1,0 1-1,0 0 0,0 0 1,0-1-1,-1 1 0,1 0 1,0 0-1,-1 0 0,0 0 1,0 1-1,1-1 0,-1 0 1,0 1-1,0-1 0,0 1 1,-4-2-1,-6-2 1263,10 4-1172,-1 0-1,1 0 1,0 0 0,-1 0 0,1 0 0,-1 1 0,1-1 0,-1 1 0,1 0-1,-1-1 1,1 1 0,-1 0 0,1 0 0,-1 1 0,1-1 0,-1 1 0,1-1-1,-1 1 1,1 0 0,-1 0 0,1 0 0,-3 1 0,-7 8 0,1 0-1,0 0 1,1 1 0,0 1 0,0 0 0,2 0 0,-12 21 0,-44 99-57,55-110-526,2 0 0,1 0-1,1 1 1,0-1 0,2 1-1,1 1 1,0-1-1,2 0 1,4 31 0,-4-52 315,0 0 0,1 0 0,-1 0 0,1 0 0,0 0 0,0 0 0,0 0 0,0 0 0,0 0 0,0 0 0,0-1 0,1 1 0,-1 0 0,1-1 0,-1 1 0,1-1 0,0 0-1,-1 1 1,1-1 0,0 0 0,0 0 0,0 0 0,0 0 0,0-1 0,0 1 0,2 0 0,7 2 35,1-2-1,-1 1 0,0-1 1,13-1-1,26 4 46,-42-2-90,-1 1 0,1 0-1,-1 1 1,1 0 0,-1 0-1,0 1 1,-1 0 0,1 0-1,-1 0 1,0 1 0,0 0 0,-1 0-1,0 1 1,0-1 0,0 1-1,-1 0 1,7 14 0,-6-8-23,0 0 0,0 0 0,-1 0 1,-1 0-1,0 1 0,0-1 1,-2 1-1,0 0 0,-1 27 1,-2-21-61,-2 0 1,0 0-1,-1 0 1,0-1-1,-2 0 1,0 0 0,-2-1-1,0 0 1,-1 0-1,0-1 1,-1 0-1,-1-1 1,-1 0-1,-1-1 1,0-1 0,0 0-1,-2 0 1,-26 16-1,19-13 173,-1-1 0,0-1 1,-1-2-1,-1 0 0,-32 11 0,51-23 72,1 1 0,-1-1 1,0 0-1,1 0 0,-1-1 1,0 1-1,1-2 0,-10 0 0,12 0-71,1 1 0,-1-1-1,1 0 1,0 0-1,0 0 1,0 0 0,-1-1-1,1 1 1,0-1-1,1 0 1,-1 0 0,0 0-1,0 0 1,1-1-1,0 1 1,-1-1 0,-2-3-1,4 3-35,0 0-1,0 0 0,0 0 1,1 0-1,-1 0 0,1-1 1,-1 1-1,1 0 0,0 0 1,1 0-1,-1-1 0,0 1 1,1 0-1,0 0 0,-1 0 1,1 0-1,1 0 0,-1 0 1,0 0-1,1 0 0,2-3 1,2-5 31,1 0 0,0 1 1,1-1-1,13-12 0,15-10 21,1 2 0,1 1 0,2 2 0,1 2 0,1 1 0,86-35 0,-100 49-81,0 1 0,0 1 0,1 2 0,0 1 0,38-4-1,-57 9-27,0 1-1,0 0 0,1 0 0,-1 0 0,0 2 0,0-1 0,0 1 0,0 1 0,0 0 0,-1 0 0,1 1 0,-1 0 0,0 0 0,0 1 0,0 0 0,-1 1 0,1 0 0,12 13 0,-14-11-258,2 0-478,-2 1-1,1 0 1,-1 1-1,8 13 1,-13-18-697,0 0 0,0 0 0,0 1 1,0-1-1,-1 1 0,0-1 0,1 8 0,-2 7-9287</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738"/>
    </inkml:context>
    <inkml:brush xml:id="br0">
      <inkml:brushProperty name="width" value="0.035" units="cm"/>
      <inkml:brushProperty name="height" value="0.035" units="cm"/>
      <inkml:brushProperty name="color" value="#008C3A"/>
    </inkml:brush>
  </inkml:definitions>
  <inkml:trace contextRef="#ctx0" brushRef="#br0">1 9 5717,'9'-9'1156,"1"18"-504,5-1-436,-5 7-648,9 13-1693,-3 1-75</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6.938"/>
    </inkml:context>
    <inkml:brush xml:id="br0">
      <inkml:brushProperty name="width" value="0.035" units="cm"/>
      <inkml:brushProperty name="height" value="0.035" units="cm"/>
      <inkml:brushProperty name="color" value="#008C3A"/>
    </inkml:brush>
  </inkml:definitions>
  <inkml:trace contextRef="#ctx0" brushRef="#br0">0 194 9165,'19'-14'2330,"-19"13"-2278,0 1 0,0 0 0,0 0 0,1 0 0,-1 0 0,0 0 0,0 0-1,0 0 1,0-1 0,1 1 0,-1 0 0,0 0 0,0 0 0,0 0 0,0 0 0,0-1 0,0 1 0,0 0 0,1 0-1,-1 0 1,0-1 0,0 1 0,0 0 0,0 0 0,0 0 0,0-1 0,0 1 0,0 0 0,0 0 0,0 0 0,0-1 0,0 1-1,0 0 1,0 0 0,0-1 0,0 1 0,0 0 0,-1 0 0,1-1 0,-1-2 262,0-1 0,0 1 1,0-1-1,1 0 0,-1 1 0,1-1 1,0 0-1,0 1 0,0-1 0,1 0 1,-1 0-1,1 1 0,0-1 0,0 1 1,0-1-1,0 1 0,1-1 0,-1 1 1,1 0-1,0-1 0,0 1 0,0 0 1,5-4-1,2-2-56,1 1 1,0 0-1,0 0 0,1 1 1,0 1-1,0 0 1,0 0-1,1 1 0,0 1 1,0 0-1,0 0 0,1 2 1,-1-1-1,1 1 1,-1 1-1,15 0 0,-16 1-164,0 1-1,0-1 0,0 2 0,0 0 1,0 0-1,0 1 0,0 0 0,0 1 1,-1 0-1,0 1 0,0 0 1,0 0-1,-1 1 0,1 1 0,-1-1 1,-1 2-1,1-1 0,11 15 0,-15-15-59,-1 0-1,-1 0 0,1 0 0,-1 1 0,0-1 0,-1 1 0,0 0 0,0-1 1,-1 1-1,0 0 0,0 0 0,-1 0 0,1 0 0,-2 0 0,0 0 0,0 0 0,0 0 1,-1 0-1,-2 8 0,-1 0-406,-1 1 1,0-1 0,-1 0-1,0 0 1,-2-1-1,0 0 1,-19 25 0,14-25-1136,0-1 0,-19 15 0,2-3-6710,18-13-1018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106"/>
    </inkml:context>
    <inkml:brush xml:id="br0">
      <inkml:brushProperty name="width" value="0.035" units="cm"/>
      <inkml:brushProperty name="height" value="0.035" units="cm"/>
      <inkml:brushProperty name="color" value="#008C3A"/>
    </inkml:brush>
  </inkml:definitions>
  <inkml:trace contextRef="#ctx0" brushRef="#br0">0 18 8229,'29'-17'2356,"-23"28"-468,-2 7-128,8 13-208,-5 3-163,-1 9-261,0 9-284,1 8-180,-4 2-140,3 7-64,-6 2-204,0-2-412,0-3-340,-3-6-544,0-3-648,-4-3-565,1-5-2227,0-1-3473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290"/>
    </inkml:context>
    <inkml:brush xml:id="br0">
      <inkml:brushProperty name="width" value="0.035" units="cm"/>
      <inkml:brushProperty name="height" value="0.035" units="cm"/>
      <inkml:brushProperty name="color" value="#008C3A"/>
    </inkml:brush>
  </inkml:definitions>
  <inkml:trace contextRef="#ctx0" brushRef="#br0">1 19 9997,'3'-2'306,"-1"0"1,1 0-1,0 0 1,0 1-1,1-1 1,-1 1-1,0-1 0,0 1 1,1 0-1,-1 1 1,1-1-1,-1 1 1,1-1-1,-1 1 0,4 0 1,65 4 2725,-38-1-2175,40 1 628,0 4 0,105 23 0,-155-26-1381,-1 2-1,0 0 0,-1 2 1,0 0-1,0 2 0,24 15 1,-27-13-1933,28 25 1,-46-37 1524,0 0 0,-1-1 0,1 1 0,-1 0 0,1-1 0,-1 1 0,1 0 0,-1 0 0,1 0 0,-1-1 0,0 1 0,1 0 0,-1 0 0,0 0 0,0 0 0,0 0 0,0 0 0,0 0 0,0-1 0,0 2 0,0 3-1676,6 15-6983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412"/>
    </inkml:context>
    <inkml:brush xml:id="br0">
      <inkml:brushProperty name="width" value="0.035" units="cm"/>
      <inkml:brushProperty name="height" value="0.035" units="cm"/>
      <inkml:brushProperty name="color" value="#008C3A"/>
    </inkml:brush>
  </inkml:definitions>
  <inkml:trace contextRef="#ctx0" brushRef="#br0">0 38 8385,'3'-37'1016,"16"37"-468,4 2-492,-14 13-7077</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7.648"/>
    </inkml:context>
    <inkml:brush xml:id="br0">
      <inkml:brushProperty name="width" value="0.035" units="cm"/>
      <inkml:brushProperty name="height" value="0.035" units="cm"/>
      <inkml:brushProperty name="color" value="#008C3A"/>
    </inkml:brush>
  </inkml:definitions>
  <inkml:trace contextRef="#ctx0" brushRef="#br0">149 5 15109,'-3'-1'436,"0"0"0,0 1 0,0-1 0,0 0 0,-1 1 0,1 0 0,0 0 0,0 0-1,0 0 1,0 0 0,0 0 0,0 1 0,0 0 0,-4 1 0,4-1 79,0 1 1,1 1 0,-1-1-1,0 0 1,1 1 0,-1-1-1,1 1 1,0 0 0,-1-1-1,1 1 1,1 0 0,-3 5-1,-6 12-125,1 0-1,1 1 1,1 0-1,0 0 1,2 1-1,-3 22 1,2 6 454,1 77 1,5-114-1163,0 1-1,1-1 1,1 0-1,0 0 1,1 0 0,0 0-1,1 0 1,1-1 0,0 0-1,0 0 1,1 0-1,1 0 1,0-1 0,1 0-1,0-1 1,0 1-1,1-2 1,0 1 0,1-1-1,0-1 1,1 0 0,-1 0-1,2-1 1,-1 0-1,1-1 1,0 0 0,0-1-1,0-1 1,1 1 0,0-2-1,13 2 1,4 0-4697,46 2-1,-17-4-4548</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9.165"/>
    </inkml:context>
    <inkml:brush xml:id="br0">
      <inkml:brushProperty name="width" value="0.035" units="cm"/>
      <inkml:brushProperty name="height" value="0.035" units="cm"/>
      <inkml:brushProperty name="color" value="#008C3A"/>
    </inkml:brush>
  </inkml:definitions>
  <inkml:trace contextRef="#ctx0" brushRef="#br0">76 187 11853,'35'-107'3492,"-11"31"2672,-23 73-3442,-8 24-584,-4 19-1080,-8 60 0,6-26-538,-7 19-47,-31 176 360,44-211-696,1 0 0,5 97-1,2-141-154,0 0-1,1-1 1,1 1-1,0 0 0,1-1 1,0 0-1,7 14 0,-9-23-1,0 0 0,0 0 0,1 0 0,-1 0-1,1 0 1,0 0 0,0-1 0,1 1 0,-1-1-1,1 0 1,0 0 0,-1 0 0,1 0 0,0-1-1,1 0 1,-1 0 0,0 0 0,1 0 0,-1-1-1,1 1 1,0-1 0,-1 0 0,1-1 0,8 1-1,7-1-7,-1-2 0,0 0-1,-1-1 1,1-1-1,21-8 1,88-39-77,9-3 27,-119 49 64,0 0 0,0 1 0,0 1 0,1 1 0,35 0 0,-29 5-28,-1 1 1,44 13-1,24 5-731,-82-20 531,0-1 1,-1 0-1,1-1 0,0 0 0,0-1 1,17-2-1,-11-2-56,0 0 0,-1-1 0,0-1 0,23-13 1,-28 13 216,1 1 1,-1 0-1,1 1 1,1 1-1,-1-1 1,1 2-1,-1-1 1,1 2 0,0 0-1,12-1 1,161-10-3622,-155 9 2059,1 1 1,-1 2-1,1 1 1,0 1-1,37 7 0,-48-5-1714,-1 0-1410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447"/>
    </inkml:context>
    <inkml:brush xml:id="br0">
      <inkml:brushProperty name="width" value="0.035" units="cm"/>
      <inkml:brushProperty name="height" value="0.035" units="cm"/>
      <inkml:brushProperty name="color" value="#008C3A"/>
    </inkml:brush>
  </inkml:definitions>
  <inkml:trace contextRef="#ctx0" brushRef="#br0">70 21 7717,'3'-4'1034,"13"-12"7528,-14 20-7081,0 4-1012,0-1-1,-1 0 0,0 1 1,0-1-1,-1 1 0,0-1 1,-1 15-1,-12 61 2009,3-26-1317,-13 112 922,0-12-1440,-3 196 1,26-292-1847,-2-7-281,8 63 0,-3-97 31,0-1 0,8 25 0,-6-31-232,-1-1 1,2 1-1,0-1 0,9 14 0,9 6-7910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617"/>
    </inkml:context>
    <inkml:brush xml:id="br0">
      <inkml:brushProperty name="width" value="0.035" units="cm"/>
      <inkml:brushProperty name="height" value="0.035" units="cm"/>
      <inkml:brushProperty name="color" value="#008C3A"/>
    </inkml:brush>
  </inkml:definitions>
  <inkml:trace contextRef="#ctx0" brushRef="#br0">1 146 9781,'28'-49'1712,"-18"26"-208,-4 3-164,7 6-172,0 3-235,-1-1-165,7 4-184,3 5-108,4-3-204,2 9-284,20 3-572,-13 8-544,6 6-325,-22-9-763,13 12-1600,9 20-2529</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8.757"/>
    </inkml:context>
    <inkml:brush xml:id="br0">
      <inkml:brushProperty name="width" value="0.035" units="cm"/>
      <inkml:brushProperty name="height" value="0.035" units="cm"/>
      <inkml:brushProperty name="color" value="#008C3A"/>
    </inkml:brush>
  </inkml:definitions>
  <inkml:trace contextRef="#ctx0" brushRef="#br0">1 63 7537,'0'0'5932,"12"-6"-5116,4 1-164,16 2-228,25-3-504,-9 0-488,-1 1-212,1-10-572,9 7-2316,0-1-2261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080"/>
    </inkml:context>
    <inkml:brush xml:id="br0">
      <inkml:brushProperty name="width" value="0.035" units="cm"/>
      <inkml:brushProperty name="height" value="0.035" units="cm"/>
      <inkml:brushProperty name="color" value="#008C3A"/>
    </inkml:brush>
  </inkml:definitions>
  <inkml:trace contextRef="#ctx0" brushRef="#br0">26 0 8317,'0'0'1953,"-1"4"-267,-3 9-561,-1-1-504,1 0 0,1 0-1,0 0 1,1 0-1,0 0 1,1 0 0,0 1-1,2 22 1,3-15-635,0 0 0,2 0 0,0 0 0,1-1 0,1 0 0,1 0 0,0-1 0,2 0 0,0-1 0,1 0 0,0-1 0,2 0 0,0-1 0,0 0 0,19 13 0,-29-25-24,0 0 0,0-1 0,0 1 0,0-1 0,1 0 0,-1 0 0,1-1 0,-1 1 0,1-1 0,0 0-1,-1 0 1,1-1 0,0 1 0,0-1 0,-1 0 0,1-1 0,0 1 0,0-1 0,-1 0 0,1 0 0,0 0 0,-1 0 0,1-1 0,-1 0 0,0 0 0,1 0 0,6-6 0,-2 2 314,0-1 0,-1 0 1,0-1-1,-1 1 1,1-2-1,-1 1 1,-1-1-1,0 0 0,0 0 1,-1-1-1,6-14 1,4-1 1408,-8 18-893,-7 19-763,-1-2-163,0 0-1,1-1 1,0 1 0,1 0 0,0-1 0,1 1 0,0-1-1,0 1 1,6 14 0,8 39-9289,-15-37-29</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488"/>
    </inkml:context>
    <inkml:brush xml:id="br0">
      <inkml:brushProperty name="width" value="0.035" units="cm"/>
      <inkml:brushProperty name="height" value="0.035" units="cm"/>
      <inkml:brushProperty name="color" value="#008C3A"/>
    </inkml:brush>
  </inkml:definitions>
  <inkml:trace contextRef="#ctx0" brushRef="#br0">7 1 7765,'0'0'1789,"3"0"-129,-2 0-1463,1 0 1,-1 1-1,1-1 0,-1 0 0,1 1 0,-1-1 0,1 1 0,-1 0 0,1-1 0,-1 1 0,1 0 0,-1 0 1,0 0-1,0 0 0,1 0 0,-1 0 0,0 0 0,0 0 0,0 0 0,0 1 0,0-1 0,0 0 1,-1 1-1,2 1 0,-1 2 75,0-1 1,-1 1-1,0 0 1,1 0-1,-1-1 1,-1 1-1,1 0 1,-2 6-1,-24 214 1557,14-182-1651,10-38-165,1-2 146,26-30-11,7-18-116,-3 4 59,46-49 0,-69 83-39,0 1 36,-1 0 0,1 0 0,1 1 0,-1-1 0,1 1 0,13-7-1,-17 11-63,-1 0-1,0 0 0,1 1 0,-1-1 1,1 1-1,0 0 0,-1-1 0,1 1 1,-1 1-1,1-1 0,-1 0 0,1 0 1,-1 1-1,1 0 0,-1-1 0,1 1 1,-1 0-1,1 0 0,-1 0 0,0 1 1,0-1-1,0 1 0,0-1 0,0 1 1,0-1-1,0 1 0,3 4 0,4 4 40,0 1 0,0 0 0,-1 1 0,-1 0 0,12 25-1,25 75-1246,-30-71-475,-2-4-618,10 22-5237,-5-29 302</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698"/>
    </inkml:context>
    <inkml:brush xml:id="br0">
      <inkml:brushProperty name="width" value="0.035" units="cm"/>
      <inkml:brushProperty name="height" value="0.035" units="cm"/>
      <inkml:brushProperty name="color" value="#008C3A"/>
    </inkml:brush>
  </inkml:definitions>
  <inkml:trace contextRef="#ctx0" brushRef="#br0">101 1 9089,'0'0'1978,"-2"2"-176,-8 8-1274,0 2 1,1-1-1,1 1 1,0 1 0,1-1-1,0 1 1,1 0 0,0 1-1,1 0 1,0 0 0,2 0-1,-1 0 1,2 1-1,-1 15 1,-1 8-396,2-1 0,2 1 1,2 0-1,8 51 0,-6-71-544,0 1 0,1-2 1,1 1-1,0 0 0,2-1 0,0-1 1,0 1-1,2-1 0,19 25 0,-19-29-452,0 0-1,1-1 1,1 0-1,-1-1 1,1-1-1,1 0 1,0 0-1,0-1 1,1-1-1,0 0 1,26 8-1,-22-11-3146</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9.898"/>
    </inkml:context>
    <inkml:brush xml:id="br0">
      <inkml:brushProperty name="width" value="0.035" units="cm"/>
      <inkml:brushProperty name="height" value="0.035" units="cm"/>
      <inkml:brushProperty name="color" value="#008C3A"/>
    </inkml:brush>
  </inkml:definitions>
  <inkml:trace contextRef="#ctx0" brushRef="#br0">20 46 6389,'-3'-3'291,"1"1"-64,1 0 0,-1 1 1,1-1-1,-1 0 0,1 0 0,0 0 1,0 0-1,0 0 0,0 0 0,0 0 1,0 0-1,1 0 0,-1 0 0,1-1 1,-1 1-1,1 0 0,0-7 4777,2 14-3626,8 50 1058,7 107 0,5 36-1482,-12-150-1157,8 42-1479,-4-28-2532,-13-58 3570,-1 0 1,1-1-1,-1 1 1,1 0 0,-1-1-1,0 1 1,0 0-1,-1 0 1,1-1 0,-2 7-1,-2 9-5946</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098"/>
    </inkml:context>
    <inkml:brush xml:id="br0">
      <inkml:brushProperty name="width" value="0.035" units="cm"/>
      <inkml:brushProperty name="height" value="0.035" units="cm"/>
      <inkml:brushProperty name="color" value="#008C3A"/>
    </inkml:brush>
  </inkml:definitions>
  <inkml:trace contextRef="#ctx0" brushRef="#br0">1 24 7033,'51'-9'4219,"-22"3"-1920,56-3 0,-75 9-2066,0 1 0,0-1 0,0 2 0,0-1-1,0 1 1,-1 1 0,1 0 0,0 0 0,13 7-1,-17-7-151,0 0 0,-1 1 0,0-1 1,0 1-1,0 0 0,0 0 0,0 1 0,-1-1 0,0 1 0,0 0 0,0 0 0,-1 0 0,1 1 0,-1-1 0,0 1 0,-1 0 0,4 11 0,-2 0-295,0 1 0,-1 0 0,-1 0 1,0 27-1,-3-28-1573,0 0 1,-5 25 0,-1-23-2312,0-2-2029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471"/>
    </inkml:context>
    <inkml:brush xml:id="br0">
      <inkml:brushProperty name="width" value="0.035" units="cm"/>
      <inkml:brushProperty name="height" value="0.035" units="cm"/>
      <inkml:brushProperty name="color" value="#008C3A"/>
    </inkml:brush>
  </inkml:definitions>
  <inkml:trace contextRef="#ctx0" brushRef="#br0">71 0 5248,'-2'10'416,"1"-1"0,0 1-1,1 0 1,0-1-1,0 1 1,4 15-1,-4-21-68,0 1-1,-1 0 1,1-1-1,-1 1 1,0 0-1,0-1 1,-3 9-1,-3 25 1570,6-29-1642,2-1-1,-1 1 0,1 0 1,0-1-1,1 1 0,0-1 1,0 1-1,1-1 0,0 0 1,1 0-1,-1 0 0,2-1 1,-1 1-1,1-1 1,0 0-1,10 11 0,31 27 2204,-44-44-1059,5-12-724,-6 10-670,-1-1 0,1 1 0,-1 0 0,1-1 0,-1 1 0,0 0 0,0-1 0,0 1 0,0 0 0,0-1-1,0 1 1,0-1 0,0 1 0,0 0 0,-1-1 0,1 1 0,0 0 0,-1-1 0,0-1 0,-18-33 178,6 9-5,2 6-74,1 1 0,-2 0 0,-17-21 0,17 25-902,0-1-1,2 0 1,0 0 0,-14-34 0,21 40-1320,3 8-806</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20.806"/>
    </inkml:context>
    <inkml:brush xml:id="br0">
      <inkml:brushProperty name="width" value="0.035" units="cm"/>
      <inkml:brushProperty name="height" value="0.035" units="cm"/>
      <inkml:brushProperty name="color" value="#008C3A"/>
    </inkml:brush>
  </inkml:definitions>
  <inkml:trace contextRef="#ctx0" brushRef="#br0">11 1 10333,'-1'0'226,"1"0"1,-1 0-1,1 0 1,-1 1 0,1-1-1,-1 0 1,1 0-1,0 0 1,-1 1-1,1-1 1,-1 0-1,1 1 1,-1-1-1,1 0 1,0 1-1,-1-1 1,1 1-1,0-1 1,0 0-1,-1 1 1,1-1-1,0 1 1,0-1-1,-1 1 1,1-1-1,0 1 1,0-1-1,0 1 1,0-1-1,0 1 1,0-1-1,0 1 1,0-1-1,0 1 1,0-1-1,0 1 1,0-1-1,0 1 1,1 0-1,13 22 1026,2 5-783,-9-4-409,-2 1 0,0 1 0,-2-1 0,0 1 0,-3 42 0,3-30-128,-3-34 295,4-5-193,-1 0 1,0-1-1,0 1 1,0-1 0,0 1-1,0-1 1,-1 0 0,5-4-1,-3 3 10,11-10 51,-1 0 1,0-2-1,-1 1 0,16-26 0,-14 20 109,0 1-1,28-27 0,-41 44-194,0 0 1,0 0-1,0 0 0,1 0 0,-1 0 0,0 1 1,1-1-1,0 1 0,-1 0 0,1 0 0,0 0 1,-1 0-1,1 0 0,0 0 0,0 1 0,0 0 1,-1-1-1,1 1 0,0 0 0,0 0 0,0 1 1,0-1-1,0 0 0,0 1 0,-1 0 1,1 0-1,0 0 0,-1 0 0,1 0 0,0 0 1,-1 1-1,1-1 0,-1 1 0,0 0 0,0 0 1,3 2-1,14 19-314,-1 0 0,-1 1 0,13 27 0,-5-6-2962,-2 0-3515,-4-10-2380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233"/>
    </inkml:context>
    <inkml:brush xml:id="br0">
      <inkml:brushProperty name="width" value="0.035" units="cm"/>
      <inkml:brushProperty name="height" value="0.035" units="cm"/>
      <inkml:brushProperty name="color" value="#008C3A"/>
    </inkml:brush>
  </inkml:definitions>
  <inkml:trace contextRef="#ctx0" brushRef="#br0">575 297 5693,'-1'-8'805,"-1"0"0,0 0 0,0 1 0,-1-1 0,-5-10 1,7 15-424,0-1 1,-1 1 0,1 0 0,1 0 0,-1 0 0,0-1 0,1 1-1,-1-6 1,-4-25 1600,-48-134 6675,52 165-7814,-4 5-473,-9 4-195,0 1 0,0 0-1,0 1 1,1 1 0,0 0 0,1 1 0,0 0-1,1 1 1,0 1 0,-12 15 0,-16 24 227,-37 64-1,74-112-390,-36 59 259,3 3-1,-38 96 1,58-119-203,1 0 0,2 1 0,3 0 1,1 0-1,-3 57 0,10-85-133,0 1-1,2-1 1,0 1 0,1-1 0,0 1 0,1-1 0,1 0-1,0 0 1,1 0 0,1-1 0,0 0 0,1 0 0,1 0 0,0-1-1,0 0 1,1-1 0,1 1 0,0-2 0,1 0 0,1 0-1,22 17 1,-8-9-266,1-2-1,1-1 0,0 0 1,1-2-1,0-2 0,1-1 0,34 9 1,-47-16 245,0-1 1,0 0-1,0-1 1,0-1-1,0-1 1,0 0-1,0-2 1,0 0-1,0 0 1,0-2-1,0 0 1,-1-1 0,1 0-1,29-16 1,-35 15 49,0-1 0,-1 0 0,-1-1 0,1 0 1,-1-1-1,0 0 0,-1 0 0,8-12 0,5-10-45,22-45-1,-22 37 86,12-29-74,-25 49 53,1 0 1,0 1-1,2 0 1,19-27 0,-30 45 15,0 0 1,0 0 0,0 0 0,1 0-1,-1 0 1,0 0 0,0 0 0,0 0-1,0-1 1,0 1 0,0 0 0,0 0-1,0 0 1,0 0 0,1 0 0,-1 0-1,0 0 1,0 0 0,0 0 0,0 0-1,0 0 1,0 0 0,0 0 0,1 0-1,-1 0 1,0 0 0,0 0 0,0 0-1,0 0 1,0 0 0,0 0 0,1 0-1,-1 0 1,0 0 0,0 0 0,0 0-1,0 0 1,0 0 0,0 0 0,0 0-1,1 0 1,-1 0 0,0 0 0,0 0-1,0 1 1,0-1 0,0 0 0,0 0-1,0 0 1,0 0 0,0 0 0,0 0-1,0 0 1,0 0 0,0 1 0,1-1 0,3 5 49,1 0 0,-1 0 0,0 1 0,0-1 0,-1 1 0,0 0 0,0 0 0,0 0 1,0 0-1,-1 1 0,0-1 0,-1 1 0,1-1 0,0 9 0,6 42 319,-5-34-234,0 1-1,2-1 1,9 29-1,-9-40-82,0 1 1,0-1-1,1 1 0,8 11 0,-10-20-38,-1 1 0,1-1 0,0 0-1,0 0 1,0-1 0,1 0 0,-1 1 0,1-1 0,0-1 0,0 1-1,0-1 1,8 3 0,-6-3 5,1 0 0,-1 0-1,1-1 1,-1 0 0,1-1 0,0 1-1,-1-2 1,1 1 0,0-1 0,-1 0-1,1-1 1,11-3 0,-14 4-13,0-1-1,-1 0 1,1 0-1,0 0 1,-1-1 0,0 1-1,1-1 1,-1 0 0,0 0-1,0-1 1,-1 1-1,1-1 1,-1 0 0,0 0-1,0 0 1,0 0 0,0-1-1,-1 1 1,0-1-1,3-6 1,-2 1 8,-1-1-1,0 1 1,-1-1 0,0 0-1,-1 0 1,0 0 0,0 0-1,-1 0 1,-1 1 0,0-1-1,0 0 1,-1 1-1,0-1 1,-1 1 0,0 0-1,-1 0 1,0 1 0,-1-1-1,0 1 1,0 0 0,-8-8-1,4 6-194,0 1-1,-1-1 1,0 2 0,0 0-1,-1 0 1,-1 1-1,1 0 1,-1 1 0,-1 1-1,1 0 1,-1 0-1,0 2 1,0 0 0,-1 0-1,-20-2 1,24 5-498,-26 0-2092,35 1 2327,1 0-1,-1 0 0,0 1 1,1-1-1,-1 0 0,1 1 1,-1 0-1,1-1 0,-1 1 1,1 0-1,0 0 0,-1-1 0,1 1 1,0 0-1,0 1 0,-1-1 1,1 0-1,0 0 0,-1 2 1,-7 9-7735</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607"/>
    </inkml:context>
    <inkml:brush xml:id="br0">
      <inkml:brushProperty name="width" value="0.035" units="cm"/>
      <inkml:brushProperty name="height" value="0.035" units="cm"/>
      <inkml:brushProperty name="color" value="#008C3A"/>
    </inkml:brush>
  </inkml:definitions>
  <inkml:trace contextRef="#ctx0" brushRef="#br0">61 278 10949,'1'-3'430,"-1"1"0,1-1 0,-1 0-1,0 1 1,0-1 0,0 0 0,0 1 0,0-1 0,0 0-1,-1 1 1,0-1 0,1 0 0,-1 1 0,0-1 0,-3-4-1,-4-18 2141,-6-32 1811,-12-54-53,20 77-3856,6 31-192,3 4-263,0 0 0,0 1 0,0 0 0,0-1 0,0 1-1,0 0 1,0 0 0,-1 1 0,1-1 0,-1 0-1,0 1 1,4 4 0,2 6 9,0 0-1,-1 1 1,0-1 0,-1 1-1,6 23 1,15 75 47,-23-80-70,-1 1 0,-3 61 1,-2-35-252,1-31-129,0 23-1005,2-46 1088,-1-1 1,0 1-1,0 0 0,-1 0 0,0 0 1,0-1-1,0 1 0,0 0 1,-3 6-1,3-8-1115,12 3-2096,-11-6 3406,1 1-1,-1-1 0,1 1 0,0-1 0,-1 1 0,1-1 1,-1 0-1,1 1 0,0-1 0,-1 0 0,1 1 0,0-1 1,0 0-1,-1 0 0,1 0 0,0 0 0,0 0 1,-1 1-1,1-1 0,1-1 0,1 0-420,1 0 1,-1-1-1,1 1 0,-1-1 1,0 0-1,1 0 0,-1-1 1,0 1-1,-1-1 0,1 1 1,0-1-1,-1 0 0,1 0 1,-1 0-1,0 0 1,3-6-1,18-28-6021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750"/>
    </inkml:context>
    <inkml:brush xml:id="br0">
      <inkml:brushProperty name="width" value="0.035" units="cm"/>
      <inkml:brushProperty name="height" value="0.035" units="cm"/>
      <inkml:brushProperty name="color" value="#008C3A"/>
    </inkml:brush>
  </inkml:definitions>
  <inkml:trace contextRef="#ctx0" brushRef="#br0">5 38 7681,'0'-1'134,"-1"0"-1,1 0 1,-1 1 0,1-1 0,-1 0 0,1 0-1,0 0 1,-1 0 0,1 0 0,0 0 0,0 0 0,0 0-1,0 0 1,0 0 0,0 0 0,0 0 0,0 0-1,0 0 1,0 0 0,0 1 0,1-1 0,-1 0 0,0 0-1,1 0 1,-1 0 0,0 0 0,1 0 0,-1 0-1,1 1 1,0-1 0,-1 0 0,1 0 0,0 1 0,-1-1-1,1 1 1,1-2 0,0 0 311,0 0 1045,-1 5-46,10 18-159,-1 2 1,-1-1-1,11 44 1,9 79 803,-27-136-1943,12 82 733,5 109-1,-22-53-3464,-1-104-2166,-13 58 0,2-46-5319</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17.919"/>
    </inkml:context>
    <inkml:brush xml:id="br0">
      <inkml:brushProperty name="width" value="0.035" units="cm"/>
      <inkml:brushProperty name="height" value="0.035" units="cm"/>
      <inkml:brushProperty name="color" value="#008C3A"/>
    </inkml:brush>
  </inkml:definitions>
  <inkml:trace contextRef="#ctx0" brushRef="#br0">1 57 10013,'28'14'2056,"-21"-31"-440,2 3-312,7 8-256,0 1-299,16 2-589,12-3-1117,-3-3-735,13 1-2424,4 5-3081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2.023"/>
    </inkml:context>
    <inkml:brush xml:id="br0">
      <inkml:brushProperty name="width" value="0.035" units="cm"/>
      <inkml:brushProperty name="height" value="0.035" units="cm"/>
      <inkml:brushProperty name="color" value="#008C3A"/>
    </inkml:brush>
  </inkml:definitions>
  <inkml:trace contextRef="#ctx0" brushRef="#br0">80 307 8869,'9'4'1656,"-15"-9"1407,-19-11 2530,-29 7 372,51 9-3980,7-1-1538,285-44 777,-76 14-959,-28 1-129,373-68 292,-524 91-360,190-46 360,-208 49-793,0 0-1,1 1 1,-1 1 0,1 1-1,19 0 1,-36 2 163,0 0 0,-1 0 0,1 1 0,0-1 0,0 0 0,-1 0 0,1 0 0,-1 0 0,1 0 0,-1 0 0,1 0 1,-1 0-1,1 0 0,-1 0 0,-1 1 0,-2 2-480,0 0 0,-1 0 0,1 0 0,-1-1 1,0 0-1,0 0 0,0 0 0,-9 3 0,-15 9-5222,0 7-3775</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2.539"/>
    </inkml:context>
    <inkml:brush xml:id="br0">
      <inkml:brushProperty name="width" value="0.035" units="cm"/>
      <inkml:brushProperty name="height" value="0.035" units="cm"/>
      <inkml:brushProperty name="color" value="#008C3A"/>
    </inkml:brush>
  </inkml:definitions>
  <inkml:trace contextRef="#ctx0" brushRef="#br0">578 138 6201,'0'0'7410,"-2"-2"-5828,-1-1-1077,0 1 0,1-1 1,-1 0-1,1 0 0,0 0 0,0 0 0,0 0 0,0 0 0,-1-5 0,0 1 301,0 1 0,0 1 0,0-1 0,-1 0-1,0 1 1,0 0 0,-10-9 0,9 8 198,0 0 1,0 1-1,0-1 0,1-1 0,-7-10 0,15 27-993,-1 2-1,-1-1 0,1 0 0,-2 0 0,1 14 1,1 79-17,-2-50 1,14 209 5,-4-122 0,-11 230 0,-2-354 0,0 0 0,-6 25 0,6-37 0,1-1 0,-1 1 0,0-1 0,0 0 0,0 1 0,0-1 0,-1 0 0,0 0 0,1 0 0,-2-1 0,1 1 0,0-1 0,-4 4 0,2-4 0,0 0 0,0-1 0,-1 1 0,1-1 0,0 0 0,-1 0 0,1-1 0,-1 0 0,0 0 0,-9 1 0,-62-3 0,47-1 0,-73-8-914,-28 0-1464,104 8-2021,-10-6-6807</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3.703"/>
    </inkml:context>
    <inkml:brush xml:id="br0">
      <inkml:brushProperty name="width" value="0.035" units="cm"/>
      <inkml:brushProperty name="height" value="0.035" units="cm"/>
      <inkml:brushProperty name="color" value="#008C3A"/>
    </inkml:brush>
  </inkml:definitions>
  <inkml:trace contextRef="#ctx0" brushRef="#br0">211 181 5629,'-3'-8'633,"1"0"0,0 1 1,0-1-1,1 0 1,0 0-1,0 0 1,1 0-1,0 0 0,0 0 1,1 0-1,0 0 1,2-10-1,10-46 5404,-12 61-4292,-2 7-1292,1 1 1,-1 0-1,0-1 1,0 1-1,0-1 1,-4 8-1,-3 16 240,-6 85 1626,-13 65 467,-24 55-1959,-51 315 496,99-510-1323,1 0 0,2 0 0,1 0 0,2 0 0,2 0 0,1-1 0,14 44 0,-13-60 0,1 0 0,0 0 0,2-1 0,0 0 0,1-1 0,2 0 0,-1-1 0,2 0 0,1-1 0,0 0 0,1-2 0,0 0 0,29 20 0,-18-18-406,1-1 1,0-2-1,1 0 1,1-2-1,0-2 0,1 0 1,-1-2-1,2-1 1,45 3-1,-18-6-903,-1-3-1,1-2 1,-1-3-1,74-14 1,-28-5-5879,-7-9-4804</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4.400"/>
    </inkml:context>
    <inkml:brush xml:id="br0">
      <inkml:brushProperty name="width" value="0.035" units="cm"/>
      <inkml:brushProperty name="height" value="0.035" units="cm"/>
      <inkml:brushProperty name="color" value="#008C3A"/>
    </inkml:brush>
  </inkml:definitions>
  <inkml:trace contextRef="#ctx0" brushRef="#br0">180 479 7261,'1'0'85,"-1"0"1,1 0-1,-1 0 1,1-1-1,-1 1 1,1 0 0,-1-1-1,1 1 1,-1 0-1,1-1 1,-1 1-1,1-1 1,-1 1-1,0-1 1,1 1 0,-1-1-1,0 1 1,0-1-1,1 1 1,-1-1-1,0 1 1,0-1-1,0 1 1,0-1 0,0 0-1,1 0 1,-20-9 10891,-6 39-8603,7 5-1028,2 1 0,-14 44 0,20-54-881,-7 27 93,3-1 1,1 2 0,3 0 0,2 0 0,-2 102-1,11-135-485,0 0 0,1 0-1,1 0 1,1-1-1,1 1 1,0-1-1,2 0 1,14 30-1,-17-41-102,0 0 1,0 0-1,1-1 0,0 1 0,1-1 1,-1-1-1,2 1 0,-1-1 0,0 0 1,1 0-1,0-1 0,1 0 0,-1 0 1,1-1-1,0 0 0,0 0 0,0-1 1,0 0-1,1 0 0,-1-1 0,18 2 0,-13-3-74,0-1-1,1 0 1,-1-1-1,0-1 0,1 0 1,-1-1-1,0 0 1,0-1-1,-1 0 0,1-1 1,-1-1-1,0 0 1,21-14-1,-24 14 64,0-1-1,-1-1 1,0 0-1,0 0 0,0 0 1,-1-1-1,-1 0 1,1 0-1,-1-1 1,-1 0-1,0 0 1,0 0-1,-1-1 1,-1 0-1,1 1 1,2-22-1,-1-13-29,-2 1-1,-6-83 1,-23-87-113,3 30-395,19 126 311,-3 0-1,-2 0 1,-30-100 0,30 125 173,0-1-1,-1 1 0,-1 0 0,-19-36 0,29 68 87,0-1 0,1 1 0,-2-1 0,1 1 0,0 0 1,0-1-1,0 1 0,0 0 0,-1 0 0,1 0 0,-1 0 0,1 0 0,-1 0 1,1 0-1,-1 1 0,1-1 0,-1 0 0,0 1 0,1-1 0,-1 1 1,0 0-1,1 0 0,-1-1 0,0 1 0,0 0 0,1 0 0,-1 1 1,0-1-1,1 0 0,-1 1 0,-3 0 0,1 1 4,0-1 0,0 1 0,0 0 1,0 0-1,0 1 0,0-1 0,1 1 0,-1 0 0,1 0 0,0 0 1,-4 5-1,-3 5 2,1 1-1,1 0 1,0 1 0,-9 26 0,-18 66-64,35-106 68,-8 29 0,1 0 0,1 1 0,2-1 0,1 1 0,1 0 0,2 0 0,1 0 0,2-1 0,7 39 0,-7-54-217,1 1 0,1-1 0,0 0 0,1 0 0,0-1 0,1 1 0,1-1 0,0-1 0,1 0 0,0 0 0,1 0 0,1-2 0,0 1 1,1-1-1,0-1 0,0 0 0,1 0 0,0-2 0,23 12 0,-18-12-760,0-1 1,0-1 0,1 0 0,24 3 0,38 0-5557,-24-4-419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6.374"/>
    </inkml:context>
    <inkml:brush xml:id="br0">
      <inkml:brushProperty name="width" value="0.035" units="cm"/>
      <inkml:brushProperty name="height" value="0.035" units="cm"/>
      <inkml:brushProperty name="color" value="#008C3A"/>
    </inkml:brush>
  </inkml:definitions>
  <inkml:trace contextRef="#ctx0" brushRef="#br0">217 37 5653,'0'0'9488,"6"-12"-7768,-6 12-1640,1 0 0,-1 0 0,0 0 0,0-1 0,0 1 0,1 0 0,-1 0 0,0-1 0,0 1 1,0 0-1,1-1 0,-1 1 0,0 0 0,0 0 0,0-1 0,0 1 0,0 0 0,0-1 0,0 1 0,0 0 0,0-1 0,0 1 0,0 0 0,0-1 0,0 1 1,0 0-1,0 0 0,0-1 0,0 1 0,0 0 0,0-1 0,-1 1 0,1 0 0,0 0 0,0-1 0,0 1 0,0 0 0,-1-1 0,1 1 0,0 0 1,0 0-1,0 0 0,-1-1 0,1 1 0,0 0 0,-1 0 0,-16 2 3918,9 0-5200,6-2 1307,-30 9-991,14-5 833,18-4 58,-1 0 0,0 1 0,1-1 0,-1 0 0,0 0-1,0 0 1,1 1 0,-1-1 0,0 0 0,0 0 0,1 0 0,-1 0 0,0 0 0,0 0-1,1-1 1,-1 1 0,0 0 0,0 0 0,1 0 0,-1-1 0,0 1 0,1 0-1,-1-1 1,0 1 0,1-1 0,-1 1 0,0-1 0,0 0 71,0 1-1,0-1 1,0 1 0,0 0 0,0-1-1,0 1 1,0 0 0,0 0 0,0 0 0,0 0-1,0 0 1,0 0 0,0 0 0,0 0 0,0 0-1,0 0 1,0 1 0,0-1 0,0 0 0,0 1-1,0-1 1,0 1 0,0-1 0,0 1 0,0-1-1,1 1 1,-1-1 0,0 1 0,-1 1-1,-20 23 453,19-21-286,-3 5-121,-1 1-1,2-1 0,-1 1 1,2 0-1,-1 1 1,1-1-1,1 1 0,0 0 1,0 0-1,-1 11 0,2-8-49,1 1-1,1-1 0,0 1 0,0 0 0,2-1 1,5 28-1,-5-34-63,1 0 1,0 0 0,0 0-1,1-1 1,-1 1-1,2-1 1,-1 0 0,1 0-1,0-1 1,0 1-1,1-1 1,0 0 0,0 0-1,1-1 1,6 5-1,-8-7-21,-1-1 0,1 0-1,0 0 1,-1 0-1,1 0 1,0-1 0,0 0-1,0 0 1,0 0-1,0 0 1,0-1 0,0 0-1,0 0 1,1 0-1,-1-1 1,0 0 0,0 0-1,0 0 1,0-1 0,-1 1-1,1-1 1,0 0-1,-1 0 1,1-1 0,8-5-1,-4 0 10,-1 1 1,1-1-1,-1 0 0,0-1 0,-1 0 1,0 0-1,-1-1 0,0 0 0,0 0 1,-1 0-1,0-1 0,-1 1 0,0-1 0,-1 0 1,0-1-1,1-10 0,-2 11-10,0 1 0,-2 0 0,1-1-1,-1 1 1,0 0 0,-1-1 0,-1 1-1,1 0 1,-2 0 0,1 0 0,-1 0 0,-1 0-1,0 1 1,0-1 0,-1 1 0,0 0 0,-1 0-1,-7-9 1,8 13-142,0 1 0,0 0 1,0 0-1,-1 0 0,0 1 0,0-1 0,0 1 0,0 1 1,0-1-1,0 1 0,-1 0 0,-10-1 0,0 0-868,-1 1-1,0 0 0,-27 3 0,-6 2-2271,14 2-3277,15-2-1388</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6.780"/>
    </inkml:context>
    <inkml:brush xml:id="br0">
      <inkml:brushProperty name="width" value="0.035" units="cm"/>
      <inkml:brushProperty name="height" value="0.035" units="cm"/>
      <inkml:brushProperty name="color" value="#008C3A"/>
    </inkml:brush>
  </inkml:definitions>
  <inkml:trace contextRef="#ctx0" brushRef="#br0">112 109 10697,'24'-45'2915,"-7"12"5996,-17 32-8640,1-1 0,-1 0 0,-1 0 0,1 0 0,0 0 0,0 0 0,-1 1 0,1-1 0,-1 0 0,0 0 0,0-2 0,-2-2 4157,3 9-4371,-4 27-81,-12 44 1,13-65-581,0 0 0,0 0 0,-1 0 0,0 0 0,-1-1 0,0 0 0,0 0-1,-1 0 1,-8 8 0,5-4-1676,0-1-1,0 1 0,-11 20 0,17-27 1195,-20 36-9893</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7.383"/>
    </inkml:context>
    <inkml:brush xml:id="br0">
      <inkml:brushProperty name="width" value="0.035" units="cm"/>
      <inkml:brushProperty name="height" value="0.035" units="cm"/>
      <inkml:brushProperty name="color" value="#008C3A"/>
    </inkml:brush>
  </inkml:definitions>
  <inkml:trace contextRef="#ctx0" brushRef="#br0">164 410 10557,'-8'6'619,"0"0"1,1 0-1,-1 0 0,1 1 0,0 0 1,1 1-1,0 0 0,0 0 0,1 0 1,0 0-1,0 1 0,-4 11 1,-2 11 464,1 1 1,-8 43-1,8-26-372,1-14-509,3-1 0,0 1 0,3 0-1,0 0 1,3 0 0,1 0 0,1 0-1,2 0 1,16 66 0,-18-97-193,0 1 1,0-1-1,0 1 1,0-1-1,1 0 0,0 0 1,-1 0-1,2 0 1,-1-1-1,0 1 0,1-1 1,-1 0-1,1 0 1,0 0-1,0 0 1,1-1-1,-1 0 0,0 1 1,1-2-1,-1 1 1,1 0-1,0-1 0,-1 0 1,1 0-1,0 0 1,0-1-1,0 0 1,0 0-1,-1 0 0,1 0 1,0-1-1,0 0 1,0 0-1,-1 0 0,1 0 1,5-3-1,1-3-11,0-1-1,-1 0 0,0 0 1,-1-1-1,0 0 0,0-1 0,-1 0 1,0-1-1,0 1 0,-1-1 1,-1-1-1,0 1 0,-1-1 1,0 0-1,6-21 0,1-14-22,-2 0-1,7-92 1,-10 51 21,-4 0 0,-10-104 0,2 138-31,-3 0-1,-3 0 1,-1 1-1,-34-89 1,45 139 29,-1 0 1,1 0-1,0 1 1,-1-1-1,1 0 1,-1 0-1,0 1 1,0-1-1,0 1 1,0 0-1,-1 0 1,1-1-1,-1 1 1,1 1-1,-1-1 1,1 0-1,-7-2 1,7 4 3,-1-1 0,1 1 1,-1-1-1,0 1 1,0 0-1,1 0 0,-1 1 1,0-1-1,1 0 1,-1 1-1,1-1 0,-1 1 1,0 0-1,1 0 1,0 0-1,-1 0 0,1 1 1,-1-1-1,1 1 1,-4 3-1,1 0 8,0 0 0,0 0 0,0 0 1,1 1-1,0 0 0,0 0 0,0 0 0,1 0 0,-3 8 0,-20 63-61,13-27 59,2 0-1,3 1 1,2 1 0,2-1-1,3 1 1,1 0-1,15 95 1,-11-121 5,2 0 0,0-1 0,2 0 1,1 0-1,1-1 0,1 0 0,15 25 0,-19-38-9,0-1 0,1 0 1,0 0-1,1 0 0,0-1 0,0 0 0,1-1 0,0 0 0,1-1 0,-1 0 0,2 0 0,-1-1 1,0-1-1,1 0 0,0-1 0,17 5 0,-20-7-159,-1-1 1,1 0-1,0 0 1,0-1-1,0 0 1,1 0-1,-2-1 1,1 0-1,0-1 0,0 0 1,0-1-1,-1 1 1,1-1-1,-1-1 1,8-4-1,27-22-3328,-6-8-3374,-14 9-2054</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7.580"/>
    </inkml:context>
    <inkml:brush xml:id="br0">
      <inkml:brushProperty name="width" value="0.035" units="cm"/>
      <inkml:brushProperty name="height" value="0.035" units="cm"/>
      <inkml:brushProperty name="color" value="#008C3A"/>
    </inkml:brush>
  </inkml:definitions>
  <inkml:trace contextRef="#ctx0" brushRef="#br0">219 0 10425,'-12'32'2404,"-7"-24"-248,6 4-107,0-1 27,-12 9 1196,9-3-2096,3 0-316,-6 3-108,6 0-136,1 6-476,5-3-704,-2 3-568,-4 17-956,-3-21-1160,4 10-2381,5 2-4652</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325"/>
    </inkml:context>
    <inkml:brush xml:id="br0">
      <inkml:brushProperty name="width" value="0.035" units="cm"/>
      <inkml:brushProperty name="height" value="0.035" units="cm"/>
      <inkml:brushProperty name="color" value="#008C3A"/>
    </inkml:brush>
  </inkml:definitions>
  <inkml:trace contextRef="#ctx0" brushRef="#br0">505 59 10053,'-1'0'156,"0"-1"0,-1 0 0,1 0 0,0 0 1,0 0-1,0-1 0,0 1 0,0 0 0,0 0 0,0-1 0,0 1 1,1 0-1,-1-1 0,1 1 0,-1-1 0,1 1 0,-1-1 0,1 1 1,0-1-1,-1 1 0,1-1 0,0 1 0,0-1 0,0 0 0,0 1 1,1-1-1,-1 1 0,0-1 0,1 1 0,-1-1 0,2-2 0,-2 2 1455,-1 1-1217,-1-1 1,0 1 0,0 0 0,0 0 0,-1 0 0,1 0 0,0 1 0,0-1 0,0 1 0,-1-1 0,1 1-1,-3-1 1,11 18 221,-1 0-1,5 24 1,4 18 156,109 294 1299,27 103-1170,-139-411-866,-1 0 0,-3 0 0,-2 1 0,-1 0 0,-3 0 1,-2 0-1,-1 0 0,-10 46 0,0-40-463,-1 0 0,-3-1 0,-3-1 0,-1-1 0,-3-1 0,-1 0 1,-3-2-1,-2-1 0,-1-2 0,-3 0 0,-1-2 0,-2-2 0,-64 55 0,-71 31-4451,53-53-1121,30-22-1846</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570"/>
    </inkml:context>
    <inkml:brush xml:id="br0">
      <inkml:brushProperty name="width" value="0.035" units="cm"/>
      <inkml:brushProperty name="height" value="0.035" units="cm"/>
      <inkml:brushProperty name="color" value="#008C3A"/>
    </inkml:brush>
  </inkml:definitions>
  <inkml:trace contextRef="#ctx0" brushRef="#br0">0 126 13069,'16'-31'1964,"-3"19"-271,-4 1-217,17-15-300,-13 18-240,-1-7-60,7 4-316,7 5-160,-4 1-316,7 5-524,21 0-672,-12 2-696,-22 1-568,22 12-2473,10 10-3816</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38.711"/>
    </inkml:context>
    <inkml:brush xml:id="br0">
      <inkml:brushProperty name="width" value="0.035" units="cm"/>
      <inkml:brushProperty name="height" value="0.035" units="cm"/>
      <inkml:brushProperty name="color" value="#008C3A"/>
    </inkml:brush>
  </inkml:definitions>
  <inkml:trace contextRef="#ctx0" brushRef="#br0">0 86 9493,'0'0'11189,"16"-3"-10473,3-2-208,10-1-336,25-5-500,-4-4-800,11 1-880,-4 0-3549,6-4-4516</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1.585"/>
    </inkml:context>
    <inkml:brush xml:id="br0">
      <inkml:brushProperty name="width" value="0.035" units="cm"/>
      <inkml:brushProperty name="height" value="0.035" units="cm"/>
      <inkml:brushProperty name="color" value="#008C3A"/>
    </inkml:brush>
  </inkml:definitions>
  <inkml:trace contextRef="#ctx0" brushRef="#br0">124 11 12437,'-6'-10'12672,"11"24"-9491,13 31-2082,-12-12-629,-1-1 1,-1 1-1,-1 62 1,-18 104 1016,14-185-1478,-12 82-2948,-4 0 0,-4-1 0,-41 112 0,43-141-3919,8 2-4311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1.835"/>
    </inkml:context>
    <inkml:brush xml:id="br0">
      <inkml:brushProperty name="width" value="0.035" units="cm"/>
      <inkml:brushProperty name="height" value="0.035" units="cm"/>
      <inkml:brushProperty name="color" value="#008C3A"/>
    </inkml:brush>
  </inkml:definitions>
  <inkml:trace contextRef="#ctx0" brushRef="#br0">0 149 13949,'0'0'13003,"4"-1"-11646,279-27 2490,-66 8-3787,143-23-3034,-119 13-2034,-125 15 1095,-20 5-2711,-6 8-4089</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2.191"/>
    </inkml:context>
    <inkml:brush xml:id="br0">
      <inkml:brushProperty name="width" value="0.035" units="cm"/>
      <inkml:brushProperty name="height" value="0.035" units="cm"/>
      <inkml:brushProperty name="color" value="#008C3A"/>
    </inkml:brush>
  </inkml:definitions>
  <inkml:trace contextRef="#ctx0" brushRef="#br0">119 0 10645,'-11'5'1365,"0"0"1,-1-1-1,0 0 0,0-1 1,-15 1-1,23-3 431,2-2-160,-21-4 782,18 5-870,20 3-817,46 11-376,-1 3 0,0 2 0,63 30 0,-98-36-493,1 1 1,-2 1-1,38 30 0,-49-34 20,0 1 0,-1 0 0,0 1 0,-1 1 1,0 0-1,-2 0 0,9 16 0,-14-22 76,0 0 0,-1 0 0,0 1 0,-1-1 0,0 1 0,0 0 0,-1 0 0,0 0 0,-1-1 0,0 1 0,0 0 0,-1 0 0,0 0 0,0 0 0,-1-1 0,-4 14 0,-5 7 25,-2 0 0,0 0 0,-23 34 1,30-53 41,-25 36 422,-2-1 0,-57 61 0,54-65-100,14-10 46,22-31-392,0 0 0,0 0 0,-1 1 0,1-1 1,0 0-1,0 0 0,0 1 0,-1-1 1,1 0-1,0 1 0,0-1 0,0 0 0,0 1 1,0-1-1,0 0 0,0 1 0,0-1 1,0 0-1,0 1 0,0-1 0,0 0 0,0 1 1,0-1-1,0 1 0,0-1 0,0 0 1,0 1-1,0-1 0,0 0 0,0 1 0,1-1 1,-1 0-1,0 0 0,0 1 0,1-1 1,2 1-58,0 0 1,1 0-1,-1 0 1,0-1 0,1 0-1,-1 1 1,0-1-1,1 0 1,-1-1 0,5 0-1,37-7-648,-43 8 654,26-8-1035,0-1 0,0-1 0,43-23-1,-27 12-991,36-17-4500,-3-7-4341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2.970"/>
    </inkml:context>
    <inkml:brush xml:id="br0">
      <inkml:brushProperty name="width" value="0.035" units="cm"/>
      <inkml:brushProperty name="height" value="0.035" units="cm"/>
      <inkml:brushProperty name="color" value="#008C3A"/>
    </inkml:brush>
  </inkml:definitions>
  <inkml:trace contextRef="#ctx0" brushRef="#br0">0 22 12525,'0'0'6903,"2"3"-5315,10 21-361,-1 1 0,-1 0 0,-1 1 0,5 27 1,15 114-35,-25-141-1531,12 40 1,4 20-1883,-17-65 1224,1-1 0,7 23-1,-10-40 521,-2-23-605,-1 0 1045,-1 0 1,-8-29-1,5 25 155,-6-47 0,9 32 106,2-1 1,1 0 0,2 0 0,2 0-1,1 1 1,16-59 0,-19 94-208,-1 0 1,1 0-1,0 0 1,0 0-1,0 1 1,0-1-1,1 1 1,-1-1-1,1 1 1,0 0-1,0 0 1,0 0-1,0 1 1,1-1-1,-1 1 1,1-1-1,-1 1 1,1 0-1,0 1 1,0-1-1,0 1 1,0 0-1,0-1 1,0 2-1,0-1 1,1 0-1,6 1 1,-3 0 4,-1 0 0,1 1 0,-1 0 0,1 0 0,-1 1 1,0 0-1,0 0 0,1 1 0,-2 0 0,1 0 0,0 1 1,-1-1-1,1 2 0,9 7 0,7 9 21,-9-9-18,-1 0-1,0 1 0,-1 0 1,16 23-1,-19-22-13,-2 0 1,1 0-1,9 31 1,3 4-8,-10-22-227,0 1 0,-2 0 0,8 53-1,-12-61 129,-4-17 50,-1-5 47,-1 0 6,1 0 1,0 0-1,0 0 0,0 0 1,0 0-1,0-1 0,0 1 1,0-4-1,2-11 10,1 0 0,1-1-1,1 2 1,0-1 0,7-17-1,-8 26-17,2-9-1,2 0 1,0 1 0,0 0 0,2 0-1,0 1 1,1 0 0,0 0-1,1 1 1,1 1 0,0 0-1,1 0 1,0 1 0,1 1 0,0 0-1,1 1 1,0 1 0,0 0-1,24-9 1,-31 16 10,-1 1 1,0 0-1,1 0 1,-1 1-1,1 0 0,0 0 1,-1 0-1,1 1 0,-1 1 1,0-1-1,1 1 1,-1 0-1,0 1 0,9 3 1,-12-4-4,8 3 14,-1 1-1,0 0 0,0 0 0,0 1 0,-1 1 0,0-1 0,-1 2 0,0-1 0,0 2 0,0-1 1,-1 1-1,-1 0 0,0 1 0,0-1 0,-1 1 0,8 20 0,-4-6-358,-1 1 1,-2 0-1,0 1 1,-2 0-1,0 0 1,0 43-1,-5-38-2413,-2 1-1,-6 32 1,6-49 815,-4 30-5969</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3.864"/>
    </inkml:context>
    <inkml:brush xml:id="br0">
      <inkml:brushProperty name="width" value="0.035" units="cm"/>
      <inkml:brushProperty name="height" value="0.035" units="cm"/>
      <inkml:brushProperty name="color" value="#008C3A"/>
    </inkml:brush>
  </inkml:definitions>
  <inkml:trace contextRef="#ctx0" brushRef="#br0">67 1 5140,'0'0'4036,"-3"1"-2176,-29 6 191,29-7-634,-9 4-278,11-4-986,1 0 0,-1 0 1,0 0-1,0 0 1,0 1-1,0-1 0,0 0 1,1 0-1,-1 1 0,0-1 1,0 0-1,0 1 1,1-1-1,-1 1 0,0-1 1,1 1-1,-1-1 1,0 1-1,0 1 0,1-1-123,0 1 0,0 0-1,0-1 1,1 1 0,-1-1-1,0 1 1,1-1-1,-1 1 1,1-1 0,0 1-1,0-1 1,-1 1 0,1-1-1,0 0 1,0 1-1,0-1 1,1 0 0,-1 0-1,0 0 1,0 0 0,1 0-1,-1 0 1,0 0 0,1 0-1,-1 0 1,1-1-1,-1 1 1,1 0 0,-1-1-1,1 0 1,0 1 0,-1-1-1,1 0 1,-1 0-1,3 0 1,44 7 174,0-2-1,73-3 1,102-15-261,-163 8-114,160-17-663,66-4-342,-244 23 286,-18 1-720,-6 2-2309,-30 8-4828</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47.393"/>
    </inkml:context>
    <inkml:brush xml:id="br0">
      <inkml:brushProperty name="width" value="0.035" units="cm"/>
      <inkml:brushProperty name="height" value="0.035" units="cm"/>
      <inkml:brushProperty name="color" value="#008C3A"/>
    </inkml:brush>
  </inkml:definitions>
  <inkml:trace contextRef="#ctx0" brushRef="#br0">48 30 3960,'-13'-3'6829,"-6"-9"2161,11 1-8487,1 7 3161,16 39-3306,2 0 1,1-1 0,2-1 0,1 0-1,2-1 1,1-1 0,29 38 0,6 0-100,121 118 1,-140-153-588,-19-17-247,2 0 0,0-1 0,1-1 0,31 20 0,-8-7-4075,-38-27 2468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0.170"/>
    </inkml:context>
    <inkml:brush xml:id="br0">
      <inkml:brushProperty name="width" value="0.035" units="cm"/>
      <inkml:brushProperty name="height" value="0.035" units="cm"/>
      <inkml:brushProperty name="color" value="#008C3A"/>
    </inkml:brush>
  </inkml:definitions>
  <inkml:trace contextRef="#ctx0" brushRef="#br0">559 86 5801,'35'-4'1072,"-29"3"5294,-13-3-5463,6 3-855,0 1 0,0 0 0,0 0 0,0 0 0,0-1 0,0 1 0,1-1 0,-1 1 0,0-1 0,0 1 0,1-1 0,-1 1 0,0-1 0,0 1 0,1-1 0,-1 0 0,1 1 0,-1-1-1,1 0 1,-1 0 0,0 0 0,7-10 545,1 1 0,0 0 0,1 0-1,14-13 2610,-25 23-2900,-11 3-141,1 0-1,0 1 1,0 1 0,0 0-1,-23 13 1,-61 43 48,58-34-219,-162 99-4165,66-47-4332,86-50 1938</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1.255"/>
    </inkml:context>
    <inkml:brush xml:id="br0">
      <inkml:brushProperty name="width" value="0.035" units="cm"/>
      <inkml:brushProperty name="height" value="0.035" units="cm"/>
      <inkml:brushProperty name="color" value="#008C3A"/>
    </inkml:brush>
  </inkml:definitions>
  <inkml:trace contextRef="#ctx0" brushRef="#br0">2 23 4668,'-1'-7'6259,"9"10"3245,-2 1-8034,-4-2-1434,-1 0-1,1-1 1,0 0-1,0 0 1,0 1-1,1-1 1,-1 0-1,0-1 1,0 1-1,1 0 0,-1-1 1,0 1-1,0-1 1,1 1-1,-1-1 1,4 0-1,8 1 60,480 35 703,715-95-6266,-1205 59 4693,0-1 0,0 1 0,0-1 0,1 0 0,-1 0 0,0-1 0,0 1 0,-1-1 0,1 0 0,5-3 0,-22 8-5645</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3.958"/>
    </inkml:context>
    <inkml:brush xml:id="br0">
      <inkml:brushProperty name="width" value="0.035" units="cm"/>
      <inkml:brushProperty name="height" value="0.035" units="cm"/>
      <inkml:brushProperty name="color" value="#008C3A"/>
    </inkml:brush>
  </inkml:definitions>
  <inkml:trace contextRef="#ctx0" brushRef="#br0">4 349 7673,'13'-1'1159,"-11"-3"110,-20-11 8029,18 13-9128,0-1-1,0 1 1,1-1 0,-1 1-1,1-1 1,-1 1 0,1 0-1,0-1 1,0 1 0,0 0-1,0 0 1,1-1 0,-1 1-1,1 0 1,-1 0 0,1 1-1,0-1 1,-1 0 0,1 0-1,0 1 1,0-1 0,3-1-1,-3 2-26,26-18 355,53-31-264,-70 40-228,0 0 0,0-1-1,-1 0 1,0-1 0,-1 1 0,-1-2 0,0 0-1,0 0 1,-1 0 0,6-19 0,15-24 860,-26 53-257,-3 18-422,-1 0 0,0 0 0,-6 18 0,-1 11-35,4 0-693,3 63 0,2-82-217,0-20 223,1 0 0,-1 1-1,1-1 1,0 0 0,0 0 0,0 0 0,1 0-1,0 0 1,0 0 0,0 0 0,0 0 0,1-1 0,4 7-1,-5-9 78,2 3-4890,7 2-3144</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121"/>
    </inkml:context>
    <inkml:brush xml:id="br0">
      <inkml:brushProperty name="width" value="0.035" units="cm"/>
      <inkml:brushProperty name="height" value="0.035" units="cm"/>
      <inkml:brushProperty name="color" value="#008C3A"/>
    </inkml:brush>
  </inkml:definitions>
  <inkml:trace contextRef="#ctx0" brushRef="#br0">13 23 11169,'-13'-22'7181,"35"24"-9854,-3 4 325,-9 8-7997</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467"/>
    </inkml:context>
    <inkml:brush xml:id="br0">
      <inkml:brushProperty name="width" value="0.035" units="cm"/>
      <inkml:brushProperty name="height" value="0.035" units="cm"/>
      <inkml:brushProperty name="color" value="#008C3A"/>
    </inkml:brush>
  </inkml:definitions>
  <inkml:trace contextRef="#ctx0" brushRef="#br0">0 32 5909,'2'-3'1396,"1"0"-1225,1 0-1,-1 1 0,1-1 1,0 0-1,0 1 0,0 0 1,0 0-1,0 1 0,0-1 0,0 1 1,1-1-1,-1 1 0,1 1 1,-1-1-1,1 1 0,-1-1 1,1 1-1,-1 1 0,9 0 1,-7 0-283,-1 0 0,1 0 1,-1 1-1,1-1 0,-1 1 1,1 0-1,-1 1 0,0-1 1,0 1-1,0 0 0,0 0 1,-1 1-1,1 0 0,-1-1 0,7 9 1,-7-5 179,0-1 1,0 1-1,-1 0 1,0-1-1,0 2 0,-1-1 1,0 0-1,0 0 1,0 1-1,-1-1 0,0 1 1,-1 0-1,0 8 1,-1 3 536,-1 0 0,-1 0 0,-1-1 0,-7 24 1,11-41-587,-1-1 1,1 1-1,0 0 1,0 0 0,0-1-1,0 1 1,-1 0 0,1 0-1,0-1 1,0 1-1,1 0 1,-1 0 0,0 0-1,0-1 1,0 1 0,0 0-1,1-1 1,-1 1-1,0 0 1,1 0 0,-1-1-1,0 1 1,1 0 0,-1-1-1,1 1 1,-1-1-1,1 1 1,-1-1 0,1 1-1,0-1 1,-1 1 0,1-1-1,-1 1 1,3 0-1,4 4-60,-6-5 47,1 0-1,-1 0 1,1-1-1,-1 1 1,1-1 0,-1 1-1,0-1 1,1 1-1,-1-1 1,0 0 0,1 0-1,1-1 1,-2 1 3,108-62-597,-41 22-563,20-20-3937,-55 43 1263</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4.634"/>
    </inkml:context>
    <inkml:brush xml:id="br0">
      <inkml:brushProperty name="width" value="0.035" units="cm"/>
      <inkml:brushProperty name="height" value="0.035" units="cm"/>
      <inkml:brushProperty name="color" value="#008C3A"/>
    </inkml:brush>
  </inkml:definitions>
  <inkml:trace contextRef="#ctx0" brushRef="#br0">102 0 9681,'0'0'2388,"-9"12"-184,-1 2 1657,-2-6-2337,-4 1 732,3 2-1468,4 1-220,2 5-508,1-3-384,0-2-916,-1-1-1068,1 9-14166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5.334"/>
    </inkml:context>
    <inkml:brush xml:id="br0">
      <inkml:brushProperty name="width" value="0.035" units="cm"/>
      <inkml:brushProperty name="height" value="0.035" units="cm"/>
      <inkml:brushProperty name="color" value="#008C3A"/>
    </inkml:brush>
  </inkml:definitions>
  <inkml:trace contextRef="#ctx0" brushRef="#br0">89 135 9457,'5'-12'1132,"-4"9"-434,1 0-1,-1 0 1,0 0-1,0 0 1,0 0 0,-1 0-1,1 0 1,-1 0-1,0-7 1,-6-23 4976,5 28-5000,-1 1 1,1-1 0,1 1-1,-1-1 1,1 0-1,0 1 1,0-1-1,1-10 3185,-2 59-3722,-13 83-1,3-50-2057,8-48-271,-1 0-1,-1 0 1,-14 40-1,3-21-5029,-3 5-4648</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5.762"/>
    </inkml:context>
    <inkml:brush xml:id="br0">
      <inkml:brushProperty name="width" value="0.035" units="cm"/>
      <inkml:brushProperty name="height" value="0.035" units="cm"/>
      <inkml:brushProperty name="color" value="#008C3A"/>
    </inkml:brush>
  </inkml:definitions>
  <inkml:trace contextRef="#ctx0" brushRef="#br0">1 59 8901,'0'0'6264,"3"-1"-4455,19-8-760,0 1 0,1 2 1,-1 0-1,40-4 1,103-2-1370,-115 9-330,-31 2-291,44-1-1685,-60 2 2129,0 0 1,0 0 0,0 0-1,0 1 1,0-1-1,-1 1 1,1 0 0,0 0-1,0 0 1,0 0 0,-1 0-1,1 1 1,-1-1 0,1 1-1,-1 0 1,4 2 0,4 11-5766</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6.035"/>
    </inkml:context>
    <inkml:brush xml:id="br0">
      <inkml:brushProperty name="width" value="0.035" units="cm"/>
      <inkml:brushProperty name="height" value="0.035" units="cm"/>
      <inkml:brushProperty name="color" value="#008C3A"/>
    </inkml:brush>
  </inkml:definitions>
  <inkml:trace contextRef="#ctx0" brushRef="#br0">1 46 9713,'0'0'14088,"13"-5"-12680,-1 3-1371,0 0 0,0 0 0,1 1 0,23 2 0,16-2-1932,-30-1 29,35-10 0,11-1-5389,-13 7-2273</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4:58.365"/>
    </inkml:context>
    <inkml:brush xml:id="br0">
      <inkml:brushProperty name="width" value="0.035" units="cm"/>
      <inkml:brushProperty name="height" value="0.035" units="cm"/>
      <inkml:brushProperty name="color" value="#008C3A"/>
    </inkml:brush>
  </inkml:definitions>
  <inkml:trace contextRef="#ctx0" brushRef="#br0">24 45 5797,'1'-3'2750,"0"-8"5609,1-2-3961,0 3-2918,-32 3-1470,32 8-2,0-1-1,-1 2 1,1-1-1,-1 0 1,1 0-1,-1 0 1,1 1-1,-1-1 1,0 1-1,0-1 1,0 1-1,0 0 1,0-1-1,0 1 1,0 0-1,0 0 1,-1-1 0,1 1-1,-1 0 1,1 0-1,-1 0 1,0 0-1,0 0 1,0 0-1,0 0 1,0 0-1,0 2 1,4 44-34,-3-38 26,1-1 0,-2 1 0,1 0 0,-1 0 0,-3 16 0,2-23 0,0 25 11,7 3 122,-6-28-116,0 1-36,0-1 28,0 0 0,0 1-1,1-1 1,0 0 0,-1 1-1,3 4 1,14-32-6,-8 12-1,-1 0 0,0 0 0,-1-1 0,10-23 0,23-53 282,-36 81-243,-1 4 5,-1 0 0,1-1 1,0 1-1,1 0 0,-1 0 0,1 0 0,0 1 0,0-1 0,8-4 1,-11 7-36,0 1 0,1 0 0,-1 0 0,0 0 0,0-1 0,1 1 0,-1 0 0,0 1 0,1-1 0,-1 0 0,0 0 0,0 1 1,1-1-1,-1 0 0,0 1 0,0-1 0,1 2 0,2-1 37,1 0-3,0 1 0,-1-1 0,1 1 0,-1 0 1,0 1-1,0-1 0,1 1 0,-2-1 0,1 1 0,0 0 1,0 1-1,-1-1 0,4 5 0,2 4 121,0 1 0,12 23 0,-9-15-33,-4-7-71,-2 0 1,0 1 0,-1-1 0,-1 1-1,0 0 1,-1 1 0,0-1 0,0 20-1,-3 41 12,-2-55-33,2 1 0,3 33 0,-2-52 11,-1 0-167,1-1 1,-1 1-1,1-1 0,0 1 1,0-1-1,0 0 0,0 1 1,0-1-1,3 3 0,37-45-920,3 1 743,-42 37 267,0 2 21,-1-1 0,1 0 1,-1 0-1,1 1 1,-1-1-1,0 0 1,1 0-1,-1 0 1,0 0-1,0-1 1,0 1-1,1-2 1,-1 3 0,3-3 0,-4 0-2707,1-9 2775,0 0 0,2 0 1,-1 1-1,1-1 0,1 1 0,8-18 0,0 0 71,9-34 170,14-32 262,-34 93-493,2 2-69,0 0 0,0 1 0,0 0 0,0 0-1,0 0 1,0 0 0,0 0 0,0 1 0,0-1 0,-1 1 0,1 0 0,0-1 0,-1 1 0,0 0 0,1 1 0,-1-1 0,0 0 0,0 1 0,0-1 0,-1 1 0,1 0 0,0-1 0,-1 1 0,0 0-1,0 0 1,0 0 0,1 3 0,2 6 0,-1 0-1,0 0 0,-1 0 0,-1 0 1,1 20-1,-2 0-169,1-6-378,-6 48-1,2-55-624,-2 0 0,-7 22 1,7-24-205,-9 21-1219,-6 0-2675,7-16-559</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2.785"/>
    </inkml:context>
    <inkml:brush xml:id="br0">
      <inkml:brushProperty name="width" value="0.035" units="cm"/>
      <inkml:brushProperty name="height" value="0.035" units="cm"/>
      <inkml:brushProperty name="color" value="#008C3A"/>
    </inkml:brush>
  </inkml:definitions>
  <inkml:trace contextRef="#ctx0" brushRef="#br0">0 0 2424,'0'0'1764,"16"9"-1184,-3-4 1377,0-10-4038,-1-1 421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9.606"/>
    </inkml:context>
    <inkml:brush xml:id="br0">
      <inkml:brushProperty name="width" value="0.035" units="cm"/>
      <inkml:brushProperty name="height" value="0.035" units="cm"/>
      <inkml:brushProperty name="color" value="#008C3A"/>
    </inkml:brush>
  </inkml:definitions>
  <inkml:trace contextRef="#ctx0" brushRef="#br0">26 56 4960,'-4'-8'484,"-1"-3"145,4 2 6309,-5 19-6022,5-9-842,0-1 1,0 1-1,1 0 1,-1 0 0,0-1-1,1 1 1,-1 0-1,0 0 1,1 0 0,-1 0-1,1 0 1,0 0-1,-1 0 1,1 0 0,0 0-1,0 0 1,-1 0-1,1 2 1,2 10 194,0-1-1,0 1 1,2 0-1,-1-1 1,11 22-1,7 25 298,-7-1-315,-6-25 59,23 60 1,-20-79-21,-10-14-230,-1 1 1,1 0-1,0-1 0,-1 1 0,1 0 0,0-1 1,-1 1-1,1 0 0,-1 0 0,1-1 0,-1 1 1,0 0-1,1 0 0,-1 0 0,0 0 0,1 1 0,27-12 305,-20 4-330,-1 0-1,0-1 1,0 0 0,-1 0-1,1 0 1,-2-1 0,1 0-1,-1 0 1,5-11-1,11-14 34,-8 12-36,0 0-1,-1-1 1,9-25-1,-8 18-29,0-5-5,36-60 0,-48 90-14,1 1 0,1 0 0,-1 0 0,0 0 0,1 0 1,0 0-1,4-3 0,-7 6 15,1-1 0,0 1-1,0 0 1,-1 0 0,1-1 0,0 1 0,0 0 0,0 0 0,-1 0-1,1 0 1,0 0 0,0 0 0,0 0 0,0 0 0,-1 0-1,1 1 1,0-1 0,0 0 0,-1 1 0,1-1 0,0 0 0,0 1-1,-1-1 1,1 1 0,0-1 0,-1 1 0,1-1 0,-1 1 0,1-1-1,0 1 1,-1-1 0,0 1 0,1 0 0,-1 0 0,1-1-1,-1 1 1,0 0 0,1-1 0,-1 3 0,13 20 12,-2 1 1,-1 0-1,13 46 0,12 84-140,-27-117 38,15 95-1288,-7-32-1475,6 0-3972,-7-52 668</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352"/>
    </inkml:context>
    <inkml:brush xml:id="br0">
      <inkml:brushProperty name="width" value="0.035" units="cm"/>
      <inkml:brushProperty name="height" value="0.035" units="cm"/>
      <inkml:brushProperty name="color" value="#008C3A"/>
    </inkml:brush>
  </inkml:definitions>
  <inkml:trace contextRef="#ctx0" brushRef="#br0">0 57 9841,'10'-20'1724,"-4"0"-96,-3 3 4581,10 29-7917,12 16 95,-15-14-815,6 15-1516,12 17-2781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3.886"/>
    </inkml:context>
    <inkml:brush xml:id="br0">
      <inkml:brushProperty name="width" value="0.035" units="cm"/>
      <inkml:brushProperty name="height" value="0.035" units="cm"/>
      <inkml:brushProperty name="color" value="#008C3A"/>
    </inkml:brush>
  </inkml:definitions>
  <inkml:trace contextRef="#ctx0" brushRef="#br0">473 13 11637,'0'0'2141,"-3"-2"-151,1 1-1527,-1-1 1,1 1-1,-1 0 0,1 0 1,-1 0-1,0 0 0,1 0 1,-1 1-1,0-1 0,1 1 0,-1-1 1,0 1-1,0 0 0,1 0 1,-1 0-1,0 1 0,0-1 0,-4 2 1,4-1-272,-1 1 0,1 0 0,-1 0 0,1 0 1,0 0-1,-1 0 0,1 1 0,0 0 0,-3 3 0,-6 8 425,1 2-1,1-1 0,0 2 1,1-1-1,-12 30 0,7-15 15,-53 116 18,7 2-1,-62 237 1,109-333-633,2 1 0,3 0 0,2 1 0,2 103 0,6-128-52,1 0-1,1 0 1,2-1 0,1 0-1,1 0 1,2-1-1,1 0 1,1 0 0,1-1-1,26 39 1,-22-42-738,1 0 0,0-1 0,2-1 0,1-1 1,0-1-1,2-1 0,0 0 0,1-2 0,0-1 0,32 15 0,74 23-7012,16-9-5378</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4.702"/>
    </inkml:context>
    <inkml:brush xml:id="br0">
      <inkml:brushProperty name="width" value="0.035" units="cm"/>
      <inkml:brushProperty name="height" value="0.035" units="cm"/>
      <inkml:brushProperty name="color" value="#008C3A"/>
    </inkml:brush>
  </inkml:definitions>
  <inkml:trace contextRef="#ctx0" brushRef="#br0">156 149 12257,'0'-10'983,"1"0"23,-1 0 1,0 1-1,-1-1 0,0 0 1,-1 1-1,0-1 0,-5-14 1,-1-7 3378,4 16 633,-1 36-3011,-47 248-1926,-15 103-96,63-340 15,1 0 0,3 54 0,1-74 0,0 0 0,0 0 0,2-1 0,-1 1 0,2-1 0,-1 1 0,2-1 0,-1 0 0,1 0 0,9 12 0,-12-20 0,0 0 0,0-1 0,0 1 0,1-1 0,-1 1 0,1-1 0,0 0 0,0 0 0,0 0 0,0 0 0,0-1 0,0 1 0,0-1 0,0 1 0,1-1 0,3 0 0,-1 0 0,-1 0 0,1-1 0,-1 0 0,1 0 0,0-1 0,-1 0 0,1 0 0,-1 0 0,7-2 0,9-6 0,-1 0 0,0-1 0,0 0 0,18-15 0,-26 17 0,35-23 0,-15 9 0,1 1 0,1 2 0,43-19 0,-65 34 0,-1 0 0,1 1 0,-1 0 0,1 1 0,0 0 0,0 0 0,0 2 0,0-1 0,0 2 0,0-1 0,0 2 0,0 0 0,0 0 0,20 7 0,-17-3 2,-1 0 0,0 1 1,0 1-1,0 0 0,-1 1 0,-1 0 0,22 21 1,-4 1-12,38 54 0,-1-2-74,-51-65-1419,1-1 0,32 26 0,14-3-11075,-46-32-40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6.715"/>
    </inkml:context>
    <inkml:brush xml:id="br0">
      <inkml:brushProperty name="width" value="0.035" units="cm"/>
      <inkml:brushProperty name="height" value="0.035" units="cm"/>
      <inkml:brushProperty name="color" value="#008C3A"/>
    </inkml:brush>
  </inkml:definitions>
  <inkml:trace contextRef="#ctx0" brushRef="#br0">133 548 8429,'-2'-2'941,"1"0"1,0 0 0,0-1-1,0 1 1,0 0 0,0 0-1,0-1 1,1 1 0,-1 0-1,1-1 1,0 1-1,-1-5 1,4-7 960,-2 8-3082,-1 3 3736,6-14-1829,-4 11 67,-10 12-512,2 3 1262,18-33-971,-11 21-513,-2 1 79,-13-19 153,13 19 127,-1 4-276,-3 2-49,1 0 0,0 1 0,0 0 0,0 0 0,0 0 0,1 1 0,0-1 0,0 1 1,1 0-1,-1-1 0,1 1 0,1 0 0,-3 10 0,-18 70 313,-17 82 95,36-149-470,1 1 0,0-1-1,2 0 1,0 1 0,1-1-1,7 33 1,-6-45-16,-1-1 0,1 1-1,1 0 1,0-1 0,-1 0 0,2 0 0,-1 0 0,1 0 0,0 0-1,0 0 1,1-1 0,-1 0 0,10 8 0,-10-11-16,-1 0 0,1 1 0,-1-1-1,1-1 1,0 1 0,0-1 0,0 1 0,0-1 0,0 0 0,0-1-1,0 1 1,0-1 0,0 1 0,0-1 0,1-1 0,-1 1 0,0 0 0,0-1-1,0 0 1,0 0 0,0 0 0,0-1 0,0 1 0,4-4 0,5-2-9,0-1 1,-1 0-1,0-1 1,-1 0-1,0-1 1,-1 0-1,1-1 1,-2 0-1,0-1 1,0 0-1,8-15 1,4-11-77,-2 0 1,22-64 0,-32 72-19,-1-1 1,-1 1-1,-2-1 1,3-50 0,-10-127-576,-4 159 520,-1 1 1,-3 0 0,-16-49-1,23 84 137,2 9 10,-1 0 0,1 1 0,-1-1 0,0 0 0,0 1 0,0-1-1,-1 1 1,1 0 0,-1 0 0,1 0 0,-1 0 0,0 0 0,-4-3 0,6 5 9,-1 0-1,1 0 1,-1 1 0,1-1 0,-1 0-1,1 0 1,-1 1 0,1-1 0,-1 1 0,0 0-1,1-1 1,-1 1 0,0 0 0,0 0-1,1 0 1,-1 0 0,0 0 0,1 0 0,-1 0-1,0 1 1,1-1 0,-1 1 0,0-1-1,1 1 1,-1 0 0,1-1 0,-1 1-1,1 0 1,0 0 0,-1 0 0,1 0 0,-2 2-1,-5 6-5,1-1 0,0 2 0,0-1 0,1 1 0,0 0 0,-8 19 0,-21 71 9,24-67 1,6-14-7,0 1-1,1 0 1,1 0 0,-1 35-1,10 82 49,-5-123-36,0-3-16,1 1-1,0-1 1,1 1 0,0-1-1,1 0 1,0-1-1,1 1 1,0-1-1,1 1 1,0-2 0,0 1-1,1-1 1,0 0-1,16 15 1,-12-14-261,1 1 1,1-2-1,0 1 0,0-2 1,1 0-1,0 0 0,1-2 1,-1 1-1,1-2 0,17 4 1,-26-7-16,1-1 0,-1 0 1,0-1-1,1 0 0,-1 0 0,1 0 1,-1-1-1,0 0 0,1 0 0,-1 0 1,0-1-1,0 0 0,0 0 0,0-1 1,7-3-1,0-2-1391,-1 0 1,0-1 0,0 0-1,-1-1 1,11-13-1,7-8-6757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7.795"/>
    </inkml:context>
    <inkml:brush xml:id="br0">
      <inkml:brushProperty name="width" value="0.035" units="cm"/>
      <inkml:brushProperty name="height" value="0.035" units="cm"/>
      <inkml:brushProperty name="color" value="#008C3A"/>
    </inkml:brush>
  </inkml:definitions>
  <inkml:trace contextRef="#ctx0" brushRef="#br0">12 145 7193,'13'-17'2114,"-13"16"-1926,0 0 1,0 1-1,-1-1 1,1 0-1,0 0 1,-1 1 0,1-1-1,-1 0 1,1 1-1,0-1 1,-1 0-1,0 1 1,1-1-1,-1 1 1,1-1-1,-1 1 1,0-1-1,1 1 1,-1-1-1,0 1 1,1 0-1,-1-1 1,-1 1 201,1-1-124,0 1 0,1-1 0,-1 1-1,0-1 1,0 0 0,1 1 0,-1-1 0,0 0-1,1 0 1,-1 1 0,1-1 0,-1 0-1,1 0 1,-1 0 0,1 0 0,0 0 0,-1 0-1,1 1 1,0-1 0,0 0 0,0 0 0,0 0-1,0-2 1,0 1-25,0 0 0,1-1-1,-1 1 1,1 0 0,0 0 0,0 0-1,0 0 1,0 0 0,0 0-1,2-3 1,1 0 66,-1 1 0,1-1 0,1 1 0,-1 0 0,0 0 1,1 0-1,0 1 0,10-6 0,-2 4-116,0 0 1,0 1-1,0 1 1,1 0-1,-1 1 0,1 0 1,-1 1-1,1 1 1,0 0-1,-1 1 1,1 0-1,-1 1 1,1 1-1,-1 0 1,0 1-1,0 0 1,0 1-1,0 1 1,19 11-1,-20-10-146,0 0 0,0 1 1,-1 0-1,0 1 0,0 1 0,-1-1 1,-1 2-1,0-1 0,0 1 0,-1 1 0,0-1 1,-1 1-1,0 1 0,-1-1 0,0 1 1,-1 0-1,-1 1 0,0-1 0,3 23 0,-6-18-25,-1 0-1,0 0 0,-1 0 1,-2 0-1,1 0 0,-2 0 0,0-1 1,-2 0-1,0 0 0,0 0 1,-10 16-1,-13 20-3,-69 94 1,89-135-15,-34 49 48,41-58-37,4-6-102,197-328-679,-175 283 728,-2 1-24,3 2 0,32-45-1,-56 88 71,0 0 0,0 0-1,1 0 1,-1 0-1,1 0 1,0 0 0,-1 1-1,1-1 1,0 1-1,0-1 1,0 1 0,0-1-1,0 1 1,1 0 0,-1 0-1,0 0 1,1 1-1,-1-1 1,0 0 0,1 1-1,-1-1 1,0 1-1,1 0 1,-1 0 0,1 0-1,-1 0 1,1 0-1,-1 1 1,1-1 0,-1 1-1,0-1 1,1 1 0,-1 0-1,0 0 1,0 0-1,0 0 1,1 1 0,-1-1-1,0 0 1,-1 1-1,1 0 1,0-1 0,3 5-1,6 7 49,0 0 0,0 1 0,-2 0 0,16 30 0,23 55 41,-33-64-222,2-1-1,1 0 0,2-1 0,36 46 1,-40-61-815,10 13-193,42 37 0,-56-58-392,0-1 1,19 11-1,-21-14-684,1-1 0,-1-1 0,1 0 0,11 3 0,3-1-5729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8.212"/>
    </inkml:context>
    <inkml:brush xml:id="br0">
      <inkml:brushProperty name="width" value="0.035" units="cm"/>
      <inkml:brushProperty name="height" value="0.035" units="cm"/>
      <inkml:brushProperty name="color" value="#008C3A"/>
    </inkml:brush>
  </inkml:definitions>
  <inkml:trace contextRef="#ctx0" brushRef="#br0">2 19 6577,'0'0'89,"0"-1"0,-1 1 0,1-1 0,0 1 0,0-1 0,0 1 1,0-1-1,0 1 0,0-1 0,0 1 0,0-1 0,0 1 1,0-1-1,0 0 0,0 1 0,0-1 0,0 1 0,0-1 0,1 1 1,-1-1-1,0 1 0,0-1 0,1 1 0,-1-1 0,0 1 0,1-1 1,-1 1-1,0 0 0,1-1 0,-1 1 0,1 0 0,-1-1 0,0 1 1,1 0-1,-1-1 0,1 1 0,-1 0 0,1 0 0,-1-1 1,1 1-1,-1 0 0,1 0 0,0 0 0,-1 0 0,1 0 0,-1 0 1,1 0-1,-1 0 0,1 0 0,-1 0 0,1 0 0,-1 0 0,1 0 1,1 1-1,-1-1 214,1 0 1,0 0 0,0 0 0,0 1-1,0-1 1,0 1 0,0-1-1,0 1 1,0 0 0,-1-1-1,1 1 1,0 0 0,-1 0-1,1 0 1,0 1 0,-1-1 0,0 0-1,1 0 1,1 3 0,1 6 152,1-1 0,-2 1 0,0 0 0,0 1 1,-1-1-1,0 0 0,1 20 0,-2-23-144,2 50 1955,-6 99 0,1 30-580,4-155-1760,1 0 0,2 0 0,1-1 0,1 0 0,2 0 0,0 0 0,3-1 0,0-1 0,2 0 0,1 0 0,34 46 0,-26-45-791,1-1 0,2-1 0,1-2-1,0 0 1,44 28 0,-38-32-2404,1-1 1,59 26 0,-23-20-5622</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08.550"/>
    </inkml:context>
    <inkml:brush xml:id="br0">
      <inkml:brushProperty name="width" value="0.035" units="cm"/>
      <inkml:brushProperty name="height" value="0.035" units="cm"/>
      <inkml:brushProperty name="color" value="#008C3A"/>
    </inkml:brush>
  </inkml:definitions>
  <inkml:trace contextRef="#ctx0" brushRef="#br0">553 45 5308,'5'-6'487,"-1"0"-1,1 0 1,1 1-1,-1 0 0,12-8 1,-16 12-360,0 1 0,0-1 0,0 1 1,1 0-1,-1-1 0,0 1 0,0 0 1,1 0-1,-1 0 0,0 0 0,1 0 1,-1 0-1,0 0 0,0 1 0,1-1 0,-1 0 1,0 1-1,0-1 0,0 1 0,1-1 1,1 2-1,19 17 1191,-10-4-853,-1 2 0,-1-1 0,-1 1 0,-1 1 0,0 0 0,-1 0 0,-1 0 0,0 1 0,3 27 0,-2-2 113,-2 0 1,-3 0-1,-2 51 1,-3-27-291,-3 0 0,-3 0 1,-3 0-1,-2-1 0,-4-1 1,-44 108-1,49-148-482,-1-1-1,-1-1 1,-2 0 0,0-1-1,-2 0 1,0-2-1,-1 0 1,-1-1 0,-1-2-1,-1 0 1,-39 24 0,47-34-236,-1-1-1,0 0 1,1-1 0,-2-1 0,1-1 0,-1 0 0,0-1 0,1 0 0,-31-1-1,32-2-500,-1-1 0,0 0-1,1-1 1,0-1-1,-1 0 1,-17-7-1,-8-9-4256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0.839"/>
    </inkml:context>
    <inkml:brush xml:id="br0">
      <inkml:brushProperty name="width" value="0.035" units="cm"/>
      <inkml:brushProperty name="height" value="0.035" units="cm"/>
      <inkml:brushProperty name="color" value="#008C3A"/>
    </inkml:brush>
  </inkml:definitions>
  <inkml:trace contextRef="#ctx0" brushRef="#br0">20 167 6637,'-3'-8'2565,"-6"-10"10630,6 13-11952,0 1-3408,1 2 2689,3 3-483,-1-1-1,0 1 1,0-1 0,0 1 0,1-1 0,-1 1-1,0-1 1,1 0 0,-1 1 0,0-1 0,1 1 0,-1-1-1,0 0 1,1 1 0,-1-1 0,1 0 0,-1 0 0,0 1-1,1-1 1,-1 0 0,1 0 0,-1 0 0,2 1 0,-1-1 4,0 0 0,0 1 0,-1-1 0,1 1 1,0-1-1,0 1 0,0-1 0,-1 1 1,1-1-1,0 1 0,0 0 0,-1-1 1,1 1-1,-1 0 0,1 0 0,0-1 1,0 3-1,22 54 1030,-14-39-815,-1 1-1,8 29 1,12 138 316,-28-183-521,5 10 99,-5-12-152,0-1-1,0 0 0,0 1 1,0-1-1,0 1 0,0-1 1,0 0-1,0 1 1,0-1-1,0 1 0,1-1 1,-1 0-1,0 1 0,0-1 1,0 0-1,1 1 0,-1-1 1,0 0-1,1 1 0,-1-1 1,0 0-1,0 0 1,1 1-1,-1-1 0,0 0 1,1 0-1,-1 1 0,1-1 1,-1 0-1,1 0 0,17-24 30,-2 0 0,0-1 0,-2-1 0,19-46 0,14-26-24,-31 69-11,3-8-1,2 2 0,1 0-1,38-44 1,-59 77 12,0 0-1,1 1 1,-1-1-1,0 1 1,1 0-1,0-1 1,-1 1 0,1 0-1,0 0 1,0 0-1,0 0 1,0 0-1,0 0 1,-1 1-1,1-1 1,1 1 0,-1-1-1,0 1 1,0 0-1,0 0 1,0 0-1,0 0 1,0 0-1,0 0 1,0 0 0,0 1-1,0-1 1,0 1-1,0 0 1,0-1-1,0 1 1,0 0-1,0 0 1,0 0 0,-1 0-1,1 1 1,0-1-1,-1 0 1,1 1-1,-1-1 1,0 1-1,3 3 1,3 4 44,0 1 0,-1-1 0,0 1 0,0 0 0,-1 1 0,4 13 1,8 31-324,15 96 0,-24-106-420,3 17-814,8 38-2685,-3-35-2824,-1-13-3304</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167"/>
    </inkml:context>
    <inkml:brush xml:id="br0">
      <inkml:brushProperty name="width" value="0.035" units="cm"/>
      <inkml:brushProperty name="height" value="0.035" units="cm"/>
      <inkml:brushProperty name="color" value="#008C3A"/>
    </inkml:brush>
  </inkml:definitions>
  <inkml:trace contextRef="#ctx0" brushRef="#br0">39 501 4308,'-18'-14'6084,"6"5"-1388,4 3-577,18-3-3566,-2 3-333,1 1 1,0-1-1,0 1 0,15-5 1,15-9-90,-6-4-29,55-47 0,-77 59-94,1-1 0,-2 0 0,1-1 0,-2 0 0,0-1 0,0 0 0,6-15 0,13-27-60,-16 36 75,-2-1 1,12-33-1,-1 7-25,-20 45 97,-14 22 320,3-4-312,1 0 0,1 1 0,1 1 0,0 0 0,2-1 0,-7 31 0,5-5 4,-3 77-1,10-105-306,1-1 1,0 1 0,1-1 0,1 0-1,0 1 1,1-1 0,0-1 0,1 1-1,1-1 1,0 0 0,10 15 0,-10-18-914,1 0 0,0-1 0,1 0 0,0 0 1,0 0-1,1-1 0,0 0 0,16 9 0,8-1-6217</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4.885"/>
    </inkml:context>
    <inkml:brush xml:id="br0">
      <inkml:brushProperty name="width" value="0.035" units="cm"/>
      <inkml:brushProperty name="height" value="0.035" units="cm"/>
      <inkml:brushProperty name="color" value="#008C3A"/>
    </inkml:brush>
  </inkml:definitions>
  <inkml:trace contextRef="#ctx0" brushRef="#br0">42 186 12181,'0'0'3554,"-4"-1"-1953,-30-3 1278,31 3-365,4-1-1589,3-1-789,0-1 1,0 1-1,0-1 1,0 1-1,1 1 1,0-1-1,-1 1 1,1-1-1,0 2 1,6-3-1,60-13 122,-59 14-243,188-26-494,-59 10-26,149-16-168,45-7-2462,-332 41 1228</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7.531"/>
    </inkml:context>
    <inkml:brush xml:id="br0">
      <inkml:brushProperty name="width" value="0.035" units="cm"/>
      <inkml:brushProperty name="height" value="0.035" units="cm"/>
      <inkml:brushProperty name="color" value="#008C3A"/>
    </inkml:brush>
  </inkml:definitions>
  <inkml:trace contextRef="#ctx0" brushRef="#br0">137 120 6557,'5'-4'668,"5"-6"-397,-3 7 6322,-31-19-2158,42-24 316,-6 14-3696,-11 29-431,-2 6-643,-3 12 58,0-1-1,1 1 1,1-1 0,1 1-1,0 0 1,2 28 0,1-21-35,0 1 1,2-2-1,0 1 1,9 25-1,-6-31 0,-1-1 0,2 1 0,0-1-1,1 0 1,1-1 0,0 0 0,1-1 0,0 0-1,1-1 1,0 0 0,21 15 0,-23-19-51,1-1 1,0 0 0,0-1-1,1 0 1,0-1 0,0 0 0,0-1-1,1 0 1,-1-1 0,1-1-1,0 0 1,0 0 0,0-2 0,0 1-1,23-3 1,-23-1 17,-1 0 0,0 0 0,-1-1 0,1-1-1,-1 0 1,1-1 0,-1 0 0,-1 0 0,1-1 0,-1 0 0,-1-1 0,1 0 0,-1-1 0,-1 0-1,1 0 1,-2-1 0,8-12 0,4-7 35,-2-1 0,-1-1 0,-2 0 0,20-62 0,-28 58 184,-8 31 128,-5 19 65,-31 102 704,6 2 0,5 2 1,-18 195-1,39-253-945,-46 530 557,49-552-671,-39 456 158,22-342-381,-48 180 1,60-305 114,0 0 1,-3-1 0,0-1-1,-2 1 1,-28 46 0,35-66 45,0 0-1,-1-1 1,0 1 0,0-2 0,-1 1-1,1-1 1,-2 0 0,1-1 0,-1 0 0,0 0-1,0-1 1,-1 0 0,1 0 0,-1-1 0,0-1-1,-1 1 1,1-2 0,0 0 0,-22 2 0,28-3 27,0-2 0,-1 1 0,1 0 1,0-1-1,0 0 0,0 0 0,-8-3 1,-77-31-78,84 33 81,1-1-1,-1 0 0,1 0 1,0 0-1,0 0 0,0-1 1,0 1-1,1-1 0,0 0 1,-1 0-1,1 0 0,1-1 1,-1 1-1,0-1 0,1 0 1,0 1-1,0-1 0,1 0 1,-2-9-1,1 3-2,1 0 1,0 0-1,1 0 0,0 0 1,1 0-1,0 0 0,4-13 1,3-9-102,3-1 1,0 1 0,2 1-1,2 0 1,20-33 0,103-144-1159,134-130-572,20 20-205,-169 188 270,-13 17-2975,-108 113 4387,-1 0 0,0-1 0,1 1-1,-1-1 1,0 1 0,0-1 0,0 0-1,0 0 1,0 1 0,0-1 0,0 0 0,-1 0-1,1 0 1,-1 0 0,0 0 0,1 0 0,-1 1-1,0-3 1,3-16-6040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9.544"/>
    </inkml:context>
    <inkml:brush xml:id="br0">
      <inkml:brushProperty name="width" value="0.035" units="cm"/>
      <inkml:brushProperty name="height" value="0.035" units="cm"/>
      <inkml:brushProperty name="color" value="#008C3A"/>
    </inkml:brush>
  </inkml:definitions>
  <inkml:trace contextRef="#ctx0" brushRef="#br0">1 246 5741,'7'5'717,"11"2"14406,-1-33-13736,-4-2-1126,0 1 0,32-47 1,-15 26-305,4-4 30,-33 50-41,13 32 76,-10-11-48,-1 1 0,-1 0 0,-1 23 0,-1-19-31,2-1 0,4 28 0,-5-44-236,3 11-248,0-1 1,12 30-1,-3-21-3053,6-3-3774,-3-8-160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19.748"/>
    </inkml:context>
    <inkml:brush xml:id="br0">
      <inkml:brushProperty name="width" value="0.035" units="cm"/>
      <inkml:brushProperty name="height" value="0.035" units="cm"/>
      <inkml:brushProperty name="color" value="#008C3A"/>
    </inkml:brush>
  </inkml:definitions>
  <inkml:trace contextRef="#ctx0" brushRef="#br0">0 9 10877,'19'-9'4724,"-22"29"-4252,3 0-288,10 0-716,9 17-604,-13-3-1036,-3 1-1456,1-21-2177</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0.305"/>
    </inkml:context>
    <inkml:brush xml:id="br0">
      <inkml:brushProperty name="width" value="0.035" units="cm"/>
      <inkml:brushProperty name="height" value="0.035" units="cm"/>
      <inkml:brushProperty name="color" value="#008C3A"/>
    </inkml:brush>
  </inkml:definitions>
  <inkml:trace contextRef="#ctx0" brushRef="#br0">138 17 6493,'2'-14'233,"-4"12"1717,-14 20 3902,-4 8-2730,9-13-2763,0 1 0,1 0 0,0 1 0,2 0 0,0 1 0,0 0 0,1 0 0,1 0 0,1 1 0,0 0 0,2 0 0,0 0 0,-2 22 0,4-18-338,1 0 1,0 0 0,2 0 0,0 0-1,2 0 1,0-1 0,1 1 0,1-1-1,1 0 1,17 35 0,-15-38-524,1-1 0,0-1 0,1 0 1,1 0-1,0-1 0,26 23 0,-23-25-1192,0-1 0,0-1 0,1 0 0,18 7 0,4 2-6254</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0.570"/>
    </inkml:context>
    <inkml:brush xml:id="br0">
      <inkml:brushProperty name="width" value="0.035" units="cm"/>
      <inkml:brushProperty name="height" value="0.035" units="cm"/>
      <inkml:brushProperty name="color" value="#008C3A"/>
    </inkml:brush>
  </inkml:definitions>
  <inkml:trace contextRef="#ctx0" brushRef="#br0">321 0 8817,'-1'3'1176,"-2"19"926,1 0 0,0 31 1,14 101-6,-7-110-1464,-5-41-614,8 63 333,-3 1 1,-3 1-1,-8 79 1,4-133-409,0-1 1,-2 1 0,1-1 0,-2 0 0,1 0-1,-2-1 1,0 1 0,0-1 0,-1 0 0,-1-1 0,0 0-1,0 0 1,-15 15 0,10-15-631,0 1 0,-1-1-1,-30 17 1,23-16-1448,-1-2 0,-35 12-1,-6-2-5419</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1.648"/>
    </inkml:context>
    <inkml:brush xml:id="br0">
      <inkml:brushProperty name="width" value="0.035" units="cm"/>
      <inkml:brushProperty name="height" value="0.035" units="cm"/>
      <inkml:brushProperty name="color" value="#008C3A"/>
    </inkml:brush>
  </inkml:definitions>
  <inkml:trace contextRef="#ctx0" brushRef="#br0">528 13 4848,'-4'-1'208,"12"0"8272,-15-6-6517,-3 4 3347,9 3-5222,0 0 0,1 1 0,-1-1 0,1 0 0,-1 1 0,1-1 0,-1 1 0,1-1 0,0 1 0,-1-1 0,1 1 0,-1-1 0,1 1 0,0-1-1,0 1 1,-1 0 0,1-1 0,0 1 0,0 0 0,0-1 0,-1 1 0,1 0 0,0 37 213,41 371 3750,-32-301-3683,20 407 1032,-29-425-1927,-5 0-1,-3 0 0,-35 153 0,34-208-11,-3-1 0,0 0 0,-2-1-1,-2-1 1,0 0 0,-39 53 0,36-60-256,0-1 1,-2-1-1,-1-1 0,-1-1 1,0-1-1,-2-1 0,0-1 0,-34 18 1,-20 1-4193,0-4-2957</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2.321"/>
    </inkml:context>
    <inkml:brush xml:id="br0">
      <inkml:brushProperty name="width" value="0.035" units="cm"/>
      <inkml:brushProperty name="height" value="0.035" units="cm"/>
      <inkml:brushProperty name="color" value="#008C3A"/>
    </inkml:brush>
  </inkml:definitions>
  <inkml:trace contextRef="#ctx0" brushRef="#br0">1 89 4072,'0'0'1339,"10"-9"951,2-6 3820,0-11-2550,-3 4-1776,-8 20-1075,9-4-320,-9 5-376,0 1 0,-1-1 0,1 0 0,-1 1 0,1-1 0,0 1 0,0-1 0,-1 1 0,1-1 0,0 1 0,0-1 0,0 1 0,-1 0-1,1 0 1,0-1 0,0 1 0,0 0 0,0 0 0,0 0 0,-1 0 0,1 0 0,1 0 0,11 2 40,0 0 0,-1 1 0,1 1-1,-1 0 1,18 8 0,-24-9-49,0 0 1,-1 0-1,1 1 1,-1 0 0,0 0-1,0 0 1,0 1-1,0 0 1,-1 0-1,0 0 1,0 0-1,0 0 1,3 8-1,-2-4 1,-1-1-1,0 2 0,-1-1 0,0 0 1,0 1-1,-1-1 0,0 1 0,-1 0 1,0 0-1,-1-1 0,0 1 0,0 0 1,-1 0-1,0 0 0,-1-1 0,0 1 1,-7 18-1,1-6 0,-1-1 0,-1 0 1,-1-1-1,-23 34 0,29-48 20,0 2 0,1-1 0,0 0 0,0 1-1,1 0 1,0 0 0,-4 14 0,8-21-17,0-1 0,0 1 0,-1 0 1,1-1-1,0 1 0,0 0 0,0-1 0,0 1 0,0-1 1,0 1-1,0-1 0,0 0 0,0 1 0,0-1 0,0 0 1,2 0-1,-2 0 4,13 3-21,0-1 0,0-1 1,0 0-1,0-1 0,0 0 1,0-1-1,0-1 0,19-4 1,4 0-242,194-41-3854,-79 6-2932,-70 20 148</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6.461"/>
    </inkml:context>
    <inkml:brush xml:id="br0">
      <inkml:brushProperty name="width" value="0.035" units="cm"/>
      <inkml:brushProperty name="height" value="0.035" units="cm"/>
      <inkml:brushProperty name="color" value="#008C3A"/>
    </inkml:brush>
  </inkml:definitions>
  <inkml:trace contextRef="#ctx0" brushRef="#br0">33 192 4796,'-26'-10'1253,"20"8"4290,6-12-4210,0 10-1169,-1 1 1,1 0 0,0 0 0,0 0 0,0 0 0,1-1 0,-1 1-1,1 0 1,0 0 0,0 0 0,0 0 0,0 0 0,0 0 0,1 0-1,-1 1 1,1-1 0,0 0 0,2-2 0,6-5-18,1 0 1,-1 1-1,1 1 1,1 0-1,0 1 1,0 0-1,0 0 1,1 1 0,0 1-1,0 0 1,0 1-1,0 1 1,1 0-1,21-2 1,21 0-138,1 2 1,67 5 0,-112-1-15,542 43-5406,-388-27 1429,13-7-1942</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26.816"/>
    </inkml:context>
    <inkml:brush xml:id="br0">
      <inkml:brushProperty name="width" value="0.035" units="cm"/>
      <inkml:brushProperty name="height" value="0.035" units="cm"/>
      <inkml:brushProperty name="color" value="#008C3A"/>
    </inkml:brush>
  </inkml:definitions>
  <inkml:trace contextRef="#ctx0" brushRef="#br0">130 203 3916,'-39'-51'2858,"31"40"-2047,1 0-1,-2 0 1,0 1 0,-14-13 0,-12-14 1162,45 17-1460,-9 18-517,0 1-1,0-1 1,1 0 0,-1 1 0,1-1 0,0 1-1,-1 0 1,1-1 0,0 1 0,0 0 0,-1 0-1,1 0 1,0 0 0,0 1 0,0-1 0,0 0-1,3 0 1,40-4-466,-33 4 279,12 0-1030,-1 1 0,38 4 1,-19 0-959,26-1-1573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0.526"/>
    </inkml:context>
    <inkml:brush xml:id="br0">
      <inkml:brushProperty name="width" value="0.035" units="cm"/>
      <inkml:brushProperty name="height" value="0.035" units="cm"/>
      <inkml:brushProperty name="color" value="#008C3A"/>
    </inkml:brush>
  </inkml:definitions>
  <inkml:trace contextRef="#ctx0" brushRef="#br0">65 121 9305,'-21'-10'5157,"17"8"-2817,-3-9 304,7 10-2425,-1 0 1,1 0-1,0 0 1,0 0-1,-1 1 1,1-1-1,0 0 1,-1 0-1,1 1 1,-1-1-1,1 0 1,-1 1-1,0-1 1,1 0-1,-1 1 1,1-1-1,-1 1 1,0-1 0,0 1-1,-1-2 1,1 2-56,0 0 0,-1-1 0,1 1 0,-1-1 0,1 1 0,0-1 0,0 0 0,-1 1 1,1-1-1,0 0 0,0 0 0,0 0 0,0 0 0,0 0 0,-1-1 0,2 1-51,0 1-1,0-1 0,0 1 1,0-1-1,0 1 0,0 0 0,0-1 1,0 1-1,1-1 0,-1 1 1,0 0-1,0-1 0,1 1 1,-1-1-1,0 1 0,0 0 1,1-1-1,-1 1 0,0 0 0,1 0 1,-1-1-1,0 1 0,1 0 1,-1 0-1,0-1 0,1 1 1,-1 0-1,1 0 0,-1 0 1,0 0-1,2 0 0,6-3 292,0 1 0,1 0 0,-1 0 0,16 0 0,371-1-46,-102 3-244,519-35-4333,-732 30 3918,-20 0-2862,-57 5 1045</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0.891"/>
    </inkml:context>
    <inkml:brush xml:id="br0">
      <inkml:brushProperty name="width" value="0.035" units="cm"/>
      <inkml:brushProperty name="height" value="0.035" units="cm"/>
      <inkml:brushProperty name="color" value="#008C3A"/>
    </inkml:brush>
  </inkml:definitions>
  <inkml:trace contextRef="#ctx0" brushRef="#br0">551 34 13049,'1'0'105,"-1"-1"0,1 1 0,-1-1 0,1 1 0,-1-1 0,1 0 0,-1 1 0,1-1 0,-1 1 0,0-1 0,0 0 0,1 0 0,-1 1 0,0-1 0,0 0 0,0 1 0,0-1 0,0 0 0,0 0 0,0 1 0,0-1 0,0 0 0,0 0 0,0 1 0,0-1 0,0 0 0,0 1 0,-1-1 0,1 0 0,0 1 0,-1-1 0,1 0 0,0 1 0,-1-1 0,0 0 0,-26-7 5678,20 6-5158,4 2 1814,0 1-1588,1 0-709,-1-1 1,1 1-1,-1 0 0,1 0 0,-1 0 1,1 1-1,0-1 0,-1 0 0,1 1 1,0 0-1,0-1 0,0 1 0,0 0 1,-1 2-1,0 1 43,1-1 0,0 1 1,0-1-1,1 1 0,-1 0 1,1 0-1,0 0 0,-1 5 1,-17 124 1033,-3 159 0,20-191-1219,-7 142 0,5-196 0,-3 1 0,-25 92 0,27-125-125,-2 0-1,0 0 1,0 0 0,-2-1-1,0-1 1,0 1-1,-2-1 1,1-1 0,-20 19-1,20-23-14,0 0 0,0-1-1,-1 0 1,0-1 0,0 0-1,-1-1 1,0 0 0,0-1-1,-1 0 1,1-1-1,-1 0 1,-25 3 0,34-6-139,-1-1 0,1 0 0,-1 0 0,0 0 0,1 0 0,-1-1 0,1 0 0,-1 0 0,1 0 0,-9-4 0,11 4-90,0 0-1,0-1 1,0 1 0,0 0 0,1-1-1,-1 0 1,0 1 0,1-1 0,-3-3 0,3 3-393,-1 0 0,1 0 1,0-1-1,0 1 0,0 0 1,1-1-1,-1 1 0,0-1 1,1 1-1,-1-4 0,3-19-10803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1.519"/>
    </inkml:context>
    <inkml:brush xml:id="br0">
      <inkml:brushProperty name="width" value="0.035" units="cm"/>
      <inkml:brushProperty name="height" value="0.035" units="cm"/>
      <inkml:brushProperty name="color" value="#008C3A"/>
    </inkml:brush>
  </inkml:definitions>
  <inkml:trace contextRef="#ctx0" brushRef="#br0">171 139 9841,'-19'-17'7929,"6"12"-4356,11 5-3374,0-1-1,1 1 1,-1 0-1,0 0 1,1 1-1,-1-1 1,0 0-1,1 0 1,-1 1-1,1-1 1,-1 1-1,1 0 1,-1-1-1,1 1 1,-1 0-1,1 0 1,-1 0-1,1 0 1,0 0-1,-1 0 1,1 0-1,0 0 1,0 1-1,0-1 1,0 0-1,0 1 1,0-1 0,1 1-1,-1-1 1,0 1-1,0 1 1,-4 8 114,0 1 0,-6 24 0,9-29 81,-19 72 290,3 0 0,-9 101 0,23-127-347,1 0 1,4-1-1,1 1 0,15 79 0,-9-95-413,2 0 0,1-1-1,2 0 1,1-1 0,34 59 0,-41-83-22,0-1 1,0-1-1,0 0 1,1 0-1,1 0 1,0-1-1,0 0 1,18 11-1,-22-16 49,0 0 1,0 0-1,1-1 0,-1 1 0,1-1 0,-1-1 0,1 1 0,0-1 0,0 0 0,0 0 0,0-1 0,0 0 0,0 0 0,0 0 0,0-1 0,-1 1 0,1-1 0,0-1 0,10-3 0,-8 1 10,1-1 0,-1 0 0,0-1 0,0 1 0,0-2 0,-1 1 0,0-1 0,0 0 0,0 0-1,-1-1 1,-1 0 0,1 0 0,-1-1 0,-1 1 0,1-1 0,-1 0 0,3-13 0,6-18-269,-2-1 0,9-71 0,-14 53-27,-3-1-1,-2 1 1,-2-1 0,-3 1 0,-3-1 0,-2 1-1,-3 1 1,-3 0 0,-2 1 0,-40-91-1,56 145 327,-15-31-174,-24-41-1,36 67 153,-1 1-1,0-1 0,0 1 1,-1 1-1,0-1 0,0 1 0,0 0 1,-1 0-1,0 1 0,0 0 0,-12-7 1,15 11 23,0 0 0,0 0 1,0 0-1,0 0 0,0 1 1,0 0-1,0 0 1,0 0-1,0 0 0,0 0 1,1 1-1,-1 0 0,0 0 1,0 0-1,0 0 1,0 0-1,1 1 0,-1 0 1,1 0-1,-1 0 0,-4 4 1,1-1 1,0 0 0,0 1 0,1 1 0,0-1 0,0 1 1,1 0-1,-1 0 0,-5 11 0,1 0 6,1 0 1,0 1-1,2 0 0,0 0 1,1 1-1,1 0 0,1 0 1,1 0-1,1 0 0,0 0 1,2 1-1,0-1 0,1 1 1,1-1-1,1 0 0,1 0 1,11 35-1,-9-39-19,-1-1 1,2-1-1,0 1 0,1-1 1,0 0-1,1-1 1,1 0-1,0 0 0,1-1 1,0 0-1,1-1 0,0 0 1,1-1-1,0-1 1,18 11-1,-16-13-352,0 0 0,0-1 0,1 0-1,0-2 1,0 1 0,0-2 0,0 0 0,1-1 0,24-1 0,-19-1-2354,0-2 0,34-7 1,-11-1-6276</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2.907"/>
    </inkml:context>
    <inkml:brush xml:id="br0">
      <inkml:brushProperty name="width" value="0.035" units="cm"/>
      <inkml:brushProperty name="height" value="0.035" units="cm"/>
      <inkml:brushProperty name="color" value="#008C3A"/>
    </inkml:brush>
  </inkml:definitions>
  <inkml:trace contextRef="#ctx0" brushRef="#br0">231 33 5196,'-13'5'1081,"10"-5"1924,1-1-1467,-21-15 6924,13-2-7147,6 16 2969,-24 41-2632,11-15-591,-26 45 0,27-35-622,2 1 1,1 0 0,1 1-1,3 0 1,-8 47 0,14-55-396,0 1 1,2-1 0,1 1 0,1-1 0,2 1-1,1-1 1,11 42 0,-2-28-681,2-2 0,1 1 0,3-2 0,1 0 0,1-1 0,44 56 0,-28-48-1954,50 49 1,55 30-7142,-70-72 426</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5.230"/>
    </inkml:context>
    <inkml:brush xml:id="br0">
      <inkml:brushProperty name="width" value="0.035" units="cm"/>
      <inkml:brushProperty name="height" value="0.035" units="cm"/>
      <inkml:brushProperty name="color" value="#008C3A"/>
    </inkml:brush>
  </inkml:definitions>
  <inkml:trace contextRef="#ctx0" brushRef="#br0">64 129 5809,'-1'-1'561,"-1"1"0,0-1 1,0 0-1,1 1 1,-1-1-1,0 0 0,1 0 1,-1 0-1,1 0 1,0 0-1,-1-1 1,1 1-1,0 0 0,-2-3 1,-4-8 4827,6 9-5062,1 2-583,-2-14 297,1 14 272,1-1 1,0 1-1,1-1 0,-1 1 1,0-1-1,0 1 0,1-1 1,-1 1-1,1-1 0,-1 1 0,1-1 1,-1 1-1,1 0 0,0-1 1,0 1-1,0 0 0,0 0 1,0 0-1,0-1 0,0 1 0,2-1 1,-2 1 813,0-2-1130,-1 0 0,1 1 0,-1-1 0,1 1 1,0-1-1,0 1 0,0-1 0,0 1 0,1 0 0,-1-1 0,1 1 0,-1 0 0,1 0 0,0 0 0,0 0 0,0 0 0,0 1 1,3-3-1,-3 2-12,0 0 553,-4 5-584,-4 13 96,0 0 0,1 1 1,0 0-1,2 0 1,0 0-1,-1 22 1,-7 33 62,-1-7-20,3 0 0,-1 100 0,13-103 16,-3-59-90,1-1 1,-1 1 0,1-1-1,0 1 1,0-1 0,0 0-1,0 1 1,0-1 0,0 0-1,2 3 1,1 1 23,-3-6-39,-1 1-1,1-1 1,0 1 0,0-1-1,0 1 1,0-1 0,0 0-1,0 0 1,0 1 0,-1-1-1,1 0 1,0 0-1,0 0 1,0 0 0,0 0-1,0 0 1,0 0 0,2-1-1,-3 1 7,5 0-1,0 0 0,0 0 0,0-1 0,0 1 0,0-1 0,0-1 1,0 1-1,0-1 0,0 0 0,-1 0 0,1 0 0,-1 0 0,0-1 0,1 0 0,-1 0 1,-1 0-1,1 0 0,0-1 0,-1 1 0,1-1 0,-1 0 0,5-8 0,4-8-26,0 0-1,-2-2 1,13-34 0,-13 31-7,3-12-112,-3-1 0,-1 0 0,-1-1 0,-3 0 0,2-50 0,-8 29-74,1 59 205,0 0 0,0 0 0,0 0-1,0 0 1,-1 0 0,1 0 0,0 1-1,-1-1 1,1 0 0,0 0 0,-1 0-1,1 0 1,-1 1 0,0-1 0,1 0-1,-1 1 1,1-1 0,-1 0 0,0 1-1,0-1 1,1 1 0,-1-1 0,0 1-1,0-1 1,1 1 0,-1 0 0,0-1-1,0 1 1,0 0 0,0 0 0,0-1-1,0 1 1,0 0 0,0 0 0,1 0-1,-1 0 1,0 0 0,0 0 0,0 1-1,0-1 1,0 0 0,0 0 0,0 1-1,1-1 1,-3 1 0,-1 2-54,0 0-1,0 0 1,0 0-1,1 1 1,-1-1 0,1 1-1,0 0 1,0 0 0,0 0-1,1 1 1,-1-1-1,1 0 1,0 1 0,0 0-1,0-1 1,1 1 0,-1 7-1,-2 10-603,1 0-1,0 37 1,1-23-534,2-30 850,0 0 0,0 0-1,1 0 1,0 0 0,0 0-1,0 0 1,1 0 0,0 0 0,0 0-1,0 0 1,1-1 0,0 1-1,0-1 1,0 0 0,0 0 0,7 7-1,-6-8-620,0 0 0,1 0-1,-1-1 1,1 1 0,0-1-1,0 0 1,5 2 0,28 9-6356</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5.689"/>
    </inkml:context>
    <inkml:brush xml:id="br0">
      <inkml:brushProperty name="width" value="0.035" units="cm"/>
      <inkml:brushProperty name="height" value="0.035" units="cm"/>
      <inkml:brushProperty name="color" value="#008C3A"/>
    </inkml:brush>
  </inkml:definitions>
  <inkml:trace contextRef="#ctx0" brushRef="#br0">229 47 11205,'6'9'2294,"-1"-17"-49,-1-2-385,-4 9-1661,0 0-1,0 0 1,0 0-1,0-1 0,0 1 1,-1 0-1,1 0 1,0 0-1,-1 0 1,1 0-1,0 0 1,-1 0-1,1 0 0,-1 1 1,0-1-1,1 0 1,-1 0-1,-1-1 1,-5-12 3568,-12 11-2351,16 3-1362,0-1-1,0 1 1,0 0 0,0 0 0,0 0 0,0 1 0,1-1 0,-1 0-1,0 1 1,0 0 0,0 0 0,0 0 0,1 0 0,-1 0 0,1 1-1,-1-1 1,1 1 0,-1 0 0,1-1 0,-4 5 0,-5 5-386,2 0 0,-1 0 0,-8 15 1,-11 13-2676,16-26 1520,-23 30-6898,13-5-2114</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6.327"/>
    </inkml:context>
    <inkml:brush xml:id="br0">
      <inkml:brushProperty name="width" value="0.035" units="cm"/>
      <inkml:brushProperty name="height" value="0.035" units="cm"/>
      <inkml:brushProperty name="color" value="#008C3A"/>
    </inkml:brush>
  </inkml:definitions>
  <inkml:trace contextRef="#ctx0" brushRef="#br0">166 262 7953,'-1'0'679,"-1"-1"0,0 1 0,1 0-1,-1 0 1,0 0 0,1-1 0,-1 2 0,1-1 0,-1 0 0,0 0 0,1 0 0,-1 1 0,0-1 0,1 1 0,-2 0 0,1 0-389,0 1 0,0-1 0,1 0 0,-1 0 0,1 1 0,-1-1 0,1 1 0,-1-1 1,1 1-1,-2 3 0,-1 3-504,0 0 1,1 1-1,0 0 1,-2 14-1,2-10 1248,-21 76-570,5 1 0,3 1 0,-6 171 0,21-202-418,0-25 5,1-1-1,1 0 1,2 0-1,1 0 1,10 35-1,-9-50-54,-2-5 37,1-1-1,0 1 1,1-1-1,12 23 0,-16-34-33,1 0-1,-1 0 0,1 0 0,-1 0 1,1 0-1,0 0 0,-1 0 0,1-1 1,0 1-1,0-1 0,0 1 0,0-1 1,1 0-1,-1 0 0,0 1 1,0-2-1,1 1 0,-1 0 0,1 0 1,-1-1-1,1 1 0,-1-1 0,1 0 1,-1 0-1,1 0 0,-1 0 0,1 0 1,-1-1-1,1 1 0,-1-1 0,0 1 1,5-3-1,0 0-12,-1-1 1,0 1-1,0-1 1,0 0-1,0-1 1,-1 0-1,1 1 0,-1-2 1,-1 1-1,1 0 1,-1-1-1,0 0 1,0 0-1,3-7 1,4-10-127,0-1 0,10-37 1,1-9-157,-3-2 0,-3 0 1,7-88-1,-17 67-302,-9-171 0,-3 202 391,-3 0 0,-2 1-1,-34-103 1,45 161 199,-2 0 1,1-1-1,0 1 0,-1 0 0,1 0 0,-1 0 0,0 0 0,0 1 1,0-1-1,0 0 0,0 1 0,-1-1 0,1 1 0,-1 0 1,-5-4-1,5 5 9,0 0 0,1 0 0,-1 1 0,0-1 0,0 1 0,0-1 0,0 1 0,0 0 1,0 0-1,0 0 0,0 1 0,0-1 0,1 1 0,-1 0 0,0-1 0,0 1 0,0 0 0,-3 2 1,0 1 33,0 0 1,0 0-1,0 0 1,0 0-1,1 1 1,0 0 0,0 0-1,0 1 1,0-1-1,1 1 1,0 0 0,-4 8-1,-3 7 94,1 1 1,-11 30-1,2 3 40,2 1-1,3 0 0,-11 97 0,22-125-134,2 1-1,1 0 1,1 0-1,1 0 1,2-1-1,1 1 1,1-1-1,1 0 1,16 38-1,-12-42-47,1 0 0,1 0-1,0-2 1,2 1-1,1-2 1,1 0-1,20 20 1,-26-31-172,-1 0 0,1-2 0,1 1 0,-1-1 0,1-1 0,1 0 0,-1 0 0,1-1 0,0-1 0,1 0 0,-1-1 0,1-1 0,0 0 0,0-1 0,15 1 0,-14-3-407,0-1-1,0 0 0,0-1 1,-1-1-1,29-9 0,-27 7-1295,0-2 0,24-13 1,2-7-5012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6.683"/>
    </inkml:context>
    <inkml:brush xml:id="br0">
      <inkml:brushProperty name="width" value="0.035" units="cm"/>
      <inkml:brushProperty name="height" value="0.035" units="cm"/>
      <inkml:brushProperty name="color" value="#008C3A"/>
    </inkml:brush>
  </inkml:definitions>
  <inkml:trace contextRef="#ctx0" brushRef="#br0">201 1 8441,'0'0'4049,"-2"2"-2146,-9 17 823,0 0 0,-14 37 0,-11 48-264,-15 35-4064,18-66-3115,15-25-1711,5-8-2874</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034"/>
    </inkml:context>
    <inkml:brush xml:id="br0">
      <inkml:brushProperty name="width" value="0.035" units="cm"/>
      <inkml:brushProperty name="height" value="0.035" units="cm"/>
      <inkml:brushProperty name="color" value="#008C3A"/>
    </inkml:brush>
  </inkml:definitions>
  <inkml:trace contextRef="#ctx0" brushRef="#br0">423 1 8793,'0'0'4496,"0"6"-2765,1 26 68,2 0 0,7 38 0,4-6-335,28 76 0,-21-73-993,-3 2-1,-2 0 0,-4 1 1,-3 0-1,-3 1 0,-4 112 1,-5-148-540,-1 1-1,-2 0 1,-2-1 0,-1 0 0,-2-1-1,-1 0 1,-1-1 0,-2 0 0,-2-1-1,-34 50 1,20-39-1146,-1-1 1,-51 48-1,31-41-3144,-70 52 1,15-23-6173</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787"/>
    </inkml:context>
    <inkml:brush xml:id="br0">
      <inkml:brushProperty name="width" value="0.035" units="cm"/>
      <inkml:brushProperty name="height" value="0.035" units="cm"/>
      <inkml:brushProperty name="color" value="#008C3A"/>
    </inkml:brush>
  </inkml:definitions>
  <inkml:trace contextRef="#ctx0" brushRef="#br0">10 187 12077,'-6'-21'2084,"6"1"-256,-3 0-215,15 3-73,4-3-460,0 6-204,13-15-172,-4 15-148,4 6-124,5-4-96,5 6-376,2 4-488,0-1-764,7 3-788,-10 3-925,6 11-1735,4 3-3717</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7.908"/>
    </inkml:context>
    <inkml:brush xml:id="br0">
      <inkml:brushProperty name="width" value="0.035" units="cm"/>
      <inkml:brushProperty name="height" value="0.035" units="cm"/>
      <inkml:brushProperty name="color" value="#008C3A"/>
    </inkml:brush>
  </inkml:definitions>
  <inkml:trace contextRef="#ctx0" brushRef="#br0">41 218 11097,'-22'-8'2516,"9"-24"-280,7 21-299,9-9-445,0 0-276,17 5-412,11-7-436,4 2-492,13 0-884,12 2-992,7 1-3529,3 3-4492</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138"/>
    </inkml:context>
    <inkml:brush xml:id="br0">
      <inkml:brushProperty name="width" value="0.035" units="cm"/>
      <inkml:brushProperty name="height" value="0.035" units="cm"/>
      <inkml:brushProperty name="color" value="#008C3A"/>
    </inkml:brush>
  </inkml:definitions>
  <inkml:trace contextRef="#ctx0" brushRef="#br0">134 26 14005,'-39'-21'2906,"31"17"4669,7 7-4492,-6 65-1438,1 81-1,-7 67 265,3-145-2846,-33 255-15478,37-254 3984</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498"/>
    </inkml:context>
    <inkml:brush xml:id="br0">
      <inkml:brushProperty name="width" value="0.035" units="cm"/>
      <inkml:brushProperty name="height" value="0.035" units="cm"/>
      <inkml:brushProperty name="color" value="#008C3A"/>
    </inkml:brush>
  </inkml:definitions>
  <inkml:trace contextRef="#ctx0" brushRef="#br0">10 274 13917,'-10'-14'15238,"11"12"-15037,0 1 0,1-1-1,-1 1 1,0-1-1,0 1 1,1-1-1,-1 1 1,1 0 0,-1 0-1,1 0 1,0-1-1,1 1 1,2-2 114,12-7-230,1 1 0,1 1 1,-1 1-1,1 1 0,1 0 1,-1 2-1,25-4 1,-7 1-80,441-66-6,6 29 0,-282 28 0,-139 10-171,325-23-6016,-2 24-1179,-329 11 1120,-14 7-3567</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39.977"/>
    </inkml:context>
    <inkml:brush xml:id="br0">
      <inkml:brushProperty name="width" value="0.035" units="cm"/>
      <inkml:brushProperty name="height" value="0.035" units="cm"/>
      <inkml:brushProperty name="color" value="#008C3A"/>
    </inkml:brush>
  </inkml:definitions>
  <inkml:trace contextRef="#ctx0" brushRef="#br0">98 76 12885,'22'-18'5811,"-18"14"-4876,1-1 0,0 1 0,0 1 0,0-1 0,1 1 1,8-5-1,3 2-166,0 1 1,0 1-1,0 0 1,1 1 0,25 0-1,-15 1-244,-1 3 0,1 0 0,33 6-1,-56-6-490,0-1 0,0 2-1,0-1 1,0 1 0,-1-1-1,1 1 1,-1 0 0,1 1-1,-1-1 1,0 1-1,0 0 1,0 0 0,0 0-1,6 8 1,-8-8-20,0 0 0,0 0 0,-1 0-1,1 1 1,-1-1 0,0 0 0,0 1 0,0-1-1,0 1 1,-1 0 0,1-1 0,-1 1 0,0 0 0,0-1-1,0 1 1,-1-1 0,1 1 0,-1 0 0,0-1-1,0 1 1,-2 4 0,-5 11-14,0-1 0,-1 1 0,-1-1 0,-21 28 0,-60 64 0,50-62 0,-46 55 0,-115 145-163,197-241 29,1-1 0,0 1 0,0 0 0,1 0 0,-5 11 0,7-16 53,1-1 0,-1 1 0,1-1 1,0 1-1,-1 0 0,1-1 0,0 1 0,0 0 0,0-1 0,0 1 1,0-1-1,0 1 0,1 0 0,-1-1 0,1 1 0,-1-1 0,1 1 0,-1-1 1,1 1-1,0-1 0,0 1 0,0-1 0,-1 1 0,1-1 0,1 0 0,-1 0 1,0 0-1,0 1 0,0-1 0,1 0 0,-1-1 0,2 2 0,6 1-233,0-1-1,0-1 1,-1 0 0,1 0-1,0 0 1,0-1-1,0-1 1,0 0-1,12-2 1,-19 3 249,22-4-879,-1-1 1,0 0-1,0-2 0,29-13 1,83-47-5811,-101 49 4196,59-30-6350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0.165"/>
    </inkml:context>
    <inkml:brush xml:id="br0">
      <inkml:brushProperty name="width" value="0.035" units="cm"/>
      <inkml:brushProperty name="height" value="0.035" units="cm"/>
      <inkml:brushProperty name="color" value="#008C3A"/>
    </inkml:brush>
  </inkml:definitions>
  <inkml:trace contextRef="#ctx0" brushRef="#br0">2 7 13673,'18'-6'3835,"-23"10"5,-9 5-2561,14-7-1056,0 0-1,-1 1 0,1-1 1,0 0-1,1 0 0,-1 1 1,0-1-1,1 0 0,-1 0 0,1 1 1,0-1-1,0 0 0,0 2 1,7 11-403,1 0 1,0-1 0,1 0 0,1 0 0,0-1-1,1 0 1,24 20 0,12 14-3849,-46-45 3438,0 0 0,0 0 0,0 1 0,-1-1 0,1 1 0,-1 0 0,0-1 0,1 1 0,-1 0 0,0 0 0,-1 0 0,1 0-1,0-1 1,-1 6 0,1-4-583,2 15-6097</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0.492"/>
    </inkml:context>
    <inkml:brush xml:id="br0">
      <inkml:brushProperty name="width" value="0.035" units="cm"/>
      <inkml:brushProperty name="height" value="0.035" units="cm"/>
      <inkml:brushProperty name="color" value="#008C3A"/>
    </inkml:brush>
  </inkml:definitions>
  <inkml:trace contextRef="#ctx0" brushRef="#br0">0 195 9337,'1'-12'987,"1"-1"0,0 1 1,1 0-1,1 0 0,0 0 1,0 0-1,12-21 0,-14 29-699,1 0-1,0 0 1,0 1-1,0-1 1,1 1 0,-1 0-1,1 0 1,-1 0-1,1 0 1,0 0-1,1 1 1,-1 0 0,0 0-1,1 0 1,-1 0-1,1 1 1,-1 0-1,1 0 1,0 0 0,-1 0-1,1 1 1,0 0-1,9 0 1,-6 1-120,1 0 0,-1 1 0,0 0 0,0 0 0,0 1 0,0 0 1,0 0-1,-1 1 0,1-1 0,-1 2 0,0-1 0,0 1 0,0 0 0,-1 1 0,0 0 0,0 0 0,0 0 1,5 9-1,-3-5-55,-1 1 1,-1 0-1,0 0 1,0 1-1,-1 0 1,-1 0-1,0 0 1,0 0-1,-1 1 1,-1-1-1,1 19 1,-8 107 423,5-135-377,1-3-156,1-1 0,-1 1 1,0-1-1,1 1 0,-1-1 0,1 0 1,-1 1-1,0-1 0,0 0 0,1 0 1,-1 0-1,1-1 0,4-2 6,12-13 11,0 1 0,-1-2 0,-1 0-1,0-1 1,23-39 0,18-22 52,-41 61 20,1 0 1,0 1-1,1 1 0,1 1 0,1 0 0,28-16 0,-41 27-63,0 1 0,0 1 0,1-1 0,-1 1 0,1 1 0,0 0-1,0 0 1,0 0 0,0 1 0,0 0 0,0 0 0,0 1 0,1 0 0,-1 1 0,0 0 0,0 0 0,0 0-1,0 1 1,0 1 0,0-1 0,-1 1 0,1 1 0,7 3 0,-4 1-2,-1 0 1,0 0-1,0 1 0,0 0 1,-1 1-1,-1 0 0,14 19 1,41 81-571,-48-83 159,-3-5-169,39 80-2875,-29-26-3293,-8-31 432,2-8-4066</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1.150"/>
    </inkml:context>
    <inkml:brush xml:id="br0">
      <inkml:brushProperty name="width" value="0.035" units="cm"/>
      <inkml:brushProperty name="height" value="0.035" units="cm"/>
      <inkml:brushProperty name="color" value="#008C3A"/>
    </inkml:brush>
  </inkml:definitions>
  <inkml:trace contextRef="#ctx0" brushRef="#br0">45 57 7869,'1'-1'263,"-1"0"1,0 0 0,0 0-1,0 0 1,0 0-1,0 0 1,0 0 0,0 0-1,0 1 1,0-1-1,0 0 1,0 0 0,-1 0-1,1 0 1,0 0 0,-1 0-1,1 1 1,0-1-1,-1 0 1,1 0 0,-1 0-1,0 1 1,1-1-1,-1 0 1,1 1 0,-1-1-1,0 0 1,0 1-1,1-1 1,-1 1 0,0-1-1,0 1 1,0 0 0,1-1-1,-1 1 1,0 0-1,0 0 1,0-1 0,-1 1-1,-2-2-374,1 0 1822,2 0-1392,0 0 0,0 1 0,0-1 0,0 0 0,0 0 0,0 1 0,0-1 0,-1 0 0,1 1 0,-7-7 6574,10 45-6344,2 0-1,14 57 1,-9-49-37,5 59 1,-13-94-523,17 182-2504,-9-113-1583,3 18-7844,-1-61 720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2.100"/>
    </inkml:context>
    <inkml:brush xml:id="br0">
      <inkml:brushProperty name="width" value="0.035" units="cm"/>
      <inkml:brushProperty name="height" value="0.035" units="cm"/>
      <inkml:brushProperty name="color" value="#008C3A"/>
    </inkml:brush>
  </inkml:definitions>
  <inkml:trace contextRef="#ctx0" brushRef="#br0">51 257 11201,'-16'-6'2871,"-19"-5"6173,38-4-6658,-1 12-2305,0 1-1,0 0 0,0 0 0,0 0 1,0 0-1,0 0 0,1 0 0,-1 1 1,1-1-1,-1 1 0,1 0 0,-1-1 1,1 1-1,0 0 0,3 0 0,54-11 449,-34 8-277,903-112 1547,-619 85-1624,-49 0-563,-249 30 714,30-1-4478,-41 2 4066,-1 0 0,0 0 0,0-1-1,0 1 1,1 0 0,-1 0 0,0 0 0,0 0-1,0 0 1,0 0 0,1 0 0,-1 0 0,0 0-1,0 1 1,0-1 0,1 0 0,-1 0 0,0 0-1,0 0 1,0 0 0,0 0 0,1 0 0,-1 0 0,0 0-1,0 1 1,0-1 0,0 0 0,0 0 0,1 0-1,-1 0 1,0 0 0,0 1 0,0-1 0,0 0-1,0 0 1,0 0 0,0 0 0,0 1 0,0-1-1,0 0 1,0 1 0,-13 8-3227,-10 3-2649,1 2-3486</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2.642"/>
    </inkml:context>
    <inkml:brush xml:id="br0">
      <inkml:brushProperty name="width" value="0.035" units="cm"/>
      <inkml:brushProperty name="height" value="0.035" units="cm"/>
      <inkml:brushProperty name="color" value="#008C3A"/>
    </inkml:brush>
  </inkml:definitions>
  <inkml:trace contextRef="#ctx0" brushRef="#br0">65 37 5348,'-1'0'154,"0"0"-1,0 0 0,0-1 0,0 1 0,0 0 0,0-1 0,0 1 0,-1-1 0,1 1 0,0-1 0,0 0 1,1 1-1,-1-1 0,0 0 0,0 0 0,0 0 0,0 0 0,1 0 0,-1 1 0,0-1 0,1-1 0,-1 1 1,1 0-1,-1 0 0,1 0 0,0 0 0,-1 0 0,1 0 0,0 0 0,0-1 0,-2-11 15872,-3 17-15647,0-1-1,0 1 1,1 0-1,0 1 1,-1-1-1,-4 9 1,8-12-360,1-1 0,0 1 0,0 0 0,-1-1 0,1 1 0,0 0 0,0-1 0,0 1 0,0 0 0,0-1 0,0 1 0,0 0 0,0-1 0,0 1 0,0 0 0,1-1 0,-1 1 0,0 0 0,0-1 0,1 1 0,-1-1 0,0 1 0,1 0 0,-1-1 0,0 1 0,1-1 0,-1 1 0,1-1 0,-1 1 0,1-1 0,-1 0 0,1 1 0,-1-1 0,1 1 0,0-1 0,-1 0 0,1 0 0,0 1 0,-1-1 0,1 0 0,0 0 0,0 0 0,42 13 132,-32-10-78,74 21 106,38 8-75,151 63 1,-53 6-1420,18 7-3357,-75-44-6337,-118-49 850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3.278"/>
    </inkml:context>
    <inkml:brush xml:id="br0">
      <inkml:brushProperty name="width" value="0.035" units="cm"/>
      <inkml:brushProperty name="height" value="0.035" units="cm"/>
      <inkml:brushProperty name="color" value="#008C3A"/>
    </inkml:brush>
  </inkml:definitions>
  <inkml:trace contextRef="#ctx0" brushRef="#br0">814 53 6609,'4'-1'598,"-1"-1"0,1 0 0,-1 0 0,0 0 0,0 0 0,0 0 0,3-4 0,-2 3 210,0-1 0,0 1 0,1 0 0,-1 0 1,1 0-1,7-3 0,4-1-171,-10 6 2003,-15 18-574,8-15-2024,-12 20 745,-1-1 0,-2-1 0,0 0 0,-34 33 0,-88 64 394,46-42-716,30-19-1078,2 2 1,-90 115-1,102-115-1044,-74 70-1,91-99 1373,22-21 289,-1 0 0,1 1 0,1 0 0,0 0-1,0 1 1,1 0 0,0 0 0,-5 12 0,11-18 71,0 0 1,1-1-1,0 1 0,0 0 1,0-1-1,0 1 1,0 0-1,1-1 1,-1 1-1,1 0 1,0-1-1,0 1 0,3 5 1,-2-4 85,1 4 73,0 0 0,1 0 0,0 0 0,1-1 0,-1 0 0,2 1 0,-1-2 0,1 1 0,0-1 0,1 1 0,-1-2 0,1 1 0,1-1 0,9 7 0,-4-6-134,-1-1 0,1-1-1,0 0 1,1 0 0,-1-1 0,1-1 0,0 0 0,27 1 0,45 1-1,167-13 0,88-33-661,-216 24 264,795-129-625,-861 134 1030,76-27-1,-133 38-354,-6-1-858,-1-1 616,1 1-1,-1 0 0,0 0 1,0 1-1,0-1 1,0 1-1,0 0 0,0 1 1,0-1-1,-7 1 1,-26 4-5969,-5 4-4215</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505"/>
    </inkml:context>
    <inkml:brush xml:id="br0">
      <inkml:brushProperty name="width" value="0.035" units="cm"/>
      <inkml:brushProperty name="height" value="0.035" units="cm"/>
      <inkml:brushProperty name="color" value="#008C3A"/>
    </inkml:brush>
  </inkml:definitions>
  <inkml:trace contextRef="#ctx0" brushRef="#br0">16 462 8405,'-15'4'5482,"25"2"1786,2 0-8193,-9-5 2625,-1-1-1558,0-1-1,0 1 1,0-1-1,0 0 1,0 1-1,0-1 1,-1 0-1,1 0 1,0 0-1,0-1 1,-1 1-1,1 0 1,-1-1-1,1 1 1,-1-1-1,2-1 1,25-35 1072,-18 23-1101,32-48 47,-4-2 0,56-127 1,-94 192-159,17-46 376,-16 44-296,-1-1 0,0 1 0,1-1 0,-1 1 0,0 0 0,0-1 0,-1 1 0,1-1 0,0 1 0,-1 0 0,0-1 0,1 1 0,-1 0 0,0-1 0,-1-1 0,-4 3 538,0 5-495,-1-1 0,1 1 0,-1 0 0,1 0 0,1 1 0,-1-1 0,0 1 0,1 1 0,0-1 0,1 1 0,-1 0 0,1 0 0,0 0 0,0 1 0,1-1 0,-3 9-1,-8 19 947,-19 70 0,28-88-1026,-1 10-45,2 1 0,0-1 0,2 1 0,1-1 0,5 54 0,-4-77-267,0-1-1,1 1 1,0 0 0,-1 0-1,1 0 1,0-1 0,0 1-1,0-1 1,1 1 0,-1-1-1,1 1 1,-1-1 0,1 0-1,0 1 1,0-1 0,0 0-1,0 0 1,0 0 0,0-1-1,0 1 1,1-1 0,-1 1 0,1-1-1,-1 0 1,1 1 0,0-2-1,-1 1 1,1 0 0,0 0-1,0-1 1,-1 1 0,1-1-1,0 0 1,0 0 0,0 0-1,0 0 1,-1-1 0,1 1-1,0-1 1,0 1 0,3-2-1,19-7-5738</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681"/>
    </inkml:context>
    <inkml:brush xml:id="br0">
      <inkml:brushProperty name="width" value="0.035" units="cm"/>
      <inkml:brushProperty name="height" value="0.035" units="cm"/>
      <inkml:brushProperty name="color" value="#008C3A"/>
    </inkml:brush>
  </inkml:definitions>
  <inkml:trace contextRef="#ctx0" brushRef="#br0">16 238 16265,'-12'-35'2925,"9"13"1503,9-1-2772,13-12 521,3 15-1717,7 3-732,12 3-721,7-3-667,-7-6-1076,0 6 136,10 5-3241,3 10-4984</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4.881"/>
    </inkml:context>
    <inkml:brush xml:id="br0">
      <inkml:brushProperty name="width" value="0.035" units="cm"/>
      <inkml:brushProperty name="height" value="0.035" units="cm"/>
      <inkml:brushProperty name="color" value="#008C3A"/>
    </inkml:brush>
  </inkml:definitions>
  <inkml:trace contextRef="#ctx0" brushRef="#br0">0 32 10849,'0'0'6117,"19"-9"-5265,1 1-364,5 5-1304,0 0-449,-6-3-319,4 4-688,-8 13-1344,1-2-2153</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5.005"/>
    </inkml:context>
    <inkml:brush xml:id="br0">
      <inkml:brushProperty name="width" value="0.035" units="cm"/>
      <inkml:brushProperty name="height" value="0.035" units="cm"/>
      <inkml:brushProperty name="color" value="#008C3A"/>
    </inkml:brush>
  </inkml:definitions>
  <inkml:trace contextRef="#ctx0" brushRef="#br0">111 258 11313,'-60'23'2352,"38"-23"2317,6-9-2449,3 0 996,26-11-2324,22-11-688,6 8-544,7-5-448,9-1-776,13-5-756,-7-1-900,4 4-1673,6 0-3864</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5.158"/>
    </inkml:context>
    <inkml:brush xml:id="br0">
      <inkml:brushProperty name="width" value="0.035" units="cm"/>
      <inkml:brushProperty name="height" value="0.035" units="cm"/>
      <inkml:brushProperty name="color" value="#008C3A"/>
    </inkml:brush>
  </inkml:definitions>
  <inkml:trace contextRef="#ctx0" brushRef="#br0">25 28 12757,'0'-2'322,"-3"-22"2072,-3 23 998,-7 11 5207,11-1-5208,5 21-1676,2-5-1504,-3-18-213,0-1 0,-1 0 1,0 1-1,0-1 0,-1 0 0,0 1 1,-1 11-1,-2 20-2547,3 24-7067,0-34 4759,0-6-7904</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47.902"/>
    </inkml:context>
    <inkml:brush xml:id="br0">
      <inkml:brushProperty name="width" value="0.035" units="cm"/>
      <inkml:brushProperty name="height" value="0.035" units="cm"/>
      <inkml:brushProperty name="color" value="#008C3A"/>
    </inkml:brush>
  </inkml:definitions>
  <inkml:trace contextRef="#ctx0" brushRef="#br0">48 199 6717,'-10'-2'19981,"9"-4"-16640,0-1-6678,0 5 5102,-10 2-1385,-10 0-1244,19-3 333,10-1 418,-6 3 114,-1 1 0,0-1 0,0 0 0,-1 0 0,1 1 0,0-1 0,0 0 0,0 0 0,0 0 1,-1 0-1,1 0 0,0 0 0,-1 0 0,1 0 0,-1 0 0,1 0 0,-1-1 0,0 1 0,1 0 1,-1 0-1,0 0 0,0-1 0,0 1 0,0 0 0,0-1 0,1-8 22,0 8 1092,-2 0-1000,0 1-1,0 0 0,0-1 0,1 1 1,-1-1-1,1 1 0,-1-1 0,1 1 1,-1-1-1,1 0 0,0 1 0,0-1 1,-1-2-1,7 7-92,-1 0 0,0 1 1,0-1-1,-1 1 0,1 1 1,-1-1-1,0 0 0,0 1 1,-1 0-1,1 0 0,-1 0 1,0 1-1,0-1 0,-1 1 1,0-1-1,0 1 0,0 0 0,2 11 1,11 74 49,-9-45-40,12 28-7,-18-73-11,0 1 1,1-1-1,-1 1 0,0-1 0,1 1 1,-1-1-1,1 0 0,0 1 0,-1-1 0,1 0 1,0 1-1,0-1 0,0 0 0,0 0 1,0 0-1,0 0 0,0 0 0,0 0 0,0 0 1,1 0-1,-1 0 0,0-1 0,1 1 1,-1 0-1,0-1 0,1 1 0,-1-1 1,1 0-1,-1 1 0,1-1 0,-1 0 0,0 0 1,1 0-1,-1 0 0,1 0 0,1 0 1,8 0-28,-10 0 19,1 0 1,-1 0-1,0 0 1,0 0 0,0 0-1,0 0 1,1-1 0,-1 1-1,0 0 1,0-1 0,0 1-1,0-1 1,0 1-1,0-1 1,0 0 0,0 1-1,0-1 1,0-1 0,3-1 27,9-4-3,-1-2 0,-1 0 1,1 0-1,-1-1 0,-1 0 0,0-1 0,13-18 0,53-91-55,-57 89 44,-5 6 2,1 0 1,1 1-1,1 1 1,1 1-1,2 1 1,28-26-1,-46 45-4,1 1 0,-1-1-1,1 1 1,-1 0-1,1 0 1,0 0 0,-1 0-1,1 1 1,0-1 0,-1 1-1,1 0 1,0-1 0,0 1-1,-1 1 1,1-1 0,0 0-1,0 1 1,-1-1 0,1 1-1,0 0 1,-1 0 0,1 0-1,-1 0 1,1 0 0,-1 0-1,1 1 1,-1-1-1,0 1 1,0 0 0,0 0-1,3 2 1,3 4 49,0 0 0,-1 0 0,1 1-1,-2 0 1,1 0 0,6 15 0,8 18-67,-3 0 0,-1 2 0,-2 0 0,13 69 0,8 34-7406,-5-32-2282,-22-83-3001</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3.396"/>
    </inkml:context>
    <inkml:brush xml:id="br0">
      <inkml:brushProperty name="width" value="0.035" units="cm"/>
      <inkml:brushProperty name="height" value="0.035" units="cm"/>
      <inkml:brushProperty name="color" value="#008C3A"/>
    </inkml:brush>
  </inkml:definitions>
  <inkml:trace contextRef="#ctx0" brushRef="#br0">264 49 11397,'-4'-6'497,"2"4"-160,0-1 0,0 1 0,0-1 0,1 1 0,-1-1 0,1 0 0,0 0 0,-1 0 0,1 0 0,1 0 0,-1 0 0,0-7 6590,-20 22-3395,16-7-3193,0 0 0,0 1 0,0 0 0,1-1 0,0 2 0,0-1 0,0 0 0,1 1-1,0 0 1,-2 7 0,-23 81 1794,23-74-1851,-65 324-15,41-183-307,12-72 40,-6 114 0,21-162 0,2 0 0,2 0 0,2 0 0,1-1 0,12 44 0,-3-37 0,1 0 0,3-2 0,2 0 0,31 54 0,-33-70 0,1-1 0,2-1 0,0-1 0,2-1 0,1-1 0,1-1 0,30 22 0,-14-17-864,1-3-1,2-1 1,1-2 0,0-3 0,2-1-1,50 13 1,6-5-4735,193 25 0,-122-33-6936</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4.062"/>
    </inkml:context>
    <inkml:brush xml:id="br0">
      <inkml:brushProperty name="width" value="0.035" units="cm"/>
      <inkml:brushProperty name="height" value="0.035" units="cm"/>
      <inkml:brushProperty name="color" value="#008C3A"/>
    </inkml:brush>
  </inkml:definitions>
  <inkml:trace contextRef="#ctx0" brushRef="#br0">173 35 9081,'-47'-34'12262,"46"38"-11783,0 1 0,1-1 1,-2 0-1,1 0 0,0 1 0,-1-1 1,-2 4-1,-5 17 297,5 0 40,2 0 0,0 28 0,-1 14 216,-5 17-126,-38 356 1459,40-400-2343,-24 218 29,27-207-54,2 0 1,3 0-1,7 54 1,-8-100 2,0 1 0,0-1 0,0 0 0,1 0 0,0 0 0,0 0 0,0 0 0,0 0 0,1 0 0,0 0 0,0-1 0,0 0 0,0 1 0,6 4 0,-6-7 0,0 0 0,0-1 0,0 1 0,0 0 0,0-1 0,0 1 0,1-1 0,-1 0 0,1 0 0,-1-1 0,1 1 0,-1-1 0,1 0 0,-1 1 0,1-1 0,-1-1 0,1 1 0,-1-1 0,1 1 0,-1-1 0,1 0 0,4-2 0,28-13 0,-1 0 0,-1-3 0,-1 0 0,58-47 0,50-29 0,-133 91 0,0-1 0,0 2 0,0-1 0,0 1 0,1 0 0,0 1 0,0 0 0,-1 1 0,1-1 0,0 2 0,0-1 0,15 2 0,-17 0 0,0 1 0,1-1 0,-1 1 0,0 1 0,0 0 0,0 0 0,-1 0 0,1 1 0,-1 0 0,1 0 0,-1 0 0,0 1 0,-1 0 0,1 0 0,6 9 0,0 1 0,-1 1 0,-1-1 0,-1 2 0,12 24 0,23 77 0,-19-50 0,-20-55-411,1 0 1,0-1-1,9 12 1,-5-10-931,0 0 1,1-2 0,0 1 0,22 17 0,-22-21 322,0-1 0,0 0 1,1 0-1,0-1 0,1-1 0,-1 0 0,1-1 1,0-1-1,1 1 0,-1-2 0,20 3 0,18-3-8208</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4.619"/>
    </inkml:context>
    <inkml:brush xml:id="br0">
      <inkml:brushProperty name="width" value="0.035" units="cm"/>
      <inkml:brushProperty name="height" value="0.035" units="cm"/>
      <inkml:brushProperty name="color" value="#008C3A"/>
    </inkml:brush>
  </inkml:definitions>
  <inkml:trace contextRef="#ctx0" brushRef="#br0">250 305 5256,'0'0'5075,"0"2"-4512,-4 11 303,-3-4 4949,-12-10 4008,5-2-11018,10 3 2494,3-3 31,-8-15-344,8 18-954,1 0 0,0 0 0,0 0 0,0-1 0,-1 1 0,1 0 0,0 0 0,0 0 0,0 0 0,-1 0 0,1 0 0,0 0 0,0 0 0,-1 0 0,1 0 0,0 0 0,0 0 0,0 0 0,-1 0 0,1 0 0,0 0 0,0 0 0,-1 0 0,1 0 0,0 0 0,0 0 0,0 0 0,-1 0 0,1 0 0,0 1 0,0-1 0,0 0 0,-1 0 0,1 0 0,0 0 0,0 0 0,0 1 0,0-1 0,0 0 0,-1 1 0,-1 3 201,0 1 1,0-1 0,1 1 0,-1 0 0,1 0 0,-1 9 0,-32 148-234,19-105 0,3 2 0,2-1 0,-2 81 0,12-118 0,0 11 0,0-1 0,10 57 0,-8-79 0,0 0 0,1 0 0,0 0 0,0 0 0,1 0 0,0 0 0,1-1 0,0 0 0,0 0 0,1 0 0,0-1 0,0 0 0,12 11 0,-13-14 0,0 1 0,1-1 0,0 0 0,-1 0 0,1-1 0,1 0 0,-1 0 0,1 0 0,-1-1 0,1 0 0,-1 0 0,1-1 0,0 0 0,0 0 0,0 0 0,0-1 0,0 0 0,0 0 0,0-1 0,0 0 0,0 0 0,-1-1 0,1 0 0,0 0 0,-1 0 0,1-1 0,6-4 0,1-1-3,0 0 0,0-1 1,-1-1-1,-1 0 0,1-1 0,-2-1 1,0 0-1,0 0 0,10-17 0,-8 10-9,-2-1 0,-1 0-1,0 0 1,-1-2 0,11-42-1,-11 19-20,-2 0-1,-2 0 0,-2-1 1,-1 1-1,-3-1 0,-7-46 1,3 47-91,-2 0 1,-3 1-1,-15-45 1,17 66 76,-1 1-1,0 0 1,-2 0-1,-1 1 1,0 1-1,-2 0 1,-22-26-1,30 39 44,0 1 0,-1-1 0,0 1 0,1 1 0,-2-1 0,1 1-1,-1 1 1,0-1 0,0 1 0,0 1 0,0 0 0,-1 0 0,1 0 0,-1 1-1,0 0 1,1 1 0,-1 0 0,0 0 0,0 1 0,0 0 0,0 1 0,-11 1 0,18-1 4,-10 1 12,0 0-1,0 1 1,0 1-1,1 0 1,0 0-1,-1 1 1,2 1 0,-1 0-1,-18 14 1,21-14 0,0 1 1,0 1 0,1 0-1,0 0 1,0 0 0,1 1 0,0 0-1,1 0 1,0 0 0,0 1 0,1 0-1,0 0 1,1 0 0,0 0-1,0 1 1,1-1 0,1 1 0,0-1-1,0 1 1,1 0 0,0-1-1,1 1 1,0 0 0,1-1 0,0 1-1,1-1 1,0 0 0,1 0 0,-1 0-1,2 0 1,0-1 0,0 1-1,1-1 1,0 0 0,9 10 0,-2-5-249,1-1 1,1 0-1,0 0 1,1-2 0,0 0-1,1-1 1,0-1 0,0 0-1,1-1 1,0-1-1,1-1 1,26 6 0,-1-3-1169,0-2 0,1-2 0,0-2 0,58-3 0,36-13-7806,-77 2-552</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146"/>
    </inkml:context>
    <inkml:brush xml:id="br0">
      <inkml:brushProperty name="width" value="0.035" units="cm"/>
      <inkml:brushProperty name="height" value="0.035" units="cm"/>
      <inkml:brushProperty name="color" value="#008C3A"/>
    </inkml:brush>
  </inkml:definitions>
  <inkml:trace contextRef="#ctx0" brushRef="#br0">13 99 8005,'-6'-6'8185,"2"-12"-4899,4 17-3090,-1 0 0,1-1-1,0 1 1,-1 0-1,1-1 1,0 1-1,0 0 1,-1-1-1,1 1 1,0 0-1,0-1 1,1 1 0,-1-1-1,0 1 1,0 0-1,1 0 1,-1-1-1,1 1 1,-1 0-1,1-2 1,2 0 8,-1-1 1,1 1-1,0 0 0,-1 0 1,1 0-1,1 0 0,-1 0 1,0 1-1,1-1 0,-1 1 1,1 0-1,0 0 1,0 0-1,0 1 0,0-1 1,0 1-1,0 0 0,0 0 1,0 0-1,0 1 0,0-1 1,1 1-1,6 1 1,-2-1-97,-1 1 0,0 0 0,0 1 0,1 0 0,-1 0 0,0 1 0,-1 0 0,1 0 0,0 1 0,-1-1 0,10 8 0,-8-3-26,-1 0 0,1 1 0,-1-1 0,-1 1 0,0 1-1,0 0 1,-1 0 0,0 0 0,6 16 0,-5-9-40,-1 1 1,0 0-1,-1 0 1,-1 1-1,3 23 0,-6-13 4,-1-1-1,-1 0 0,-10 54 0,-27 82 17,-44 92 0,68-220-48,12-33 7,22-21-16,-6 2-33,0-1 0,-1-1 0,-1 0 0,-1-1 0,16-36 0,34-108-99,29-122-53,-64 188 401,-25 94 150,1 6 175,11 22-398,-2-1 0,0 2 0,-2 0 1,10 40-1,14 41 13,-21-77-816,1 0 0,2-1-1,0 0 1,27 35 0,-34-53 325,0-1 0,1 0 0,1 0 1,-1-1-1,2-1 0,-1 1 0,1-2 0,0 1 0,1-1 0,0-1 1,0 0-1,0-1 0,14 4 0,-22-8-379,0 0 0,0-1 0,1 1 0,-1-1 0,1 0-1,-1 0 1,0 0 0,1 0 0,-1-1 0,0 0 0,6-1 0,8-2-3455,5 1-5052</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589"/>
    </inkml:context>
    <inkml:brush xml:id="br0">
      <inkml:brushProperty name="width" value="0.035" units="cm"/>
      <inkml:brushProperty name="height" value="0.035" units="cm"/>
      <inkml:brushProperty name="color" value="#008C3A"/>
    </inkml:brush>
  </inkml:definitions>
  <inkml:trace contextRef="#ctx0" brushRef="#br0">197 7 12877,'13'-6'2856,"-11"9"-554,-20 19 1146,-3 6-427,14-12-1874,1-1 0,-8 30 0,-6 17 644,17-53-1643,-26 62 888,3 1 1,-31 138-1,53-187-1188,1-1 0,0 1 0,2 0 0,1-1 0,1 1 0,1 0 0,1 0 0,0-1 0,2 1 0,1-1 0,1-1 0,0 1 0,2-1 0,14 25 0,-11-26-485,1-1 0,2-1 0,0 0 0,0-1 0,2 0 0,0-1 0,1-1 0,36 23 0,-21-18-1902,1-2 0,1-1 0,0-1 1,61 17-1,-9-12-6763</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6.869"/>
    </inkml:context>
    <inkml:brush xml:id="br0">
      <inkml:brushProperty name="width" value="0.035" units="cm"/>
      <inkml:brushProperty name="height" value="0.035" units="cm"/>
      <inkml:brushProperty name="color" value="#008C3A"/>
    </inkml:brush>
  </inkml:definitions>
  <inkml:trace contextRef="#ctx0" brushRef="#br0">165 4 9897,'1'0'142,"0"-1"0,0 1 0,0-1 0,0 1 0,0-1 0,-1 1 1,1 0-1,0 0 0,0-1 0,0 1 0,0 0 0,0 0 0,0 0 0,1 0 0,-1 0 0,0 0 0,0 0 0,0 1 1,0-1-1,-1 0 0,1 1 0,0-1 0,0 0 0,0 1 0,0-1 0,0 1 0,0-1 0,0 1 0,-1 0 0,1-1 1,0 1-1,0 0 0,-1 0 0,1-1 0,-1 1 0,2 1 0,28 41 2492,-21-29-2086,18 23 182,-2 2 0,-1 0 0,-2 2 0,-2 0 0,26 80-1,-34-79-613,-1 1 0,-3-1 0,-1 1-1,-3 0 1,-1 1 0,-2-1 0,-2 1-1,-2-1 1,-2 1 0,-2-1 0,-1-1-1,-27 77 1,-23 17-219,49-119-40,-1-1 0,0 0-1,-1 0 1,-1-1-1,-24 24 1,0-6-1361,-57 38 0,1-15-7401,70-46 545</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351"/>
    </inkml:context>
    <inkml:brush xml:id="br0">
      <inkml:brushProperty name="width" value="0.035" units="cm"/>
      <inkml:brushProperty name="height" value="0.035" units="cm"/>
      <inkml:brushProperty name="color" value="#008C3A"/>
    </inkml:brush>
  </inkml:definitions>
  <inkml:trace contextRef="#ctx0" brushRef="#br0">42 456 8729,'0'0'3760,"-4"0"-2168,-33 0 6834,39 1-8232,-2 0-178,1-1 0,0 1 0,0 0 0,-1-1 1,1 1-1,0-1 0,0 1 0,0-1 0,0 1 0,0-1 0,0 1 0,0-1 0,0 0 0,0 0 0,0 0 0,0 1 0,0-1 0,0 0 0,0 0 0,0 0 0,0 0 0,0-1 0,0 1 0,0 0 0,0 0 0,0-1 0,0 1 0,1-1 0,1-2 3,0 0 1,-1 0-1,0 0 0,0-1 0,0 1 1,0-1-1,2-5 0,5-13 11,-2 0-1,0-1 0,-1 1 1,-1-1-1,-2-1 1,2-35-1,-9-143 894,4 200-849,0 0 0,-1 0 0,1 0 0,0 0 0,-1 0 0,0 0 0,1 0 0,-1 0 0,0 1 0,0-1 0,0 0 0,0 1 0,0-1 0,-3-2 0,4 4-47,-1-1 0,1 1-1,-1 0 1,1-1 0,-1 1 0,1 0-1,-1 0 1,1 0 0,-1-1 0,0 1-1,1 0 1,-1 0 0,1 0-1,-1 0 1,1 0 0,-1 0 0,0 0-1,1 0 1,-1 0 0,1 0-1,-1 1 1,0-1 0,1 0 0,-1 0-1,1 1 1,-1-1 0,1 0-1,-1 0 1,1 1 0,-1-1 0,1 1-1,-1-1 1,1 0 0,0 1 0,-1-1-1,1 1 1,0-1 0,-1 1-1,1-1 1,0 1 0,-1-1 0,1 1-1,0-1 1,0 1 0,0 0-1,0 0 1,-6 11 58,1 1 0,0 0 0,1 0 0,0 0 0,1 0-1,1 1 1,0-1 0,1 1 0,0-1 0,1 1 0,1-1 0,0 1 0,1-1 0,4 17 0,2 0-1218,2-1 1,0 0 0,2-1-1,1 0 1,18 27 0,-3-18-6355,-23-31 6001,24 26-7852</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503"/>
    </inkml:context>
    <inkml:brush xml:id="br0">
      <inkml:brushProperty name="width" value="0.035" units="cm"/>
      <inkml:brushProperty name="height" value="0.035" units="cm"/>
      <inkml:brushProperty name="color" value="#008C3A"/>
    </inkml:brush>
  </inkml:definitions>
  <inkml:trace contextRef="#ctx0" brushRef="#br0">10 55 10357,'0'-23'1560,"-6"8"-240,3-2 1833,15 26-4538,1-6-667,3 17-1712,16 8-2441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5:57.833"/>
    </inkml:context>
    <inkml:brush xml:id="br0">
      <inkml:brushProperty name="width" value="0.035" units="cm"/>
      <inkml:brushProperty name="height" value="0.035" units="cm"/>
      <inkml:brushProperty name="color" value="#008C3A"/>
    </inkml:brush>
  </inkml:definitions>
  <inkml:trace contextRef="#ctx0" brushRef="#br0">39 200 12365,'-4'2'351,"0"0"117,0 0 1,0 0-1,1 0 0,-1 0 0,1 1 1,0-1-1,-6 7 7264,27-24-5555,-5 7-1897,-1 0 0,2 1 0,-1 1 0,1 0-1,24-7 1,81-13-541,-43 11-674,92-40-2221,-81 23-401,4 6-4364,-46 17-847</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348"/>
    </inkml:context>
    <inkml:brush xml:id="br0">
      <inkml:brushProperty name="width" value="0.035" units="cm"/>
      <inkml:brushProperty name="height" value="0.035" units="cm"/>
      <inkml:brushProperty name="color" value="#008C3A"/>
    </inkml:brush>
  </inkml:definitions>
  <inkml:trace contextRef="#ctx0" brushRef="#br0">498 45 9101,'-1'-3'469,"-1"0"1,1 1-1,-1-1 1,0 0-1,0 1 1,0-1-1,0 1 1,0 0 0,0-1-1,-1 1 1,1 0-1,-1 1 1,1-1-1,-1 0 1,0 1-1,0-1 1,1 1-1,-1 0 1,0 0-1,0 0 1,0 0-1,-4 0 1,4 1-181,1 0 0,-1-1-1,0 1 1,1 0 0,-1 0 0,0 1 0,1-1 0,-1 1-1,0-1 1,1 1 0,-1 0 0,1 0 0,-1 0 0,1 0-1,-1 0 1,1 0 0,0 1 0,-1-1 0,1 1 0,0 0 0,0 0-1,0 0 1,1 0 0,-1 0 0,0 0 0,-1 4 0,0 0-110,0 0 1,1 0-1,0 0 1,0 1 0,1-1-1,0 1 1,0 0 0,0-1-1,1 1 1,0 0 0,0-1-1,1 1 1,0-1 0,0 1-1,1 0 1,-1-1 0,1 0-1,4 8 1,4 9 69,1-1 1,1-1-1,23 34 1,-20-34-278,0-1 0,2 0 0,0-1 1,1-1-1,0 0 0,2-2 0,0 0 1,1-1-1,1-1 0,0-1 0,0-1 1,27 9-1,-40-17-17,0-2-1,0 1 1,1-1 0,-1-1 0,0 0-1,1 0 1,-1 0 0,1-2 0,-1 1 0,0-1-1,1 0 1,-1-1 0,0 0 0,0-1-1,0 1 1,0-2 0,0 1 0,-1-1-1,1-1 1,-1 0 0,0 0 0,-1 0 0,1-1-1,-1 0 1,7-8 0,1-6 71,-2 1 1,20-39-1,3-4 520,-35 60-252,13 25 406,-9-13-666,-1 1 1,0 0-1,0 0 1,-1 0-1,-1 1 1,0-1 0,-1 1-1,1 20 1,-10 104 201,4-86-208,-6 77-28,-5 0 0,-5-1 0,-6-2 0,-6 0 0,-54 138 0,-119 176-97,159-358 53,-3-1 0,-4-3 1,-75 83-1,108-137-25,-1-1 0,-29 22 0,41-36 58,-1 0 0,-1 0 0,1-1 0,-1-1 0,0 1 0,0-2 0,-24 7 0,30-10 14,0-1 0,1 1 0,-1-1-1,0 0 1,0-1 0,1 0 0,-1 1 0,0-1-1,1-1 1,-1 1 0,1-1 0,-1 1-1,1-1 1,-1-1 0,1 1 0,0-1 0,0 1-1,1-1 1,-1 0 0,0-1 0,1 1 0,0 0-1,-3-5 1,-4-4-1,2 0-1,-1 0 1,2-1-1,0 0 1,0 0 0,-5-16-1,1-5 10,2-2-1,1 1 0,1-1 1,2 0-1,2-1 0,1 1 0,4-50 1,5 8-223,4 0 0,27-104 0,-23 129-407,2 0 1,3 1-1,2 1 1,2 1-1,2 0 0,2 3 1,2 0-1,3 2 1,72-79-1,-37 56-1941,102-80-1,3 22-5629,-77 64-1054</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801"/>
    </inkml:context>
    <inkml:brush xml:id="br0">
      <inkml:brushProperty name="width" value="0.035" units="cm"/>
      <inkml:brushProperty name="height" value="0.035" units="cm"/>
      <inkml:brushProperty name="color" value="#008C3A"/>
    </inkml:brush>
  </inkml:definitions>
  <inkml:trace contextRef="#ctx0" brushRef="#br0">0 357 9905,'6'-8'-52,"-5"7"697,0 0-1,0 0 1,0-1-1,-1 1 1,1 0-1,0 0 1,-1 0 0,1-1-1,-1 1 1,1 0-1,-1 0 1,1-1-1,-1 1 1,0-2-1,-2-9 624,1 10-1215,1 1 0,-1-1 0,1 1 0,0-1-1,-1 0 1,1 1 0,0-1 0,0 1 0,0-1 0,0 0-1,0 1 1,0-1 0,1 1 0,-1-1 0,1 1 0,-1-1-1,1 1 1,-1-1 0,1 1 0,0-1 0,0 1 0,1-3-1,7-12 275,-4 7-271,-1 1-1,0-1 0,0 0 0,-1 0 1,-1 0-1,1 0 0,-1-1 0,-1 1 0,0 0 1,0-1-1,-1-12 0,-1 8 239,1 1 0,0 0 1,1 0-1,1 0 0,0 0 0,0 0 0,7-18 0,-5 13 1448,0 36-1149,-1 1-1,0 29 0,-3-32-579,1-1-1,1 1 0,0 0 0,7 22 0,31 61-2483,-4-34-2662,-11-34 741,-9-18-1556,-4-4-2051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0.953"/>
    </inkml:context>
    <inkml:brush xml:id="br0">
      <inkml:brushProperty name="width" value="0.035" units="cm"/>
      <inkml:brushProperty name="height" value="0.035" units="cm"/>
      <inkml:brushProperty name="color" value="#008C3A"/>
    </inkml:brush>
  </inkml:definitions>
  <inkml:trace contextRef="#ctx0" brushRef="#br0">64 1 8505,'-51'0'5152,"38"40"-2119,13-23-2593,3 3 104,4 6-84,5 14-316,7-12-592,-3 1-720,-6-3-693,3 2-2407,-7-11-3281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1.538"/>
    </inkml:context>
    <inkml:brush xml:id="br0">
      <inkml:brushProperty name="width" value="0.035" units="cm"/>
      <inkml:brushProperty name="height" value="0.035" units="cm"/>
      <inkml:brushProperty name="color" value="#008C3A"/>
    </inkml:brush>
  </inkml:definitions>
  <inkml:trace contextRef="#ctx0" brushRef="#br0">30 1 9909,'0'18'6846,"-1"27"-2400,-14 55-652,11-79-3396,0 0 1,1 0 0,1 0 0,1 0-1,2 29 1,2-34-451,0 1-1,1-1 1,0 0-1,1 0 0,1 0 1,1-1-1,0 0 1,1 0-1,1-1 1,0 0-1,0 0 1,17 17-1,-12-17-602,0-1 0,1 0 0,1 0 1,0-1-1,0-2 0,1 1 0,0-2 0,1 0 0,0-1 0,22 6 0,72 13-7795,-52-16 384</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1.738"/>
    </inkml:context>
    <inkml:brush xml:id="br0">
      <inkml:brushProperty name="width" value="0.035" units="cm"/>
      <inkml:brushProperty name="height" value="0.035" units="cm"/>
      <inkml:brushProperty name="color" value="#008C3A"/>
    </inkml:brush>
  </inkml:definitions>
  <inkml:trace contextRef="#ctx0" brushRef="#br0">261 0 12361,'2'14'2013,"2"0"-1,9 23 1,5 19 1669,35 103 215,-20-67-2793,12 58-38,-39-123-926,-2 0 1,0-1-1,-1 50 0,-4-32-292,-2-1 1,-2 1-1,-20 76 1,19-98-216,-1-1 0,-1 0 0,-1 0 0,-1-1 0,-1 0 0,0-1 0,-2 0 0,0-1 0,-20 21 0,5-11-1550,-2-1 1,-48 33 0,-21 2-5623,43-27-622</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153"/>
    </inkml:context>
    <inkml:brush xml:id="br0">
      <inkml:brushProperty name="width" value="0.035" units="cm"/>
      <inkml:brushProperty name="height" value="0.035" units="cm"/>
      <inkml:brushProperty name="color" value="#008C3A"/>
    </inkml:brush>
  </inkml:definitions>
  <inkml:trace contextRef="#ctx0" brushRef="#br0">591 1 10405,'-35'18'1933,"27"-15"-1289,1 0-1,-1 1 1,1 0 0,-1 1-1,1-1 1,0 1-1,1 1 1,-1-1 0,1 1-1,0 0 1,1 1-1,-1-1 1,-4 9 0,7-8-179,0 1 0,1-1 0,0 1 1,0-1-1,1 1 0,0 0 0,0 0 1,1-1-1,0 1 0,0 0 0,1 0 1,0-1-1,3 13 0,2 3 242,1 0 1,0 0-1,15 27 0,112 204 252,-16-30-181,-89-163-608,36 114-1,-51-129-167,-3 1 0,-1 0 0,-3 0 1,-2 1-1,-1 64 0,-5-82-9,-2 0 1,0-1-1,-2 0 1,-2 0-1,-1 0 1,0-1-1,-3 0 1,0-1-1,-27 48 1,14-38-648,-1-2-1,-2 0 1,-2-2 0,-1 0-1,-1-3 1,-1 0 0,-2-2 0,-47 29-1,31-25-2219,-97 44 0,81-49-2015,-79 22 0,74-33-3427</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651"/>
    </inkml:context>
    <inkml:brush xml:id="br0">
      <inkml:brushProperty name="width" value="0.035" units="cm"/>
      <inkml:brushProperty name="height" value="0.035" units="cm"/>
      <inkml:brushProperty name="color" value="#008C3A"/>
    </inkml:brush>
  </inkml:definitions>
  <inkml:trace contextRef="#ctx0" brushRef="#br0">0 0 8285,'0'0'4982,"3"1"-3607,0-1-1218,2 0 106,-1 1 1,1 0-1,-1-1 1,1 1-1,-1 1 0,1-1 1,-1 1-1,1 0 0,-1 0 1,0 0-1,0 0 1,0 1-1,0-1 0,-1 1 1,1 0-1,3 5 0,2 2 26,0 0-1,-1 1 0,0 0 0,11 21 0,-17-27-246,0 1 1,0-1-1,-1 1 1,1-1-1,-1 1 1,0-1-1,-1 1 0,1-1 1,-1 1-1,0 0 1,-1-1-1,1 1 0,-1 0 1,-2 6-1,1-4-3,-1 1-1,0-1 1,0 0 0,-1 0-1,0 0 1,0-1-1,-1 1 1,0-1-1,0 0 1,-1 0-1,-10 10 1,-25 34 608,39-49-445,27 0 54,19-3-733,0-3-1,-1-1 1,0-2-1,72-22 1,-92 23-181,116-32-7440,-69 20-696</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2.852"/>
    </inkml:context>
    <inkml:brush xml:id="br0">
      <inkml:brushProperty name="width" value="0.035" units="cm"/>
      <inkml:brushProperty name="height" value="0.035" units="cm"/>
      <inkml:brushProperty name="color" value="#008C3A"/>
    </inkml:brush>
  </inkml:definitions>
  <inkml:trace contextRef="#ctx0" brushRef="#br0">0 166 8773,'38'-32'8033,"-47"18"-6561,2 3 784,11-9-1444,-1 0 344,0 3-776,0 2-192,-6-5-4300,0 3-1541</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001"/>
    </inkml:context>
    <inkml:brush xml:id="br0">
      <inkml:brushProperty name="width" value="0.035" units="cm"/>
      <inkml:brushProperty name="height" value="0.035" units="cm"/>
      <inkml:brushProperty name="color" value="#008C3A"/>
    </inkml:brush>
  </inkml:definitions>
  <inkml:trace contextRef="#ctx0" brushRef="#br0">1 332 5469,'22'-32'1172,"-9"21"-108,-1 0 28,1 2-316,3-2-188,6-4-144,20-5-100,-4 6-80,6-3 64,10 3-156,10-9-48,-1 6-52,4-3-160,-4 0-168,7 0-200,-6-6-452,-1-3-2136,-6 6-1129</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281"/>
    </inkml:context>
    <inkml:brush xml:id="br0">
      <inkml:brushProperty name="width" value="0.035" units="cm"/>
      <inkml:brushProperty name="height" value="0.035" units="cm"/>
      <inkml:brushProperty name="color" value="#008C3A"/>
    </inkml:brush>
  </inkml:definitions>
  <inkml:trace contextRef="#ctx0" brushRef="#br0">76 195 5056,'-10'4'878,"0"0"0,0 0-1,0 1 1,1 1-1,-18 11 4113,54-26-4228,294-81-425,-225 62-1032,171-50-5742,-178 49 1020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625"/>
    </inkml:context>
    <inkml:brush xml:id="br0">
      <inkml:brushProperty name="width" value="0.035" units="cm"/>
      <inkml:brushProperty name="height" value="0.035" units="cm"/>
      <inkml:brushProperty name="color" value="#008C3A"/>
    </inkml:brush>
  </inkml:definitions>
  <inkml:trace contextRef="#ctx0" brushRef="#br0">0 224 5829,'0'0'6040,"3"-2"-5301,33-15-228,0 1-1,2 1 0,44-10 0,124-22-395,-121 29-284,133-24-1627,-61 12-3634,-100 19 1045</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08.840"/>
    </inkml:context>
    <inkml:brush xml:id="br0">
      <inkml:brushProperty name="width" value="0.035" units="cm"/>
      <inkml:brushProperty name="height" value="0.035" units="cm"/>
      <inkml:brushProperty name="color" value="#008C3A"/>
    </inkml:brush>
  </inkml:definitions>
  <inkml:trace contextRef="#ctx0" brushRef="#br0">0 46 6069,'0'0'4996,"13"12"-4344,-1-4-96,23-8-140,32 0-88,-3-3-216,9-2-376,9-4-364,4-5-692,3-3-1912,6 0-1469</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2.275"/>
    </inkml:context>
    <inkml:brush xml:id="br0">
      <inkml:brushProperty name="width" value="0.035" units="cm"/>
      <inkml:brushProperty name="height" value="0.035" units="cm"/>
      <inkml:brushProperty name="color" value="#008C3A"/>
    </inkml:brush>
  </inkml:definitions>
  <inkml:trace contextRef="#ctx0" brushRef="#br0">50 48 12113,'-13'-19'2023,"10"15"1521,0-10-288,3 13-3168,0 1-1,0-1 1,0 1 0,0 0-1,0-1 1,0 1 0,0-1-1,0 1 1,0 0 0,-1-1-1,1 1 1,0-1 0,0 1-1,0 0 1,-1-1 0,1 1-1,0 0 1,-1 0 0,1-1-1,0 1 1,-1 0 0,1-1-1,0 1 1,-1 0 0,1 0-1,0 0 1,-1 0 0,1-1-1,0 1 1,-1 0 0,1 0-1,-1 0 1,1 0 0,-1 0-1,1 0 1,0 0 0,-1 0-1,1 0 1,-1 0 0,1 0-1,-1 0 1,0 1 17,0-1-1,0 1 0,0 0 1,0 0-1,0-1 1,0 1-1,0 0 1,1 0-1,-1 0 0,0 0 1,1 0-1,-1 0 1,0 0-1,1 0 1,-1 0-1,1 0 1,0 0-1,-1 2 0,-1 6 168,1 1-1,0 0 0,1 0 0,0 0 1,1 0-1,0 0 0,3 16 0,1 9 382,41 320 645,23 262 746,-50 1-2044,-17-772 0,6 0 0,42-223 0,-42 344 0,0 0 0,23-53 0,-27 75 0,1 1 0,0 0 0,1 0 0,0 1 0,0-1 0,1 1 0,1 0 0,-1 1 0,1 0 0,1 0 0,17-12 0,-23 18-3,1-1 1,0 1-1,0 0 1,0 1-1,0-1 0,0 1 1,0-1-1,0 1 0,0 0 1,0 1-1,1-1 1,-1 1-1,0 0 0,1 0 1,-1 0-1,0 0 1,1 1-1,-1 0 0,0 0 1,0 0-1,0 0 1,0 1-1,0-1 0,5 4 1,-6-4 0,17 7-4,0 1 0,-1 0 0,0 1 0,-1 1-1,0 1 1,-1 1 0,0 0 0,19 21 0,0 5 30,-2 2 1,-2 2-1,34 59 1,-21-22-25,36 92 1,-24-5-902,-12-31-2939,-29-87-3822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2.929"/>
    </inkml:context>
    <inkml:brush xml:id="br0">
      <inkml:brushProperty name="width" value="0.035" units="cm"/>
      <inkml:brushProperty name="height" value="0.035" units="cm"/>
      <inkml:brushProperty name="color" value="#008C3A"/>
    </inkml:brush>
  </inkml:definitions>
  <inkml:trace contextRef="#ctx0" brushRef="#br0">437 564 8153,'0'0'8359,"-1"3"-5790,-12 45-409,2 0 0,2 1-1,-4 53 1,3 153 163,7-109-1204,3 63-271,3-168-712,2 0 0,1 0 1,12 40-1,-14-69-114,0 0-1,0-1 1,1 1-1,0-1 1,1-1-1,12 18 1,-15-24-45,0-1 0,0 1 0,0-1-1,0 0 1,1 0 0,-1 0 0,1 0 0,0-1 0,0 1 0,0-1-1,0 0 1,0 0 0,0-1 0,0 1 0,1-1 0,-1 0 0,0 0-1,1 0 1,-1-1 0,1 1 0,6-1 0,-5-1-20,1 0-1,-1 0 1,1-1 0,-1 0 0,0 0 0,0 0-1,0 0 1,0-1 0,0 0 0,-1-1-1,1 1 1,-1-1 0,0 0 0,6-6-1,-3 1-41,-1 1 0,0-1-1,0 0 1,-1-1-1,0 0 1,-1 0-1,7-16 1,6-27-321,-2-1 0,-3-1 1,-2 0-1,-3-1 0,3-74 1,-9 28 49,-5-1 1,-4 0 0,-4 1 0,-5 1 0,-5 0 0,-3 1 0,-57-144 0,65 203 219,-38-70 0,49 101 124,-1 0 1,-1 0-1,1 1 1,-2 0-1,1 0 0,-1 1 1,0 0-1,-1 1 1,0-1-1,0 2 1,-1-1-1,-13-6 1,16 11 43,0 0 1,0 0-1,0 1 1,0 0 0,-1 1-1,1 0 1,0 0-1,0 0 1,0 1-1,-1 0 1,1 0 0,0 1-1,0 0 1,0 0-1,-9 4 1,3 0 58,1 0 0,0 1 0,0 0 1,0 1-1,1 0 0,0 1 0,1 0 0,0 1 0,-13 16 1,3-1 85,2 0 1,-29 55-1,30-47-58,1 1 0,2 0-1,2 1 1,-11 46 0,18-58-77,2 1 1,0 0 0,1-1 0,1 1-1,2 0 1,0 0 0,8 39 0,-6-51-55,0 0-1,0-1 1,2 0 0,-1 0 0,1 0 0,1-1 0,0 1 0,0-1 0,1-1 0,1 1 0,13 13 0,-8-11-148,0-1-1,1-1 1,0 0-1,1-1 1,0 0-1,0-2 1,23 9-1,-5-5-614,0-1-1,1-3 1,0 0-1,0-2 1,0-2-1,1-1 1,52-4 0,-51-1-2045,1-3-1,51-13 1,-8-5-6172</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3.544"/>
    </inkml:context>
    <inkml:brush xml:id="br0">
      <inkml:brushProperty name="width" value="0.035" units="cm"/>
      <inkml:brushProperty name="height" value="0.035" units="cm"/>
      <inkml:brushProperty name="color" value="#008C3A"/>
    </inkml:brush>
  </inkml:definitions>
  <inkml:trace contextRef="#ctx0" brushRef="#br0">1 70 11733,'1'-3'2000,"2"-3"-1337,0 0 1,0 1 0,1-1 0,-1 1 0,1 0 0,1 0 0,7-7-1,-10 10-488,0 0-1,1 1 0,-1-1 0,0 1 1,1-1-1,0 1 0,-1 0 0,1 0 1,0 0-1,-1 0 0,1 1 0,0-1 1,0 1-1,0-1 0,-1 1 0,1 0 1,0 0-1,0 1 0,0-1 0,0 0 1,3 2-1,8 2 19,-1 1 1,0 1 0,0 0-1,-1 0 1,1 1 0,-2 1-1,1 0 1,-1 1 0,0 0-1,-1 1 1,0 0 0,0 0-1,-1 1 1,0 0 0,-1 1-1,-1 0 1,0 0 0,6 15-1,-3-3-127,-1 1 0,-1-1 0,-1 1 0,-2 1 0,0-1 0,-2 1 0,-1 0 0,-1 0 0,-2 28 0,-29 174 231,19-161-235,10-56-17,-1 0 1,-1 0-1,-6 16 1,8-25-21,2-2-25,1 0 0,-1 0 0,0-1 1,1 1-1,-1 0 0,0-1 0,1 1 0,-1-1 1,0 0-1,0 1 0,0-1 0,0 0 0,1 0 0,-1 0 1,0 0-1,0 0 0,-1 0 0,1 0 0,0 0 1,0 0-1,0 0 0,-1-1 0,1 1 0,0-3 0,11-35 31,-9 27-29,44-110-59,-3 9 90,-12 34-125,-23 60 388,-8 17 21,-1 5-40,7 19-160,1 1 0,1-1 0,0-1 0,2 0 0,0 0 0,2-1 0,19 24 0,-18-26-459,1-1 0,0 0 0,2-1 0,0-1 0,1 0 1,0-2-1,1 0 0,0-1 0,36 16 0,-27-16-1271,0-1-1,40 10 0,-34-14-3111,60 6-1,-37-10-4108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3.811"/>
    </inkml:context>
    <inkml:brush xml:id="br0">
      <inkml:brushProperty name="width" value="0.035" units="cm"/>
      <inkml:brushProperty name="height" value="0.035" units="cm"/>
      <inkml:brushProperty name="color" value="#008C3A"/>
    </inkml:brush>
  </inkml:definitions>
  <inkml:trace contextRef="#ctx0" brushRef="#br0">96 0 11525,'-21'44'975,"10"-23"-43,1 0 0,1 0 1,-6 27-1,7-21 749,1 0 1,2 0-1,-4 45 0,9-50-1242,0 0 0,1 0-1,1 0 1,1 0 0,1 0-1,1 0 1,1-1 0,12 30-1,0-11-253,2-1-1,1 0 0,3-2 1,0-1-1,2-1 0,34 34 1,-26-33-917,3-2 1,0-2-1,2-1 1,2-2-1,48 27 1,-65-44-385,0 0 1,1-2 0,26 8 0,36 2-5770,-19-10-2589</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042"/>
    </inkml:context>
    <inkml:brush xml:id="br0">
      <inkml:brushProperty name="width" value="0.035" units="cm"/>
      <inkml:brushProperty name="height" value="0.035" units="cm"/>
      <inkml:brushProperty name="color" value="#008C3A"/>
    </inkml:brush>
  </inkml:definitions>
  <inkml:trace contextRef="#ctx0" brushRef="#br0">0 0 8161,'11'2'537,"0"0"0,0 1 1,-1 1-1,1-1 0,-1 2 0,0-1 1,0 2-1,0-1 0,-1 1 1,1 1-1,-1-1 0,-1 2 0,13 12 1,4 8 485,28 31 314,-2 2 1,-2 2-1,54 95 0,-80-114-867,-1 2-1,-3 1 0,-1 1 1,15 70-1,-25-81-242,-3 1 1,0-1 0,-3 1-1,-1 0 1,-2 0-1,-9 60 1,1-52-110,-1 0 0,-3-2 0,-2 1 0,-1-2 0,-3 0 0,-1-1 0,-35 54 0,21-47-766,-1-1 0,-3-2 1,-1-2-1,-3-1 0,-60 49 1,46-56-1750,20-14-6179</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5.994"/>
    </inkml:context>
    <inkml:brush xml:id="br0">
      <inkml:brushProperty name="width" value="0.035" units="cm"/>
      <inkml:brushProperty name="height" value="0.035" units="cm"/>
      <inkml:brushProperty name="color" value="#008C3A"/>
    </inkml:brush>
  </inkml:definitions>
  <inkml:trace contextRef="#ctx0" brushRef="#br0">100 72 12781,'-15'-22'1370,"-7"-10"1830,3 16 3253,18 15-4491,-2 3-518,-1 1-1255,1 0-1,-1 0 1,1 1 0,0-1-1,0 1 1,1 0 0,-1 0 0,1 0-1,0 0 1,0 0 0,0 1 0,1-1-1,-1 1 1,1-1 0,0 1-1,0-1 1,1 1 0,-1 0 0,1-1-1,1 8 1,-1 17 219,2 0 0,6 32 0,-5-43-253,37 174-444,18-6-3785,-19-64-1695,-10-29-2672,-4-21-2554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4.751"/>
    </inkml:context>
    <inkml:brush xml:id="br0">
      <inkml:brushProperty name="width" value="0.035" units="cm"/>
      <inkml:brushProperty name="height" value="0.035" units="cm"/>
      <inkml:brushProperty name="color" value="#008C3A"/>
    </inkml:brush>
  </inkml:definitions>
  <inkml:trace contextRef="#ctx0" brushRef="#br0">76 100 13029,'-39'7'2425,"3"4"6819,66-23-8537,1 1 1,63-14-1,73-1-47,-100 16-461,-50 8-177,176-24 258,-147 22-213,1 2 0,52 5 0,-88-2-65,0 1 1,1 0-1,-1 0 1,0 1-1,14 6 1,-22-8 1,0 0 0,-1 0 0,1 1 0,0-1 0,0 1 1,-1 0-1,1-1 0,-1 1 0,0 1 0,1-1 0,-1 0 0,0 0 0,0 1 0,0-1 0,-1 1 0,1 0 1,-1 0-1,1-1 0,-1 1 0,0 0 0,0 0 0,0 0 0,0 0 0,0 6 0,-1-1 2,-1 1 0,0 0 0,-1-1 0,0 1 0,0-1 0,0 1 0,-1-1 0,-1 0 0,1 0 0,-1-1 0,-9 15 0,-9 8 143,-37 41-1,45-54-70,-109 111 485,-14 17 64,115-118-491,1 0 1,1 2 0,-27 52 0,45-78-127,1 0 0,-1 0-1,1 0 1,-1 0 0,1 1 0,0-1 0,1 0 0,-1 1 0,0-1-1,1 0 1,0 1 0,0-1 0,0 1 0,0-1 0,0 1 0,1-1-1,-1 0 1,1 1 0,0-1 0,0 0 0,0 1 0,1-1 0,-1 0-1,1 0 1,0 0 0,0 0 0,0 0 0,0-1 0,0 1 0,0-1-1,1 1 1,4 3 0,-1-3-14,-1 0-1,1 0 1,-1-1-1,1 0 1,0 0-1,0 0 1,0-1 0,0 0-1,10 1 1,60-2-302,-60-1 201,90-6-1554,0-5-1,-1-5 1,146-41 0,114-72-9398,-232 69 1382</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4.915"/>
    </inkml:context>
    <inkml:brush xml:id="br0">
      <inkml:brushProperty name="width" value="0.035" units="cm"/>
      <inkml:brushProperty name="height" value="0.035" units="cm"/>
      <inkml:brushProperty name="color" value="#008C3A"/>
    </inkml:brush>
  </inkml:definitions>
  <inkml:trace contextRef="#ctx0" brushRef="#br0">1 100 10981,'0'0'9193,"6"-11"-8617,0-1-236,20 1-492,18-6-536,1 5-688,9 1-480,-4-3-705,-2 5-1595,9 6-3161</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5.053"/>
    </inkml:context>
    <inkml:brush xml:id="br0">
      <inkml:brushProperty name="width" value="0.035" units="cm"/>
      <inkml:brushProperty name="height" value="0.035" units="cm"/>
      <inkml:brushProperty name="color" value="#008C3A"/>
    </inkml:brush>
  </inkml:definitions>
  <inkml:trace contextRef="#ctx0" brushRef="#br0">92 295 10113,'-70'35'2208,"58"-24"-232,2 0 5753,32-28-6917,32-8-380,7 7-424,2-10-340,7-6-468,9-4-532,17-7-440,2-4-796,10-2-2273,9 5-3808</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5.571"/>
    </inkml:context>
    <inkml:brush xml:id="br0">
      <inkml:brushProperty name="width" value="0.035" units="cm"/>
      <inkml:brushProperty name="height" value="0.035" units="cm"/>
      <inkml:brushProperty name="color" value="#008C3A"/>
    </inkml:brush>
  </inkml:definitions>
  <inkml:trace contextRef="#ctx0" brushRef="#br0">625 498 11969,'-25'-37'2628,"24"35"-2302,0 0 0,0 0 1,0 1-1,-1-1 0,1 0 1,0 1-1,-1-1 0,1 1 1,-1 0-1,0-1 1,1 1-1,-1 0 0,0 0 1,0 0-1,0 0 0,0 1 1,0-1-1,-2 0 0,-6-2 4682,9 3-4764,-1 0 1,0 0-1,1 0 1,-1 0-1,1 1 1,-1-1-1,0 1 1,1-1-1,-1 1 1,1 0-1,-2 0 1,-3 3-93,0 0 1,0 0-1,1 0 1,0 1-1,0 0 1,0 0-1,0 0 1,1 1-1,0 0 1,0-1-1,0 1 1,-5 13-1,-4 12 790,-13 46 0,16-47-780,-27 96-162,5 3 0,-27 242 0,53-314 0,3 64 0,4-99 0,0 1 0,2-1 0,0 0 0,2-1 0,13 41 0,-16-55-11,1-1 0,0 0 0,1 0 0,-1 0 0,1 0 0,0 0 0,1-1 0,-1 0 0,1 0 0,0 0 0,1-1 0,-1 1 0,1-1 0,-1 0 0,1-1 0,0 0 0,1 1 0,-1-2 0,1 1 0,-1-1 0,1 0 0,7 1 0,-3-2-34,0 0-1,-1-1 1,1 0-1,0 0 1,-1-1-1,1-1 1,0 0-1,-1 0 1,1-1-1,-1 0 1,0-1-1,0 0 0,15-9 1,9-8-325,-2-2 1,-1 0-1,0-2 1,-2-2-1,-1-1 1,-1-1-1,-1-1 0,-2-1 1,-1-1-1,-2-1 1,-1-1-1,-1-1 1,19-52-1,-23 46 237,-2 0-1,-1-1 1,-2-1 0,-2 0 0,-2 0-1,-1 0 1,-3-1 0,-2 1-1,-1-1 1,-2 1 0,-18-85 0,6 72 43,-3 0 0,-2 2 0,-40-79 0,41 96 121,-2 2-1,-2 1 1,-1 1-1,-1 1 1,-52-52 0,69 77-14,1 0 13,0 0 1,-1 0-1,0 1 0,0 0 1,-1 0-1,0 0 0,0 1 1,0 1-1,-1 0 0,1 0 1,-1 1-1,0 0 0,0 0 1,0 1-1,-11 0 0,-21-3 281,0 3-1,-44 3 0,73-1-235,0 2 1,1 0-1,-1 0 1,1 1-1,0 1 0,-1 0 1,2 1-1,-1 0 1,-12 8-1,6-1 69,1 0 1,0 2 0,-22 23-1,21-19-49,1 1-1,1 0 0,1 2 1,0 0-1,2 0 0,1 1 1,0 1-1,2 0 1,0 1-1,2-1 0,-8 35 1,13-45-78,2 0 0,-1 0 0,2 0 0,0 0 0,0 0 0,1 0 1,1-1-1,0 1 0,0 0 0,7 18 0,-4-21-54,-1 0-1,2 0 1,-1-1-1,1 1 1,1-1-1,-1 0 1,2-1-1,-1 0 1,1 0-1,0-1 1,1 1-1,0-2 1,16 10-1,3-1-458,0-1 0,1-2 0,1 0 0,0-3 0,0 0 0,63 8 0,-25-9-2003,0-4 0,83-4 0,-48-8-3163,4-3-3212</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090"/>
    </inkml:context>
    <inkml:brush xml:id="br0">
      <inkml:brushProperty name="width" value="0.035" units="cm"/>
      <inkml:brushProperty name="height" value="0.035" units="cm"/>
      <inkml:brushProperty name="color" value="#008C3A"/>
    </inkml:brush>
  </inkml:definitions>
  <inkml:trace contextRef="#ctx0" brushRef="#br0">175 49 13377,'0'-1'88,"0"1"-1,0-1 1,1 1-1,-1-1 1,0 1-1,0 0 1,0-1-1,0 1 0,0-1 1,0 1-1,-1-1 1,1 1-1,0-1 1,0 1-1,0-1 1,0 1-1,0 0 1,-1-1-1,1 1 1,0-1-1,0 1 1,-1 0-1,1-1 1,0 1-1,-1 0 1,1-1-1,0 1 0,-1-1 1,-11-1 2085,-1 4 2275,10 0-4153,-1-1 0,1 0 0,0 1-1,-1 0 1,1 0 0,0 0-1,0 0 1,0 0 0,0 1 0,0 0-1,1-1 1,-1 1 0,1 0 0,0 0-1,-1 0 1,2 0 0,-1 1-1,0-1 1,-2 6 0,-5 16 202,0 1 1,2-1-1,1 1 1,-5 52-1,7-28 428,6 83 0,-1-115-925,1 1 0,1 0 0,1-1 0,1 1 0,0-1 0,15 33 0,-16-43 0,1 1 0,0-1 0,0 0 0,1 0 0,0 0 0,0-1 0,0 1 0,1-2 0,1 1 0,-1-1 0,1 0 0,0-1 0,0 1 0,15 5 0,-18-9 0,0 0 0,1-1 0,-1 0 0,0 0 0,1 0 0,-1-1 0,1 0 0,-1 0 0,1 0 0,-1-1 0,6-1 0,1 0 0,0-1 0,0-1 0,18-8 0,-19 7-12,-1-1 1,0 0-1,0-1 0,0 0 1,-1-1-1,0 0 0,0 0 1,-1-1-1,0 0 1,-1-1-1,1 1 0,-2-2 1,0 1-1,0 0 0,-1-1 1,8-21-1,-9 19-2,-1 0 0,0-1 0,0 1 0,-1-1 0,-1 1 0,0-1 0,-1 1 0,-1-1 0,0 0 0,0 1 0,-2-1 0,0 1 0,0 0 0,-9-21 0,4 14-68,-1 1 1,-1 0-1,0 0 0,-2 1 1,0 0-1,-1 1 1,-1 1-1,0 0 0,-2 1 1,1 0-1,-2 1 0,0 1 1,0 1-1,-1 0 0,-35-15 1,-46-12-3478,47 27-1181,5 10-4489,28 11-1312</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631"/>
    </inkml:context>
    <inkml:brush xml:id="br0">
      <inkml:brushProperty name="width" value="0.035" units="cm"/>
      <inkml:brushProperty name="height" value="0.035" units="cm"/>
      <inkml:brushProperty name="color" value="#008C3A"/>
    </inkml:brush>
  </inkml:definitions>
  <inkml:trace contextRef="#ctx0" brushRef="#br0">14 0 11125,'-1'2'792,"-1"0"0,1 1 1,-1-1-1,1 0 0,0 1 0,0-1 1,0 1-1,0-1 0,1 1 0,-1-1 1,0 4-1,1 3-208,0 0 0,0 0-1,1 0 1,1 10 0,1 2 1021,6 333 4890,-11-224-5379,1-10-1458,-1 1-1328,5 0 0,20 132 0,-22-248 980,0-1-1,1 1 1,-1-1-1,1 0 1,-1 1-1,4 4 1,8 9-6043,-2-4-6132</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6.817"/>
    </inkml:context>
    <inkml:brush xml:id="br0">
      <inkml:brushProperty name="width" value="0.035" units="cm"/>
      <inkml:brushProperty name="height" value="0.035" units="cm"/>
      <inkml:brushProperty name="color" value="#008C3A"/>
    </inkml:brush>
  </inkml:definitions>
  <inkml:trace contextRef="#ctx0" brushRef="#br0">61 161 15453,'-20'3'-693,"-4"-1"4617,7 1 4065,45-3-4694,361-27-4353,-1-35-5483,-117 9-2816,-139 27-671</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7.582"/>
    </inkml:context>
    <inkml:brush xml:id="br0">
      <inkml:brushProperty name="width" value="0.035" units="cm"/>
      <inkml:brushProperty name="height" value="0.035" units="cm"/>
      <inkml:brushProperty name="color" value="#008C3A"/>
    </inkml:brush>
  </inkml:definitions>
  <inkml:trace contextRef="#ctx0" brushRef="#br0">409 165 9277,'-3'-2'418,"-9"-6"1413,12 7-1787,0 1 0,0 0 0,0 0 0,-1 0 0,1 0 0,0 0 0,0 0-1,0-1 1,0 1 0,0 0 0,0 0 0,0 0 0,0 0 0,0 0 0,0-1 0,0 1-1,0 0 1,0 0 0,0 0 0,0 0 0,0 0 0,0-1 0,0 1 0,0 0 0,0 0-1,0 0 1,0 0 0,0 0 0,0-1 0,0 1 0,0 0 0,0 0 0,0 0 0,1 0-1,-1 0 1,0 0 0,0-1 0,0 1 0,0 0 0,0 0 0,0 0 0,0 0 0,1 0-1,-1 0 1,0 0 0,0 0 0,0 0 0,0 0 0,0 0 0,1-1 0,-1 1 0,0 0-1,0 0 1,0 0 0,4 0 4236,-21 18-367,14-12-3599,0-1 0,0 1 1,1 0-1,0 0 0,0 0 0,0 0 0,1 1 0,-2 10 0,0 59 1632,2-22-921,-65 484 3802,60-492-4825,2 0 0,1 1 1,7 68-1,-4-106-2,2 0 0,-1 1 0,1-1 0,1 0 0,-1 0 0,1 0 0,1-1 0,0 1 0,0-1 0,1 1 0,8 11 0,-8-15 0,0 0 0,0 0 0,0-1 0,1 1 0,-1-1 0,1 0 0,0 0 0,0-1 0,1 0 0,-1 0 0,1-1 0,-1 1 0,1-1 0,0-1 0,13 2 0,-7-1-72,0-1 0,1-1 0,-1 0 0,0-1 0,0-1 0,1 0 0,-1-1 0,0 0 1,0-1-1,13-5 0,-9 1-181,-1 0 1,0-2-1,0 1 1,-1-2-1,-1 0 1,25-23-1,-19 12-60,0-1-1,-2-1 0,-1 0 0,0-1 1,-2-1-1,-1-1 0,-1 0 0,18-55 1,-22 47 131,-2-1 0,-1 0 0,-1 0 0,-2-1 0,-2 1 0,-1-1 0,-2 1 0,-2-1 0,-15-68 0,10 68 116,-2 1-1,-2 0 1,0 0 0,-3 1 0,-1 1 0,-1 1-1,-2 1 1,-2 0 0,-36-42 0,47 62 118,0 1 0,-1 0-1,0 1 1,-1 0 0,1 1 0,-2 1 0,0 0 0,0 1-1,0 0 1,-28-9 0,30 13 58,0 1 0,0 0 1,0 1-1,-1 0 0,1 0 0,0 2 0,0-1 1,-1 2-1,1-1 0,0 2 0,0 0 0,0 0 0,1 1 1,-16 7-1,10-2 22,1 1-1,0 0 1,1 1 0,0 1-1,0 0 1,2 1 0,-1 0-1,-11 17 1,-2 6 97,1 0 0,-26 49 1,39-59-151,0 0 0,2 1 0,0 0 0,2 1 1,1 0-1,2 0 0,-6 50 0,12-64-57,0 0 1,0 1-1,1-1 0,1 0 0,1 0 1,0 0-1,0 0 0,2-1 0,7 18 1,-8-23-42,1 0 1,-1 1 0,2-2-1,-1 1 1,1-1-1,1 1 1,-1-2 0,1 1-1,0-1 1,1 0 0,-1 0-1,1-1 1,10 5 0,4 1-277,1-1 0,0-1 0,36 9 1,-7-6-540,0-2 0,1-2 0,-1-3 1,80-1-1,40-16-3369,-1-12-3934,-79 7-789</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7.790"/>
    </inkml:context>
    <inkml:brush xml:id="br0">
      <inkml:brushProperty name="width" value="0.035" units="cm"/>
      <inkml:brushProperty name="height" value="0.035" units="cm"/>
      <inkml:brushProperty name="color" value="#008C3A"/>
    </inkml:brush>
  </inkml:definitions>
  <inkml:trace contextRef="#ctx0" brushRef="#br0">83 0 13801,'12'14'2576,"-31"-11"121,0 6-317,3 2-232,10 6 1352,0-2-1327,6 10-1341,0 1-180,-3-3-164,-1 3-244,-2-3-596,3-1-852,3 4-560,0-3-881,-7 6-7420,1-4-2412</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435"/>
    </inkml:context>
    <inkml:brush xml:id="br0">
      <inkml:brushProperty name="width" value="0.035" units="cm"/>
      <inkml:brushProperty name="height" value="0.035" units="cm"/>
      <inkml:brushProperty name="color" value="#008C3A"/>
    </inkml:brush>
  </inkml:definitions>
  <inkml:trace contextRef="#ctx0" brushRef="#br0">0 1 11637,'0'0'12133,"2"3"-10993,21 29-71,1-2 0,40 40 0,-43-50-929,-1 2 0,-1 0-1,-1 1 1,-1 0 0,-1 2 0,20 39-1,-31-49-127,0-1 0,-1 1 0,0 0 0,-1 1 0,-1-1 0,0 0-1,-1 1 1,-1-1 0,0 1 0,-1-1 0,-6 30 0,-5 1-331,-1-1 1,-32 68 0,44-109 286,-5 8-42,4-8 34,-1 0 0,1 1 0,0-1-1,0 1 1,1-1 0,0 1 0,-1 0-1,0 7 1,24-14-4,-17 1 37,-1 0 1,0 0 0,1 0 0,-1-1-1,0 0 1,0 0 0,0 0 0,0 0 0,0 0-1,-1-1 1,7-5 0,37-39-10,-40 40 21,58-65 8,101-103 233,-163 172-206,-1 1 0,1 0 0,0 0 1,0 0-1,-1 1 0,1-1 0,0 1 0,0-1 1,1 1-1,-1 0 0,0 0 0,0 1 0,0-1 0,1 1 1,6-1-1,-8 1-20,1 1 1,-1-1 0,0 1-1,1 0 1,-1-1-1,0 1 1,1 0 0,-1 1-1,0-1 1,0 0-1,0 0 1,0 1 0,0 0-1,0-1 1,0 1-1,-1 0 1,1 0 0,-1 0-1,1 0 1,-1 0 0,1 0-1,-1 0 1,2 5-1,25 66 192,-22-53-595,1 0 0,1-1 0,0 0 1,2-1-1,17 27 0,-14-29-730,1 0 0,0 0 0,1-1 0,0-1-1,2 0 1,32 20 0,-33-25-650,1-1-1,-1 0 1,2-1-1,32 8 1,-41-13 1532,0 0 0,0-1 0,0 0 1,1 0-1,-1-1 0,0 0 0,0-1 0,13-2 0,-9 0 1117,0-1 0,0-1-1,0 0 1,22-13 0,-25 14 231,-1 0 0,1 0 0,0 1 0,0 0 0,10-1 0,-17 3-333,1 2-159,103 13-1429,-64-14-3824,-23 0-107,0 0-2963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591"/>
    </inkml:context>
    <inkml:brush xml:id="br0">
      <inkml:brushProperty name="width" value="0.035" units="cm"/>
      <inkml:brushProperty name="height" value="0.035" units="cm"/>
      <inkml:brushProperty name="color" value="#008C3A"/>
    </inkml:brush>
  </inkml:definitions>
  <inkml:trace contextRef="#ctx0" brushRef="#br0">54 46 3492,'-19'-14'404,"-9"-6"-572,21 9-928</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28.781"/>
    </inkml:context>
    <inkml:brush xml:id="br0">
      <inkml:brushProperty name="width" value="0.035" units="cm"/>
      <inkml:brushProperty name="height" value="0.035" units="cm"/>
      <inkml:brushProperty name="color" value="#008C3A"/>
    </inkml:brush>
  </inkml:definitions>
  <inkml:trace contextRef="#ctx0" brushRef="#br0">90 0 10477,'21'24'2508,"-21"-24"-2467,0 0 0,0 0 0,0 0 0,1 0 1,-1 0-1,0 0 0,0 0 0,0 0 0,0 0 1,0 0-1,1 1 0,-1-1 0,0 0 1,0 0-1,0 0 0,0 0 0,0 0 0,0 0 1,1 0-1,-1 1 0,0-1 0,0 0 0,0 0 1,0 0-1,0 0 0,0 0 0,0 1 1,0-1-1,0 0 0,0 0 0,0 0 0,0 0 1,0 1-1,0-1 0,0 0 0,0 0 0,0 0 1,0 0-1,0 1 0,0-1 0,0 0 1,0 0-1,0 0 0,0 0 0,0 0 0,0 1 1,0-1-1,-1 0 0,1 0 0,0 0 0,0 0 1,0 0-1,0 0 0,0 1 0,0-1 1,-1 0-1,1 0 0,0 0 0,0 0 0,-5 4 664,1-1 0,0 1 0,0 0 0,0 0 0,1 1 0,0-1 0,-1 1 0,1 0 0,1-1 0,-1 2 0,1-1 0,0 0 0,0 0 0,0 1 0,0 5 0,-10 32 1740,-7 57 1,18-85-2852,-7 34-4764,-5-18-6223,4-14-282</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0.163"/>
    </inkml:context>
    <inkml:brush xml:id="br0">
      <inkml:brushProperty name="width" value="0.035" units="cm"/>
      <inkml:brushProperty name="height" value="0.035" units="cm"/>
      <inkml:brushProperty name="color" value="#008C3A"/>
    </inkml:brush>
  </inkml:definitions>
  <inkml:trace contextRef="#ctx0" brushRef="#br0">226 377 8125,'-69'13'3074,"27"-6"1565,-70 21 1,110-27-2607,7-2-1443,265-16 752,-75 6-1189,1187-122-4873,-5-66-5810,-984 134 4168</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199"/>
    </inkml:context>
    <inkml:brush xml:id="br0">
      <inkml:brushProperty name="width" value="0.035" units="cm"/>
      <inkml:brushProperty name="height" value="0.035" units="cm"/>
      <inkml:brushProperty name="color" value="#008C3A"/>
    </inkml:brush>
  </inkml:definitions>
  <inkml:trace contextRef="#ctx0" brushRef="#br0">1 129 8657,'15'-43'2020,"-11"23"-720,-1 0 564,10 3-1252,-1 5-552,-2 1-496,2 5-664,17 12-8893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4.335"/>
    </inkml:context>
    <inkml:brush xml:id="br0">
      <inkml:brushProperty name="width" value="0.035" units="cm"/>
      <inkml:brushProperty name="height" value="0.035" units="cm"/>
      <inkml:brushProperty name="color" value="#008C3A"/>
    </inkml:brush>
  </inkml:definitions>
  <inkml:trace contextRef="#ctx0" brushRef="#br0">30 206 10577,'-29'6'10189,"35"-21"-8909,-3-2-288,26 3-732,22-6-464,-7-3-776,7-8-1252,13-4 100,5 7-3145,17-1-4212</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274"/>
    </inkml:context>
    <inkml:brush xml:id="br0">
      <inkml:brushProperty name="width" value="0.035" units="cm"/>
      <inkml:brushProperty name="height" value="0.035" units="cm"/>
      <inkml:brushProperty name="color" value="#008C3A"/>
    </inkml:brush>
  </inkml:definitions>
  <inkml:trace contextRef="#ctx0" brushRef="#br0">39 632 16870,'-24'0'2818,"23"0"-2615,1 0-1,-1 0 0,1 0 0,-1 0 0,1 0 0,-1 0 0,1-1 0,-1 1 0,1 0 0,-1 0 1,1-1-1,0 1 0,-1 0 0,1 0 0,-1-1 0,1 1 0,0-1 0,-1 1 0,1 0 0,0-1 1,-1 1-1,1-1 0,0 1 0,-1-1 0,-3-16 2594,6 15-2542,0 0 1,0 0-1,0 1 0,0-1 0,1 1 1,-1-1-1,0 1 0,1 0 0,-1 0 1,1 0-1,-1 0 0,5-1 0,0 0 202,54-18 15,0 3 1,100-14 0,-90 18-418,1419-224-94,-1365 218 13,1460-206-3794,-1566 222 3706,50-7-1216,80-1 0,-145 11 99,-26 4-9981,-10 3 540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659"/>
    </inkml:context>
    <inkml:brush xml:id="br0">
      <inkml:brushProperty name="width" value="0.035" units="cm"/>
      <inkml:brushProperty name="height" value="0.035" units="cm"/>
      <inkml:brushProperty name="color" value="#008C3A"/>
    </inkml:brush>
  </inkml:definitions>
  <inkml:trace contextRef="#ctx0" brushRef="#br0">213 49 13997,'-28'-48'15613,"20"85"-12579,3-20-2911,-66 231-123,-12 65 0,68-207-3031,12-54-3017,4 56 1,2-49-8610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6.862"/>
    </inkml:context>
    <inkml:brush xml:id="br0">
      <inkml:brushProperty name="width" value="0.035" units="cm"/>
      <inkml:brushProperty name="height" value="0.035" units="cm"/>
      <inkml:brushProperty name="color" value="#008C3A"/>
    </inkml:brush>
  </inkml:definitions>
  <inkml:trace contextRef="#ctx0" brushRef="#br0">4 1 18950,'-3'6'2928,"9"8"160,7 12-187,12 71 1999,-15-43-4900,-1-14 0,1 9 0,6-1 0,-4 1 0,-5-1 0,-4 7 0,-6-1 0,0 0 0,-4-2-312,-2-4-3112,-7-2-561,0-6-3367,7 9-7358</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7.142"/>
    </inkml:context>
    <inkml:brush xml:id="br0">
      <inkml:brushProperty name="width" value="0.035" units="cm"/>
      <inkml:brushProperty name="height" value="0.035" units="cm"/>
      <inkml:brushProperty name="color" value="#008C3A"/>
    </inkml:brush>
  </inkml:definitions>
  <inkml:trace contextRef="#ctx0" brushRef="#br0">49 258 12721,'-23'-12'3404,"11"6"-387,-1 1 3923,19-12-5343,1-3-333,12 5-308,28-10-172,-2 10-236,9-5-420,19 6-484,13-3-760,15 5-356,10-8-657,7-2-1035,6 2-3653,-7 2-6504</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7.559"/>
    </inkml:context>
    <inkml:brush xml:id="br0">
      <inkml:brushProperty name="width" value="0.035" units="cm"/>
      <inkml:brushProperty name="height" value="0.035" units="cm"/>
      <inkml:brushProperty name="color" value="#008C3A"/>
    </inkml:brush>
  </inkml:definitions>
  <inkml:trace contextRef="#ctx0" brushRef="#br0">292 182 15109,'0'0'1885,"-2"2"-1217,1 0 0,-1 1 1,0-1-1,1 0 1,0 1-1,-1-1 1,1 1-1,-1 3 0,7-3-397,-1 1 1,1-1-1,0 0 0,0 0 0,0-1 0,1 1 0,-1-1 0,1 0 0,-1-1 0,1 1 0,7 0 0,9 1 62,38-2-1,-50-1-169,-4 0-126,21 0 223,35-4 1,-55 3-237,0 0 1,0-1 0,0 0-1,0 0 1,0 0-1,0-1 1,-1 0 0,1 0-1,-1-1 1,7-4 0,-11 5-21,0 1 0,0 0 0,0-1 0,0 1 0,-1-1 1,1 1-1,-1-1 0,1 0 0,-1 1 0,0-1 0,0 0 1,-1 0-1,1 0 0,-1 0 0,1 0 0,-1 0 0,0 0 1,0 0-1,0 0 0,0 0 0,-1 0 0,1 0 0,-2-5 1,0 1 1,0 0 0,0 1 0,-1-1 1,0 1-1,0 0 0,0 0 0,-1 0 1,0 0-1,-8-9 0,6 9 72,0 0-1,0 1 0,0 0 0,-1 0 1,0 0-1,0 1 0,0 0 0,-1 0 1,0 1-1,1 0 0,-1 0 0,0 1 1,0 0-1,0 0 0,-1 1 1,1 0-1,0 0 0,-14 2 0,8 0-4,1 1 0,0 1 0,0 0 0,0 1 0,0 0 0,1 1-1,0 1 1,-24 13 0,19-7 109,1 0-1,0 1 1,1 0-1,0 2 1,-17 21-1,7-4 65,2 2-1,2 0 1,1 2-1,1 0 1,-19 57-1,28-68-245,1 1 0,2 0 0,0 1 0,-5 53 0,11-69 0,1-1 0,1 0 0,0 1 0,0-1 0,1 0 0,0 0 0,0 0 0,1 0 0,1 0 0,0 0 0,0-1 0,1 0 0,0 0 0,0 0 0,1 0 0,8 8 0,-1-4 2,1 0 1,1 0-1,0-2 0,0 0 1,1 0-1,1-2 1,-1 0-1,2 0 0,-1-2 1,1 0-1,0-1 0,28 5 1,-5-4-34,0-1 0,1-2 1,0-1-1,68-6 0,-53-2-1330,-1-3-1,87-22 1,-99 17-767,0-3 0,-1-1 0,67-36 0,-21 1-4423,-3 1-3962</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8.264"/>
    </inkml:context>
    <inkml:brush xml:id="br0">
      <inkml:brushProperty name="width" value="0.035" units="cm"/>
      <inkml:brushProperty name="height" value="0.035" units="cm"/>
      <inkml:brushProperty name="color" value="#008C3A"/>
    </inkml:brush>
  </inkml:definitions>
  <inkml:trace contextRef="#ctx0" brushRef="#br0">1 126 8545,'0'0'11413,"12"-6"-10389,-2-2-212,9-1-36,0 4-268,6-7-204,1 6-344,2-5-336,20-6-684,-20 0-888,1 0-1192,3 2-1813,6 12-3928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18.651"/>
    </inkml:context>
    <inkml:brush xml:id="br0">
      <inkml:brushProperty name="width" value="0.035" units="cm"/>
      <inkml:brushProperty name="height" value="0.035" units="cm"/>
      <inkml:brushProperty name="color" value="#008C3A"/>
    </inkml:brush>
  </inkml:definitions>
  <inkml:trace contextRef="#ctx0" brushRef="#br0">1 52 9529,'0'0'3964,"2"-1"-2322,38-16 2176,-26 12-3460,0 1 1,0 0-1,0 1 0,25-3 0,0 2-11,-24 1-247,0 1 0,0 0 0,1 2 0,-1-1 0,0 2 0,0 0 0,0 1 0,28 7 0,-42-9-85,1 1 0,-1-1 0,1 1 0,0 0 0,-1-1 0,1 1 0,-1 0 0,1 0 0,-1 0 0,0 0 0,0 0 0,1 1 0,-1-1 1,0 0-1,0 0 0,0 1 0,0-1 0,0 1 0,0-1 0,-1 1 0,1-1 0,0 1 0,-1 0 0,1-1 0,-1 1 0,0 0 0,1-1 0,-1 1 0,0 0 0,0-1 0,0 1 0,0 0 0,-1-1 0,1 1 0,0 0 0,-1 0 0,1-1 0,-1 1 0,1-1 0,-1 1 0,0-1 0,0 1 0,-1 1 0,-5 9 55,0 0 1,-1-1 0,-1 0-1,-13 13 1,14-15-9,-27 29 99,-87 106 135,109-125-233,0 1 0,1 0 0,1 0 0,1 1 0,1 1 0,-7 25 0,16-46-50,-1 1 0,1 0 0,-1 0 0,1-1 0,0 1 0,0 0-1,0 0 1,0-1 0,0 1 0,0 0 0,1 0 0,-1-1 0,0 1 0,1 0 0,0 0 0,-1-1 0,1 1 0,0-1 0,0 1 0,0-1 0,0 1 0,0-1-1,2 3 1,0-1 5,1 0 0,-1-1-1,1 0 1,0 0-1,-1 0 1,1 0 0,0 0-1,0-1 1,8 2-1,4 1 12,1-2-1,-1 0 1,34 0-1,-26-4-293,1-1 0,0-1 0,-1-1 0,0-1 0,0-1 0,37-16 0,-34 11-1533,0-2 0,40-28 0,-24 13-3710,4 7-3316</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1.417"/>
    </inkml:context>
    <inkml:brush xml:id="br0">
      <inkml:brushProperty name="width" value="0.035" units="cm"/>
      <inkml:brushProperty name="height" value="0.035" units="cm"/>
      <inkml:brushProperty name="color" value="#008C3A"/>
    </inkml:brush>
  </inkml:definitions>
  <inkml:trace contextRef="#ctx0" brushRef="#br0">21 86 6813,'-20'5'1687,"20"-4"-1635,0-1 1,-1 0-1,1 0 0,0 0 1,0 0-1,0 0 1,0 0-1,0 0 0,0 1 1,0-1-1,0 0 1,0 0-1,0 0 0,0 0 1,0 0-1,0 0 1,0 0-1,0 1 0,0-1 1,0 0-1,0 0 1,0 0-1,0 0 0,0 0 1,1 0-1,-1 0 1,0 1-1,0-1 1,0 0-1,0 0 0,0 0 1,0 0-1,0 0 1,0 0-1,0 0 0,0 0 1,1 0-1,-1 0 1,0 0-1,0 1 0,0-1 1,0 0-1,0 0 1,0 0-1,0 0 0,1 0 1,-1 0-1,0 0 1,0 0-1,0 0 0,0 0 1,0 0-1,0 0 1,0 0-1,1 0 0,-1 0 1,0 0-1,0 0 1,0-1-1,0 1 0,0 0 1,0 0-1,0 0 1,1 0-1,40 4 4277,-31-4-5185,295-5 3393,-258 3-2408,124-7 11,372-23-1508,-180 1-5396,-185 11-305</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51.610"/>
    </inkml:context>
    <inkml:brush xml:id="br0">
      <inkml:brushProperty name="width" value="0.035" units="cm"/>
      <inkml:brushProperty name="height" value="0.035" units="cm"/>
      <inkml:brushProperty name="color" value="#008C3A"/>
    </inkml:brush>
  </inkml:definitions>
  <inkml:trace contextRef="#ctx0" brushRef="#br0">1 92 4072,'0'0'3851,"2"-1"-2525,-1 0-1165,0 1 0,0-1 0,1 0 0,-1 1 1,0-1-1,0 0 0,0 0 0,0 0 0,0 0 0,0 0 1,-1 0-1,1 0 0,0 0 0,0 0 0,-1 0 0,1 0 1,-1-1-1,1 1 0,-1 0 0,1 0 0,-1-1 0,0 1 0,1 0 1,-1 0-1,0-1 0,0 1 0,0 0 0,0-1 0,0 1 1,-1 0-1,1-1 0,0 1 0,0 0 0,-1 0 0,0-3 0,-1-4-250,2 5 585,-7-34-112,7 59-7011,0-2 397</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6.880"/>
    </inkml:context>
    <inkml:brush xml:id="br0">
      <inkml:brushProperty name="width" value="0.035" units="cm"/>
      <inkml:brushProperty name="height" value="0.035" units="cm"/>
      <inkml:brushProperty name="color" value="#008C3A"/>
    </inkml:brush>
  </inkml:definitions>
  <inkml:trace contextRef="#ctx0" brushRef="#br0">0 129 4668,'0'-1'73,"1"0"-1,-1 0 0,0 0 1,0 0-1,1 0 0,-1 0 1,1 0-1,-1 0 0,1 0 1,-1 1-1,1-1 0,-1 0 1,1 0-1,0 0 0,0 1 1,-1-1-1,1 0 0,0 1 1,0-1-1,0 1 0,0-1 1,-1 1-1,1-1 0,4 0 3654,-2-1-3313,-1 0 0,0 0 0,0 0 0,0 0 0,-1-1 0,1 1 1,0 0-1,1-4 0,-4 2-124,0-1-1,1 1 1,-1-1-1,1 1 1,0 0-1,0-1 1,1 1 0,0 0-1,-1-1 1,1 1-1,1 0 1,2-8 0,-3 10 1319,-9-10-1266,8 11-335,0 1-1,0 0 1,0 0 0,0-1-1,0 1 1,0 0-1,0-1 1,0 1 0,-1 0-1,1-1 1,0 1 0,0 0-1,0 0 1,0-1-1,-1 1 1,1 0 0,0 0-1,0 0 1,0-1 0,-1 1-1,1 0 1,0 0 0,0 0-1,-1-1 1,1 1-1,0 0 1,-1 0 0,1 0-1,0 0 1,0 0 0,-1 0-1,1 0 1,0 0-1,-1 0 1,1 0 0,0 0-1,-1 0 1,1 0 0,0 0-1,-1 0 1,1 0-1,-9 37 267,3-1-1,1 1 0,1 1 0,2-1 1,5 62-1,36 193 541,-28-224-691,100 602 727,-58-382-525,52 446 60,-84-204-145,-46-36-58,-31-1-17,33-305-102,13-107-37,-74 844 264,115 299-87,-18-1079-227,22 211 108,26-3-46,40 44-38,-95-366 4,-5-24-17,0-1 1,0 0-1,1 1 0,0-1 0,0 0 0,0 0 1,1 0-1,4 6 0,2 6-172,5 3 60,-14-21 126,1 1 0,-1-1 1,1 0-1,-1 0 0,1 1 1,-1-1-1,1 0 0,-1 0 0,1 0 1,-1 1-1,1-1 0,-1 0 1,1 0-1,-1 0 0,1 0 0,0 0 1,-1 0-1,1 0 0,-1 0 0,1 0 1,-1 0-1,1-1 0,-1 1 1,1 0-1,-1 0 0,1 0 0,-1-1 1,1 1-1,-1 0 0,1-1 0,-1 1 1,1 0-1,-1-1 0,0 1 1,1 0-1,-1-1 0,0 1 0,1-1 1,-1 1-1,0-1 0,1 1 1,-1-1-1,18-33 39,1 1-114,-2 19 74,0 0 0,1 1-1,1 1 1,0 1 0,0 0 0,1 2 0,0 0-1,23-6 1,177-40-65,-213 54 66,1016-144-218,-929 135 159,4115-316-546,-1735 171 495,-1762 63 61,-657 81-106,62-22-1,-99 26-68,0 0 0,0-1 1,-1 0-1,0-2 0,-1 0 0,30-23 0,-43 30 24,1-1 1,-1 1-1,0-1 1,1 0-1,-1 0 1,-1 0 0,1 0-1,-1-1 1,0 1-1,0-1 1,0 1-1,0-1 1,-1 0-1,0 1 1,0-1 0,0 0-1,0 0 1,-1 0-1,0 0 1,0 0-1,0 0 1,-1 0-1,0 0 1,0 0 0,0 1-1,0-1 1,-1 0-1,0 1 1,0-1-1,0 1 1,0-1-1,-1 1 1,0 0 0,1 0-1,-8-7 1,8 9 91,-6-7-1101,-1-1 1,0 2-1,-1-1 0,-15-10 0,-12 3-4232</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39.318"/>
    </inkml:context>
    <inkml:brush xml:id="br0">
      <inkml:brushProperty name="width" value="0.035" units="cm"/>
      <inkml:brushProperty name="height" value="0.035" units="cm"/>
      <inkml:brushProperty name="color" value="#008C3A"/>
    </inkml:brush>
  </inkml:definitions>
  <inkml:trace contextRef="#ctx0" brushRef="#br0">6 43 4424,'5'-4'391,"12"-6"2753,-15-18 1220,-10 70-3810,-6 36 97,10-36-476,2-25-52,1 0 0,0 0 0,1 0-1,3 19 1,4 6 241,3 0-1,1-1 0,29 70 0,69 114 768,-67-145-712,62 167 0,-64-105-364,-6 1 0,15 158 0,-29-157-169,-7-16 166,3 5 42,2-30-110,-9-43 117,3 0 1,22 63-1,14-3 382,122 218 0,13 41 717,-111-170-753,-38-98-297,16 62 12,-28-91-30,35 85 0,4-38 226,150 231 0,-150-252-50,54 127-1,-76-151-193,-9-11-5,29 108-1,-35-101-36,36 80 0,-44-127-24,2 0 1,1-1 0,2-1-1,1-1 1,1-1 0,2-1-1,47 42 1,-14-22 112,2-3 0,120 68 0,35 0 6,-174-96-164,1 0 1,0-3-1,66 13 1,258 31 36,-330-53-4,206 52-56,-178-40-22,8 8 61,-52-18-14,0 0-1,26 6 1,12-1 7,-6-1-13,57 6 1,-82-16 6,-1-1 1,1-1-1,0-1 1,0-1-1,-1-1 1,0-2-1,0-1 1,38-14-1,-12-3-13,0-1 0,90-60 1,132-99 92,-113 84-24,-60 38 58,-14 14-152,-57 33 66,-2-1 1,33-24-1,-36 21-66,0-1 0,-2-2-1,0 0 1,-1-1 0,-2-1 0,0-1 0,28-48 0,127-277-524,-145 277 514,-4-1 0,-2 0 1,13-80-1,62-561-65,-69 491 115,3-35-60,-10 54 138,2-20-160,21-121 62,-9 103-40,-17 92 20,13-146-21,-50-171-29,10 379 83,5-209-23,3 250 7,22-181-123,-17 183 122,19-86-22,-13 81-22,5-63 0,-11-1 20,0 27 20,-6 87-953,0-11 2671,0 9-5106</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0.887"/>
    </inkml:context>
    <inkml:brush xml:id="br0">
      <inkml:brushProperty name="width" value="0.035" units="cm"/>
      <inkml:brushProperty name="height" value="0.035" units="cm"/>
      <inkml:brushProperty name="color" value="#008C3A"/>
    </inkml:brush>
  </inkml:definitions>
  <inkml:trace contextRef="#ctx0" brushRef="#br0">37 83 5432,'0'0'9288,"0"-3"-8439,21-49 4853,-20 50-5508,9-24 57,-14 28-235,0-1 0,-1 0 0,1 1 0,0 0 0,0 0 0,0 0 0,1 1 0,-1-1 0,1 1 0,-1 0 0,1 0 0,0 0 0,0 0 1,0 1-1,0-1 0,1 1 0,-4 5 0,5-7 12,0 19 30,1-18-53,0 0 0,0 0 0,0 1-1,0-1 1,0 0 0,1 0-1,0 1 1,-1-1 0,1 0 0,0 0-1,1 0 1,1 5 0,-2-8-12,0 1-1,-1-1 1,1 0 0,0 1 0,0-1 0,-1 0 0,1 0 0,0 1-1,0-1 1,-1 0 0,1 0 0,0 0 0,0 0 0,0 0 0,-1 0-1,1 0 1,1-1 0,1 1-23,3 1-39,0-1 0,0-1 0,0 1 0,0-1 1,0 0-1,0 0 0,-1-1 0,1 1 0,0-1 0,-1-1 0,11-5 0,-14 7 15,0-4-17,9-14-48,-8 14 13,-12 4 81,7 0 19,0 1 0,0-1-1,0 1 1,0 0 0,0 0-1,0 0 1,0 0 0,0 0 0,0 0-1,0 0 1,0 0 0,1 1-1,-1-1 1,0 1 0,0 0 0,0-1-1,0 1 1,1 0 0,-1 0-1,0 0 1,-2 2 0,3-1 33,8 7-102,-5-8 58,-1 0 0,1 0 1,0 0-1,-1-1 0,1 1 0,0 0 1,-1-1-1,1 1 0,0-1 0,0 0 1,0 1-1,0-1 0,0 0 0,-1 0 1,1 0-1,0 0 0,0-1 0,0 1 1,0 0-1,-1-1 0,1 1 0,2-2 1,-1 1 59,1 0 1,-5 5-102,0 6-50,-1 0 0,2 0-1,-1 0 1,2 12 0,0-22 73,0 1 0,0-1-1,0 1 1,0-1 0,-1 1-1,1-1 1,0 0 0,0 0 0,0 0-1,0 1 1,0-1 0,0 0 0,0 0-1,0 0 1,0 0 0,0-1-1,0 1 1,1 0 0,-1 0-33,4 0-30,1 0 1,0-1-1,-1 0 0,1 0 0,0 0 0,-1 0 1,0-1-1,1 0 0,-1 0 0,0-1 1,0 1-1,0-1 0,0 0 0,0 0 0,-1-1 1,8-6-1,-12 9 86,1 0 0,-1 1 0,1-1 0,-1 0 0,0 1 0,1-1 0,-1 0 0,0 1 0,1-1 0,-1 0 0,0 0 0,0 0-1,0 1 1,0-1 0,1 0 0,-1 0 0,0 0 0,0 1 0,-1-1 0,1 0 0,0 0 0,0 0 0,0 1 0,0-1 0,-1 0 0,0-1 0,0 1 7,0 0 0,0-1 0,0 1 0,0 0 0,-1 0 0,1 0 0,0 0 0,-1 1 0,1-1 0,0 0 0,-1 1 0,-2-2 0,-3 0-302,1 1 0,-1-1 0,1 1 0,-1 1 0,0-1-1,-7 1 1,-24 1-5783,19-1 395</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2.053"/>
    </inkml:context>
    <inkml:brush xml:id="br0">
      <inkml:brushProperty name="width" value="0.035" units="cm"/>
      <inkml:brushProperty name="height" value="0.035" units="cm"/>
      <inkml:brushProperty name="color" value="#008C3A"/>
    </inkml:brush>
  </inkml:definitions>
  <inkml:trace contextRef="#ctx0" brushRef="#br0">581 20 11401,'-32'-3'2018,"-34"-9"-1,56 10-1496,0 1 1,0 0-1,0 1 0,0 0 0,0 0 0,0 1 1,1 0-1,-15 4 0,5 0-120,1 0-1,-1 1 0,1 1 1,0 1-1,1 0 1,0 1-1,0 1 1,1 1-1,0 1 0,1 0 1,-22 22-1,20-13-223,0 0 0,1 1 0,1 0 0,2 2 0,0-1 0,1 2 0,1-1 0,2 2 0,1-1-1,-8 37 1,14-47-136,0-1 0,1 1 0,0-1 0,2 1 0,-1-1 0,2 1 0,0-1 0,8 28 0,-7-31-33,2 0 1,-1-1 0,1 0 0,1 0 0,0 0-1,1 0 1,-1-1 0,2 0 0,-1-1 0,1 0 0,1 0-1,13 10 1,-11-9-19,2-1-1,-1 0 1,1-1-1,0 0 1,0-1-1,1-1 1,0 0-1,0 0 1,0-2-1,0 0 1,1 0-1,-1-1 1,1-1-1,28-2 1,-19 0-21,0 1 1,34 4-1,-51-3 30,1 1 0,0 0 0,-1 0 0,1 0 0,-1 1 0,0 0-1,0 1 1,0 0 0,0 0 0,-1 0 0,8 7 0,-5-2-4,0 1 0,0 0 0,-1 1 0,0 0 0,-1 0 0,-1 0 0,1 1 0,-2 0-1,9 25 1,-2 5 22,13 71 0,-10-5-21,-5 1 0,-6 185 0,-43 218-119,24-366 80,11-82 123,-8 53 162,49-269-35,12-34-1578,113-275-1,-130 384 1046,4 1 0,57-90 0,-65 127 224,1 2 0,38-40 0,-65 75 98,19-20-36,1 0 0,1 2-1,1 0 1,0 2 0,2 0 0,32-16-1,-39 25-11,2 1 0,-1 0 0,1 1-1,0 1 1,0 1 0,1 1 0,-1 1-1,41 0 1,138-1-4362,-148-4 2989,10 0 381,-42 6 964,0 0 1,0-2 0,0 0-1,-1-1 1,1-1 0,-1-1-1,-1 0 1,20-11 0,34-22-43,90-42 1195,-140 73-769,1 1 0,0 1 0,1 1 0,-1 1 0,43-3 0,108-4-1191,196-39-1,-368 51 876,160-26-958,-140 24 843,-1 1 0,1 1 0,0 1 0,-1 0 0,35 8 0,3-3-3889,-53-6 907,8-5-1091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2.240"/>
    </inkml:context>
    <inkml:brush xml:id="br0">
      <inkml:brushProperty name="width" value="0.035" units="cm"/>
      <inkml:brushProperty name="height" value="0.035" units="cm"/>
      <inkml:brushProperty name="color" value="#008C3A"/>
    </inkml:brush>
  </inkml:definitions>
  <inkml:trace contextRef="#ctx0" brushRef="#br0">26 98 6685,'-12'-18'7528,"3"4"-2282,4 6-7259,9 5 1530,0 0-1,1 0 1,-1 1-1,1-1 0,-1 1 1,1 0-1,8-2 1,-9 3 21,-3 1 557,0-1-389,1 1 1,-1 0 0,0-1 0,0 1-1,0-1 1,0 0 0,0 1 0,1-1 0,-1 0-1,0 1 1,0-1 0,-1 0 0,1 0-1,0 0 1,0 0 0,0 0 0,-1 0-1,1 0 1,0 0 0,0-2 0,5-13-3776</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3.570"/>
    </inkml:context>
    <inkml:brush xml:id="br0">
      <inkml:brushProperty name="width" value="0.035" units="cm"/>
      <inkml:brushProperty name="height" value="0.035" units="cm"/>
      <inkml:brushProperty name="color" value="#008C3A"/>
    </inkml:brush>
  </inkml:definitions>
  <inkml:trace contextRef="#ctx0" brushRef="#br0">81 94 5601,'-23'-50'1594,"23"48"-1403,-1 0 0,1 0 1,-1 0-1,0 0 1,1 0-1,-1 0 1,0 0-1,0 0 0,0 1 1,-1-1-1,1 0 1,0 1-1,-1-1 0,1 1 1,0-1-1,-4-1 1,-9-9 2850,9 25 1795,-2 6-3868,3 10 384,1 1 0,1 48 0,1-8 89,0 84 298,7 1 0,27 164 1,-29-291-1617,1-1-1,13 40 1,-15-59-116,0 0 1,0-1-1,0 1 1,1-1-1,0 0 1,0 0-1,1 0 0,0 0 1,0-1-1,1 0 1,-1 0-1,12 8 0,-14-12-67,1 0-1,0 0 1,0-1-1,0 1 0,0-1 1,1 0-1,-1 0 0,0-1 1,0 1-1,1-1 0,-1 0 1,0 0-1,6-1 0,53-13-885,-40 6 479,-1-2-1,0-1 1,-1 0-1,0-2 1,0 0 0,-2-2-1,27-24 1,20-13-490,-62 50 931,-1 0 0,1 0 0,0 1 0,0-1 0,0 1 0,0 0 0,0 0 0,0 0 0,1 1 0,-1-1 0,0 1 0,0 0 0,0 0 0,1 1 0,-1-1 0,0 1 0,0 0 0,0 0 0,0 0 0,0 1 0,0 0 0,0-1 0,4 4 0,11 6 15,0 0 1,-1 1-1,18 16 0,-33-26 3,11 9 10,2 0 0,-1 0 0,1-2 0,1 0 0,0-1 0,0 0 0,0-1 0,1-2 0,0 1 0,0-2 0,23 3 0,-22-5-25,1-1 0,0 0 0,0-1 0,0-1-1,0-1 1,0-1 0,0-1 0,-1-1 0,34-12 0,-51 16 18,5-2-3,0 0-1,0 0 1,0-1 0,-1 0-1,9-8 1,-13 11 5,-1-1 0,1 1 0,-1-1 1,0 1-1,0-1 0,0 0 0,0 1 0,0-1 0,0 0 0,0 0 0,0 0 0,-1 0 0,1 0 0,-1 0 1,1 0-1,-1 0 0,0 0 0,0 0 0,0 0 0,0 0 0,0 0 0,-1 0 0,1 0 0,0 0 0,-2-3 0,-1-1 3,1 0-1,-1 0 0,0 1 1,-1 0-1,0 0 0,1 0 0,-1 0 1,-1 0-1,1 1 0,-1 0 1,0 0-1,0 0 0,0 0 0,0 1 1,-1 0-1,1 0 0,-10-3 0,-9-3 7,-1 0-1,-49-9 0,41 13-530,0 1-1,0 1 1,-1 1-1,1 3 0,0 0 1,-39 8-1,35-6-7465</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3.914"/>
    </inkml:context>
    <inkml:brush xml:id="br0">
      <inkml:brushProperty name="width" value="0.035" units="cm"/>
      <inkml:brushProperty name="height" value="0.035" units="cm"/>
      <inkml:brushProperty name="color" value="#008C3A"/>
    </inkml:brush>
  </inkml:definitions>
  <inkml:trace contextRef="#ctx0" brushRef="#br0">54 1 13637,'-3'1'279,"0"0"0,0 0 0,0 1 0,0-1 0,0 1 0,0 0 0,1 0 0,-1 0 0,1 0 0,-1 0 0,1 1-1,0-1 1,0 1 0,0-1 0,0 1 0,0 0 0,1 0 0,-1 0 0,1 0 0,0 0 0,0 0 0,0 0 0,0 0 0,0 0 0,1 1 0,0-1-1,-1 6 1,1 12 793,0 0 0,1 0-1,5 29 1,-2-18 20,32 182 2256,-20-128-2517,50 246 889,-51-256-1671,31 96 1,-35-140-176,2-1 0,0 0 0,3-1 0,0 0 0,31 41 0,-42-64-18,1 0 0,0 0 0,1 0 0,12 10 0,-16-15 94,0 0-1,0 0 0,0-1 1,0 1-1,1-1 0,-1 0 1,0 0-1,1 0 1,-1 0-1,1 0 0,-1-1 1,1 1-1,0-1 0,-1 0 1,6-1-1,-1 0 4,0-1-1,0 0 0,-1-1 1,1 0-1,-1 0 1,1 0-1,-1-1 0,0 0 1,0 0-1,-1-1 1,1 0-1,-1 0 0,0-1 1,0 0-1,-1 0 1,0 0-1,8-12 0,-7 9 40,-1-1-1,0 1 0,0-1 1,-1 0-1,0 0 0,-1 0 0,0 0 1,-1-1-1,0 0 0,0 1 1,-1-1-1,-1 0 0,0-15 0,-2 18-18,0 0 0,-1 0-1,0 0 1,0 1 0,-1-1 0,1 1-1,-2 0 1,1 0 0,-1 0-1,0 0 1,0 1 0,-1 0-1,0 0 1,0 1 0,0-1 0,-1 1-1,0 1 1,0-1 0,-7-3-1,10 7-871,71-5-15489,-26 6 7646</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4.318"/>
    </inkml:context>
    <inkml:brush xml:id="br0">
      <inkml:brushProperty name="width" value="0.035" units="cm"/>
      <inkml:brushProperty name="height" value="0.035" units="cm"/>
      <inkml:brushProperty name="color" value="#008C3A"/>
    </inkml:brush>
  </inkml:definitions>
  <inkml:trace contextRef="#ctx0" brushRef="#br0">304 1052 7537,'-46'14'4319,"28"-9"-2943,0 0-1,1 2 1,-1 0-1,-26 15 1,24-9-1016,1 1 0,-27 26 0,39-33-621,0 1 1,0 0-1,1 0 0,-1 0 0,2 1 1,0 0-1,-9 18 0,48-18 344,32-3 1097,-24-3-576,-33-3-531,-1 0 0,1-1 0,0 0 0,0 0 0,-1-1-1,1 0 1,-1 0 0,1-1 0,-1 0 0,0-1 0,11-6 0,-2 1-118,-1-2 0,0 0 1,0 0-1,15-17 1,-20 17-3,-1-1 1,0 0 0,-1 0-1,0-1 1,-2-1 0,1 1 0,-1-1-1,-1-1 1,-1 1 0,0-1-1,0 0 1,-2 0 0,0 0 0,-1-1-1,1-25 1,-3-17 445,-3 0 0,-19-108 0,9 78 70,-15-102 251,-18-156 2918,41 320-2685,4 23-703,1 5 8,2 21 291,38 216 1118,-32-205-1564,64 233 250,-54-210-1219,3-1 0,46 86-1,-63-135 640,103 178-5079,-26-69-3106,-28-52-1723</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024"/>
    </inkml:context>
    <inkml:brush xml:id="br0">
      <inkml:brushProperty name="width" value="0.035" units="cm"/>
      <inkml:brushProperty name="height" value="0.035" units="cm"/>
      <inkml:brushProperty name="color" value="#008C3A"/>
    </inkml:brush>
  </inkml:definitions>
  <inkml:trace contextRef="#ctx0" brushRef="#br0">59 349 10745,'-20'-11'8587,"-2"-12"-4365,7 5-1132,14 16-2935,1 0-1,0 0 1,0 0 0,0 0 0,0 0 0,0 0-1,0 0 1,1 0 0,-1-1 0,1 1 0,-1 0-1,1 0 1,0 1 0,-1-1 0,3-3 0,26-7 331,-28 12-471,0 1 0,0-1-1,0 0 1,0 1 0,0-1 0,-1 0 0,1 1 0,0 0 0,0-1 0,-1 1 0,1-1-1,0 1 1,-1 0 0,1-1 0,0 1 0,-1 0 0,1 0 0,0 1 0,0-1 18,12 16 44,0 0 0,-2 1 0,0 1 0,-1-1 0,8 23 0,22 39-647,-37-76 480,-1 0-26,-1-1 1,1 1-1,0-1 0,0 0 0,0 0 0,0 0 0,1 0 0,-1 0 1,1 0-1,0 0 0,0-1 0,0 0 0,0 1 0,0-1 0,0 0 1,1-1-1,-1 1 0,0-1 0,1 1 0,0-1 0,4 1 0,-3-1 4,0-1-1,0 1 0,0-1 0,0 0 0,0 0 0,0-1 0,0 1 0,1-1 0,-1-1 0,-1 1 0,1 0 0,0-1 0,0 0 1,0 0-1,-1-1 0,6-3 0,-1 0 48,0-1 0,0-1 0,0 1 0,-1-1 0,14-18 1,-8 9-83,28-26 1,3-4 135,-37 39-27,0 0 0,1 0-1,0 1 1,0 0-1,19-10 1,-22 14 9,-4 1-7,1 1 0,-1-1 1,1 1-1,-1 0 0,1 0 0,-1 0 1,1 0-1,0 0 0,-1 1 0,1-1 1,3 0-1,1 0-64,-4 0-83,16-4-129,-9 1 295,-1-1 1,1 0-1,-1 0 0,0 0 0,13-12 0,-15 11 194,1 0 0,-1 1 0,1 0 0,0 0 0,0 1 0,1 0 0,17-5 0,29 5 24,-45 4-341,1 0 1,-1-1 0,15-3 0,-22 3 96,1 0 0,-1 0-1,0 0 1,1-1 0,-1 1 0,0-1 0,0 0 0,0 0 0,0 0 0,0 0-1,-1 0 1,1-1 0,4-5 0,1-3 79,-1-1 0,0 0 0,7-19 0,3-5 1306,-17 35-1278,1 0 1,-1 0 0,0 0-1,0 0 1,0 0-1,0 0 1,0-1 0,0 1-1,0 0 1,0 0-1,0 0 1,0 0 0,-1 0-1,1 0 1,0 0 0,-1 0-1,1 0 1,-2-2-1,1 0 126,0-10 311,5 12 13,12 15-162,-7-5-1028,13 15-2198,-11-10-730,5-2-4166,1-6-2228</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240"/>
    </inkml:context>
    <inkml:brush xml:id="br0">
      <inkml:brushProperty name="width" value="0.035" units="cm"/>
      <inkml:brushProperty name="height" value="0.035" units="cm"/>
      <inkml:brushProperty name="color" value="#008C3A"/>
    </inkml:brush>
  </inkml:definitions>
  <inkml:trace contextRef="#ctx0" brushRef="#br0">0 1 4960,'0'0'513,"6"17"-3002</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5.584"/>
    </inkml:context>
    <inkml:brush xml:id="br0">
      <inkml:brushProperty name="width" value="0.035" units="cm"/>
      <inkml:brushProperty name="height" value="0.035" units="cm"/>
      <inkml:brushProperty name="color" value="#008C3A"/>
    </inkml:brush>
  </inkml:definitions>
  <inkml:trace contextRef="#ctx0" brushRef="#br0">1 235 8845,'34'-54'2752,"-7"18"1956,-24 34-4542,-1 1 0,0-1 0,0 0 0,1 1 0,-1-1 0,1 1 0,-1 0 0,1 0 0,0 0 1,-1 0-1,1 0 0,0 1 0,0-1 0,-1 1 0,1-1 0,0 1 0,0 0 0,0 1 0,0-1 0,-1 0 0,1 1 0,0-1 1,4 3-1,3-1-41,-2 1 1,1 0 0,0 1-1,0 0 1,8 6 0,-4 0-16,-1 0 0,0 1 0,-1 0 0,-1 1 1,1 0-1,9 17 0,-11-16-83,0-1 1,0-1-1,1 1 0,1-1 1,-1-1-1,20 14 0,-28-23-39,1 1-1,-1-1 1,1 0-1,-1 0 1,1 0-1,0 0 1,-1 0-1,1-1 1,0 1-1,-1-1 1,1 0-1,0 1 1,0-1-1,0-1 1,-1 1-1,1 0 1,3-1-1,-2-1-6,1 1-1,0-1 0,-1 0 0,1-1 0,-1 1 0,0-1 0,0 1 1,7-8-1,1-1 28,-1-1 0,0-1 1,-1 0-1,14-25 0,16-46 1100,-20 57-677,-12 18-350,-6 6 17,2 3-22,55 8 159,-45-5-276,0-1 0,0 0 1,24-1-1,-33-1 6,1-1 0,0-1 0,-1 1 0,1-1 0,-1 0 0,1 0 0,-1 0 0,0-1 0,0 0 1,0 0-1,8-7 0,1-2 110,0-1 0,13-17 0,-20 22 83,-5 6-15,0-1-1,-1 1 1,1-1 0,-1 0-1,0 1 1,0-1 0,0 0-1,1-3 1,1-4 267,-1 8 1218,-10 19-2244,5 3-1952,6 11-6241,-2-26 6940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6.193"/>
    </inkml:context>
    <inkml:brush xml:id="br0">
      <inkml:brushProperty name="width" value="0.035" units="cm"/>
      <inkml:brushProperty name="height" value="0.035" units="cm"/>
      <inkml:brushProperty name="color" value="#008C3A"/>
    </inkml:brush>
  </inkml:definitions>
  <inkml:trace contextRef="#ctx0" brushRef="#br0">10 267 6457,'-1'-1'99,"1"1"1,-1 0 0,0-1 0,1 1-1,-1-1 1,1 1 0,-1-1 0,1 1 0,-1-1-1,1 1 1,-1-1 0,1 0 0,-1 1 0,1-1-1,0 0 1,-1 1 0,1-1 0,0 0-1,0 0 1,0 1 0,-1-1 0,1 0 0,0 1-1,0-1 1,0 0 0,0 0 0,0 1-1,0-1 1,0 0 0,1 0 0,-1 1 0,0-1-1,0 0 1,1 0 0,21-15 4579,-16 13-4248,-4 2 1818,12-2-761,-13 2-1402,1 1 1,-1-1-1,0 1 0,0-1 1,1 1-1,-1-1 1,0 1-1,1 0 0,-1 0 1,1-1-1,-1 1 0,0 0 1,3 1-1,48 30 872,-50-29-655,15-1-203,-16 0-97,0-1-1,0 0 1,0 1 0,0-1 0,-1 0 0,1 0 0,0 0 0,0 0 0,0 0 0,0 0 0,0 0 0,0 0 0,-1 0 0,1 0 0,0 0 0,0-1 0,0 1 0,0 0-1,-1-1 1,1 1 0,0 0 0,0-1 0,0 1 0,-1-1 0,1 1 0,0-1 0,0-1 0,3-2 4,-1 0 1,0-1-1,0 1 1,-1-1-1,1 0 1,-1 0-1,2-7 1,6-13 28,-9 23-20,1 0-25,28-38-282,-3-2-1,24-45 1,-50 84 1887,-22 32-791,19-19-786,0-1 0,0 0-1,1 1 1,0-1 0,1 0 0,0 1-1,0-1 1,1 1 0,0-1 0,1 0-1,0 1 1,0-1 0,1 0 0,0 0-1,8 14 1,-10-21-208,4-2 78,1 0-1,-1-1 0,0 0 1,0 0-1,0 0 0,0 0 0,0-1 1,0 0-1,-1 0 0,9-5 1,-1-1-501,-1 0 0,16-16 0,-17 15-496,0 0 0,0 1 0,22-13 0,28-7-7344,-44 24 4195</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46.313"/>
    </inkml:context>
    <inkml:brush xml:id="br0">
      <inkml:brushProperty name="width" value="0.035" units="cm"/>
      <inkml:brushProperty name="height" value="0.035" units="cm"/>
      <inkml:brushProperty name="color" value="#008C3A"/>
    </inkml:brush>
  </inkml:definitions>
  <inkml:trace contextRef="#ctx0" brushRef="#br0">36 97 8173,'6'-11'5452,"-22"2"-3800,0 1 3181,13-9-4585,0-3-520,0 5-7697,3-2-1164</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2.725"/>
    </inkml:context>
    <inkml:brush xml:id="br0">
      <inkml:brushProperty name="width" value="0.035" units="cm"/>
      <inkml:brushProperty name="height" value="0.035" units="cm"/>
      <inkml:brushProperty name="color" value="#008C3A"/>
    </inkml:brush>
  </inkml:definitions>
  <inkml:trace contextRef="#ctx0" brushRef="#br0">1 1554 11525,'0'0'9230,"2"-1"-8818,30-15 177,36-11 0,28-13-365,647-394 351,-484 272-500,-158 101 50,641-420 210,-694 447-79,104-81 1128,-132 97-1037,0 0 1,-1-1-1,-1-1 0,29-43 1,-47 62-332,1 0 0,0 0 0,-1 0 0,1 0 0,0 0 0,-1 0 0,0 0 0,1 0 0,-1 0 0,0 0 0,1-1 0,-1 1 0,0 0 0,0 0 0,0 0 0,0-1 0,0 1 0,0 0 0,0 0 0,-1 0 0,1 0 0,0-1 0,-1 1 0,1 0 0,0 0 0,-1 0 0,0 0 0,1 0 0,-1 0 0,0 0 0,1 0 0,-3-1 0,-1-4 29,3 6-82,0-1 0,0 1-1,0 0 1,-1 0 0,1 0 0,0 0-1,0 0 1,-1 0 0,1 0 0,0 0-1,0 1 1,0-1 0,0 0-1,-1 1 1,1-1 0,0 1 0,-1 0-1,0 0-80,-1 0-124,0 0 0,-1 1-1,1-1 1,0 1 0,1 0 0,-1 0 0,0 0 0,0 0 0,1 0 0,-1 0 0,1 1 0,0-1-1,0 1 1,0 0 0,0 0 0,0 0 0,0 0 0,-2 6 0,3-6-579,0 1 0,0 0 0,0-1 0,1 1 0,-1 0 0,1-1 0,0 1 0,0 0 0,0 0 0,1 6 0,9 11-9404</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216"/>
    </inkml:context>
    <inkml:brush xml:id="br0">
      <inkml:brushProperty name="width" value="0.035" units="cm"/>
      <inkml:brushProperty name="height" value="0.035" units="cm"/>
      <inkml:brushProperty name="color" value="#008C3A"/>
    </inkml:brush>
  </inkml:definitions>
  <inkml:trace contextRef="#ctx0" brushRef="#br0">132 143 8261,'-2'-12'2127,"2"11"-1749,-1 1 1,1-1 0,0 1-1,-1 0 1,1-1 0,0 1-1,-1-1 1,1 1 0,-1-1-1,1 1 1,-1 0 0,1 0-1,-1-1 1,1 1 0,-1 0-1,1 0 1,-1-1 0,1 1-1,-1 0 1,1 0 0,-1 0-1,0 0 1,1 0 0,-1 0-1,1 0 1,-1 0 0,1 0-1,-2 0 1,-6-1 2107,-2-2-3404,3-17 2465,3 11-1139,0 0 0,-1 1 1,0 0-1,0 0 0,-1 0 1,0 0-1,0 1 1,-1 0-1,-10-8 0,16 14-100,-4-3-135,-6-4-136,11 8-30,-1 0-1,1 0 0,0 0 0,0 0 1,-1 0-1,1 0 0,0 0 1,0 0-1,-1 0 0,1 0 0,0 0 1,0 0-1,-1 1 0,1-1 1,0 0-1,0 0 0,0 0 0,-1 0 1,1 0-1,0 0 0,0 1 1,0-1-1,-1 0 0,1 0 0,0 0 1,0 0-1,0 1 0,0-1 1,0 0-1,-1 0 0,1 1 0,0-1 1,0 0-1,0 0 0,0 0 1,0 1-1,0-1 0,0 0 0,0 0 1,0 1-1,0-1 0,0 0 1,0 0-1,0 1 0,0-1 0,0 0 1,0 0-1,0 1 0,0-1 0,0 0 1,1 1-1,2 92 104,4 0-1,4-1 1,4 0-1,46 152 1,-26-140-59,3-1 1,6-2 0,101 173-1,-118-231-273,3-1-1,1-1 1,68 69-1,-79-91-73,1 0 0,1-2 0,1 0-1,1-2 1,0 0 0,1-2 0,0-1 0,44 15-1,-58-23 163,1-1-1,0-1 1,0 1-1,0-2 1,0 0-1,0 0 1,0-1-1,0-1 1,1 0-1,22-5 1,-25 3 65,0-1 1,0 0 0,0 0-1,-1-1 1,0 0 0,0-1 0,0 0-1,-1 0 1,0-1 0,0 0-1,0 0 1,11-15 0,-6 3 15,0 0 0,-2 0 0,0-1 0,-1-1 0,-1 0 0,9-30 0,-2-5-36,10-75 1,-9-4 20,5-25 120,0 26 136,17-79 725,-39 209-828,1 0 1,0-1-1,0 1 1,0 0-1,0 0 1,1 1-1,-1-1 1,1 0-1,0 0 1,1 1-1,-1-1 1,0 1-1,1 0 1,0 0-1,0 0 1,3-3-1,-6 6-62,1 0 0,-1-1 0,1 1 0,-1 0 0,1 0 0,-1 0 0,1 0 0,-1 0 0,1-1 0,-1 1 0,1 0 0,-1 0 0,1 0 0,-1 0 0,1 1 0,-1-1 0,0 0 0,1 0 0,-1 0 0,1 0 0,-1 0 0,1 1 0,-1-1 0,1 0 0,-1 0 0,0 1 0,1-1 0,-1 0 0,1 1 0,14 17 347,10 30 1,-22-41-288,13 28 189,-3-6 15,26 43 0,24 29 63,-49-78-274,1-1 0,28 30 0,-35-44-50,0 0-1,1-1 1,0 0 0,0-1 0,1 0 0,15 7 0,-20-10-19,1-1 0,0 0 0,-1-1-1,1 0 1,0 0 0,0 0 0,0 0 0,0-1 0,0 0 0,0 0 0,0-1-1,0 0 1,11-2 0,-14 2-5,-1 0 0,1 1 0,0-1 1,-1 0-1,1-1 0,-1 1 0,0 0 0,1-1 0,-1 1 0,0-1 0,0 1 0,0-1 0,0 0 1,0 0-1,0 0 0,0-1 0,-1 1 0,1 0 0,-1 0 0,1-1 0,-1 1 0,0-1 1,0 1-1,0-1 0,0 0 0,-1 1 0,1-1 0,-1 0 0,0 0 0,1-4 0,-3-3-2,1 0 0,-1 0 0,-1 1 0,0-1 0,0 0 0,-1 1 0,0 0 0,0 0 0,-1 0 0,0 0 0,-1 1 0,0 0 0,0 0 0,-1 1 0,0-1 0,0 1-1,-1 1 1,-13-10 0,1 3-54,1 1-1,-2 1 1,1 0-1,-1 2 1,-1 0-1,0 2 1,-27-6-1,44 12 12,-6-1-507,1 0 0,0-1 0,0 0-1,0 0 1,0-1 0,1 0-1,-1-1 1,-16-11 0,24 14 206,1 1 0,0-1 0,0 1 0,0-1 0,0 1 0,0-1 1,0 0-1,0 0 0,0 1 0,1-1 0,-1 0 0,1 0 0,-1 0 0,1 0 0,0 0 0,0 1 1,0-1-1,0 0 0,0 0 0,0-3 0,3-21-4370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648"/>
    </inkml:context>
    <inkml:brush xml:id="br0">
      <inkml:brushProperty name="width" value="0.035" units="cm"/>
      <inkml:brushProperty name="height" value="0.035" units="cm"/>
      <inkml:brushProperty name="color" value="#008C3A"/>
    </inkml:brush>
  </inkml:definitions>
  <inkml:trace contextRef="#ctx0" brushRef="#br0">1 130 9597,'0'0'10818,"2"2"-9982,8 7-538,0 0 1,-1 1 0,0 0-1,-1 1 1,0 0-1,-1 0 1,8 18 0,-3-9 22,21 29 1,-26-38-268,0 0 0,0 0 0,-1 0 0,-1 1 0,8 22 0,16 34 239,1-3-191,-30-64-95,1 0 0,-1 0 0,0 0 0,1 0 0,-1 0 0,1-1 0,-1 1 0,0 0 0,1 0 0,0-1 0,-1 1 0,1 0 0,-1-1 0,1 1 0,0 0 0,0-1 0,-1 1-1,1-1 1,0 1 0,0-1 0,0 0 0,1 1 0,-1-1-5,-1 0 0,1 0-1,0-1 1,0 1 0,-1 0-1,1-1 1,0 1 0,-1 0-1,1-1 1,0 1-1,-1-1 1,1 1 0,-1-1-1,1 1 1,-1-1 0,1 1-1,-1-1 1,1 0 0,-1 1-1,1-2 1,15-36 7,25-148 448,-20 80 116,-15 77-414,-2 6 9,2 0 0,0 0-1,13-29 1,-17 48-159,0 1 0,0-1 1,0 1-1,1 0 0,-1 0 1,1 0-1,0 0 0,0 1 1,0-1-1,0 1 0,1 0 1,-1 0-1,0 0 0,1 0 1,0 0-1,-1 1 0,1 0 1,0-1-1,0 1 0,0 1 1,0-1-1,-1 1 0,1-1 1,0 1-1,0 0 0,0 0 1,6 2-1,9 1-204,0 0 0,0 2 0,-1 0 0,21 9 1,-31-11 29,121 51-3703,-48-11-6336,-63-31 1072</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4.941"/>
    </inkml:context>
    <inkml:brush xml:id="br0">
      <inkml:brushProperty name="width" value="0.035" units="cm"/>
      <inkml:brushProperty name="height" value="0.035" units="cm"/>
      <inkml:brushProperty name="color" value="#008C3A"/>
    </inkml:brush>
  </inkml:definitions>
  <inkml:trace contextRef="#ctx0" brushRef="#br0">1 472 10017,'0'2'1809,"3"9"-698,0-1 1,0 0 0,1 0-1,0 0 1,8 12 0,-5-10-730,2-1 1,-1 0-1,1 0 1,1-1-1,0 0 1,16 12-1,17 13 228,-16-12-305,0-2 0,1 0 0,1-2 0,33 16 0,-61-35-281,1-1 0,0 1 0,0 0-1,0-1 1,-1 1 0,1-1 0,0 0 0,0 1-1,-1-1 1,1 0 0,-1 0 0,1 0 0,-1 0-1,1 0 1,-1 0 0,3-3 0,-2-2-1,0 0 0,0 0 0,-1 0 0,0 0 0,0-1 0,0 1 1,-1 0-1,0 0 0,0-1 0,0 1 0,-3-12 0,1-5 2,-8-161-261,0-144-4956,11 221-2349,-1 62-521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245"/>
    </inkml:context>
    <inkml:brush xml:id="br0">
      <inkml:brushProperty name="width" value="0.035" units="cm"/>
      <inkml:brushProperty name="height" value="0.035" units="cm"/>
      <inkml:brushProperty name="color" value="#008C3A"/>
    </inkml:brush>
  </inkml:definitions>
  <inkml:trace contextRef="#ctx0" brushRef="#br0">79 193 7369,'0'0'1445,"4"0"-133,4-1-1035,-1 1 0,0-2 0,0 1 0,1-1 0,-1 0 1,0 0-1,0-1 0,-1 0 0,1 0 0,-1-1 0,1 0 0,-1 0 0,0-1 0,-1 1 0,1-1 0,6-8 0,-9 11-113,0-1-1,0 0 1,0 1-1,-1-1 1,1-1-1,-1 1 1,0 0-1,0-1 1,0 1-1,0-1 1,0 1-1,-1-1 1,0 0 0,0 0-1,0 0 1,0 1-1,0-1 1,-1 0-1,0 0 1,0 0-1,0 0 1,0 0-1,-1 0 1,1 0-1,-1 0 1,0 0-1,0 0 1,0 0 0,-1 1-1,0-1 1,-3-5-1,5 8-100,-1 0 0,0 0 0,0 1 0,0-1-1,0 0 1,1 1 0,-1-1 0,0 0 0,0 1 0,0-1 0,0 1-1,-1 0 1,1-1 0,0 1 0,0 0 0,-1-1 0,-3 0 134,3 0-122,-1 0-1,1 1 1,0-1-1,0 1 1,0 0-1,0-1 1,0 1-1,-1 0 0,1 0 1,0 1-1,0-1 1,0 0-1,0 1 1,-1-1-1,1 1 1,0 0-1,0-1 1,0 1-1,0 0 1,0 0-1,1 1 1,-1-1-1,0 0 0,0 0 1,-1 3-1,-6 4 295,0 1-1,1 0 0,-10 15 0,4-2-112,1 1 1,0 0-1,2 1 0,1 0 0,1 1 1,2 0-1,0 0 0,1 1 0,2-1 1,0 1-1,2 1 0,1-1 0,1 0 1,4 30-1,-2-43-346,0 0-1,1-1 1,1 1 0,0-1-1,0 1 1,1-1-1,1-1 1,0 1 0,1-1-1,0 0 1,1 0 0,0-1-1,18 18 1,-17-19-367,1-2 1,0 0-1,0 0 0,0 0 1,1-2-1,0 1 0,0-1 1,0-1-1,0 0 0,1 0 1,0-1-1,0-1 0,0 0 1,0-1-1,15 0 1,53-6-5982,3-8-4157</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781"/>
    </inkml:context>
    <inkml:brush xml:id="br0">
      <inkml:brushProperty name="width" value="0.035" units="cm"/>
      <inkml:brushProperty name="height" value="0.035" units="cm"/>
      <inkml:brushProperty name="color" value="#008C3A"/>
    </inkml:brush>
  </inkml:definitions>
  <inkml:trace contextRef="#ctx0" brushRef="#br0">1 11 13117,'0'0'138,"0"-1"0,0 0 0,1 1 0,-1-1-1,0 1 1,0-1 0,1 1 0,-1-1 0,0 1-1,1-1 1,-1 1 0,1-1 0,-1 1 0,1-1 0,-1 1-1,1-1 1,-1 1 0,1 0 0,-1-1 0,1 1 0,-1 0-1,2-1 1,3 12 4520,8 11-2464,-7-17-1843,1 0 0,-1-1 0,1 1 0,0-2 1,0 1-1,10 3 0,-1 0 64,298 124 3225,4-15-5753,-283-103 1444,-9-4-1,23 9-4157,94 21 1,-107-32-525,-14 1-2861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5.916"/>
    </inkml:context>
    <inkml:brush xml:id="br0">
      <inkml:brushProperty name="width" value="0.035" units="cm"/>
      <inkml:brushProperty name="height" value="0.035" units="cm"/>
      <inkml:brushProperty name="color" value="#008C3A"/>
    </inkml:brush>
  </inkml:definitions>
  <inkml:trace contextRef="#ctx0" brushRef="#br0">683 0 11473,'-101'49'2368,"63"-24"-328,-7 7-151,1 2-145,6 3-176,-10 15-280,7 11-264,-1 11-148,-8 17-212,-1 12-104,9 11-500,8 9-312,2 3-488,3 0-532,13 2-784,0-5-452,7-3-3077,3-3-4572</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7.221"/>
    </inkml:context>
    <inkml:brush xml:id="br0">
      <inkml:brushProperty name="width" value="0.035" units="cm"/>
      <inkml:brushProperty name="height" value="0.035" units="cm"/>
      <inkml:brushProperty name="color" value="#008C3A"/>
    </inkml:brush>
  </inkml:definitions>
  <inkml:trace contextRef="#ctx0" brushRef="#br0">356 2141 9093,'-4'-1'525,"1"0"1,-1 0-1,1 0 0,-1-1 1,1 1-1,-1-1 0,1 0 1,0 0-1,0 0 1,0 0-1,0 0 0,0-1 1,-3-2-1,2 0-140,0 0 0,0-1-1,1 1 1,0-1 0,0 0-1,0 1 1,-2-8 0,-2-10-93,2 0 0,0 0 0,-2-31 0,5 33 200,-79-614 2628,65 524-2013,-5 2 1,-71-210 0,92 318-1086,0 0 0,0 0-1,-1 0 1,1 0 0,-1 0-1,1 0 1,-1 0 0,1 0-1,-1 0 1,1 1 0,-1-1-1,0 0 1,0 0 0,1 1 0,-1-1-1,-2-1 1,3 2-8,0 0 1,-1 0 0,1 0-1,-1 0 1,1 0-1,-1 0 1,1 0-1,-1 0 1,1 0-1,0 1 1,-1-1 0,1 0-1,-1 0 1,1 0-1,-1 0 1,1 1-1,0-1 1,-1 0-1,1 0 1,0 1-1,-1-1 1,1 0 0,0 1-1,-1-1 1,1 0-1,0 1 1,-2 2 44,0 0 1,0 0-1,0 0 1,1 0-1,0 1 1,-1-1 0,1 0-1,-1 7 1,-1 29 317,0 2 0,3-1 1,9 75-1,-6-84-222,107 810 1067,87-16-268,-114-579-1104,-58-184-41,59 106-1,-75-153 1,1 0 0,0 0 0,1-1 0,1 0 0,0-1 0,1-1 0,0 0 0,1 0 0,15 9 0,-24-18 65,0 0-1,0 0 1,1-1 0,0 1 0,-1-1-1,1 0 1,0-1 0,0 0 0,0 0-1,0 0 1,0 0 0,0-1 0,0 0-1,0 0 1,0-1 0,0 0 0,0 0-1,0 0 1,0-1 0,0 0 0,0 0-1,-1 0 1,1-1 0,-1 1 0,1-1-1,-1-1 1,0 1 0,0-1 0,5-5-1,7-7-382,0-2 0,-1 0 0,-1-1 0,-1 0 0,23-42-1,-17 23-291,-2 0 0,19-63-1,-26 64 295,-1 0 0,10-72 0,-19 95 445,0 0-1,-1 0 0,0-1 0,-1 1 1,-1 0-1,0 0 0,-1 0 1,0 0-1,-1 0 0,-1 0 0,-7-13 1,9 22 106,0-1 1,0 1 0,-1 0 0,0 0-1,0 0 1,0 0 0,0 1-1,-1 0 1,0-1 0,0 2 0,0-1-1,0 1 1,-12-6 0,9 6 55,0 0 0,-1 1 1,0-1-1,1 2 0,-1-1 1,0 2-1,0-1 1,0 1-1,-9 1 0,-1 1 91,-1 1-1,1 2 1,0-1-1,0 2 1,0 1-1,1 0 0,0 1 1,-20 13-1,23-12-102,-9 4 47,0 2 0,1 1 0,0 0 0,1 2 0,-27 28 0,47-44-199,4-7-78,17-32-182,0 0 0,35-47 0,8-14 31,34-83 518,118-310-1,-194 430-91,-14 39-75,2 1 1,0 0 0,1 0-1,20-34 1,-28 54-62,0 0 0,0-1 1,1 1-1,-1 0 0,1 0 1,-1 0-1,1 0 0,-1 0 1,1 0-1,0 0 0,-1 1 0,1-1 1,0 0-1,-1 1 0,1 0 1,0-1-1,0 1 0,0 0 1,0 0-1,-1 0 0,1 0 1,2 0-1,46 11-149,-18-3 81,-20-8 32,0-1 0,0 0 0,0-1 1,0 0-1,0-1 0,0-1 0,-1 0 0,1 0 0,-1-1 0,0 0 1,0-1-1,10-8 0,11-8-236,-1-2-1,40-38 1,-54 46 152,17-16-256,44-51 0,-65 66 319,1 2-1,22-20 0,-34 34 338,4 1-220,1 0-1,-1 0 0,1 1 1,-1 0-1,1 1 1,-1-1-1,0 1 1,1 0-1,-1 1 0,7 3 1,-12-5-58,0-1 0,0 1-1,1-1 1,-1 0 0,0 0 0,1 1 0,-1-1-1,0 0 1,1 0 0,-1 0 0,0 0 0,1-1-1,-1 1 1,0 0 0,1 0 0,2-2 0,1 1-12,4-1-62,0-1 1,0 1-1,0-1 0,0-1 0,0 0 0,-1 0 0,0-1 0,0 0 1,0 0-1,0-1 0,-1 0 0,0 0 0,0-1 0,0 0 0,-1 0 1,9-13-1,6-12-148,-1 0 0,25-56 0,-29 55 311,-6 12 58,-1 0 0,9-28 0,-3 7 408,6-10 122,-19 47-695,0 0 0,0 0 0,1 0-1,-1 1 1,1-1 0,0 1 0,0 0 0,1-1 0,-1 1 0,1 1 0,0-1 0,6-4 0,22-25-682,35-72-645,-48 71 1617,36-48-1,-52 78-127,0 0-1,-1 0 0,0 0 1,0 0-1,0-1 1,0 1-1,1-9 0,7-14 467,-9 25-378,17 4-297,-16-2 15,0 0-1,1 1 1,-1-1 0,1 0-1,-1 0 1,1 0-1,-1-1 1,0 1-1,1 0 1,-1-1-1,1 0 1,-1 1 0,4-3-1,0 0-13,-1-1 1,1 1-1,-1-1 0,0 0 0,0-1 1,0 1-1,0-1 0,-1 0 0,7-9 1,-3 1 360,-1-1 0,0 1 0,6-21 1,8-27 1845,-21 59-2007,26-43-2252,-12 30 1538,-9 11 443,0 0 1,-1-1-1,1 0 0,-1 0 1,0 0-1,-1 0 0,1-1 1,-1 1-1,0-1 0,3-10 1,2-6-535,6-38 0,-14 56-1448</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27.409"/>
    </inkml:context>
    <inkml:brush xml:id="br0">
      <inkml:brushProperty name="width" value="0.035" units="cm"/>
      <inkml:brushProperty name="height" value="0.035" units="cm"/>
      <inkml:brushProperty name="color" value="#008C3A"/>
    </inkml:brush>
  </inkml:definitions>
  <inkml:trace contextRef="#ctx0" brushRef="#br0">41 41 13685,'0'0'1864,"-15"3"-287,-4 2-333,15-22-948,1 3-2524,6-3-11226</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6:56.166"/>
    </inkml:context>
    <inkml:brush xml:id="br0">
      <inkml:brushProperty name="width" value="0.035" units="cm"/>
      <inkml:brushProperty name="height" value="0.035" units="cm"/>
      <inkml:brushProperty name="color" value="#008C3A"/>
    </inkml:brush>
  </inkml:definitions>
  <inkml:trace contextRef="#ctx0" brushRef="#br0">776 52 3460,'0'0'4246,"-3"-3"-4009,0 1 1,1-1-1,0 1 0,-1-1 0,1 0 1,-2-4-1,4 6-122,0 0 0,0-1 0,0 1-1,0 0 1,0 0 0,0 0 0,0 0 0,-1 0 0,1-1 0,0 1 0,0 0 0,-1 0-1,1 0 1,-1 0 0,1 0 0,-1 0 0,0 0 0,1 0 0,-1 0 0,0 0 0,1 0 0,-3-1-1,1 2-13,0-1 0,0 1 0,0-1-1,0 1 1,0 0 0,0 0-1,0 0 1,0 0 0,0 0-1,0 0 1,0 0 0,-3 2 0,2-2 993,-21 26-964,5 5 118,2 1-1,0 0 0,-15 47 1,27-65-148,-23 65 273,3 2 1,4 0-1,-15 115 1,-6 255 427,35-349-582,-14 606 732,48-91-570,-25-186-210,-35 19 70,-28-36-11,33-235-96,-2 7 18,-40 300 253,55-336-297,6 190 1,50 136 146,-23-316-196,-10-47-20,-5-1 0,-5 1 0,-5 0 0,-5 0 0,-30 126 0,3 13 11,21-125 3,4-11 169,6 0-1,5 0 1,4 0 0,34 227 0,-15-147 3,-4-30-126,5 68 0,-7-60-36,-7-31 51,-4-53-28,-5 52 328,2-47-295,-6 330 27,5-387-137,-2 1 1,-2-1-1,-9 38 1,4-38 85,-6 16-155,-2-10 93,-22 84 0,9 4 5,-18 65-97,31-132 143,18-62-84,-4 0 5,1 1 1,1 0-1,-1-1 1,0 1-1,1 0 1,-3 5-1,2-3-33,1-2 35,1-1-1,0 0 1,0 1-1,0-1 1,1 1-1,-1-1 1,1 1-1,0-1 1,0 8-1,0-8-23,0 1 41,22 13 40,-17-17-68,1 0 1,0 0 0,-1-1-1,1 0 1,-1 0 0,7-2-1,10-2-4,553-56-16,-249 33 104,979-75-47,-802 69-87,657-56 275,550-37 453,1845-73-217,-3368 190-416,1249-70 79,-6-33 820,-851 42-98,-407 40-457,219-67-1,-240 43-202,-128 45-153,-1-2 0,0 0 0,-1-1 0,25-20 0,-44 32-36,0-1 0,0 1 0,-1 0 0,1-1 0,0 1 0,-1-1 0,1 0 0,-1 0 0,0 1 0,0-1-1,1 0 1,-1 0 0,0 0 0,-1 0 0,1 0 0,0-1 0,-1 1 0,1 0 0,-1 0 0,1 0 0,-1-1 0,0 1 0,0 0 0,0 0 0,0-1 0,-1 1 0,1 0 0,-1 0 0,1 0 0,-2-3 0,1-3-102,0 5-168,69 10-1354,-53-5 1519,-1 0 0,1-1 0,0 0-1,24-2 1,-11-5-4,0-1-1,-1-1 1,43-19-1,-56 21 45,28-6-10,-39 12 23,1-1 25,17 1-12,1 0 0,0 2 1,-1 0-1,1 1 0,25 8 0,58 5-242,-67-10 261,-35-5-2,32 4 67,-13-5 23,40-2 86,99-19-1,-114 14-140,-23 5-172,37 0 0,-48 2-82,-10 0-156,-6 2-239,-53 19-3655,17-12 2079</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7:03.034"/>
    </inkml:context>
    <inkml:brush xml:id="br0">
      <inkml:brushProperty name="width" value="0.035" units="cm"/>
      <inkml:brushProperty name="height" value="0.035" units="cm"/>
      <inkml:brushProperty name="color" value="#008C3A"/>
    </inkml:brush>
  </inkml:definitions>
  <inkml:trace contextRef="#ctx0" brushRef="#br0">62 32 2936,'0'-1'249,"1"1"-1,-1-1 0,0 1 1,1-1-1,-1 0 1,0 0-1,0 1 0,1-1 1,-1 0-1,0 0 0,0 1 1,0-1-1,0 0 1,0 0-1,0 1 0,0-1 1,0 0-1,0 0 0,-1 1 1,1-1-1,0 0 1,0 0-1,-1 1 0,1-1 1,0 0-1,-1 1 1,1-1-1,-1 1 0,1-1 1,0 0-1,-1 1 0,0-1 1,1 1-1,-1-1 1,1 1-1,-1-1 0,0 1 1,1 0-1,-1-1 0,0 1 1,1 0-1,-1-1 1,0 1-1,0 0 0,1 0 1,-2 0-1,-5-3-1870,5 2 2867,-8 14-1206,8-11-33,1-1 0,0 0 0,0 1 0,0-1 0,0 0 0,0 1 0,0-1 0,1 1 0,-1 0 0,0-1 0,1 1 0,-1 0 0,0 2 0,-7 50 0,3-1-1,2 1 1,2 0 0,9 76 0,36 227 169,-37-250-179,-8 135 0,-2-90 73,3-135-62,0 0 0,1 0-1,1-1 1,0 1 0,2 0 0,-1-1 0,2 0 0,0 0 0,14 28 0,-11-29 22,0 0 0,1 0 0,1-1 0,0 0 0,1-1 1,1 0-1,0-1 0,0 0 0,1-1 0,1-1 0,0 0 0,0 0 0,1-2 0,0 0 0,25 10 0,-33-16 28,1 0-1,-1-1 0,0 0 0,1 0 0,-1 0 1,1-1-1,-1 0 0,1-1 0,-1 1 0,1-1 1,-1-1-1,0 0 0,0 0 0,0 0 1,9-5-1,-6 2-18,-1-1 0,0 0 0,0 0 1,0-1-1,-1 0 0,1-1 1,-2 0-1,1 0 0,-1-1 0,8-12 1,10-22-67,-2-2 0,23-60 0,-29 63 32,-7 16 12,-1 1 0,-1-1 0,5-27 0,6-25 42,-19 76-78,8-32 37,27-5-143,-33 37 86,-1 3-69,-1-1 111,1 0-1,0 1 1,-1-1 0,1 0-1,0 1 1,-1-1 0,1 0 0,0 0-1,0 0 1,0 1 0,-1-1-1,1 0 1,0 0 0,0 0-1,-1 0 1,1 0 0,0-1 0,0 1-1,-1 0 1,2-1 0,-1 1 2,0 0 0,0 0 1,-1-1-1,1 1 0,0 0 0,0 0 1,0 0-1,0 0 0,0 0 1,-1 0-1,1 0 0,0 0 1,0 1-1,0-1 0,0 0 0,-1 0 1,1 1-1,0-1 0,0 1 1,-1-1-1,2 1 0,28 46 14,-16-24-129,-12-21 102,0 1 0,0-1 1,-1 1-1,1 0 0,-1-1 0,1 1 0,-1 0 0,0 0 0,1 3 0,3 30 23,3 70-1,-3-24 17,15 147 84,-18-216-111,0-1 0,1 1 0,1 0 1,0-1-1,1 0 0,0 0 0,11 17 1,55 78 238,-59-91-113,21 38 9,-23-36-25,0-1 1,14 17-1,4 3 107,-24-29-206,1-1-1,0 0 1,1 0-1,-1 0 0,2-1 1,-1 0-1,0 0 0,1-1 1,8 6-1,-4-6-18,0-1-1,0 0 0,0 0 1,0-1-1,1 0 1,17 1-1,-27-4-9,3 1 25,-1-1 0,1 0 0,0 0 1,0 0-1,-1-1 0,1 0 0,0 0 0,-1 0 0,1 0 0,-1-1 0,1 0 0,4-2 0,4-3-6,0-1-1,16-13 1,-16 11 27,3-3-22,1-1 0,-2-1 0,0-1 0,-1 0 0,-1 0 0,0-1 0,17-31 0,-11 17-20,-16 27 5,-1 0 0,1 0 0,0 0 0,-1 0 1,0-1-1,0 1 0,0-1 0,-1 1 0,2-10 1,12-52-6,-1 9-34,-13 49 15,7-52 24,21-73 1,-11 57-9,-17 73 31,-5 2-58,-1 0 32,1 1 0,0 0 0,0 0 0,0 0 0,-6 1 0,7 0 16,-1-1 60,11 68-332,-19-24 400,12-36-140,0 1 1,1-1 0,1 0-1,-1 0 1,1 0-1,0 0 1,1 0-1,0 0 1,5 8-1,-4-6 6,0-1-1,0 1 0,-1 1 1,0-1-1,1 13 0,14 110-131,-14-109 145,-2-16-2,0 0 1,0 0-1,8 15 1,5 16 87,-5-3-88,-5-18 26,0 0-1,-1 0 0,2 20 0,3 82-63,-7-79 5,3 0 0,1 0 0,3-1 0,16 51 0,11 52 53,-25-73 18,-5-30 19,2-1 0,1 1 0,14 37 1,-19-68-65,1-1 1,0 0 0,0 0 0,0 0-1,10 10 1,11 17 40,-7-11-33,1-1 0,35 31 0,-21-21-34,-15-17 11,39 26 0,-51-38-17,-5-2 70,19-8 8,-14 3-51,-1 0 1,0 0-1,0-1 1,-1 0-1,1 0 1,-1-1-1,0 1 1,0-1-1,0 0 1,-1-1-1,1 1 1,4-10-1,15-15 17,6-8 8,-2-1-1,38-69 0,-59 94-9,0-1 1,-1 0-1,0-1 0,-1 1 0,5-30 1,1-79-132,-11 118 117,1-73-3,1-22-42,3 45 47,-4 30-15,2 0 1,0 1-1,2-1 1,9-30-1,-11 26 10,-2 21 6,-1 5 11,0 2-13,0-6-9,0 5 6,1 0-1,-1 0 1,0 0-1,-1 1 1,1-1-1,-1 0 1,1 0-1,-1 0 1,0 0-1,-2-4 1,0 1-48,-1 0 1,0 1-1,0 0 0,-10-9 1,16 16 18,0 1 0,-1 0 0,1 0 0,-1-1 1,0 1-1,0 0 0,0 1 0,0-1 0,0 0 0,0 0 1,-1 4-1,6 19 60,8 17-35,-2 0 0,-2 0 0,5 52 0,-8-64 21,1 14 0,-6 40-12,0 36 139,-16 356-319,15-430 204,1-1 0,14 75 0,-10-74 49,-6-36-64,1 0 0,1 0-1,0-1 1,6 21 0,10 35 67,-15-51-67,0 0 1,12 29-1,-1-9 7,-8-19 36,1 0 0,13 22 0,-10-22-50,1 0-1,0-1 1,2 0-1,-1-1 1,2 0-1,0-1 0,0-1 1,1 0-1,1-1 1,18 10-1,-23-15-5,0 0-1,0 0 0,1-1 0,0-1 1,0 0-1,0 0 0,0-1 1,1-1-1,-1 0 0,1-1 0,0 0 1,-1-1-1,1 0 0,0-1 0,-1-1 1,1 0-1,-1 0 0,1-1 1,-1-1-1,0 0 0,0-1 0,19-10 1,-14 5-17,0 0 1,-1 0-1,0-2 1,-1 0 0,0-1-1,-1 0 1,23-29-1,-17 14 20,-1 0 0,-1-1-1,-1-1 1,18-48 0,11-74-274,-18 54-272,6-37 52,-20 71 267,-10 50 229,-1 0-1,-1 0 1,0 0 0,-1 0 0,0-1-1,-1 1 1,-1 0 0,-3-20-1,3 29-2,-21 43-334,19-24 312,1 0 0,1 0-1,0 0 1,2 25-1,0-25 31,-1 0-1,0 0 1,-1 0-1,-6 25 1,-1 20 140,3-15-46,-5 0 24,6-29-86,0-1 0,1 1-1,-1 26 1,-4 10-3,6-41-29,0 1-1,0-1 1,0 14 0,2-3 14,0 41 10,10 84-1,-7-125-9,1 0-1,1 0 1,1-1-1,1 1 1,0-1-1,2-1 0,19 34 1,-10-20 143,-1-1 1,16 49-1,-9-21 49,-17-43-177,2 0 1,0 0-1,0-1 1,2 0-1,0-1 0,20 22 1,-22-28-42,1 0 0,0-1 1,0 0-1,1 0 0,0-2 0,0 1 1,1-1-1,0-1 0,0 0 0,16 4 1,16 1 93,56 3-1,-64-9-63,-31-4-26,1 0-1,-1 0 1,0-1 0,1 0-1,-1 0 1,0-1 0,0 1-1,0-1 1,6-3 0,-5 2 16,1-1 0,-1 1 1,0-1-1,0-1 1,0 1-1,-1-1 0,0 0 1,0 0-1,0-1 0,0 0 1,4-7-1,2-5-22,-2 0 0,14-35 0,4-25 7,-4-1 0,20-119-1,-16 90 90,2-10-265,-26 97 91,-2 11 78,1-1-1,0 1 1,0-1 0,1 1 0,6-14 0,-9 22 11,1 0 0,0-1 0,-1 1 0,1 0 0,-1-1 0,1 1 0,-1 0 0,0-1 0,0 1 0,-1-4 0,2-12-2,6 1-7,-6 15 5,0 0 0,0-1 0,0 1 0,0 0 0,0 0 0,0-1 0,0 1 0,-1-1-1,1 1 1,-1-1 0,0 1 0,1 0 0,-1-1 0,0 1 0,-1-1 0,1 1 0,-1-5 0,-1-6-12,7-22-45,-4 32 38,-5-14 68,-1 3-15,4 11 7,-5-19-581,1 14 9021,0 5-8293,0 1 0,-1 0 0,1 0 0,0 0 0,-1 1 1,1-1-1,-1 1 0,1 1 0,-1-1 0,-7 1 0,-67 4 483,48-2-150,-25 6 386,53-8 89,6-2-933,-1-1 1,1 1-1,-1-1 1,1 1-1,0 0 1,0-1-1,0 1 1,0 0-1,0 0 1,1 1-1,-1-1 1,0 0-1,1 1 0,4-3 1,-2 2-194,-3 0 120,32-9-53,4-1-314,74-13 0,-39 11-3339,-70 13 2846,-1 2-976,0-1 1734,-1 0 0,0 0 0,0 0 1,0 0-1,1 0 0,-1 0 0,0 0 0,0-1 0,0 1 0,0 0 0,1-1 0,-1 1 0,2-1 0,-2 0-45,0 0-1,0 1 0,0-1 1,0 1-1,0 0 0,0-1 1,1 1-1,-1 0 0,0 0 0,0 0 1,0 0-1,1 0 0,-1 0 1,0 0-1,2 1 0,-3-2 102,0 1-1,-1-1 0,1 1 1,0-1-1,-1 1 0,1-1 1,0 1-1,-1-1 0,1 0 1,0 1-1,0-1 0,0 1 1,0-1-1,0 0 0,0 1 1,0-1-1,0 1 0,0-1 1,0 0-1,0 0 0,0 0-2,0-1 1,0 1-1,0 0 0,0 0 0,0 0 0,0 0 0,0 0 0,0 0 0,0-1 0,-1 1 0,1 0 0,-1 0 0,1 0 0,-1 0 0,1 0 0,-1 0 0,0-1 0,-8-7-381,1 0-1,-13-20 1,20 27 336,0 1-32,0 1 120,1-1 0,-1 0 0,0 1 0,1-1 0,-1 0 0,0 1 0,1-1 0,-1 0 0,1 0 0,-1 0 0,1 0 0,0 1 0,-1-1 0,1 0 0,0-2 0,-5-5-541,-6 17 240,-14 26-856,24-33 906</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7:05.889"/>
    </inkml:context>
    <inkml:brush xml:id="br0">
      <inkml:brushProperty name="width" value="0.035" units="cm"/>
      <inkml:brushProperty name="height" value="0.035" units="cm"/>
      <inkml:brushProperty name="color" value="#008C3A"/>
    </inkml:brush>
  </inkml:definitions>
  <inkml:trace contextRef="#ctx0" brushRef="#br0">10 3172 2476,'8'1'559,"-11"2"-282,-12-1 4483,16-5-4560,0 0 0,-1 0 0,1 0 0,0 0 0,1 0 0,-1 0 0,0 0 0,1 1 0,0-1 0,-1 1 0,1-1 0,0 1-1,0 0 1,4-3 0,0-2-580,-5 5 639,69-1 1053,-67 3-285,17 3-945,157 3 64,-153-4-163,4-2 13,0 2-1,-1 1 1,1 1-1,-1 1 1,42 14-1,-61-15-1,1 0 0,-2 1 0,1 0 0,-1 0 0,1 1 0,-1 0 0,-1 0 0,12 14 0,2 5 13,19 34-1,-12-18-55,34 65 74,-39-64-62,27 49 63,-42-80-21,0 1 1,1-2-1,0 1 0,0-1 0,1 0 0,1-1 0,-1 0 0,2-1 1,-1 0-1,1 0 0,0-1 0,1-1 0,20 9 0,-13-7 2,0 0-1,1-2 1,0-1-1,0 0 1,1-1-1,-1-1 1,1-1 0,-1-1-1,24-2 1,-39 0-4,0 0 1,0-1-1,0 0 1,-1 1 0,1-1-1,-1-1 1,1 1 0,-1-1-1,0 0 1,0 1-1,0-2 1,0 1 0,-1 0-1,0-1 1,1 0 0,-1 0-1,4-7 1,3-5-9,-1-1 0,0 0-1,6-19 1,-12 29-5,193-439-13,-176 406 10,2 1 0,1 1 0,2 1-1,2 2 1,34-37 0,-39 52-1,0 0 0,1 2 0,27-17-1,-37 27 13,0 1 0,1 0 0,0 1 0,0 1 0,0 0-1,1 1 1,26-4 0,-36 8-1,-1 0-1,1 1 0,-1-1 1,0 1-1,1 0 0,-1 0 0,0 0 1,0 1-1,0 0 0,0-1 1,0 2-1,0-1 0,0 0 1,0 1-1,-1-1 0,0 1 1,1 0-1,-1 0 0,0 1 1,0-1-1,4 7 0,0 0 11,0 0 0,-1 1 0,0-1-1,-1 1 1,0 0 0,-1 1 0,3 11 0,5 26-27,58 213 43,-55-216 83,3 0-1,1-1 0,38 64 0,-49-98-59,-1-1-1,2 0 1,-1-1-1,1 1 1,1-2-1,0 1 1,19 11-1,5 2 98,44 18 0,-56-30-113,1-2 1,-1 0 0,2-2 0,44 7-1,-29-8 24,1-2-1,49-3 1,-61-2-55,0-1 1,0-2 0,0 0 0,-1-2-1,0-1 1,48-22 0,-31 8-69,0-2 1,78-59-1,-67 39-67,94-97 0,32-66-6,-168 192 134,62-78-6,73-78 38,-120 144-17,43-33-1,-57 50-30,0 1-1,0 0 1,1 1 0,0 1 0,26-10 0,-37 17 20,1 0 1,-1 0 0,0 0 0,0 1 0,0 0-1,0 0 1,0 0 0,0 0 0,0 0-1,4 3 1,0 1 3,-1 0 1,0 1-1,0 0 0,-1 0 0,0 1 0,0 0 0,0 0 0,-1 1 0,0-1 0,7 15 1,36 62-20,42 69 65,-85-144-42,1-1 0,1 0 0,-1 0 0,1-1 0,1 0 0,-1 0 0,1 0 0,0-1 0,1-1 0,11 7 0,-13-9 3,1 0 0,-1 0 0,1-1 1,-1 0-1,1 0 0,0-1 0,0 0 0,-1 0 1,1-1-1,0 0 0,0 0 0,0-1 1,0 0-1,10-3 0,9-4 36,-1-1-1,0-1 1,-1-1-1,44-27 1,89-74 65,246-261-15,-218 190-88,-165 163 5,377-337-52,-381 344 31,0 1-1,1 1 1,0 1-1,1 0 0,0 1 1,0 1-1,1 1 1,0 1-1,23-4 1,-14 5 0,0 2 1,0 0-1,0 2 1,0 2-1,0 0 1,29 7-1,149 35-24,-135-26-17,-52-13 52,-1-1-1,0 0 0,1-1 1,0-1-1,-1-1 0,1-1 1,0-1-1,-1 0 0,22-6 0,-24 3 67,0-1-1,-1-1 0,1 0 1,-1-1-1,-1-1 0,0 0 1,0-1-1,-1-1 0,0 0 0,16-17 1,7-15 262,-1-2 0,-2-1 1,50-93-1,-54 89-222,144-278 411,-55 98-439,-11 15-8,17-31-51,-83 169-5,51-124-1,-91 195-109,0 1 1,0-1-1,0 0 1,-1 0 0,0 0-1,0 0 1,-1 0-1,0 0 1,0 0-1,0 0 1,-1 0-1,0 0 1,0 0-1,-3-10 1,2 11-76,-1 1 1,1 0 0,0-1 0,-1 1 0,0 0-1,0 1 1,0-1 0,-1 0 0,1 1-1,-1 0 1,0 0 0,0 0 0,0 0 0,0 1-1,0-1 1,-1 1 0,1 0 0,-6-1-1,-68-25-4740,34 13 372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5.982"/>
    </inkml:context>
    <inkml:brush xml:id="br0">
      <inkml:brushProperty name="width" value="0.035" units="cm"/>
      <inkml:brushProperty name="height" value="0.035" units="cm"/>
      <inkml:brushProperty name="color" value="#008C3A"/>
    </inkml:brush>
  </inkml:definitions>
  <inkml:trace contextRef="#ctx0" brushRef="#br0">148 208 11245,'-5'-20'1458,"-2"0"-1,0 0 1,-2 0 0,0 1-1,0 0 1,-2 1 0,-1 0-1,0 0 1,-16-16 0,27 34-1392,0 0 1,0-1-1,1 1 0,-1 0 1,0 0-1,0 0 1,0 0-1,0 0 0,0 0 1,0 0-1,0 0 1,0 0-1,0 1 1,0-1-1,1 0 0,-1 1 1,0-1-1,0 0 1,0 1-1,-1 0 0,1-1 95,0 1-118,0 0 0,0-1 1,0 1-1,0 0 0,0-1 1,0 1-1,0 0 0,0 0 1,0 0-1,0 0 1,0 0-1,1 0 0,-1 0 1,0 0-1,1 0 0,-1 0 1,0 1-1,1-1 1,0 0-1,-1 0 0,1 0 1,0 1-1,-1-1 0,1 0 1,0 1-1,0-1 1,0 0-1,0 0 0,0 1 1,1-1-1,-1 0 0,1 3 1,-1 7 139,7 142 1075,6-1 1,47 212 0,-36-247-1256,6-2-1,4-1 1,95 211 0,-98-266-6,1-2 0,4-1 1,56 69-1,-61-90-4,1 0 0,2-2 0,1-1 0,2-3-1,55 36 1,-74-54-101,1 0 0,-1-2 0,1 0 0,1-2 0,0 0 1,0-1-1,0-1 0,34 4 0,-39-7 28,0-2 0,1 0 0,-1-1 1,0-1-1,1 0 0,-1-1 0,0 0 0,0-2 1,-1 1-1,1-2 0,-1 0 0,18-11 0,-12 5 22,0-1 0,-1-2 0,-1 1-1,0-2 1,-1 0 0,-1-2 0,15-19-1,-11 9 11,0-2 0,-2-1-1,-1 0 1,12-35-1,5-29-15,-5-1-1,22-129 1,-48 211 57,80-421-176,-82 426 176,0 2-1,1-1-1,0 1 0,0 0 0,1 0 0,3-9 0,-6 16 9,0 0-1,0 0 1,0 1 0,1-1-1,-1 0 1,0 0-1,0 0 1,0 0 0,0 0-1,0 0 1,0 0 0,0 0-1,0 1 1,0-1-1,0 0 1,0 0 0,0 0-1,0 0 1,0 0 0,0 0-1,0 0 1,0 0 0,0 0-1,1 0 1,-1 0-1,0 0 1,0 0 0,0 1-1,0-1 1,0 0 0,0 0-1,0 0 1,0 0-1,1 0 1,-1 0 0,0 0-1,0 0 1,0 0 0,0 0-1,0 0 1,0 0-1,0 0 1,0 0 0,1 0-1,-1 0 1,0 0 0,0 0-1,0-1 1,0 1-1,0 0 1,0 0 0,0 0-1,0 0 1,0 0 0,1 0-1,-1 0 1,0 0 0,0 0-1,0 0 1,0 0-1,0 0 1,0-1 0,0 1-1,0 0 1,0 0 0,0 0-1,0 0 1,0 0-1,0 0 1,9 9-3,-1 1 0,-1 1 1,0 0-1,-1 0 0,1 0 0,6 19 0,23 81-3,-8-22 6,-21-70 0,19 52 18,59 114 0,-75-167-14,0 0-1,2-1 1,0 0 0,1-1 0,0 0 0,2-1-1,0 0 1,0-2 0,1 0 0,1 0 0,22 11-1,-30-19 3,1 0 0,0-1 0,0-1 0,0 0-1,1 0 1,-1-1 0,1-1 0,-1 1 0,1-2 0,-1 1-1,22-3 1,-25 1-3,-1 0-1,1-1 1,0 0-1,-1 0 1,1 0-1,-1-1 1,0 0 0,0 0-1,0 0 1,0-1-1,0 0 1,-1 0-1,0-1 1,0 0-1,0 1 1,0-2-1,-1 1 1,0 0 0,5-9-1,3-10 3,-1 0 0,-1 0 1,-2-1-1,0 0 0,-2-1 0,0 0 0,-2 0 0,-1 0 1,-1 0-1,-1-1 0,-3-29 0,-3 2-18,-2 0-1,-3 1 1,-1 0-1,-27-73 1,27 95-609,0 0 1,-2 1-1,-20-34 0,32 64 511,1-1 0,-1 0 0,0 0 0,1 1-1,-1-1 1,0 0 0,0 1 0,1-1-1,-1 1 1,0-1 0,0 1 0,0-1-1,0 1 1,0-1 0,0 1 0,1 0-1,-1 0 1,0-1 0,0 1 0,0 0-1,0 0 1,0 0 0,0 0 0,0 0-1,0 0 1,0 0 0,0 1 0,0-1-1,0 0 1,0 0 0,-1 1 0,-22 13-3187,23-13 2758,-21 14-7955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6.459"/>
    </inkml:context>
    <inkml:brush xml:id="br0">
      <inkml:brushProperty name="width" value="0.035" units="cm"/>
      <inkml:brushProperty name="height" value="0.035" units="cm"/>
      <inkml:brushProperty name="color" value="#008C3A"/>
    </inkml:brush>
  </inkml:definitions>
  <inkml:trace contextRef="#ctx0" brushRef="#br0">4 416 8953,'-2'-10'586,"1"1"1,1 0-1,-1 0 0,1-1 1,1 1-1,0 0 1,3-15-1,-3 19 80,-1-1 0,1 1 0,-1-1 0,-1 0 0,1 0 0,-1 1 0,-2-9 0,1 2 369,2-1-351,0 11 754,0 5-1158,1 37 160,3 0 1,0-1-1,17 60 0,48 114 0,-53-177-386,2 0 0,1-2 1,29 40-1,-10-17-33,-34-51-11,0 1 0,0-2-1,1 1 1,0 0 0,0-1-1,1 0 1,-1 0 0,1 0-1,0-1 1,8 5 0,-11-8-11,0 0 0,0 1 0,0-1 1,0 0-1,1-1 0,-1 1 0,0-1 1,0 1-1,0-1 0,0 0 0,1 0 1,-1 0-1,0-1 0,0 1 0,0-1 1,0 1-1,1-1 0,-1 0 0,0 0 0,0-1 1,-1 1-1,1-1 0,0 1 0,0-1 1,3-3-1,2-2 11,0 0 0,-1-1 0,0 0 0,-1 0 0,1-1 0,6-12 0,27-60-20,-35 70-1,61-138-17,-17 35 147,119-199 0,-72 170 149,-89 134-249,0 0 1,0 0 0,1 1 0,0 1-1,0-1 1,1 1 0,18-11 0,-23 15-7,1 1 0,0 0 0,0 0-1,0 0 1,0 1 0,0 0 0,0-1 0,0 2 0,1-1 0,-1 1 0,0 0 0,11 1 0,-9 1-5,1 0 1,-1 0-1,0 1 0,0 1 0,0-1 1,0 1-1,-1 0 0,1 0 1,-1 1-1,0 0 0,0 0 1,-1 1-1,0-1 0,0 1 0,0 0 1,0 0-1,-1 1 0,6 12 1,9 18-308,-2 0 0,22 75-1,12 86-3416,-37-135 1430,4 17-3799,-4 0-3892</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028"/>
    </inkml:context>
    <inkml:brush xml:id="br0">
      <inkml:brushProperty name="width" value="0.035" units="cm"/>
      <inkml:brushProperty name="height" value="0.035" units="cm"/>
      <inkml:brushProperty name="color" value="#008C3A"/>
    </inkml:brush>
  </inkml:definitions>
  <inkml:trace contextRef="#ctx0" brushRef="#br0">11 610 6573,'-2'-2'150,"1"0"1,0 0-1,0 0 1,0 0-1,0 0 1,0 0-1,0 0 1,1 0-1,-1 0 1,1-1-1,-1 1 1,1 0-1,0 0 1,0-1-1,0 1 1,0 0-1,1-4 1,1 1 204,1 0 0,-1 0 0,1 0 0,0 0 1,0 1-1,5-6 0,-7 8-300,10-14 1087,-1-1-1,9-17 0,15-25 927,-26 47-1744,26-37 929,1 1 0,78-79 1,-92 106-936,73-61 733,-83 73-946,1 1 0,0 0 0,1 1 0,0 0 0,0 1 0,17-6 0,-25 11-74,1 0 0,-1 0 0,1 0 0,0 1 1,0 0-1,-1 0 0,1 0 0,0 0 0,0 1 0,-1 0 1,1 1-1,-1-1 0,1 1 0,-1 0 0,1 0 0,7 5 1,-3-1-9,0 1 0,-1 0 0,0 0 1,0 1-1,-1 0 0,0 0 1,8 11-1,-2 1-159,-1 0 1,0 1 0,-1 0-1,-2 1 1,9 25-1,7 35-2718,-4 2-4780,-9-32-2300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664"/>
    </inkml:context>
    <inkml:brush xml:id="br0">
      <inkml:brushProperty name="width" value="0.035" units="cm"/>
      <inkml:brushProperty name="height" value="0.035" units="cm"/>
      <inkml:brushProperty name="color" value="#008C3A"/>
    </inkml:brush>
  </inkml:definitions>
  <inkml:trace contextRef="#ctx0" brushRef="#br0">0 41 10345,'3'0'220,"0"1"1,0 0-1,-1 1 1,1-1-1,-1 1 0,1-1 1,-1 1-1,0-1 1,1 1-1,-1 0 1,0 0-1,0 0 0,-1 1 1,1-1-1,0 0 1,-1 1-1,1-1 1,-1 1-1,0-1 0,0 1 1,0 0-1,1 3 1,13 24 1580,73 138 2787,37 99-2529,-40-78-1552,-70-160-389,2-1 1,1-1-1,1-1 1,28 31-1,-45-54-52,1 0 0,0 0-1,0 0 1,0-1-1,0 0 1,0 1 0,1-1-1,-1 0 1,1 0-1,-1-1 1,1 1 0,0-1-1,-1 0 1,1 0-1,8 1 1,-9-2-12,1 0 0,-1-1 0,1 1 0,-1-1 0,1 0 0,-1 0 0,0 0-1,1 0 1,-1 0 0,0-1 0,0 0 0,0 0 0,0 0 0,4-3 0,4-6 75,0 0 0,-1-1 0,-1 0 1,0-1-1,0 0 0,11-24 0,11-30-97,32-103 0,-8 19-1653,-45 127 1081,71-169-3855,-21 67-3615,-18 44-2229</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7.960"/>
    </inkml:context>
    <inkml:brush xml:id="br0">
      <inkml:brushProperty name="width" value="0.035" units="cm"/>
      <inkml:brushProperty name="height" value="0.035" units="cm"/>
      <inkml:brushProperty name="color" value="#008C3A"/>
    </inkml:brush>
  </inkml:definitions>
  <inkml:trace contextRef="#ctx0" brushRef="#br0">203 316 8005,'34'-15'1879,"-33"15"-1779,0 0-1,-1-1 1,1 1-1,0 0 0,0-1 1,-1 1-1,1-1 1,0 0-1,-1 1 1,1-1-1,-1 1 0,1-1 1,-1 0-1,1 1 1,-1-1-1,1 0 1,-1 0-1,1 1 0,-1-1 1,0 0-1,0 0 1,1 0-1,-1 1 1,0-1-1,0 0 0,0 0 1,0-1-1,0-1 324,4-7 208,0 0 0,1 0-1,0 1 1,1 0 0,0 0-1,7-9 1,-6 11-353,-2-1 0,1 1 0,-1-2 0,0 1 0,-1 0 0,0-1 0,6-18 0,-9 23-215,0 0 0,0 0 0,-1 0 1,1 0-1,-1-1 0,0 1 0,0 0 1,0 0-1,-1-1 0,0 1 0,1 0 0,-1 0 1,-1 0-1,1 0 0,-1 0 0,1 0 1,-1 0-1,0 1 0,0-1 0,-1 0 0,1 1 1,-4-4-1,3 5-18,-1-1 0,0 0 0,0 1 0,1 0 0,-1-1 0,-1 2 0,1-1 0,0 0 0,0 1 1,-1 0-1,1 0 0,-1 0 0,1 0 0,-1 1 0,1 0 0,-1 0 0,1 0 0,-1 0 0,1 1 0,-1 0 0,-4 1 0,-3 2 55,0-1 0,1 2 0,0 0-1,0 0 1,0 1 0,0 0 0,1 1-1,0 0 1,1 1 0,0 0 0,0 0-1,0 1 1,1 0 0,0 1 0,1 0-1,0 0 1,1 0 0,-6 14 0,6-12-44,0 1-1,1 0 1,1 0 0,0 0 0,1 0 0,0 1 0,1-1 0,0 1 0,2 0 0,-1-1 0,2 1-1,0 0 1,0-1 0,1 1 0,1-1 0,6 20 0,-2-16-207,1 0 0,1 0 0,1-1-1,0 0 1,1 0 0,1-1 0,0-1 0,1 0 0,1 0 0,0-2 0,30 22-1,-27-23-902,1 0-1,0-1 1,1-1-1,0-1 1,0-1-1,32 8 0,-6-5-3985,-1 1-2761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8.160"/>
    </inkml:context>
    <inkml:brush xml:id="br0">
      <inkml:brushProperty name="width" value="0.035" units="cm"/>
      <inkml:brushProperty name="height" value="0.035" units="cm"/>
      <inkml:brushProperty name="color" value="#008C3A"/>
    </inkml:brush>
  </inkml:definitions>
  <inkml:trace contextRef="#ctx0" brushRef="#br0">1 47 9393,'12'-29'8201,"1"20"-6961,0 1-316,12 14-184,23 2-148,-7 4-132,0 8-112,0 0-212,4 0-344,3 0-584,-7 3-788,-3-3-504,0 2-3061,3-2-4096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8.303"/>
    </inkml:context>
    <inkml:brush xml:id="br0">
      <inkml:brushProperty name="width" value="0.035" units="cm"/>
      <inkml:brushProperty name="height" value="0.035" units="cm"/>
      <inkml:brushProperty name="color" value="#008C3A"/>
    </inkml:brush>
  </inkml:definitions>
  <inkml:trace contextRef="#ctx0" brushRef="#br0">690 12 12081,'-115'-11'2532,"71"22"289,0 6-293,-1 3-452,4 3-412,3 6-316,-4 5-288,1 9-248,0 8-235,6 6-741,3 6-785,-3 3-1199,-12 5-1624,-1 15-2301,7 6-5336</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3.381"/>
    </inkml:context>
    <inkml:brush xml:id="br0">
      <inkml:brushProperty name="width" value="0.035" units="cm"/>
      <inkml:brushProperty name="height" value="0.035" units="cm"/>
      <inkml:brushProperty name="color" value="#008C3A"/>
    </inkml:brush>
  </inkml:definitions>
  <inkml:trace contextRef="#ctx0" brushRef="#br0">1134 20 3408,'-48'-8'795,"0"2"0,-59 1 0,-97 10-143,74 3-739,-135 4 547,191-12-1826,-116-14-1,123 4 266</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3.731"/>
    </inkml:context>
    <inkml:brush xml:id="br0">
      <inkml:brushProperty name="width" value="0.035" units="cm"/>
      <inkml:brushProperty name="height" value="0.035" units="cm"/>
      <inkml:brushProperty name="color" value="#008C3A"/>
    </inkml:brush>
  </inkml:definitions>
  <inkml:trace contextRef="#ctx0" brushRef="#br0">174 129 9345,'-1'-4'263,"0"1"1,-1 0-1,1 0 1,0 0-1,-1 0 1,0 0-1,0 0 1,0 0-1,0 1 1,0-1-1,-1 1 1,1-1-1,-1 1 1,1 0-1,-1 0 1,0 0-1,0 0 1,0 1-1,0-1 1,0 1-1,0 0 1,-6-2-1,-11-6 899,11 5 259,1-1-1,-1 0 1,1-1 0,1 0-1,-13-11 1,11 9 247,7 6-174,-12-5 1090,5 3-1292,9 22-708,8 10-573,1 1 0,2-1 0,1 0 0,28 46 0,-32-60-12,28 48 1,3-1 0,2-2 0,3-2 0,3-2 0,1-2 0,3-2 0,3-2 0,1-3 0,2-2 0,2-3 0,2-2 0,2-4 0,1-1 0,1-4 0,73 23 0,-30-19-455,0-5-1,2-5 1,1-4 0,1-6-1,143 1 1,140-19-5854,-135-12-1924,-45-5-4276</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076"/>
    </inkml:context>
    <inkml:brush xml:id="br0">
      <inkml:brushProperty name="width" value="0.035" units="cm"/>
      <inkml:brushProperty name="height" value="0.035" units="cm"/>
      <inkml:brushProperty name="color" value="#008C3A"/>
    </inkml:brush>
  </inkml:definitions>
  <inkml:trace contextRef="#ctx0" brushRef="#br0">11 1 11585,'-1'2'1740,"0"-1"-1510,0 1-1,0 0 1,0-1 0,0 1 0,0 0 0,0 0 0,1 0 0,-1 0 0,0-1 0,1 1 0,0 0 0,0 0 0,-1 0 0,1 0 0,0 0 0,1 0 0,-1 0 0,0 0 0,1 3 0,16 38 1931,-9-25-1317,22 54 512,-4 0-1,-3 3 1,16 92 0,34 256-973,-22-142-3847,-15-135-692,-2-50-3884,-15-51-51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460"/>
    </inkml:context>
    <inkml:brush xml:id="br0">
      <inkml:brushProperty name="width" value="0.035" units="cm"/>
      <inkml:brushProperty name="height" value="0.035" units="cm"/>
      <inkml:brushProperty name="color" value="#008C3A"/>
    </inkml:brush>
  </inkml:definitions>
  <inkml:trace contextRef="#ctx0" brushRef="#br0">0 281 10013,'17'0'3768,"-17"11"569,-3 1-4795,2-1 719,0 0 1,1 0 0,0 0-1,1 1 1,1-1-1,-1 0 1,2-1 0,-1 1-1,2 0 1,8 19 0,8 13 300,30 48 0,-47-87-519,63 102 329,6-2-1,4-5 1,128 132 0,-177-202-651,2-1-1,2-2 0,0-1 1,1-2-1,1 0 1,2-3-1,0-1 1,1-1-1,51 17 1,-78-32 178,0-1 1,1 0-1,-1 0 1,0-1 0,1 0-1,-1-1 1,1 0-1,16-3 1,-21 3 64,-1-1 0,0 0 0,1-1 0,-1 1 0,0-1 0,0 0 0,0 0 0,0 0 0,0 0 0,-1-1 0,1 1 0,-1-1 0,1 0 0,-1 0 0,0-1 0,0 1 0,0 0 0,-1-1 0,1 0 0,2-6 0,0-5-15,0 0-1,-1-1 1,-1 0-1,-1 1 1,0-1-1,-1 0 1,-2-28-1,1 31 29,-4-118 46,-28-176 0,-46-128 1938,47 277-659,6 40 159,25 115-627,-2 7 76,-2 5-690,1 0 0,1 0 0,-1 1 0,1-1 0,1 1 1,0 0-1,0 16 0,14 93 570,86 331-269,11-143-4613,-16-112-3516,-63-143 2411,3-5-2810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4.785"/>
    </inkml:context>
    <inkml:brush xml:id="br0">
      <inkml:brushProperty name="width" value="0.035" units="cm"/>
      <inkml:brushProperty name="height" value="0.035" units="cm"/>
      <inkml:brushProperty name="color" value="#008C3A"/>
    </inkml:brush>
  </inkml:definitions>
  <inkml:trace contextRef="#ctx0" brushRef="#br0">1 58 11993,'31'5'1677,"-32"-5"-1491,0 0-1,0 1 1,-1 0-1,1-1 1,0 1-1,0 0 1,0 0 0,0-1-1,0 1 1,0 0-1,0 0 1,0 0 0,0 0-1,0 0 1,1 0-1,-1 1 1,0-1 0,1 0-1,-1 0 1,1 1-1,-1-1 1,1 0 0,0 0-1,-1 1 1,1 1-1,-8 34 1380,8-8-888,1 0 1,2 0-1,1 0 0,1-1 1,12 39-1,-8-30-109,-1-1-189,1-1 0,2-1 0,1 1 0,23 41 0,-31-67-333,1 0 1,1-1-1,0 1 0,0-1 1,1-1-1,0 1 1,0-1-1,1 0 1,0 0-1,0-1 0,0 0 1,1-1-1,0 0 1,0 0-1,0-1 1,1 0-1,-1-1 0,1 0 1,18 3-1,-23-5-33,0 0-1,0-1 0,0 0 0,0 0 1,0 0-1,0-1 0,-1 1 1,1-1-1,0 0 0,0-1 1,0 1-1,0-1 0,-1 0 1,1 0-1,-1-1 0,6-3 1,-4 1-4,-1 1 0,0-1 0,0 0 0,0-1 0,-1 1 0,0-1 1,0 0-1,0 0 0,-1 0 0,4-11 0,-2 3 4,0 0-1,-1-1 1,-1 1-1,-1-1 1,0 0-1,-1 0 1,0 0-1,-1 0 1,-1 1-1,-3-21 1,-1 16-7,0 1 0,-1 0 0,-1 1 0,-1-1 0,0 1 0,-1 1 0,-22-30 0,-6-2-195,-49-46 0,71 79 31,-51-47-2007,22 29-3357,42 31 3272,7 0-1723,0-3 2143,-2 1 96,10-7-5283</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05.107"/>
    </inkml:context>
    <inkml:brush xml:id="br0">
      <inkml:brushProperty name="width" value="0.035" units="cm"/>
      <inkml:brushProperty name="height" value="0.035" units="cm"/>
      <inkml:brushProperty name="color" value="#008C3A"/>
    </inkml:brush>
  </inkml:definitions>
  <inkml:trace contextRef="#ctx0" brushRef="#br0">0 283 10949,'0'0'10435,"1"3"-9536,7 14-494,1 0 1,0-1 0,1 0-1,0-1 1,1 0 0,17 17-1,12 18 99,-1 9-222,-3 2 0,-2 1 0,39 105 0,-69-157-330,7 11 435,-6-21-132,2-13-114,40-155 312,5-15-328,-28 118 5,49-93 0,-58 131-14,1 1 1,1 1-1,1 1 1,1 1-1,1 0 1,24-20-1,-36 35-79,1 1-1,0 1 1,0 0 0,0 0-1,1 1 1,0 0 0,0 1-1,0 0 1,1 0 0,-1 1-1,1 1 1,0 0 0,0 0 0,0 1-1,0 0 1,0 1 0,0 1-1,0-1 1,0 2 0,0-1-1,12 5 1,-2 1-5,0 0 0,-1 2 0,0 0 0,-1 1 1,0 1-1,0 1 0,-1 0 0,-1 2 0,28 27 0,195 230-2762,-149-162-1996,4-1-4685,-42-52-1008</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0.352"/>
    </inkml:context>
    <inkml:brush xml:id="br0">
      <inkml:brushProperty name="width" value="0.035" units="cm"/>
      <inkml:brushProperty name="height" value="0.035" units="cm"/>
      <inkml:brushProperty name="color" value="#008C3A"/>
    </inkml:brush>
  </inkml:definitions>
  <inkml:trace contextRef="#ctx0" brushRef="#br0">692 1372 12505,'2'16'1222,"-1"-1"-1,-1 0 0,-3 28 1,3-40 73,0-1-1060,0-1 0,1 1-1,-1 0 1,1-1 0,-1 1 0,1-1-1,0 1 1,0-1 0,-1 1-1,1-1 1,0 1 0,2 1-1,1-4-78,-1 0 0,0-1 0,0 1 0,0-1 0,0 0 0,0 0 0,0 0 0,-1 0 0,1 0 0,-1-1 0,1 1 0,3-6 0,0 2-75,11-13 112,-1-1 1,0-1 0,-2 0 0,0 0-1,-1-2 1,15-35 0,-15 23-84,-2 0 0,0-1 0,9-71 1,-13 25-78,-3-1 1,-4 0 0,-14-114 0,4 108 332,-3-1 0,-5 2 1,-3 0-1,-37-97 0,36 139-24,22 45-315,-1-1 1,1 1-1,-1 0 0,1 0 1,-1 0-1,1-1 1,-1 1-1,0 0 1,0 0-1,0 0 1,1 0-1,-1 1 1,0-1-1,0 0 1,0 0-1,0 0 1,0 1-1,-1-1 1,1 0-1,0 1 1,0-1-1,0 1 1,-1 0-1,1-1 0,0 1 1,0 0-1,-1 0 1,1 0-1,0 0 1,0 0-1,-3 0 1,1 1 22,1 0 1,0 0-1,0 1 1,-1-1-1,1 1 1,0-1-1,0 1 1,0 0-1,1 0 1,-1-1-1,0 1 1,1 1-1,-1-1 1,-1 3-1,-3 9 126,1 0-1,0 0 0,1 0 0,0 0 1,2 0-1,-1 1 0,1 15 0,-1-10 8,-12 140 322,10 301 0,68 158 80,-10-300-585,113 371 0,-46-327-232,-94-298 12,3-1 0,3-1 0,54 81 0,-65-115-445,1-2 0,1-1 0,2-1 0,0 0 0,40 27 0,-56-44 362,1-1-1,1 0 1,-1-1-1,1 0 0,0-1 1,0 0-1,1-1 1,-1 0-1,1 0 1,0-2-1,0 1 1,0-1-1,0-1 1,1-1-1,-1 1 0,0-2 1,20-2-1,-27 2 205,0 0 0,-1-1-1,1 1 1,-1-1-1,1 0 1,-1 0 0,0 0-1,0 0 1,0-1 0,0 0-1,0 0 1,0 0 0,-1 0-1,1-1 1,-1 1-1,0-1 1,0 0 0,-1 0-1,1 0 1,-1 0 0,0 0-1,0-1 1,0 1-1,0-1 1,-1 1 0,0-1-1,0 0 1,0 1 0,0-1-1,-1-6 1,0-1 21,-1 0 0,0 1 0,0-1 0,-1 0 0,-1 1 0,0 0 0,-1-1 0,0 1 0,0 0 0,-1 1 0,-9-15 0,0 4 59,-1 1-1,-1 1 1,0 0 0,-22-18-1,22 23 81,-1 0-1,-1 2 1,1 0-1,-30-14 1,-219-100 812,201 99-503,-1 3-1,-86-20 1,101 31-175,-593-150 1884,632 160-2044,-12-3 40,0-1-1,0-1 1,1-1-1,-36-19 1,55 26-66,-1-1 0,1 1 0,0-1 0,0-1 0,0 1 1,0 0-1,0-1 0,1 0 0,-1 0 0,1 0 0,0 0 0,1-1 1,-1 1-1,1-1 0,0 0 0,0 1 0,0-1 0,0 0 1,1 0-1,0 0 0,0 0 0,1 0 0,-1-1 0,1 1 1,0 0-1,0 0 0,1 0 0,1-8 0,1 0-3,1 1 0,0 0 0,1 1 0,0-1-1,1 1 1,0 0 0,14-19 0,65-66-237,-65 75 178,454-421-2160,-142 144 883,-230 197 1166,98-124 0,-186 209 266,-1-1 0,-1 0 0,0-1-1,-1 0 1,-1-1 0,11-30 0,-20 44-30,0-1 0,0 1 0,0 0 0,-1-1-1,1 1 1,-2-1 0,0-9 0,0-1 159,0 16-209,1 0-1,-1 0 1,1-1-1,-1 1 1,1 0 0,-1 0-1,0 0 1,1-1-1,-1 1 1,0 0-1,1 0 1,-1 0-1,1 0 1,-1 0-1,0 0 1,1 0 0,-1 1-1,0-1 1,1 0-1,-1 0 1,1 0-1,-1 1 1,0-1-1,1 0 1,-1 1 0,1-1-1,-1 1 1,-3 2 14,0-1 1,1 1-1,-1 0 1,1 1-1,0-1 1,0 0 0,0 1-1,1 0 1,-1 0-1,1 0 1,0 0-1,0 0 1,0 0-1,1 0 1,-1 1 0,1-1-1,0 1 1,0-1-1,1 1 1,-1 6-1,-1 10 69,2 1-1,0-1 0,4 23 0,0-9-53,2 0 0,2 0-1,1-1 1,1 0 0,2-1-1,2 0 1,1-1-1,1-1 1,2 0 0,1-1-1,1-1 1,1-1 0,2-1-1,1-1 1,1-1 0,48 38-1,-58-54-39,0 0 0,0-2-1,1 1 1,0-2 0,1 0 0,28 6 0,-44-12-12,8 2-9,0 0 0,0-1 0,0 0-1,0 0 1,0-1 0,0-1-1,0 1 1,0-2 0,0 1-1,0-1 1,0 0 0,-1-1-1,1 0 1,-1 0 0,1-1-1,-1 0 1,0-1 0,-1 0-1,1 0 1,-1 0 0,0-1-1,12-12 1,-1-3-26,-1 0 0,0-1 0,-2 0 0,-1-1 1,0-1-1,11-29 0,54-149-109,-4 9 297,-70 183-110,-2 2 29,0 1 0,0-1 0,1 1-1,0 0 1,6-7 0,-9 13-55,0 0 0,-1 0-1,1 0 1,0 0 0,0 1-1,0-1 1,0 0 0,0 0-1,0 1 1,0-1 0,0 1 0,0-1-1,0 1 1,1-1 0,-1 1-1,0 0 1,0 0 0,0-1-1,0 1 1,1 0 0,-1 0 0,0 0-1,0 0 1,0 1 0,1-1-1,-1 0 1,0 0 0,0 1-1,0-1 1,0 0 0,0 1 0,1-1-1,-1 1 1,0 0 0,0-1-1,0 1 1,-1 0 0,1 0-1,0-1 1,0 1 0,0 0-1,1 1 1,5 7 42,0-1 0,-1 1 0,0 0 0,0 0-1,5 12 1,13 21-7,14 18-517,55 78-2716,-78-120-179,1-1-1,33 29 0,-13-21-4435</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0.753"/>
    </inkml:context>
    <inkml:brush xml:id="br0">
      <inkml:brushProperty name="width" value="0.035" units="cm"/>
      <inkml:brushProperty name="height" value="0.035" units="cm"/>
      <inkml:brushProperty name="color" value="#008C3A"/>
    </inkml:brush>
  </inkml:definitions>
  <inkml:trace contextRef="#ctx0" brushRef="#br0">1 96 9401,'7'0'2173,"-3"0"-1789,0 0 0,0 0 0,0 0 0,0 0 0,0 1 0,0 0 1,0 0-1,0 0 0,0 0 0,-1 1 0,1-1 0,0 1 0,-1 0 0,1 0 1,3 4-1,14 9 1,-1 0-1,-1 2 1,-1 0 0,0 1 0,-1 1 0,24 36 0,-31-41-322,-2 0 1,0 1-1,0 1 1,-2-1-1,0 1 1,-1 0-1,0 0 0,-1 0 1,-1 1-1,-1 0 1,1 22-1,-6 29 157,-13 69 0,13-111-54,8-41-70,7-25-55,72-142 1663,160-258 1,-243 438-1598,1-1 0,-1 0 0,1 1 1,0-1-1,0 1 0,0 0 0,0-1 0,0 1 0,0 0 0,1 0 0,-1 1 1,1-1-1,-1 0 0,1 1 0,0-1 0,4 0 0,-6 1-50,1 1 1,0 0-1,-1 0 0,1 1 1,0-1-1,-1 0 0,1 0 0,0 1 1,-1-1-1,1 1 0,0-1 0,-1 1 1,1 0-1,-1 0 0,1 0 1,-1 0-1,0 0 0,1 0 0,-1 0 1,3 3-1,4 6 134,-1 0 0,0 1-1,0 1 1,-1-1 0,8 21 0,-13-30-176,26 64 403,-8-17-682,3-1-1,33 56 1,-48-92-368,1 0 0,1 0 0,0-1 1,1 0-1,0-1 0,0 0 1,1-1-1,0 0 0,1 0 0,0-1 1,1-1-1,24 12 0,-34-18 98,0 0-1,1 0 1,-1 0-1,1 0 1,-1-1-1,0 1 1,1-1-1,-1 0 1,1 0-1,-1 0 0,1-1 1,-1 1-1,6-2 1,2 0-1088,43-9-7212</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108"/>
    </inkml:context>
    <inkml:brush xml:id="br0">
      <inkml:brushProperty name="width" value="0.035" units="cm"/>
      <inkml:brushProperty name="height" value="0.035" units="cm"/>
      <inkml:brushProperty name="color" value="#008C3A"/>
    </inkml:brush>
  </inkml:definitions>
  <inkml:trace contextRef="#ctx0" brushRef="#br0">213 180 6701,'-68'-14'4013,"67"14"-3829,0 0 0,0-1 1,0 1-1,0 0 1,0 0-1,0-1 0,0 1 1,1-1-1,-1 1 1,0-1-1,0 1 0,0-1 1,1 1-1,-1-1 1,0 0-1,1 1 0,-2-3 1,2 3-138,0-1-1,-1 1 1,1 0 0,0-1 0,-1 1 0,1-1-1,-1 1 1,1 0 0,0-1 0,-1 1-1,1 0 1,-1-1 0,1 1 0,-1 0 0,1 0-1,-1-1 1,1 1 0,-1 0 0,1 0 0,-1 0-1,1 0 1,-1 0 0,0 0 0,1 0 0,-1 0-1,1 0 1,-1 0 0,1 0 0,-1 0-1,1 0 1,-1 0 0,1 1 0,-1-1 0,1 0-1,-1 0 1,1 1 0,-1-1 0,-4 3 207,0 1 1,1-1-1,0 1 1,-1 0-1,2 0 0,-1 0 1,0 1-1,1-1 1,0 1-1,0 0 1,0 0-1,0 0 0,1 0 1,0 0-1,-2 10 1,-6 18 544,-8 46 1,15-62-585,-6 28 295,3 0 1,-2 88-1,9-104-395,1 1 1,2-1-1,1 0 0,1-1 1,16 48-1,-14-56-249,0 1 1,2-1 0,0-1-1,1 1 1,1-2-1,1 0 1,0 0-1,1-1 1,32 29-1,-35-38-133,0 1 0,0-2 0,1 1-1,0-2 1,0 1 0,1-2 0,0 1-1,0-2 1,0 0 0,0 0-1,1-2 1,-1 1 0,1-2 0,0 0-1,-1 0 1,1-1 0,14-2 0,-13 0 140,-1 0 1,1-1-1,-1 0 0,0-1 1,0 0-1,0-1 1,0-1-1,-1-1 1,0 1-1,-1-2 1,1 0-1,-1 0 1,-1-1-1,0-1 1,0 0-1,-1-1 0,0 1 1,0-2-1,-2 1 1,1-2-1,-2 1 1,1-1-1,5-16 1,2-9 393,-2 0-1,-2-1 1,9-53 0,3-122 999,-16-7 672,1-24 1021,-8 245-2941,0 0 1,0 0 0,0 0 0,0 0-1,0 0 1,0 0 0,1 0 0,-1 1-1,0-1 1,0 0 0,0 0 0,0 0-1,0 0 1,0 0 0,1 0 0,-1 0-1,0 0 1,0 0 0,0 0 0,0 0-1,0 0 1,0 0 0,1 0 0,-1 0-1,0 0 1,0 0 0,0 0 0,0 0-1,0 0 1,1 0 0,-1 0 0,0 0-1,0 0 1,0 0 0,0 0 0,0 0-1,1 0 1,-1 0 0,0 0 0,0-1-1,0 1 1,0 0 0,0 0 0,0 0-1,0 0 1,0 0 0,1 0 0,-1 0-1,0-1 1,0 1 0,0 0 0,0 0-1,0 0 1,0 0 0,0 0 0,0-1 0,0 1-1,0 0 1,0 0 0,13 23 471,16 45-201,-24-57-156,7 19-34,175 379-2561,-136-312-2462,-31-57-405,-1-5-3075</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304"/>
    </inkml:context>
    <inkml:brush xml:id="br0">
      <inkml:brushProperty name="width" value="0.035" units="cm"/>
      <inkml:brushProperty name="height" value="0.035" units="cm"/>
      <inkml:brushProperty name="color" value="#008C3A"/>
    </inkml:brush>
  </inkml:definitions>
  <inkml:trace contextRef="#ctx0" brushRef="#br0">25 466 8241,'-1'0'52,"0"0"0,0 0 1,1 1-1,-1-1 0,0 0 1,0 0-1,0-1 0,0 1 1,0 0-1,1 0 0,-1 0 1,0 0-1,0-1 0,0 1 1,1 0-1,-1-1 0,0 1 1,0-1-1,1 1 0,-1-1 1,0 1-1,1-1 0,-1 1 0,0-1 1,1 0-1,-1 1 0,1-1 1,-1 0-1,1 1 0,0-1 1,-1 0-1,1 0 0,-1 0 1,1 1-1,0-1 0,0 0 1,0 0-1,0 0 0,-1 0 1,1 0-1,0 0 0,2-4 160,-1 0 0,1 1-1,0-1 1,0 0 0,1 1-1,3-6 1,-2 4-98,9-12 347,0 0 0,2 0 0,0 2 0,1 0 0,27-21 0,-41 35-436,54-41 882,1 2 0,3 2-1,82-39 1,-115 63-402,1 2 1,1 1-1,0 1 1,53-12-1,-72 22-398,0 0 1,-1 1-1,1 1 0,-1 0 0,1 0 1,-1 0-1,0 2 0,10 2 0,-14-3-62,2 0-53,-1 0-1,0 1 0,0 0 0,0 0 0,-1 1 1,1 0-1,-1 0 0,0 0 0,0 0 0,0 1 1,4 6-1,15 17-3018,-5-4-3938,-6-10-1943</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441"/>
    </inkml:context>
    <inkml:brush xml:id="br0">
      <inkml:brushProperty name="width" value="0.035" units="cm"/>
      <inkml:brushProperty name="height" value="0.035" units="cm"/>
      <inkml:brushProperty name="color" value="#008C3A"/>
    </inkml:brush>
  </inkml:definitions>
  <inkml:trace contextRef="#ctx0" brushRef="#br0">1 15 2324,'41'6'748,"-31"-15"96,6 3-988,-1 1-424,8 10-1076</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1.781"/>
    </inkml:context>
    <inkml:brush xml:id="br0">
      <inkml:brushProperty name="width" value="0.035" units="cm"/>
      <inkml:brushProperty name="height" value="0.035" units="cm"/>
      <inkml:brushProperty name="color" value="#008C3A"/>
    </inkml:brush>
  </inkml:definitions>
  <inkml:trace contextRef="#ctx0" brushRef="#br0">255 363 11769,'1'1'185,"0"0"0,0 0 0,0 1 0,0-1 0,0 0 0,0 0 0,0 0 0,0 1 1,0-1-1,-1 0 0,1 1 0,-1-1 0,1 1 0,0 2 0,-2-4 47,0 0-1,0 1 1,0-1 0,0 0 0,-1 0 0,1 0 0,0 0-1,0 0 1,0 0 0,0 0 0,0 0 0,0 0 0,0-1-1,0 1 1,0 0 0,0-1 0,-7-2 8326,-11 3-7224,5 3-647,27-1-730,29 1-1130,124-6-4977,-162 3 6018,0 0 0,0 0-1,1 0 1,-1-1-1,0 0 1,0 0 0,0 0-1,1 0 1,-1-1-1,-1 0 1,1 0 0,0 0-1,0 0 1,-1 0 0,6-5-1,-8 5 155,1 0 0,0 0 0,-1 0 0,1 0 1,-1-1-1,0 1 0,0 0 0,0-1 0,0 1 0,0-1 0,-1 0 0,1 1 0,-1-1 0,1 1 0,-1-1 0,0 0 0,0 1 0,0-1 1,-1 0-1,1 1 0,-1-1 0,1 0 0,-1 1 0,0-1 0,0 1 0,0-1 0,-1-1 0,-6-13 293,-1 0-1,-1 1 0,0 1 1,-1 0-1,-1 0 1,-19-18-1,4 7 223,0 2 0,-41-28 0,56 44-490,0 1 0,0-1 0,-1 2 1,0 0-1,0 0 0,0 1 0,-1 1 0,-25-5 0,34 8-270,0 1 0,-1 0 0,1 0 0,0 0 0,0 1 0,0-1-1,0 1 1,0 0 0,0 1 0,0-1 0,0 1 0,0 0 0,1 0 0,-1 1-1,1-1 1,0 1 0,-1 0 0,1 0 0,0 1 0,1-1 0,-1 1-1,1 0 1,-1 0 0,1 0 0,0 0 0,1 0 0,-5 9 0,-2 0-882,-1 2-662,3 1-2959,6 7-2880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025"/>
    </inkml:context>
    <inkml:brush xml:id="br0">
      <inkml:brushProperty name="width" value="0.035" units="cm"/>
      <inkml:brushProperty name="height" value="0.035" units="cm"/>
      <inkml:brushProperty name="color" value="#008C3A"/>
    </inkml:brush>
  </inkml:definitions>
  <inkml:trace contextRef="#ctx0" brushRef="#br0">37 127 4852,'8'-17'1269,"-6"14"2446,-4 0-2181,-7-13 1098,-14-26 4127,10 17-7430,15 22-624,1 0 0,-1 0 0,1 1 1,0-1-1,-1 1 0,5-3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506"/>
    </inkml:context>
    <inkml:brush xml:id="br0">
      <inkml:brushProperty name="width" value="0.035" units="cm"/>
      <inkml:brushProperty name="height" value="0.035" units="cm"/>
      <inkml:brushProperty name="color" value="#008C3A"/>
    </inkml:brush>
  </inkml:definitions>
  <inkml:trace contextRef="#ctx0" brushRef="#br0">22 1 12597,'0'0'2046,"-1"2"-125,-2 4-1294,0 0 0,0 0 0,1 0 0,0 0 0,0 0-1,0 1 1,1-1 0,0 0 0,0 13 0,3 62 1517,-1-63-1829,2 4 19,0-1-1,1 0 0,8 22 0,0 3-62,31 104-1414,-6-28-2351,-26-79 1547,9 36-6749,-10-47 64</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2.676"/>
    </inkml:context>
    <inkml:brush xml:id="br0">
      <inkml:brushProperty name="width" value="0.035" units="cm"/>
      <inkml:brushProperty name="height" value="0.035" units="cm"/>
      <inkml:brushProperty name="color" value="#008C3A"/>
    </inkml:brush>
  </inkml:definitions>
  <inkml:trace contextRef="#ctx0" brushRef="#br0">68 120 8909,'-39'-51'1724,"33"28"-388,-3 3-304,2 9-236,1-4-488,15 38-5880,10 20 23</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8:13.319"/>
    </inkml:context>
    <inkml:brush xml:id="br0">
      <inkml:brushProperty name="width" value="0.035" units="cm"/>
      <inkml:brushProperty name="height" value="0.035" units="cm"/>
      <inkml:brushProperty name="color" value="#008C3A"/>
    </inkml:brush>
  </inkml:definitions>
  <inkml:trace contextRef="#ctx0" brushRef="#br0">1 587 13801,'0'0'7824,"2"1"-6826,22 18 132,-1 0 0,40 43-1,-36-34-842,37 31-1,-20-24-184,-22-15-393,1-2 0,0 0 0,1-2 0,1 0 0,47 20 0,-64-33 215,-1-1 0,1 0 0,0 0 0,0 0 0,0-1 0,0-1 0,0 1 0,10-2 0,-16 1 66,1 0-1,-1-1 1,1 1 0,-1-1-1,1 0 1,-1 1-1,0-1 1,1 0-1,-1-1 1,0 1-1,0 0 1,0-1-1,0 1 1,0-1-1,0 0 1,0 1 0,0-1-1,-1 0 1,1 0-1,-1 0 1,1 0-1,-1-1 1,0 1-1,0 0 1,0-1-1,0 1 1,0 0-1,0-1 1,0-4 0,1-9 8,-1 1 1,-1 0 0,-1 0 0,0-1 0,-1 1-1,0 0 1,-1 0 0,-10-29 0,4 19 9,-2-1 0,0 2 0,-2-1 0,-19-28 1,14 28-2,0 2 1,-2 0 0,-43-39 0,60 60-13,-1-1 0,1 1-1,-1-1 1,0 1 0,0 1 0,0-1 0,0 0 0,0 1 0,0 0 0,-1 0-1,1 0 1,0 0 0,-1 1 0,1 0 0,0 0 0,-1 0 0,1 0 0,-6 2-1,7-2-9,1 1 0,0 0 0,-1-1 0,1 1 0,0 0 0,0 0 0,0 0 0,0 1 0,0-1 0,0 0 0,0 1 0,0-1 0,0 1 0,1 0 0,-1 0 0,1-1 0,-1 1 0,1 0 0,0 0 0,-1 0 0,1 1 0,0-1 0,1 0 0,-1 0-1,0 1 1,1-1 0,-1 0 0,1 1 0,-1-1 0,1 0 0,0 1 0,0-1 0,1 3 0,-1 0-25,0 0-1,1 0 1,0 0-1,0 0 1,0 0 0,1 0-1,0-1 1,0 1-1,0 0 1,0-1 0,1 0-1,-1 1 1,5 4-1,-4-7 33,-1 0-1,1 0 1,-1 0 0,1 0-1,0-1 1,0 1-1,0-1 1,0 1-1,0-1 1,0 0-1,0 0 1,0-1 0,0 1-1,1-1 1,-1 1-1,0-1 1,0 0-1,1 0 1,-1-1 0,0 1-1,0-1 1,1 1-1,-1-1 1,4-2-1,9-2 30,0-1-1,0-1 1,0 0-1,27-19 0,59-50 249,-64 46 171,62-38-1,-90 62-329,1 1 1,-1 0-1,1 1 0,0 0 1,0 0-1,1 1 0,-1 1 1,1 0-1,-1 0 1,1 1-1,14 1 0,-16 1-42,-1 0 1,0 1-1,0 0 0,0 0 0,0 1 0,0 1 0,-1-1 0,1 1 0,-1 1 0,0-1 1,0 1-1,-1 1 0,1-1 0,9 11 0,12 14 226,-12-13-813,0-1 0,35 27 1,-46-39 147,0 0 1,0 0 0,0-1 0,1 0-1,-1-1 1,1 1 0,0-1 0,-1-1 0,1 1-1,0-1 1,0 0 0,0-1 0,0 1-1,9-2 1,5-2-538,1 0 0,-1-2-1,-1-1 1,1 0 0,-1-1 0,0-2-1,0 0 1,33-21 0,-36 18 783,0 0 0,-1-2 0,-1 1 0,0-2 0,21-25 0,47-61 3277,-68 79-2530,1 0 0,2 1 0,0 1 0,1 1 0,1 0 0,27-18 0,0 4-899,-45 31-19,9-3-413,4-2-2821,-32 0-425,-4 1-2275</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3.594"/>
    </inkml:context>
    <inkml:brush xml:id="br0">
      <inkml:brushProperty name="width" value="0.035" units="cm"/>
      <inkml:brushProperty name="height" value="0.035" units="cm"/>
      <inkml:brushProperty name="color" value="#008C3A"/>
    </inkml:brush>
  </inkml:definitions>
  <inkml:trace contextRef="#ctx0" brushRef="#br0">411 151 12349,'3'-26'1053,"-2"15"3,0 1 0,-1-1 0,-1-18 0,0 24-97,0 0 0,0 0 0,-1 0 0,0 0 0,0 0 0,-3-6 0,-9-11 3863,-34 147-3303,-46 189 0,44-136-951,43-155-568,-107 389 0,88-299 0,-18 196 0,41-269 0,2-1 0,2 1 0,2 0 0,1-1 0,2 0 0,2 0 0,1 0 0,27 69 0,-25-83 0,1-1 0,1-1 0,1 0 0,1-1 0,0 0 0,2-1 0,1-1 0,0-1 0,1 0 0,2-2 0,-1 0 0,2-1 0,0-1 0,26 12 0,-22-14-36,0-2 0,1-1 0,0-1 0,1-1 0,0-1-1,0-2 1,1-1 0,-1-1 0,1-1 0,0-2 0,-1-1 0,56-9 0,-53 4-11,0-2 1,0 0-1,-1-3 1,0 0-1,-1-2 1,-1-1-1,0-1 1,-1-2-1,0-1 1,-1-1-1,34-32 1,-25 15-61,-1-2 1,48-70 0,43-93 187,-52 80 349,-36 69-116,-35 52-288,-1 1 0,0 0 0,0-1-1,1 1 1,-1 0 0,0 0 0,0 0-1,0 0 1,0 0 0,0 0 0,0 1-1,0-1 1,0 0 0,0 0 0,1 3-1,1 3-15,1 0 0,-2 0 0,1 1 0,-1-1 0,0 1 0,0-1-1,1 15 1,0 63 17,-2-36-24,2 8-3,2-1 0,4 0 0,25 94 0,-26-122 0,3 0 0,0 0 0,1-1 0,2 0 0,1-1 0,1-1 0,1 0 0,34 38 0,-45-58 0,-1 0 0,0 0 0,1-1 0,0 1 0,0-2 0,0 1 0,1-1 0,-1 1 0,1-2 0,0 1 0,0-1 0,0 0 0,0 0 0,0-1 0,0 0 0,0-1 0,1 1 0,-1-1 0,0 0 0,8-2 0,-10 1 0,-1 0 0,1 0 0,0-1 0,-1 0 0,1 1 0,-1-2 0,0 1 0,1 0 0,-1-1 0,0 0 0,-1 0 0,1 0 0,0 0 0,-1-1 0,0 1 0,0-1 0,0 0 0,0 0 0,0 0 0,-1 0 0,0-1 0,0 1 0,0-1 0,0 1 0,-1-1 0,0 1 0,0-1 0,0 0 0,0 0 0,-1-6 0,0-5 0,0-1 0,-2 1 0,0 0 0,-1 0 0,0 0 0,-1 0 0,-1 0 0,-13-28 0,-2 3 0,-49-75 0,-7 11-944,-5 3 0,-4 4 0,-109-98 0,184 187 82,-17-14-1085,3 14-5873,13 9 1830,19 11-3398</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067"/>
    </inkml:context>
    <inkml:brush xml:id="br0">
      <inkml:brushProperty name="width" value="0.035" units="cm"/>
      <inkml:brushProperty name="height" value="0.035" units="cm"/>
      <inkml:brushProperty name="color" value="#008C3A"/>
    </inkml:brush>
  </inkml:definitions>
  <inkml:trace contextRef="#ctx0" brushRef="#br0">16 1006 16478,'-4'-6'525,"3"5"-342,0 0 1,0 0-1,0-1 1,0 1-1,0 0 1,0-1-1,0 1 1,1-1-1,-1 1 1,1-1-1,-1 1 1,1-1-1,-1 0 1,1 1-1,0-1 1,0 0-1,0 1 1,0-1-1,0 1 1,0-1-1,0 0 1,1 1-1,-1-1 1,0 1-1,1-1 1,-1 0-1,2-1 1,5-46 4559,-2 31-4296,0 1 1,1 0-1,1 0 1,1 0-1,0 1 1,1 0-1,12-15 0,-6 10 14,1 1 0,1 1 0,1 0-1,32-26 1,-46 42-461,-1 0 0,1 0 0,0 1 0,1-1 0,-1 1 0,0 0 0,1 0 0,-1 0 0,1 1 0,0 0 0,-1 0 0,1 0 0,0 0 0,0 1 0,0-1 0,-1 1 0,1 1 0,0-1 0,0 1 0,0 0 0,-1 0 0,6 2 0,-3-1 0,-1 1 0,0 1 0,0-1 0,0 1 0,0 0 0,-1 1 0,0-1 0,1 1 0,-2 0 0,1 0 0,-1 0 0,1 1 0,-1 0 0,5 10 0,3 9 3,-1 1 1,-1 0-1,-1 1 1,-1 0-1,-1 0 0,-2 1 1,-1 0-1,-1 0 0,-1 0 1,-4 49-1,-2-29-34,-3-1 0,-2 0 0,-1-1 0,-3 0 0,-27 63 0,15-46-3326,23-60 2060,6-23-3907,24-115 1403,11-63 1998,88-595 4834,-90 639-689,-18 81-803,-18 67-1333,1 1 1,-1-1-1,1 1 0,0 0 0,0 0 1,0-1-1,1 1 0,0 0 0,0 1 1,0-1-1,5-4 0,-8 8-148,1 1-1,0-1 1,-1 0 0,1 1 0,0-1-1,0 1 1,-1 0 0,1-1-1,0 1 1,0 0 0,0-1-1,0 1 1,-1 0 0,1 0 0,0 0-1,0 0 1,0 0 0,0 0-1,0 0 1,0 0 0,0 0-1,-1 0 1,3 1 0,19 12 688,-16-9-556,9 8 80,-1 0 0,0 1 0,-1 1 0,0 0 0,-2 1 0,1 0 0,-2 1 0,13 25 0,60 150 941,60 228-2140,-67-189-7978,-60-181 1541,-3-5-4953</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254"/>
    </inkml:context>
    <inkml:brush xml:id="br0">
      <inkml:brushProperty name="width" value="0.035" units="cm"/>
      <inkml:brushProperty name="height" value="0.035" units="cm"/>
      <inkml:brushProperty name="color" value="#008C3A"/>
    </inkml:brush>
  </inkml:definitions>
  <inkml:trace contextRef="#ctx0" brushRef="#br0">0 344 17966,'13'-12'3516,"3"4"-448,-4-1-612,7-5-551,13-6-381,0 3-304,28-3-296,13-3-736,13 0-324,19-5-852,12-4-780,10 1-676,13-1-933,-4-2-3695,1-6-6926</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4.485"/>
    </inkml:context>
    <inkml:brush xml:id="br0">
      <inkml:brushProperty name="width" value="0.035" units="cm"/>
      <inkml:brushProperty name="height" value="0.035" units="cm"/>
      <inkml:brushProperty name="color" value="#008C3A"/>
    </inkml:brush>
  </inkml:definitions>
  <inkml:trace contextRef="#ctx0" brushRef="#br0">67 26 16702,'-50'-21'3124,"40"17"4924,4 124-3155,64 411-4893,-34-369 0,47 316 0,27-5 0,-84-418 5,3-1-1,2 0 1,2-2 0,3 0-1,37 60 1,-40-80-20,1-1-1,2-1 0,1-1 1,1-1-1,1-1 0,2-1 1,0-2-1,57 35 0,-51-39-715,0-2 0,1-2-1,1-1 1,0-1 0,1-3-1,48 9 1,-35-11-2926,0-3 0,65-1 0,21-11-9923</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6.181"/>
    </inkml:context>
    <inkml:brush xml:id="br0">
      <inkml:brushProperty name="width" value="0.035" units="cm"/>
      <inkml:brushProperty name="height" value="0.035" units="cm"/>
      <inkml:brushProperty name="color" value="#008C3A"/>
    </inkml:brush>
  </inkml:definitions>
  <inkml:trace contextRef="#ctx0" brushRef="#br0">0 6 11661,'0'0'192,"0"-1"0,0 1-1,0 0 1,0 0 0,0-1 0,1 1-1,-1 0 1,0 0 0,0-1-1,0 1 1,0 0 0,0 0 0,1-1-1,-1 1 1,0 0 0,0 0 0,0 0-1,1-1 1,-1 1 0,0 0 0,0 0-1,1 0 1,-1 0 0,0 0 0,0 0-1,1 0 1,-1 0 0,0-1 0,1 1-1,-1 0 1,0 0 0,0 0-1,1 0 1,-1 0 0,0 0 0,1 1-1,5 9 2018,1 23-1296,-7-32-680,53 458 6156,-45-86-4868,-5-137-835,33 238 0,-36-470-676,1 1 0,0 0 0,0-1 0,0 1 0,0-1 0,1 1 1,0-1-1,4 8 0,-5-11-8,0 0 0,0 0 1,0 0-1,0 0 0,1 0 1,-1 0-1,0 0 0,0-1 1,0 1-1,1 0 0,-1-1 0,0 1 1,1-1-1,-1 1 0,0-1 1,1 0-1,-1 0 0,1 0 1,-1 0-1,1 0 0,-1 0 1,0 0-1,1 0 0,-1 0 1,1 0-1,-1-1 0,0 1 1,1-1-1,-1 1 0,0-1 1,2-1-1,1 0 3,0-1 1,0 0-1,0 0 1,-1 0-1,1-1 1,-1 1-1,0-1 1,0 0-1,0 0 1,-1 0-1,4-8 1,2 0-2,29-54 7,38-94 1,13-25-48,-72 157 32,1 1 0,1 0 0,1 2 1,31-33-1,-44 51 27,0 1 0,0 1 0,1-1 0,0 1 0,0 0 0,0 1 0,0-1 0,1 2 0,0-1 0,0 1 0,0 0 0,0 0 0,0 1 0,0 1 0,1-1 0,-1 1 0,0 0 0,1 1 0,-1 0 0,1 0 0,-1 1 0,1 0 0,-1 1 0,1 0 0,-1 0 0,0 1 0,0 0 0,0 0 0,-1 1 0,9 4 0,5 8 17,-2 0 0,1 1-1,-2 0 1,0 2 0,-2 0-1,0 1 1,22 36 0,-4 3 30,44 104 1,-36-60-71,37 132 0,-62-168-2458,4-1 0,37 81-1,-56-143 1091,0 0 0,1 0 0,-1-1 0,1 1-1,0-1 1,-1 1 0,5 2 0,-7-6 1354,16 15-11435</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6.734"/>
    </inkml:context>
    <inkml:brush xml:id="br0">
      <inkml:brushProperty name="width" value="0.035" units="cm"/>
      <inkml:brushProperty name="height" value="0.035" units="cm"/>
      <inkml:brushProperty name="color" value="#008C3A"/>
    </inkml:brush>
  </inkml:definitions>
  <inkml:trace contextRef="#ctx0" brushRef="#br0">62 714 13465,'-5'-14'939,"3"10"-399,1 0 0,-1 0 0,1 0 1,-1 0-1,0 1 0,-1-1 0,-5-7 9878,-3 47-6440,4 135-3792,-11 279-186,20-336 0,32 220 0,-30-310 0,1-1 0,1 0 0,1 0 0,1-1 0,16 33 0,-21-49 0,0 0 0,0-1 0,1 1 0,0-1 0,0 0 0,1 0 0,-1 0 0,1-1 0,0 1 0,0-1 0,1 0 0,-1 0 0,1-1 0,0 0 0,0 0 0,0 0 0,0-1 0,0 0 0,1 0 0,-1 0 0,1-1 0,-1 0 0,1-1 0,9 1 0,-6-2-7,0 0 0,0 0 0,0-1 0,0 0 0,0-1 0,0 0 0,-1-1 0,0 0 0,0 0 0,10-7 1,-6 2-26,1-1-1,-1 0 1,-1-1 0,0 0 0,16-21 0,-3-2-95,-1-1 0,-2-1 0,33-77 0,-27 45-66,-4 0 0,-3-1 0,-2-2 0,-4 0 1,-3-1-1,-3 0 0,-4 0 0,-3-91 0,-6 82 153,-4 1-1,-3 0 0,-4 0 1,-3 2-1,-4 0 1,-2 1-1,-43-88 0,52 133 72,-36-55 0,42 74-23,-1 0 1,0 1 0,-1 0-1,0 1 1,-1 0 0,-17-12-1,22 19 2,-1 0-1,0 1 1,1 0-1,-1 0 0,0 0 1,0 1-1,-1 0 1,1 1-1,0-1 0,-1 2 1,1-1-1,0 1 1,-1 1-1,1-1 0,-1 1 1,1 1-1,0 0 1,0 0-1,-11 4 0,12-3 4,-1 0 0,1 0-1,-1 1 1,1-1-1,0 2 1,1-1 0,-1 1-1,1 0 1,0 0-1,0 1 1,0 0 0,-7 10-1,2-1 19,2 1 0,0 0 0,-14 34 0,13-22-4,1 1 1,2 0-1,0 0 0,2 1 1,2 0-1,0 0 0,2 0 1,1 1-1,2-1 1,1 0-1,1 0 0,2-1 1,13 46-1,-5-34-27,1 0-1,2-1 1,2-1-1,1-1 1,2 0 0,2-1-1,1-2 1,54 58-1,-57-72-183,1 0 0,0-1 0,2-2 0,1 0-1,0-2 1,1 0 0,37 14 0,-43-21-255,-1-2 1,1 0-1,0-2 0,1 0 0,-1-1 1,1-1-1,0-2 0,0 0 0,0-1 1,0-1-1,22-4 0,-30 2-271,-1-1 0,1 0 0,-1-1 0,0-1 0,0 0 0,23-15 0,32-28-6066,-19 7-2662</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29.805"/>
    </inkml:context>
    <inkml:brush xml:id="br0">
      <inkml:brushProperty name="width" value="0.035" units="cm"/>
      <inkml:brushProperty name="height" value="0.035" units="cm"/>
      <inkml:brushProperty name="color" value="#008C3A"/>
    </inkml:brush>
  </inkml:definitions>
  <inkml:trace contextRef="#ctx0" brushRef="#br0">20 16 13885,'-6'-9'-683,"-7"3"14746,26 13-11902,21 11-1995,0 2 1,-1 1-1,-2 1 1,0 1-1,-1 2 0,-1 2 1,-2 0-1,34 44 1,-48-54-228,0 1-1,-2 0 1,0 1 0,-1 1 0,-1-1 0,-1 1 0,-1 1 0,0-1 0,-2 1 0,0 1 0,-2-1 0,0 1 0,-1-1 0,-2 1 0,0 0 0,-5 37 0,2-37-19,-2 1-1,0-2 1,-1 1-1,-2-1 1,0 0 0,-1 0-1,-1-1 1,0 0-1,-21 27 1,8-16 209,21-28-13,0-3-103,0 0 1,1 0 0,-1 0-1,0 0 1,1-1 0,-1 1-1,0 0 1,1-1 0,-1 1-1,1-1 1,-1 1 0,1-1-1,-1 0 1,1 0 0,-1 0-1,1 0 1,0 0 0,-1 0-1,1 0 1,0 0 0,0 0-1,0-1 1,0 1 0,0 0-1,0-1 1,0 1 0,0-1-1,1 1 1,-1-1 0,0 1-1,1-1 1,0 0 0,-1 1-1,1-1 1,0 1 0,0-1-1,-1 0 1,1 1 0,1-1-1,-1 0 1,0 1 0,0-1-1,1-2 1,2-9 41,-1 0-1,2 0 0,0 1 1,7-16-1,-10 24-34,21-44 221,1 1 0,3 1 0,1 1 0,3 1 0,1 2 0,2 1 0,64-60 0,-91 94-220,0 1 0,1 1-1,0-1 1,0 1-1,1 1 1,-1-1 0,1 1-1,0 1 1,0-1 0,0 1-1,1 1 1,-1-1-1,1 2 1,0-1 0,-1 1-1,1 0 1,0 1 0,-1 0-1,1 0 1,0 1-1,0 0 1,-1 1 0,1 0-1,-1 0 1,1 1 0,-1 0-1,0 0 1,0 1-1,8 5 1,4 3-21,0 1 0,-2 1 0,1 1 0,-2 1 0,21 22 0,70 97 0,-85-105 0,14 20 6,23 30-68,114 118 0,-150-174-331,44 39-3031,-33-38-1775,0-9-3875,-10-15-2501</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023"/>
    </inkml:context>
    <inkml:brush xml:id="br0">
      <inkml:brushProperty name="width" value="0.035" units="cm"/>
      <inkml:brushProperty name="height" value="0.035" units="cm"/>
      <inkml:brushProperty name="color" value="#008C3A"/>
    </inkml:brush>
  </inkml:definitions>
  <inkml:trace contextRef="#ctx0" brushRef="#br0">292 1 14573,'-25'28'605,"3"-2"661,1 1 1,-33 54-1,44-65-713,-11 17 644,1 1-1,2 1 1,1 0 0,2 1 0,-15 55-1,17-23-364,2 1 0,3 1 0,3-1 0,4 1-1,11 116 1,-3-132-722,2 0 1,3-1-1,1-1 0,3 0 0,3-1 1,1 0-1,50 87 0,-47-104-538,1-1 1,1-1-1,2-1 1,1-1-1,1-1 1,2-2-1,1-1 0,0-2 1,2-1-1,1-1 1,1-2-1,0-2 1,45 16-1,-41-20-1252,1-1 0,0-3-1,1-1 1,0-2 0,0-2 0,1-2-1,74-3 1,9-15-8491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242"/>
    </inkml:context>
    <inkml:brush xml:id="br0">
      <inkml:brushProperty name="width" value="0.035" units="cm"/>
      <inkml:brushProperty name="height" value="0.035" units="cm"/>
      <inkml:brushProperty name="color" value="#008C3A"/>
    </inkml:brush>
  </inkml:definitions>
  <inkml:trace contextRef="#ctx0" brushRef="#br0">473 11 13233,'-8'-11'4444,"17"27"-1916,1 4-1448,-1 0 0,8 29 0,12 32 556,-4-28-914,115 281 2539,-122-282-2840,-3 1-1,-2 0 1,-3 1-1,6 93 1,-15-99-290,-3 0 1,-2 0-1,-2 0 0,-2 0 1,-2-1-1,-2-1 0,-2 1 1,-2-2-1,-42 81 1,28-70-743,-3-2 1,-3-2 0,-1-1 0,-3-1-1,-2-3 1,-2-1 0,-52 41 0,78-72-199,0-2 1,-1 0-1,-1-1 1,0-1 0,-23 9-1,30-15-754,-1 0-1,0-1 0,0-1 1,0 0-1,-20 1 1,-14-6-8820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829"/>
    </inkml:context>
    <inkml:brush xml:id="br0">
      <inkml:brushProperty name="width" value="0.035" units="cm"/>
      <inkml:brushProperty name="height" value="0.035" units="cm"/>
      <inkml:brushProperty name="color" value="#008C3A"/>
    </inkml:brush>
  </inkml:definitions>
  <inkml:trace contextRef="#ctx0" brushRef="#br0">70 372 8565,'0'0'14076,"-4"-1"-13148,-33-6 826,33 7 1793,-9-6-2856,2-1-227,14 1 214,-2 5-639,0 0 1,0-1 0,0 1-1,-1 0 1,1 0-1,0-1 1,0 1 0,-1-1-1,1 1 1,-1 0-1,1-1 1,-1-1 0,32-156 447,-21 104-505,-5 32-118,-2 0-1,3-42 1,-11 76 95,2-9 43,1 1-1,0-1 0,-1 0 0,1 1 1,0-1-1,1 1 0,-1-1 1,0 1-1,1-1 0,-1 1 1,1-1-1,0 5 0,-1-2-7,-1 19-54,1 1-1,1 0 0,2-1 0,7 46 0,-5-55-393,1 0-1,1 0 1,0 0-1,1-1 1,0 0-1,2 0 1,-1-1-1,20 22 1,13 6-4107,5-6-4462,-27-24-1263</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0.987"/>
    </inkml:context>
    <inkml:brush xml:id="br0">
      <inkml:brushProperty name="width" value="0.035" units="cm"/>
      <inkml:brushProperty name="height" value="0.035" units="cm"/>
      <inkml:brushProperty name="color" value="#008C3A"/>
    </inkml:brush>
  </inkml:definitions>
  <inkml:trace contextRef="#ctx0" brushRef="#br0">23 17 9377,'3'-17'5692,"-16"28"-5152,1 1-300,12 11-1428,0 0-340,9-1-2284,7 13-2525</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2.551"/>
    </inkml:context>
    <inkml:brush xml:id="br0">
      <inkml:brushProperty name="width" value="0.035" units="cm"/>
      <inkml:brushProperty name="height" value="0.035" units="cm"/>
      <inkml:brushProperty name="color" value="#008C3A"/>
    </inkml:brush>
  </inkml:definitions>
  <inkml:trace contextRef="#ctx0" brushRef="#br0">334 29 7673,'0'0'24867,"-3"0"-24655,-26 5-197,-11 4-15,26-6 0,-6-1 0,15-7 0,5 3 0,0 2 0,0 0 0,0 0 0,0 0 0,0 0 0,1 0 0,-1 0 0,0 0 0,0 0 0,0 0 0,0 0 0,0 0 0,1 0 0,-1 0 0,0 0 0,0 0 0,0 0 0,0 0 0,0 0 0,1 0 0,-1 0 0,0 0 0,0 0 0,0-1 0,0 1 0,0 0 0,0 0 0,0 0 0,0 0 0,1 0 0,-1 0 0,0 0 0,0-1 0,0 1 0,0 0 0,0 0 0,0 0 0,0 0 0,0 0 0,0-1 0,0 1 0,0 0 0,0 0 0,0 0 0,0 0 0,0 0 0,0-1 0,0 1 0,0 0 0,0 0 0,0 0 0,0 0 0,0 0 0,0-1 0,0 1 0,-1 0 0,1 0 0,0 0 0,0 0 0,0 0 0,0 0 0,0 0 0,0-1 0,0 1 0,0 0 0,-1 0 0,1 0 0,0 0 0,12 0 0,-11 0 0,33 1 0,-1-2 0,8 1 0,-36 1 0,25-8 0,-13 1 0,5-7 0,-19 6 0,-3 4 0,2 6 0,-2 13 0,-4 23 0,-3-14 0,-1-1 0,0 0 0,-2 0 0,-24 41 0,3-16 0,-40 49 0,-112 159-6823,145-198-1687,8 1-5940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3.209"/>
    </inkml:context>
    <inkml:brush xml:id="br0">
      <inkml:brushProperty name="width" value="0.035" units="cm"/>
      <inkml:brushProperty name="height" value="0.035" units="cm"/>
      <inkml:brushProperty name="color" value="#008C3A"/>
    </inkml:brush>
  </inkml:definitions>
  <inkml:trace contextRef="#ctx0" brushRef="#br0">200 192 14065,'0'0'3649,"-2"2"-1830,-17 23 1728,14-19-2972,1 0 0,-1 0 0,1 1 0,0-1 0,0 1 0,-3 9 0,6-13-502,0 0 0,1 0 0,0 0 0,-1 0 0,1 1 0,0-1 0,0 0 1,1 0-1,-1 0 0,0 0 0,1 0 0,0 0 0,0 0 0,0 0 0,0 0 0,0 0 0,1-1 0,-1 1 0,1 0 0,3 3 0,1 1-40,0 0 1,1 0-1,0-1 0,0 0 0,1 0 0,0-1 0,0 0 0,0 0 0,0 0 1,1-1-1,0-1 0,0 0 0,0 0 0,9 2 0,20 2-369,0-1-1,43 1 0,-68-6 243,25 2-204,0-2-1,1-2 1,-1-1 0,57-11 0,-81 10 274,1-1-1,-1-1 1,0 0 0,0-1 0,0 0 0,15-11 0,-21 12 100,-1-1 1,0 1-1,0-2 0,0 1 1,-1-1-1,1 0 1,-2 0-1,1 0 0,-1-1 1,0 0-1,4-10 1,8-19 996,-1-2 0,-3 0 1,0-1-1,11-68 1,-21 84-963,-52 526-111,27-190 0,4-148 0,-70 285 0,69-369 0,-68 240 0,-132 266 0,184-513-103,-2-1 0,-3-2 0,-4-2 0,-69 85 0,103-140 160,-1-1 1,0 0-1,-1 0 0,0-1 0,-1 0 0,0-1 1,-1-1-1,-22 12 0,34-20-57,0-1 0,0 1 0,0-1 0,0 1 0,1-1 0,-1 0 0,0 0 0,0 0 0,0 0 0,0 0 0,0 0 0,0-1 0,0 1 0,0-1 0,0 1 0,0-1 0,0 0 0,0 0 0,1 1 0,-1-1 0,0-1 0,1 1 0,-1 0 0,1 0 0,-1-1 0,1 1 0,-3-3 0,1 0 0,0 0 0,1 0 0,-1 0 0,1 0 0,0 0 0,0 0 0,0-1 0,1 1 0,-1-1 0,0-6 0,0-14 0,0 1 0,2-1 0,1 1 0,1 0 0,1-1 0,8-26 0,46-143 0,-3 49-1525,6 3 0,6 3 0,94-148 0,-30 89-4085,206-243 0,-239 324-6853</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250"/>
    </inkml:context>
    <inkml:brush xml:id="br0">
      <inkml:brushProperty name="width" value="0.035" units="cm"/>
      <inkml:brushProperty name="height" value="0.035" units="cm"/>
      <inkml:brushProperty name="color" value="#008C3A"/>
    </inkml:brush>
  </inkml:definitions>
  <inkml:trace contextRef="#ctx0" brushRef="#br0">15 555 5513,'-8'4'4625,"25"-19"10565,-29 5-14334,11 10-824,0 0 0,1 0 0,-1 0 0,1-1-1,-1 1 1,1 0 0,-1-1 0,1 1 0,-1 0 0,1-1 0,-1 1-1,1-1 1,-1 1 0,1-1 0,0 1 0,-1-1 0,1 1 0,0-1-1,-1 1 1,1-1 0,0 1 0,0-1 0,-1 0 0,1 1 0,0-1 0,0 0-1,0 1 1,0-1 0,0 1 0,0-1 0,0 0 0,0 1 0,0-1-1,0 0 1,0 1 0,0-1 0,1 1 0,-1-1 0,0 0 0,1 0 0,47-122 742,-29 77-715,-1 0-1,13-60 1,23-83-129,-53 187 24,-3 6 166,-20 40 174,2 2 0,2 0-1,-21 89 1,34-116-278,2 1 0,0 0-1,1 1 1,2-1 0,0 0 0,0 0 0,2 1-1,1-1 1,1 0 0,0-1 0,1 1 0,12 27-1,-14-41-133,-1-1-1,2 1 0,-1-1 1,1 0-1,-1 0 0,10 9 1,9 8-1119,30 22 0,-46-40 909,-1 0 0,1 0 0,0-1 0,0 1 0,0-1 0,1-1 0,-1 1 0,1-1 0,9 2 0,-4-1-428,-2-1-203,-1 0-1,0-1 1,1 0 0,-1-1 0,0 0 0,1 0 0,-1-1 0,17-4 0,-12 3-1068,24-6-6815</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530"/>
    </inkml:context>
    <inkml:brush xml:id="br0">
      <inkml:brushProperty name="width" value="0.035" units="cm"/>
      <inkml:brushProperty name="height" value="0.035" units="cm"/>
      <inkml:brushProperty name="color" value="#008C3A"/>
    </inkml:brush>
  </inkml:definitions>
  <inkml:trace contextRef="#ctx0" brushRef="#br0">67 6 11549,'10'-5'2048,"-48"13"4945,28 4-7461,1-1-756,-1 3-5861,1 1-1744</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4.803"/>
    </inkml:context>
    <inkml:brush xml:id="br0">
      <inkml:brushProperty name="width" value="0.035" units="cm"/>
      <inkml:brushProperty name="height" value="0.035" units="cm"/>
      <inkml:brushProperty name="color" value="#008C3A"/>
    </inkml:brush>
  </inkml:definitions>
  <inkml:trace contextRef="#ctx0" brushRef="#br0">106 1 12013,'-3'7'758,"-1"-1"0,0 1 0,0-1 0,0 0 0,-1 0 0,-9 9 0,9-10-437,1 0 1,-1 0-1,1 1 0,0-1 1,0 1-1,1 0 0,-5 10 1,1 5 154,0 0 1,2 0-1,1 0 1,1 1-1,0 0 0,1 35 1,4-9 106,15 92-1,-10-105-862,1 0-1,2 0 0,1-1 0,1 0 1,3-1-1,27 47 0,-25-52-771,3-1 1,0 0-1,1-2 0,30 28 0,16 5-4407,2-5-3264</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5.019"/>
    </inkml:context>
    <inkml:brush xml:id="br0">
      <inkml:brushProperty name="width" value="0.035" units="cm"/>
      <inkml:brushProperty name="height" value="0.035" units="cm"/>
      <inkml:brushProperty name="color" value="#008C3A"/>
    </inkml:brush>
  </inkml:definitions>
  <inkml:trace contextRef="#ctx0" brushRef="#br0">426 75 10517,'58'-55'1897,"-57"53"-1704,1 1 0,0-1 1,0 0-1,0 1 0,0 0 0,0-1 1,0 1-1,1 0 0,-1 0 0,0 0 1,1 1-1,-1-1 0,0 1 1,3-1-1,1 0 457,-3 0 757,0 4-257,14 14-301,-9-9-614,0 0 0,-1 0 0,0 0 0,0 1 0,-1 0 0,8 15 1,-2 5 27,-1 0 0,-1 1 1,-1 0-1,-2 0 1,-1 1-1,-2-1 1,-1 2-1,-1-1 1,-1 0-1,-2 0 1,-1 0-1,-2 0 0,-8 31 1,-4 7-98,-4-1-1,-2-1 1,-3-1 0,-58 106 0,53-121-799,-2-1 0,-73 89 0,-94 74-6653,143-156 3004,-6 8-4799</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5.333"/>
    </inkml:context>
    <inkml:brush xml:id="br0">
      <inkml:brushProperty name="width" value="0.035" units="cm"/>
      <inkml:brushProperty name="height" value="0.035" units="cm"/>
      <inkml:brushProperty name="color" value="#008C3A"/>
    </inkml:brush>
  </inkml:definitions>
  <inkml:trace contextRef="#ctx0" brushRef="#br0">1394 1 13193,'-4'29'751,"2"-19"-204,0 1 0,1-1-1,0 1 1,2 18 0,3 14 1286,1 42 1300,-5-17-1472,3-1 0,18 101 0,43 134 340,-38-191-1305,-11-45-375,38 191 667,-41-186-645,2 120 1,-13-127-334,-4 1 0,-2-1 1,-3 0-1,-3-1 0,-2 0 1,-3 0-1,-3-2 0,-3 0 1,-2-1-1,-3-2 0,-58 94 1,45-93-653,-2-2 0,-2-3 0,-3-1 0,-2-2 0,-3-2 0,-1-3 0,-3-2 0,-1-2 0,-2-3 1,-2-3-1,-1-2 0,-124 47 0,-74-8-4046,85-38-1908,49-12-2235</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6.996"/>
    </inkml:context>
    <inkml:brush xml:id="br0">
      <inkml:brushProperty name="width" value="0.035" units="cm"/>
      <inkml:brushProperty name="height" value="0.035" units="cm"/>
      <inkml:brushProperty name="color" value="#008C3A"/>
    </inkml:brush>
  </inkml:definitions>
  <inkml:trace contextRef="#ctx0" brushRef="#br0">4 215 11677,'-3'-14'5889,"9"-6"-4129,23-32 2088,-14 32-3016,27-8-168,-1 10-180,3 1-384,17 3-392,5 3-212,7-1-468,10 6-668,0 4-548,-4 2-580,0 2-2213,-6 16-3944</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37.149"/>
    </inkml:context>
    <inkml:brush xml:id="br0">
      <inkml:brushProperty name="width" value="0.035" units="cm"/>
      <inkml:brushProperty name="height" value="0.035" units="cm"/>
      <inkml:brushProperty name="color" value="#008C3A"/>
    </inkml:brush>
  </inkml:definitions>
  <inkml:trace contextRef="#ctx0" brushRef="#br0">89 275 11329,'-47'12'2364,"34"-30"-20,0 4 2885,7 3-3241,-3-4-480,21-2-240,17-11-312,15 8-299,17-3-593,21 0-925,10-6-615,10-2-1100,12 2-96,10 12-3305,13 6-5184</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1.928"/>
    </inkml:context>
    <inkml:brush xml:id="br0">
      <inkml:brushProperty name="width" value="0.035" units="cm"/>
      <inkml:brushProperty name="height" value="0.035" units="cm"/>
      <inkml:brushProperty name="color" value="#008C3A"/>
    </inkml:brush>
  </inkml:definitions>
  <inkml:trace contextRef="#ctx0" brushRef="#br0">1956 211 8045,'-4'-6'852,"1"-1"1,0 1 0,0-1-1,0 0 1,1 0-1,-2-8 1,3 9-460,0 0-1,-1 0 1,0 0 0,0 1-1,0-1 1,-1 0 0,0 1-1,0 0 1,-8-10 0,3 7-152,0 0 1,-1 1-1,1 0 1,-2 0-1,1 1 1,-1 0-1,0 1 1,0 0-1,0 0 1,-12-3 0,4 3 21,0 1 0,-1 1 1,1 0-1,-1 1 1,-27 1-1,-2 4 272,1 3 0,0 1 0,-88 27 1,66-14-19,2 4 1,-91 45-1,120-48-369,1 1 1,0 1-1,2 2 0,0 2 1,-37 38-1,62-55-114,1 0-1,0 0 1,1 1 0,0 1 0,0-1 0,2 1 0,-1 0-1,-7 23 1,11-26-16,1-1 0,0 1 0,1 0-1,0 0 1,0 0 0,1 0 0,0 0-1,0 0 1,1 0 0,0 0 0,1 0-1,0-1 1,1 1 0,5 13 0,0-5-10,0 0 1,2-1 0,0 0 0,1-1 0,0 0 0,2-1 0,21 21 0,11 4-230,53 35 0,-36-28-52,-26-19 94,302 247-1042,-292-231 1079,-2 1 1,-2 2-1,-2 2 0,64 103 0,-88-122 115,-2 0 0,0 1 0,-2 0 0,-2 1 0,0 1 0,-3 0 0,0 0 0,-2 0 0,-1 1 0,-2-1 0,-1 1 0,-2 0 0,-1-1 0,-2 1 0,-1-1 0,-1 0 0,-2 0 0,-15 42 0,-6-4-5,-2-2 0,-3-2 0,-3-1 0,-85 113 1,46-84-51,-4-3 0,-111 98 1,151-151 53,-96 84-96,-198 140 1,329-259 120,-13 10-3,-421 289 30,312-232 130,85-57-75,42-13-74,-1 0 1,0 1 0,0-1-1,0 0 1,0 0 0,1 0-1,-1 1 1,0-1 0,0 0-1,0 0 1,0 0 0,0 0-1,0-1 1,1 1 0,-1 0-1,0 0 1,0 0 0,0-1-1,0 1 1,1 0 0,-1-1-1,0 1 1,0-1 0,1 1-1,-1-1 1,0 1 0,0-1-1,1 0 1,-1 1 0,1-1-1,-1 0 1,1 1 0,-1-2-1,1-1-1,1-1 1,0 1-1,0 0 0,0-1 1,0 1-1,1 0 0,-1 0 0,1 0 1,0 0-1,2-3 0,25-34 4,-26 36-4,9-11 9,0 0 1,1 1-1,1 0 1,0 1-1,0 1 1,23-14 0,101-62 240,-130 84-207,1 0 0,-1 0 0,0 0 0,1 1 0,0 1 0,0-1-1,0 1 1,0 1 0,0 0 0,0 0 0,16 1 0,-17 1 19,-1 0-1,0 1 1,-1 0 0,1 0 0,0 0-1,0 1 1,-1 0 0,0 0 0,1 1-1,-1 0 1,-1 0 0,8 6 0,-2 1 58,-1 0 0,-1 0 0,1 1 0,-2 1 0,0 0 0,0 0 0,-1 0 0,-1 1 0,0 0 0,-1 0 0,5 26 0,-1 4 176,-2 0 0,1 72-1,-12 96 375,-7-76-71,-36 174-1,-53 132 441,13-61-2,-44 425-491,119-669-496,6 0 0,6 0-1,35 266 1,-23-338-133,2 0 0,3-1 0,3-1 1,34 75-1,-39-106-41,2 0 0,1-1-1,1-1 1,1-1 0,2-1 0,1-1 0,1-1 0,2-1 0,42 33 0,-38-37-464,2-1-1,-1-2 1,2-2-1,1-1 1,0-1-1,0-2 0,1-1 1,53 9-1,-26-11-1787,1-3 0,1-2 0,-1-4-1,69-7 1,35-11-8694</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2.485"/>
    </inkml:context>
    <inkml:brush xml:id="br0">
      <inkml:brushProperty name="width" value="0.035" units="cm"/>
      <inkml:brushProperty name="height" value="0.035" units="cm"/>
      <inkml:brushProperty name="color" value="#008C3A"/>
    </inkml:brush>
  </inkml:definitions>
  <inkml:trace contextRef="#ctx0" brushRef="#br0">16 286 10577,'-16'7'4774,"25"-4"5473,15-2-1784,-9-2-11428,231-49 4630,78-18-4365,0-18-5053,-165 42 418,13-3-4654</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2.803"/>
    </inkml:context>
    <inkml:brush xml:id="br0">
      <inkml:brushProperty name="width" value="0.035" units="cm"/>
      <inkml:brushProperty name="height" value="0.035" units="cm"/>
      <inkml:brushProperty name="color" value="#008C3A"/>
    </inkml:brush>
  </inkml:definitions>
  <inkml:trace contextRef="#ctx0" brushRef="#br0">50 79 14389,'-15'-47'4374,"11"31"598,1 0 3872,9 73-8762,-2 105 0,-19 61 51,0 51-1479,8-11-8684,8-183 3007,12 0-4470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3.116"/>
    </inkml:context>
    <inkml:brush xml:id="br0">
      <inkml:brushProperty name="width" value="0.035" units="cm"/>
      <inkml:brushProperty name="height" value="0.035" units="cm"/>
      <inkml:brushProperty name="color" value="#008C3A"/>
    </inkml:brush>
  </inkml:definitions>
  <inkml:trace contextRef="#ctx0" brushRef="#br0">23 5 14701,'-1'-1'148,"1"1"-1,0 0 1,-1-1 0,1 1-1,0 0 1,-1-1-1,1 1 1,-1 0-1,1 0 1,0-1-1,-1 1 1,1 0-1,-1 0 1,1 0-1,-1 0 1,1 0 0,-1-1-1,1 1 1,-1 0-1,1 0 1,-1 0-1,1 0 1,-1 1-1,1-1 1,-1 0-1,1 0 1,-1 0 0,-5 14 2608,6-12-2799,-2 14 984,1 0 0,0 1 1,2-1-1,-1 1 0,2-1 0,4 19 0,-1-2-48,11 118 114,10 65 798,-17-164-1496,2 0 1,18 52-1,-18-72-509,1 1 1,2-1-1,30 51 1,-40-76 151,1 0-1,0 0 1,0 0 0,1 0-1,0-1 1,0 0 0,0 0 0,1-1-1,0 0 1,0 0 0,1 0-1,-1-1 1,1 0 0,0-1 0,0 1-1,0-2 1,0 1 0,1-1-1,-1 0 1,14 1 0,-14-3-16,-1 0 1,1-1-1,-1 0 0,0 0 1,1 0-1,-1-1 0,0 0 1,0 0-1,0-1 0,0 0 1,-1 0-1,1 0 0,7-7 1,-6 4 10,0-1 0,0 0 0,-1 0-1,0-1 1,0 0 0,-1 0 0,0 0 0,8-17 0,-6 8 65,-1 1 0,-1-1 0,0 0 0,-1 0 0,-1-1-1,-1 0 1,0 1 0,-2-1 0,0 0 0,-2-32 0,-2 32 27,0 0 1,0 0 0,-2 1 0,0-1-1,-1 1 1,-1 0 0,-1 0-1,0 1 1,-1 0 0,-1 1 0,0 0-1,-1 0 1,-1 1 0,0 1 0,-1 0-1,0 0 1,-1 2 0,0-1-1,-1 2 1,0 0 0,-1 1 0,0 0-1,0 1 1,-1 1 0,-19-5-1,30 10-492,0 1 0,0-1-1,-1 2 1,1-1-1,-1 1 1,1-1-1,-1 2 1,-7 0-1,11 0-3,0-1 0,1 1-1,-1 0 1,0 0 0,1 0-1,-1 0 1,1 1 0,0-1 0,-1 1-1,1-1 1,-4 4 0,6-4 54,-1 0 1,0-1-1,0 1 0,1 0 1,-1 0-1,0-1 1,1 1-1,-1 0 1,1 0-1,-1 0 1,1 0-1,0 0 1,-1 0-1,1 0 0,0 0 1,-1 1-1,10 22-10950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3.633"/>
    </inkml:context>
    <inkml:brush xml:id="br0">
      <inkml:brushProperty name="width" value="0.035" units="cm"/>
      <inkml:brushProperty name="height" value="0.035" units="cm"/>
      <inkml:brushProperty name="color" value="#008C3A"/>
    </inkml:brush>
  </inkml:definitions>
  <inkml:trace contextRef="#ctx0" brushRef="#br0">854 64 18262,'-11'-16'1074,"9"13"-790,0-1 0,0 1 1,0 0-1,0 0 0,0 0 0,-1 1 1,1-1-1,-1 1 0,0-1 0,0 1 1,0 0-1,0 0 0,0 0 0,0 0 1,0 1-1,-5-2 0,5 2-118,-1 0 0,1 0 0,-1 1-1,1-1 1,-1 1 0,1 0 0,-1 0 0,1 0-1,-1 0 1,1 1 0,-1 0 0,1-1 0,-1 1-1,1 0 1,-1 1 0,1-1 0,0 1 0,0-1-1,0 1 1,0 0 0,0 0 0,0 0 0,0 1-1,0-1 1,1 0 0,0 1 0,-1 0 0,1 0-1,-2 4 1,-3 4 352,2 1 0,-1 0 0,2 0-1,0 0 1,0 1 0,-3 20 0,4-16-714,0 1-1,1-1 1,1 0 0,1 0-1,1 1 1,4 28 0,-3-33 2,2 0 0,0-1 0,0 1 1,1-1-1,1 0 0,0 0 0,0-1 0,1 0 1,13 16-1,-9-14-424,0 0-1,1 0 1,25 20 0,-34-30 574,0-1-1,0 0 0,0 0 1,0 0-1,0 0 0,1 0 1,-1-1-1,1 0 0,-1 1 1,1-1-1,-1 0 1,1-1-1,0 1 0,-1-1 1,1 1-1,0-1 0,-1 0 1,1-1-1,0 1 1,0 0-1,-1-1 0,1 0 1,-1 0-1,1 0 0,3-2 1,-3 1 126,-1 0 1,1 0 0,-1 0-1,0-1 1,1 1 0,-1-1-1,0 0 1,-1 0 0,1 0-1,0 0 1,-1 0 0,0 0-1,1-1 1,-1 0 0,-1 1 0,1-1-1,2-7 1,58-205 5265,-46 179-5239,-7 24-109,-1 13 0,0 13 0,-7-12 0,5 13 0,-1-1 0,0 1 0,-1 0 0,0 1 0,-1-1 0,-1 0 0,0 1 0,-1 20 0,2 1 0,4 37 0,39 696 0,-71-204 0,5-388 0,-51 204 0,45-279 0,-4-2 0,-5-1 0,-4-2 0,-87 153 0,108-219 0,-1-2 0,-1-1 0,-2 0 0,-1-2 0,-1 0 0,-1-2 0,-2 0 0,-28 19 0,41-33 0,-1-1 0,0 0 0,0-1 0,0-1 0,-1-1 0,0 0 0,-1-1 0,1 0 0,-1-1 0,0-2 0,0 1 0,0-2 0,0 0 0,0-1 0,0-1 0,0 0 0,0-2 0,-21-4 0,28 4 0,1 0 0,-1-1 0,0 0 0,1 0 0,0-1 0,0 0 0,0-1 0,1 0 0,0 0 0,0-1 0,0 0 0,-8-10 0,8 6 0,1 1 0,0-1 0,1 0 0,0 0 0,1-1 0,0 0 0,1 0 0,0 0 0,-4-23 0,3-6 0,1-1 0,2 0 0,2 0 0,2 0 0,1 1 0,19-83 0,1 32 0,5 1 0,39-88 0,-14 60-853,6 3 0,4 3 0,5 2 0,5 4 0,5 3 0,180-185 0,-209 240-3138,3 3-1,113-77 0,-26 40-7845</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4.918"/>
    </inkml:context>
    <inkml:brush xml:id="br0">
      <inkml:brushProperty name="width" value="0.035" units="cm"/>
      <inkml:brushProperty name="height" value="0.035" units="cm"/>
      <inkml:brushProperty name="color" value="#008C3A"/>
    </inkml:brush>
  </inkml:definitions>
  <inkml:trace contextRef="#ctx0" brushRef="#br0">355 36 13037,'0'-2'277,"0"0"0,1 0 0,-1 0 0,0 0 0,0 0 0,-1 0 0,1-1 0,0 1 0,-1 0 0,0-3 0,0 4-203,1 1 1,0-1-1,0 1 0,0-1 1,0 1-1,-1-1 0,1 1 0,0 0 1,-1-1-1,1 1 0,0-1 1,-1 1-1,1-1 0,-1 1 1,1 0-1,0-1 0,-1 1 0,1 0 1,-1 0-1,1-1 0,-1 1 1,1 0-1,-1 0 0,1 0 0,-1 0 1,1-1-1,-1 1 0,1 0 1,-1 0-1,1 0 0,-1 0 1,0 0-1,1 0 0,-1 0 0,1 0 1,-1 1-1,1-1 0,-1 0 1,1 0-1,-1 0 0,1 1 1,-1-1-1,1 0 0,-1 0 0,1 1 1,0-1-1,-1 0 0,1 1 1,-1-1-1,1 1 0,0-1 0,-1 1 1,-4 5 598,0-1 0,0 1 0,1 1 0,-1-1 0,1 1 1,1 0-1,-3 7 0,-26 63 2069,27-62-2433,-148 450 2280,120-331-1729,-26 213 0,53-280-860,2 1 0,4-1 0,2 0 0,13 76 0,-8-104 0,1 1 0,2-2 0,2 1 0,1-2 0,2 1 0,2-2 0,1 0 0,28 41 0,-27-52-299,1-2-1,1-1 1,0 0-1,2-2 1,1 0-1,0-2 1,1 0-1,1-2 1,1-1-1,0-1 1,1-1-1,39 12 1,-3-5-1020,2-3-1,0-3 1,1-3 0,104 4 0,1-14-6004,7-10-4648</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5.448"/>
    </inkml:context>
    <inkml:brush xml:id="br0">
      <inkml:brushProperty name="width" value="0.035" units="cm"/>
      <inkml:brushProperty name="height" value="0.035" units="cm"/>
      <inkml:brushProperty name="color" value="#008C3A"/>
    </inkml:brush>
  </inkml:definitions>
  <inkml:trace contextRef="#ctx0" brushRef="#br0">203 49 10557,'-2'-1'441,"1"0"0,-1-1 0,0 1 0,1-1 0,-1 1 0,1-1 0,-1 0 0,1 0 0,0 0-1,0 0 1,0 0 0,0 0 0,0 0 0,0 0 0,1 0 0,-1 0 0,1-1 0,-1 1 0,1 0 0,0 0 0,0-4 0,0 3 1462,-4 5-364,0 1-1300,-1 0 1,1 0 0,-1 1 0,1-1 0,0 1-1,0 0 1,1 1 0,-1-1 0,1 0 0,0 1 0,0 0-1,1 0 1,-1 0 0,1 0 0,0 0 0,-2 11 0,-2 10 428,1 1 0,-2 37 0,2-13 53,-21 129-240,-19 156 680,24-1-538,18-248-623,3-85 0,0-1 0,0 0 0,0 0 0,0 0 0,1 0 0,-1 0 0,0 1 0,0-1 0,1 0 0,-1 0 0,1 0 0,-1 0 0,1 0 0,-1 0 0,1 0 0,0 1 0,1-2 0,0 0 0,-1 0 0,1 0 0,-1 0 0,1 0 0,0-1 0,-1 1 0,1-1 0,-1 1 0,1-1 0,-1 0 0,1 1 0,-1-1 0,1 0 0,-1 0 0,2-1 0,26-20 0,-27 21 0,89-78 0,-57 47 0,73-52 0,-95 76 0,1 1 0,-1 0 0,1 1 0,0 0 0,1 1 0,-1 1 0,1 0 0,0 1 0,0 0 0,23-1 0,-29 4 0,0 1 0,1 0 0,-1 0 0,0 0 0,0 1 0,-1 0 0,1 1 0,0 0 0,-1 0 0,1 0 0,-1 1 0,0 1 0,0-1 0,-1 1 0,1 0 0,7 8 0,6 8 0,-1 0 0,-1 2 0,19 30 0,14 28 0,44 82 0,-87-150 0,45 73 0,-44-75 0,0 0 0,20 18 0,-23-23-13,1 0 0,-1-1 1,1 0-1,0 0 0,1 0 0,-1-1 0,1 0 1,13 4-1,-16-7-9,-1 0 0,1 0 0,-1 0 1,1 0-1,-1-1 0,1 0 0,-1 0 1,1 0-1,0-1 0,-1 0 0,1 1 0,-1-1 1,0-1-1,1 1 0,-1-1 0,0 0 0,8-4 1,17-13-1015,-1-2 0,-1 0 1,0-2-1,31-36 0,37-59-5572,-93 115 6389,24-29-3217,-6 11-1604,5 3-3754</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6.614"/>
    </inkml:context>
    <inkml:brush xml:id="br0">
      <inkml:brushProperty name="width" value="0.035" units="cm"/>
      <inkml:brushProperty name="height" value="0.035" units="cm"/>
      <inkml:brushProperty name="color" value="#008C3A"/>
    </inkml:brush>
  </inkml:definitions>
  <inkml:trace contextRef="#ctx0" brushRef="#br0">1 808 10541,'0'-2'41,"14"-82"3765,-12 75-3033,0 2 0,0-1 0,1 0 0,0 0 0,0 1 0,1-1 0,9-12 0,-12 17-399,-1 0 1,1 0-1,0 0 0,-1 0 1,0-1-1,0 1 0,0 0 1,0 0-1,0 0 0,-1-6 1,0 5 175,1 0 1544,2 8-986,3 5-903,0 1 1,-1 0-1,0 0 1,-1 0-1,0 1 1,0-1-1,-1 1 1,-1-1-1,0 1 1,0 14-1,-2 19 808,-8 51 1,7-78-976,-20 145-38,-12 138 0,32-255 0,2-1 0,2 0 0,2 1 0,17 76 0,-18-111 0,0-1 0,0 1 0,1-1 0,0 1 0,0-1 0,1 0 0,11 14 0,-14-20 0,1 0 0,-1 0 0,1 0 0,0-1 0,0 1 0,0-1 0,1 1 0,-1-1 0,0 0 0,1 0 0,-1-1 0,1 1 0,0-1 0,0 0 0,-1 0 0,1 0 0,0 0 0,0 0 0,0-1 0,0 0 0,0 0 0,0 0 0,4-1 0,3-2-4,-1 0 0,1 0 0,-1-1-1,0-1 1,0 0 0,-1 0 0,1-1 0,-1 0 0,0-1 0,-1 0 0,0 0-1,0-1 1,0 0 0,-1 0 0,0 0 0,6-12 0,10-15-66,-2-1 0,32-73 1,-32 56-179,-1 0 0,21-99 1,-26 66 62,5-121 1,-18 182 163,2-269-210,-12 200 166,-4 1 0,-31-123 1,36 189 40,-1 2 1,-16-38-1,21 57 18,0-1 0,0 1 0,-1 0 0,1 0 0,-2 0-1,1 1 1,-1-1 0,1 1 0,-1 0 0,-1 0 0,1 1-1,-1 0 1,0 0 0,-8-4 0,11 6 8,0 1 0,0 0 0,-1 0 0,1 0 0,0 1 0,-1-1 0,1 1-1,-1 0 1,1 0 0,-1 0 0,1 0 0,-1 0 0,1 1 0,0 0 0,-1 0 0,1 0 0,-4 1 0,1 1 19,0 1 0,0-1 0,1 1 1,-1 0-1,1 0 0,0 1 0,0-1 0,-5 8 0,-5 6 111,2 1-1,1 0 0,0 1 1,-9 24-1,4-5-30,1 1 0,3 1 0,1 0 0,2 0 0,2 1 0,2 0 0,1 1 0,3 0 0,1-1 0,8 73 0,-3-90-93,1 1 0,1-1 0,1-1 0,2 1 0,0-1 0,1-1 0,2 0-1,0 0 1,1-1 0,1-1 0,2 0 0,19 21 0,-15-21-177,1-1 1,1-1-1,0-1 1,2-1-1,0-1 1,0 0-1,2-2 0,0-2 1,0 0-1,43 12 1,-18-10-1161,-1-2 0,84 7 1,-100-17 26,-1-1 0,1-1 1,-1-2-1,1-2 0,35-8 0,8-8-4945,-1 0-3734</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7.866"/>
    </inkml:context>
    <inkml:brush xml:id="br0">
      <inkml:brushProperty name="width" value="0.035" units="cm"/>
      <inkml:brushProperty name="height" value="0.035" units="cm"/>
      <inkml:brushProperty name="color" value="#008C3A"/>
    </inkml:brush>
  </inkml:definitions>
  <inkml:trace contextRef="#ctx0" brushRef="#br0">0 86 12705,'19'-18'1384,"-11"12"-501,-1 0-1,-1-1 0,1 0 0,6-9 0,-12 14-657,0 0 0,0 0 0,1 1 0,-1-1 0,1 0 0,-1 1 0,1-1-1,-1 1 1,1 0 0,0 0 0,0 0 0,0-1 0,0 2 0,0-1 0,0 0 0,0 0 0,0 1 0,0-1 0,0 1 0,0-1 0,0 1 0,3 0 0,0 0-9,0 1 0,-1 0-1,1 0 1,-1 0 0,1 0 0,0 1-1,-1 0 1,0 0 0,8 4-1,3 4 82,0 1-1,-1 1 0,0 0 0,15 17 0,-12-10-154,-2 0 0,-1 0 1,0 2-1,-2 0 0,0 0 1,-1 1-1,-1 0 0,-1 1 1,-2 0-1,0 1 0,5 27 1,-8-19-94,-1-1 1,-1 1-1,-1 0 1,-2-1-1,-2 1 1,0-1-1,-2 1 1,-11 35-1,-15 81 120,30-144-136,6-5-25,2 0-8,1-1 0,-1-1 0,0 1 0,0-1 1,0 0-1,0-1 0,-1 1 0,1-2 0,-1 1 0,0 0 1,0-1-1,0 0 0,-1-1 0,6-6 0,24-25-10,-2-3-1,30-45 1,-15 19 45,61-62 1158,-103 127-628,-2 3-498,1-1 0,0 0 0,0 1 1,0 0-1,-1 0 0,1 0 0,-1 1 0,0-1 0,0 1 1,0 0-1,7 7 0,-4-2 20,-1 0 0,0 1 0,0-1 0,-1 1 0,6 13 0,11 27-181,55 100-1138,-67-133 972,2 0 0,0 0 0,0-1 0,1-1 0,1 0 0,25 19 0,8-5-3509,26 4-8518,-43-20 1706</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8.400"/>
    </inkml:context>
    <inkml:brush xml:id="br0">
      <inkml:brushProperty name="width" value="0.035" units="cm"/>
      <inkml:brushProperty name="height" value="0.035" units="cm"/>
      <inkml:brushProperty name="color" value="#008C3A"/>
    </inkml:brush>
  </inkml:definitions>
  <inkml:trace contextRef="#ctx0" brushRef="#br0">123 0 11661,'0'0'3942,"-2"3"-1961,-3 6-1345,0 0 1,0 0-1,1 1 1,0 0-1,1-1 1,0 1-1,1 0 1,0 0-1,0 1 1,0 13-1,3 120 2687,1-74-1991,-8 71-34,-34 193 0,3-47-367,35-270-1276,1 0 1,1 0-1,0 0 1,1 0-1,2 0 1,-1 0-1,10 30 1,-9-39 134,0 0-1,0-1 1,1 0 0,0 0 0,1 0 0,-1 0 0,1-1 0,0 1 0,1-1 0,0 0 0,0-1 0,0 0 0,0 0-1,1 0 1,0 0 0,0-1 0,0-1 0,11 5 0,-9-5-474,0 0 0,0 0 0,0-1 1,1-1-1,-1 0 0,1 0 0,12-1 0,39-8-6558,-7-8-3080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8.630"/>
    </inkml:context>
    <inkml:brush xml:id="br0">
      <inkml:brushProperty name="width" value="0.035" units="cm"/>
      <inkml:brushProperty name="height" value="0.035" units="cm"/>
      <inkml:brushProperty name="color" value="#008C3A"/>
    </inkml:brush>
  </inkml:definitions>
  <inkml:trace contextRef="#ctx0" brushRef="#br0">683 0 11253,'-5'21'2390,"4"-16"-1915,0-1 0,0 1 1,0-1-1,0 1 0,1-1 0,0 1 1,0 6-1,28 165 6530,11 90-3496,-33-211-3321,-2-1 1,-3 1 0,-2 0 0,-3-1-1,-2 0 1,-2 1 0,-2-2 0,-3 0-1,-3 0 1,-1-1 0,-3-1 0,-2-1 0,-2-1-1,-2-1 1,-34 45 0,-92 104-2199,125-168 1033,-1-1 0,-1-1 0,-2-1 1,-37 24-1,-30 4-4542,61-34 1000,-17 11-6544</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49.986"/>
    </inkml:context>
    <inkml:brush xml:id="br0">
      <inkml:brushProperty name="width" value="0.035" units="cm"/>
      <inkml:brushProperty name="height" value="0.035" units="cm"/>
      <inkml:brushProperty name="color" value="#008C3A"/>
    </inkml:brush>
  </inkml:definitions>
  <inkml:trace contextRef="#ctx0" brushRef="#br0">756 232 6013,'-2'-5'317,"1"1"39,0 0 0,-1 1 1,1-1-1,-1 0 0,0 1 1,0-1-1,-4-5 0,4 7-82,1 0 0,0 0 0,0 0 1,1-1-1,-1 1 0,0-1 0,1 1 0,-1 0 0,1-1 0,0 1 0,0-1 0,0 1 0,0-1 0,0 1 1,0-1-1,1 1 0,-1 0 0,1-1 0,1-2 0,-1 0 189,0 1 0,0-1-1,-1 0 1,1 0 0,-1 0 0,-1-10 0,-2-17 1709,2 22-1222,0 1 1,0 0 0,0-1-1,-6-15 1,6 23 1831,-2 3-2370,0 0-317,1-1-37,1 1 1,-1-1 0,1 1 0,-1-1 0,1 1 0,0 0-1,-1 0 1,1 0 0,0-1 0,-1 1 0,1 0-1,-1 2 1,1-2-26,1 0 1,-1 1-1,1-1 0,0 1 0,0-1 1,-1 0-1,1 1 0,0-1 0,0 1 0,0-1 1,1 0-1,-1 1 0,0-1 0,0 1 0,1-1 1,-1 0-1,2 3 0,29 84 1167,20 66 180,-15-7-1262,-6 2 0,-7 0 0,-6 2 1,-7 0-1,-17 291 0,-3-361-286,-4-1 0,-2 0 0,-5-1 0,-2-2 0,-49 109 0,32-101-263,-4-3 0,-3-2 0,-3-2-1,-93 109 1,88-125-2215,-65 56 0,-9-12-6050,25-32-3935</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2.806"/>
    </inkml:context>
    <inkml:brush xml:id="br0">
      <inkml:brushProperty name="width" value="0.035" units="cm"/>
      <inkml:brushProperty name="height" value="0.035" units="cm"/>
      <inkml:brushProperty name="color" value="#008C3A"/>
    </inkml:brush>
  </inkml:definitions>
  <inkml:trace contextRef="#ctx0" brushRef="#br0">118 1 10897,'-45'130'7072,"14"-37"-760,22-64-5320,1 0-1,1 1 1,1 0-1,-2 43 1,7-52-1305,1 0 0,1-1 0,1 1-1,5 22 1,-6-38-287,0 0-1,-1 0 1,0 0-1,0 1 1,0-1-1,-1 0 1,1 0 0,-1 0-1,-2 7 1,-4 25-7774,4-12-1937</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2.975"/>
    </inkml:context>
    <inkml:brush xml:id="br0">
      <inkml:brushProperty name="width" value="0.035" units="cm"/>
      <inkml:brushProperty name="height" value="0.035" units="cm"/>
      <inkml:brushProperty name="color" value="#008C3A"/>
    </inkml:brush>
  </inkml:definitions>
  <inkml:trace contextRef="#ctx0" brushRef="#br0">1 46 11297,'9'-20'3332,"1"9"-2104,-1-3 157,7 19-1969,6 1-981,-3 3-2807,13 14-3365</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3.553"/>
    </inkml:context>
    <inkml:brush xml:id="br0">
      <inkml:brushProperty name="width" value="0.035" units="cm"/>
      <inkml:brushProperty name="height" value="0.035" units="cm"/>
      <inkml:brushProperty name="color" value="#008C3A"/>
    </inkml:brush>
  </inkml:definitions>
  <inkml:trace contextRef="#ctx0" brushRef="#br0">22 784 12205,'3'2'1750,"8"3"-632,0 0-1,1 0 0,-1-1 0,21 4 1,-12-5-472,0 0-1,30-1 1,-26-2-524,0-1 0,1-2 1,-1 0-1,0-2 0,27-9 0,-42 11-62,0-1 0,-1 1 0,0-2 0,0 1 0,0-1 0,-1-1 0,1 1 0,-1-1 0,0 0 0,-1-1 0,0 0 0,0 0 0,0 0-1,-1-1 1,0 0 0,0 0 0,-1 0 0,0 0 0,-1-1 0,5-13 0,1-15 626,-2 1-1,-1-1 0,2-69 1,-1 17 240,5 8 582,38-136 0,-49 214-1468,16-40 800,-17 68 341,-6 41-936,-17 76 0,2-27-184,-78 468-61,-42-7 0,-151 452 0,286-1006-32,-3 10-349,2 0-1,-5 48 1,11-73 288,1 0 0,-1 0 0,1-1 0,1 1 0,-1 0 0,1 0-1,0-1 1,1 1 0,0 0 0,0-1 0,0 0 0,1 1 0,0-1 0,0 0 0,0 0 0,1-1 0,8 11 0,-10-15-31,-1 0-1,1 0 1,0 0-1,0 0 1,0 0-1,0 0 1,0-1-1,0 1 1,0-1-1,0 1 1,0-1 0,0 0-1,0 0 1,0 0-1,0 0 1,0 0-1,0 0 1,0-1-1,0 1 1,0-1-1,0 1 1,0-1-1,4-1 1,40-23-1164,-44 24 1171,15-10-361,-1-1 1,-1-1-1,-1 0 1,1-1 0,-2-1-1,0 0 1,19-31-1,-16 21 91,-2-1-1,0-1 0,-2 0 0,13-44 0,-19 46 342,0 1 0,-2-1 0,-1 0 0,-1 0 1,-1-1-1,-1 1 0,-1 0 0,-1 0 0,-7-28 0,-2 4 364,-3 0 0,-2 1 0,-34-70 0,12 37 231,3-2 1,-27-101 0,59 170-537,1 1 0,-1-1 0,2 0 0,0 0 0,1 1 0,0-1 0,1 0 0,0 0 0,2 1 0,-1-1 0,2 1 0,-1-1-1,2 1 1,0 1 0,0-1 0,2 1 0,8-15 0,-2 9-281,0 1-1,2 0 0,0 1 1,0 0-1,2 1 0,0 1 1,0 1-1,1 0 0,1 2 1,23-12-1,108-43-3234,-46 31-1879,-17 14-2254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4.785"/>
    </inkml:context>
    <inkml:brush xml:id="br0">
      <inkml:brushProperty name="width" value="0.035" units="cm"/>
      <inkml:brushProperty name="height" value="0.035" units="cm"/>
      <inkml:brushProperty name="color" value="#008C3A"/>
    </inkml:brush>
  </inkml:definitions>
  <inkml:trace contextRef="#ctx0" brushRef="#br0">229 64 12993,'-1'-3'1965,"-14"-57"11714,13 61-13524,0 0 1,1 0-1,-1 1 0,1-1 0,-1 1 0,1-1 0,0 1 0,-1-1 1,1 1-1,0 0 0,0 0 0,0-1 0,0 1 0,0 0 0,0 3 1,-7 33 255,3 0 1,0 0 0,3 62 0,2-70-412,1 0 0,2 0 0,8 40 0,-7-55 0,1 1 0,0-1 0,1 0 0,0 0 0,2-1 0,-1 0 0,19 25 0,-13-22-51,2 0 1,-1-1-1,2 0 0,0-1 1,34 25-1,-42-36 31,0 1 0,0-1-1,0 0 1,1 0 0,-1-1 0,1 0-1,-1-1 1,1 0 0,0 0 0,0-1-1,0 0 1,0 0 0,1-1 0,-1-1 0,0 1-1,0-2 1,11-1 0,-9-1 36,-1 1 1,1-1-1,-1-1 0,0 0 0,0-1 1,0 1-1,-1-2 0,0 1 1,13-13-1,4-8 167,37-47 0,4-6-44,-67 79-139,0 1 0,0 0 0,0 0 0,0-1 0,1 1 0,-1 0 0,0-1 0,0 1 0,0 0 0,0 0 0,1-1 0,-1 1 0,0 0 0,0 0 0,1 0 0,-1-1 0,0 1 0,0 0 0,1 0 0,-1 0 0,0 0 0,0 0 0,1-1 0,-1 1 0,0 0 0,0 0 0,1 0 0,-1 0 0,0 0 0,1 0 0,-1 0 0,0 0 0,1 0 0,-1 0 0,0 0 0,1 0 0,-1 0 0,0 0 0,0 1 0,1-1 0,-1 0 0,0 0 0,0 0 0,1 0 0,-1 0 0,0 1 0,0-1 0,1 0 0,-1 0 0,0 0 0,0 1 0,1-1 0,1 13 0,-2-11 0,2 25 0,-2 1 0,0 0 0,-9 49 0,-23 84 0,-25 53 0,-94 231 0,104-328-176,-6-3 0,-5-2 0,-4-3 0,-119 157 1,164-243 123,-2-1 1,0-1 0,-34 29 0,51-48 66,-1 0 0,0 0 0,0 0 0,0 0 0,1-1 0,-2 1 0,1-1 0,0 0 0,0 0 0,0 0 0,-1 0 0,-3 0 0,6-1-3,0 0-1,0 0 1,-1 0-1,1 0 1,0-1-1,0 1 0,0 0 1,0-1-1,0 1 1,0-1-1,0 1 1,0-1-1,0 1 1,0-1-1,0 0 0,0 0 1,0 1-1,1-1 1,-1 0-1,0 0 1,0 0-1,1 0 1,-1 0-1,0 0 1,1 0-1,-1 0 0,1 0 1,0 0-1,-1 0 1,1 0-1,0 0 1,0 0-1,-1-2 1,0-9 16,0-1 0,1 1 0,0 0 0,1 0 0,0-1 0,1 1 0,0 0 0,1 0 0,7-19 1,8-15 76,24-45 1,-31 69-99,30-57-448,2 1 1,5 3-1,2 2 0,3 2 0,4 2 1,3 3-1,107-93 0,156-90-6132,-100 94-3619,-118 86 700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4.946"/>
    </inkml:context>
    <inkml:brush xml:id="br0">
      <inkml:brushProperty name="width" value="0.035" units="cm"/>
      <inkml:brushProperty name="height" value="0.035" units="cm"/>
      <inkml:brushProperty name="color" value="#008C3A"/>
    </inkml:brush>
  </inkml:definitions>
  <inkml:trace contextRef="#ctx0" brushRef="#br0">0 83 14317,'16'-11'4965,"-6"-9"-4001,28 0 224,9 8-1184,-5-2-620,5 8-716,10 6-540,-3 3-565,-9 6-1959,6 5-3405</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101"/>
    </inkml:context>
    <inkml:brush xml:id="br0">
      <inkml:brushProperty name="width" value="0.035" units="cm"/>
      <inkml:brushProperty name="height" value="0.035" units="cm"/>
      <inkml:brushProperty name="color" value="#008C3A"/>
    </inkml:brush>
  </inkml:definitions>
  <inkml:trace contextRef="#ctx0" brushRef="#br0">133 129 11393,'-20'6'591,"9"-3"-113,1 0 1,0 1 0,1 0 0,-1 1 0,1 0 0,-12 8 0,-12 1 9095,37-16-9126,119-35-2152,29-11-2518,-113 34-197,69-37 0,-48 17-3191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242"/>
    </inkml:context>
    <inkml:brush xml:id="br0">
      <inkml:brushProperty name="width" value="0.035" units="cm"/>
      <inkml:brushProperty name="height" value="0.035" units="cm"/>
      <inkml:brushProperty name="color" value="#008C3A"/>
    </inkml:brush>
  </inkml:definitions>
  <inkml:trace contextRef="#ctx0" brushRef="#br0">232 7 10177,'15'-7'4565,"-26"17"3188,-4 4-3707,3-1-5089,6-2 1459,0 0 0,1 0 0,1 1 0,0-1 0,1 1 1,0 0-1,-2 15 0,-2 11 292,-88 369 1215,65-271-4968,2-1-3396,19-82-692,5-2-4722</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5.430"/>
    </inkml:context>
    <inkml:brush xml:id="br0">
      <inkml:brushProperty name="width" value="0.035" units="cm"/>
      <inkml:brushProperty name="height" value="0.035" units="cm"/>
      <inkml:brushProperty name="color" value="#008C3A"/>
    </inkml:brush>
  </inkml:definitions>
  <inkml:trace contextRef="#ctx0" brushRef="#br0">26 80 16482,'-12'-8'2640,"5"-9"-560,1 0 3140,9-3-5896,3 2-600,17 21-20210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7.830"/>
    </inkml:context>
    <inkml:brush xml:id="br0">
      <inkml:brushProperty name="width" value="0.035" units="cm"/>
      <inkml:brushProperty name="height" value="0.035" units="cm"/>
      <inkml:brushProperty name="color" value="#008C3A"/>
    </inkml:brush>
  </inkml:definitions>
  <inkml:trace contextRef="#ctx0" brushRef="#br0">185 208 8665,'-48'9'1901,"39"-7"-187,6-1 19,-121 1 16291,147-17-17294,3 4-730,0 2 0,1 1 0,0 1 0,0 1 0,42-3 0,-13 0 0,673-87 0,-630 84 0,127-9-3148,-216 20 1355,0 0 1,1-1-1,-1-1 1,11-4-1,-7 3-3355</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8.551"/>
    </inkml:context>
    <inkml:brush xml:id="br0">
      <inkml:brushProperty name="width" value="0.035" units="cm"/>
      <inkml:brushProperty name="height" value="0.035" units="cm"/>
      <inkml:brushProperty name="color" value="#008C3A"/>
    </inkml:brush>
  </inkml:definitions>
  <inkml:trace contextRef="#ctx0" brushRef="#br0">1 1724 12001,'34'14'1912,"-27"-11"2248,-13-3 1184,-8-1-4946,13 1 237,0 0-522,1 0-1,0 0 1,-1 0-1,1 0 1,0 0-1,-1 0 1,1 0-1,0 0 1,-1 0-1,1 0 1,0 0 0,-1-1-1,1 1 1,0 0-1,-1 0 1,1 0-1,0-1 1,-1 1-1,1 0 1,0 0-1,0-1 1,0 1-1,-1 0 1,1 0-1,0-1 1,0 1-1,0 0 1,-1-1-1,1 1 1,0 0-1,0-1 1,3-14 1807,19-24-822,-8 17-481,34-93-449,-5-1 1,-5-2 0,27-151-1,-33 84 36,12-270-1,-43 428-203,4-55 0,-4 1 0,-10-95 0,8 175 0,1-1 0,0 0 0,0 0 0,-1 0 0,1 0 0,-1 1 0,0-1 0,0 0 0,1 1 0,-1-1 0,0 0 0,0 1 0,0-1 0,-1 1 0,-1-2 0,3 2 0,-1 1 0,0-1 0,0 1 0,0-1 0,0 1 0,0-1 0,0 1 0,0 0 0,0-1 0,-1 1 0,1 0 0,0 0 0,0 0 0,0 0 0,0 0 0,0 0 0,0 0 0,0 0 0,-2 1 0,0 0 0,0 0 0,0 1 0,0-1 0,0 1 0,0 0 0,0 0 0,0 0 0,0 0 0,1 0 0,-1 0 0,1 1 0,0 0 0,-4 5 0,-6 13 0,1 1 0,1 0 0,1 0 0,1 1 0,-8 40 0,-15 128 0,28-171 0,-19 300 0,22-262 0,4 0 0,1 0 0,20 84 0,-18-116-249,0 0-1,1-1 1,1 0 0,2 0-1,20 34 1,-27-53 178,-1 0-1,2 0 0,-1 0 1,1-1-1,0 1 1,0-1-1,0 0 0,1-1 1,0 1-1,0-1 1,0 0-1,0-1 0,1 0 1,-1 0-1,1 0 1,0 0-1,0-1 1,0-1-1,0 1 0,0-1 1,0 0-1,0 0 1,1-1-1,10-1 0,-1-2-93,-1 0 0,-1-1 0,1-1 0,-1-1-1,1 0 1,-2-1 0,1 0 0,-1-1 0,0-1-1,13-11 1,17-15-137,59-61 0,-83 75 287,16-14 172,-34 35-130,-1-1 0,0 1-1,0 0 1,0 0 0,0 0 0,0 0 0,0 0 0,0 1-1,1-1 1,-1 0 0,0 1 0,0-1 0,0 0 0,0 1 0,0-1-1,0 1 1,0-1 0,0 1 0,-1 0 0,1-1 0,1 2 0,0 0 55,3 1-10,0 1 0,0 0 0,-1 1 0,1-1 0,-1 1 0,0 0-1,-1 0 1,1 0 0,-1 0 0,0 1 0,4 10 0,3 10 231,8 37 0,-9-29-98,-1-8-83,10 39 102,3 0 0,2-2 0,34 65 0,-51-117-200,1-1 1,0 1-1,1-1 0,-1 0 1,13 11-1,-16-17-28,0-1 1,1 1-1,-1-1 0,0 0 0,1-1 1,-1 1-1,1-1 0,0 0 1,0 0-1,0 0 0,0-1 1,0 0-1,1 0 0,6 1 0,-10-3 0,1 1 0,-1 0 0,1-1 0,-1 1 0,0-1 0,1 0 0,-1 1 0,1-1 0,-1 0 0,0-1 0,0 1 0,0 0 0,0-1 0,0 1 0,0-1 0,0 0 0,0 1 0,0-1 0,-1 0 0,1 0 0,-1 0 0,1 0 0,-1-1-1,0 1 1,0 0 0,0 0 0,0-1 0,0-3 0,3-6-10,0 0 0,-2 0-1,0 0 1,1-18 0,-1-9-27,-2 0-1,-2-1 1,-7-40 0,-30-115-287,12 62-1222,25 123 643,1-1 1,0 0 0,1 0-1,2-17 1,-1 11-3109,-1-1-3582</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9.064"/>
    </inkml:context>
    <inkml:brush xml:id="br0">
      <inkml:brushProperty name="width" value="0.035" units="cm"/>
      <inkml:brushProperty name="height" value="0.035" units="cm"/>
      <inkml:brushProperty name="color" value="#008C3A"/>
    </inkml:brush>
  </inkml:definitions>
  <inkml:trace contextRef="#ctx0" brushRef="#br0">974 78 12841,'-3'-4'484,"0"0"-1,-1 0 0,0 1 1,1-1-1,-1 1 0,0 0 1,-1 0-1,1 0 0,0 1 1,-1-1-1,-8-2 0,-24-14 4345,32 16-4382,0 0 0,-1 1 0,0 0 0,1 0 0,-1 0 0,0 1 0,0 0 0,0 0 0,0 0 0,0 1 0,0 0 0,-9 1 0,0 1 178,-1 0-1,1 1 1,-25 8-1,24-5-531,-1 1 0,1 0 0,1 2 0,0 0-1,0 0 1,1 1 0,0 1 0,1 1 0,0 0 0,0 0 0,-12 18 0,10-10-121,0 1 0,2 1 0,0 1 0,1 0 0,2 0 0,-15 47 0,24-67-102,0 1 0,1-1 0,0 1 0,-1-1 0,1 1 0,0 0 0,1-1 0,-1 1 0,0 0 0,1-1 0,0 1 0,0-1 0,0 1 0,1-1 0,-1 0-1,1 1 1,-1-1 0,1 0 0,4 5 0,-1-3-132,-1 1-1,1-1 0,0-1 0,0 1 1,1-1-1,-1 0 0,1 0 1,0 0-1,8 3 0,-5-4 147,0 1 0,0-2 0,1 1 0,-1-2 0,1 1 0,-1-1 0,1 0 0,0-1 0,-1 0 0,1-1 0,0 0 0,-1-1 0,1 0 0,-1 0 0,0-1 0,1 0 0,-1 0 0,-1-1 0,1 0 0,0-1 0,-1 0 0,0 0 0,0-1 0,-1 0 0,1-1 0,-2 1 0,1-1 0,0-1 0,7-11 0,1-8 793,0 0 0,-3-1 0,15-43 1,12-28 2377,-25 65-1915,-13 31-680,2 6 22,3 5-429,-1 0-1,0 1 1,0 0 0,0 0-1,-1 0 1,0 1 0,-1-1-1,0 1 1,-1 0 0,0 0 0,1 15-1,0 18 156,-2 57 1,-1-93-207,-7 137-1,-7 1 0,-6-2 0,-6 0 0,-7-2 0,-5-1 0,-7-3 0,-109 233 0,-191 273 0,257-510-19,78-120 17,-1 0 0,0-1-1,-1 0 1,0-1 0,-1 0 0,0-1 0,-20 12-1,31-21-4,0 0-1,0 0 1,0 0-1,0 0 1,-1 0-1,1 0 1,0-1-1,0 1 1,-1-1-1,1 1 1,0-1-1,-1 0 1,1 0-1,-1 0 1,-3-1-1,5 1 7,0-1 0,0 1 0,0-1-1,0 1 1,0-1 0,0 0 0,0 0-1,0 1 1,0-1 0,0 0 0,0 0-1,1 0 1,-1 0 0,0 0 0,1 0-1,-1 0 1,1 0 0,-1 0 0,1 0-1,-1-1 1,1-1 0,-1-5 7,0 0 0,0 0-1,1 0 1,0 0 0,1 0 0,0 0 0,2-8 0,3-9 4,1 0 0,1 0 0,1 1 0,16-32 0,60-91-102,-54 95-11,-30 50 99,120-182-1065,149-176-2398,4 29-2066,-231 282 4231,100-107-5571,0 13-4380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511"/>
    </inkml:context>
    <inkml:brush xml:id="br0">
      <inkml:brushProperty name="width" value="0.035" units="cm"/>
      <inkml:brushProperty name="height" value="0.035" units="cm"/>
      <inkml:brushProperty name="color" value="#008C3A"/>
    </inkml:brush>
  </inkml:definitions>
  <inkml:trace contextRef="#ctx0" brushRef="#br0">268 1 12225,'-37'18'2539,"28"-15"-1952,1 0 0,0 0 1,0 1-1,1 0 0,-1 1 0,1 0 1,0 0-1,0 0 0,1 1 0,-1 0 1,1 1-1,1-1 0,-1 1 1,-4 7-1,-8 24 625,2 0-1,1 0 1,2 1 0,-8 43-1,6-11-110,-6 104-1,19-147-952,2 1-1,0-1 1,2 0 0,2-1-1,10 49 1,-10-62-147,0-1 1,1 1-1,0-1 0,1 0 1,1-1-1,0 0 0,0 0 1,1 0-1,1-1 1,0 0-1,0 0 0,1-1 1,13 9-1,-20-16-26,0-1 0,0 0-1,1-1 1,-1 1 0,1-1 0,-1 1-1,1-1 1,0 0 0,-1 0 0,1 0 0,0-1-1,0 0 1,-1 1 0,1-1 0,0-1-1,0 1 1,0 0 0,-1-1 0,1 0-1,0 0 1,-1 0 0,1 0 0,0-1 0,-1 1-1,0-1 1,7-4 0,-4 2 15,0 0 1,0-1 0,-1 1-1,0-1 1,1-1-1,-2 1 1,1-1-1,-1 0 1,1 0-1,-2 0 1,1-1-1,5-12 1,-2-7-26,0 0-1,-2-1 1,-1 0 0,-1 0-1,-1 0 1,-1 0 0,-6-53 0,-3 27 16,-1 0 0,-4 1 0,-18-52 1,19 68 39,-34-66 0,37 87-331,1 1 1,-2-1-1,0 1 0,-1 1 0,0 0 1,-23-19-1,-5 7-3196,38 25 3274,0-1 0,0 1 1,0 0-1,0-1 0,0 1 0,-1 0 1,1 0-1,0 0 0,0 0 1,0 0-1,0 0 0,-1 0 0,1 0 1,0 0-1,0 1 0,0-1 1,0 0-1,0 1 0,0-1 1,-2 2-1,-1-1-902,-17 5-5299,20-6 5879,1 1 0,0 0 0,-1-1 0,1 1-1,-1 0 1,1-1 0,0 1 0,-1 0 0,1-1 0,0 1 0,0 0 0,0 0 0,0-1 0,-1 1 0,1 0 0,0 0 0,0-1 0,1 3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694"/>
    </inkml:context>
    <inkml:brush xml:id="br0">
      <inkml:brushProperty name="width" value="0.035" units="cm"/>
      <inkml:brushProperty name="height" value="0.035" units="cm"/>
      <inkml:brushProperty name="color" value="#008C3A"/>
    </inkml:brush>
  </inkml:definitions>
  <inkml:trace contextRef="#ctx0" brushRef="#br0">35 129 10973,'-29'14'2564,"33"-34"-72,-1 3 2349,-10 3-2985,4 0 1712,0-3-2972,3-3-556,16 8-676,-3 4-408,-4-1-816,4-2-904</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29:59.310"/>
    </inkml:context>
    <inkml:brush xml:id="br0">
      <inkml:brushProperty name="width" value="0.035" units="cm"/>
      <inkml:brushProperty name="height" value="0.035" units="cm"/>
      <inkml:brushProperty name="color" value="#008C3A"/>
    </inkml:brush>
  </inkml:definitions>
  <inkml:trace contextRef="#ctx0" brushRef="#br0">265 1 16113,'-2'1'296,"-1"0"-1,0-1 0,0 2 0,1-1 0,-1 0 0,1 0 0,-1 1 0,1 0 0,0-1 0,0 1 0,0 0 0,0 0 0,0 0 0,0 0 0,0 1 0,0-1 0,1 0 0,-1 1 0,1-1 1,-1 4-1,-5 8 895,2 0 1,-7 24 0,8-22-297,-135 553 2737,117-435-2844,6 1-1,1 180 1,17-242-787,4 0 0,2 0 0,4-1 0,3-1 0,31 93 0,-35-135-4,1 0 0,1-1 0,2 0 0,0-1 0,2 0 0,1-2 1,1 0-1,34 34 0,-36-43-84,0-1 0,1-1 0,1 0 0,0-2 0,0 0 0,1-1 0,1-1 0,0-1 0,0 0 0,1-2 0,0-1 0,29 5 0,-6-6-2203,0-1-1,88-6 1,14-14-6232,-13-7-4684</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030"/>
    </inkml:context>
    <inkml:brush xml:id="br0">
      <inkml:brushProperty name="width" value="0.035" units="cm"/>
      <inkml:brushProperty name="height" value="0.035" units="cm"/>
      <inkml:brushProperty name="color" value="#008C3A"/>
    </inkml:brush>
  </inkml:definitions>
  <inkml:trace contextRef="#ctx0" brushRef="#br0">169 169 9597,'-7'4'1128,"-2"1"-2872,-6-2 20010,14-3-18212,0 0 0,0 0 0,0 0 0,0 0 0,0 0 0,0 0 0,0 0 0,0-1 0,0 1 0,0 0 1,0 0-1,1-1 0,-1 1 0,0-1 0,0 1 0,-1-2 0,0 1 125,1 1 0,-1-1 0,1 0 0,-1 0 0,0 1 0,1-1 0,-1 1 0,0-1 0,0 1 0,-3-1 0,-29 4 285,32-5-463,1-1-1,0 0 0,0 1 1,0-1-1,0 0 0,0 0 1,0 0-1,1 0 0,-1-3 1,-2-58 8,3 62 34,1-1-72,-1 0 29,1 0 0,-1 1 0,1-1 0,0 1 0,0-1 0,0 1 0,1-1 0,-1 1-1,0-1 1,1 1 0,0 0 0,0 0 0,-1 0 0,1 0 0,0 0 0,0 0 0,5-2 0,-5 3 10,-2-1 21,1 0-1,-1 0 1,1 1-1,0-1 0,-1 0 1,1 1-1,0-1 1,0 1-1,0-1 0,0 1 1,1 0-1,-1-1 1,3-1-1,-2 1 1609,1 13-1630,-1-1 1,1 1-1,-2 0 0,1 1 0,-2-1 0,0 0 0,0 0 0,-2 13 0,-19 96-20,12-80 7,-66 447 4,71-403-4071,8 115-1,-4-192 3812,8 58-7774,9 1-5312</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275"/>
    </inkml:context>
    <inkml:brush xml:id="br0">
      <inkml:brushProperty name="width" value="0.035" units="cm"/>
      <inkml:brushProperty name="height" value="0.035" units="cm"/>
      <inkml:brushProperty name="color" value="#008C3A"/>
    </inkml:brush>
  </inkml:definitions>
  <inkml:trace contextRef="#ctx0" brushRef="#br0">1 220 15445,'29'-25'7169,"-23"8"-5293,35-18 1853,-9 24-3005,22 2-152,-10 4-144,14-1-348,5-3-440,13 1-872,10-7-465,6-2-871,3-3-800,7-3-2797,9 3-5484</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1.676"/>
    </inkml:context>
    <inkml:brush xml:id="br0">
      <inkml:brushProperty name="width" value="0.035" units="cm"/>
      <inkml:brushProperty name="height" value="0.035" units="cm"/>
      <inkml:brushProperty name="color" value="#008C3A"/>
    </inkml:brush>
  </inkml:definitions>
  <inkml:trace contextRef="#ctx0" brushRef="#br0">297 25 9545,'-4'-16'2192,"3"15"-2096,1 1 0,0 0 0,-1-1 1,1 1-1,0 0 0,-1-1 0,1 1 0,0 0 0,-1 0 0,1 0 0,-1-1 1,1 1-1,0 0 0,-1 0 0,1 0 0,-1 0 0,1-1 0,-1 1 1,1 0-1,0 0 0,-1 0 0,1 0 0,-1 0 0,1 0 0,-1 0 0,1 1 1,-1-1-1,-2 0 2219,-3-2 1520,-16 0-1250,19 4-2263,-1 1 0,1 0 0,0 0 0,0 0-1,0 0 1,1 1 0,-1-1 0,1 1 0,0 0 0,-3 7 0,1-4 128,-5 10 58,1 1 0,1 0-1,1 1 1,-8 32 0,-6 79 2132,13-71-2207,-73 402-433,62-352 0,-17 122 0,30-174 0,2 0 0,4 62 0,4-99 0,-5-19 0,1 0 0,-1 0 0,1 0 0,-1 0 0,1 0 0,0 0 0,-1 0 0,1 0 0,0-1 0,0 1 0,-1 0 0,1-1 0,0 1 0,0 0 0,0-1 0,0 1 0,0-1 0,0 0 0,0 1 0,0-1 0,0 1 0,0-1 0,0 0 0,0 0 0,0 0 0,0 0 0,0 0 0,0 0 0,0 0 0,0 0 0,0 0 0,0 0 0,0-1 0,0 1 0,0 0 0,0-1 0,0 1 0,0 0 0,0-1 0,0 0 0,0 1 0,1-1 0,3-4 0,0 0 0,0 0 0,0 0 0,0 0 0,4-7 0,-5 6 0,82-112 2,38-48-1,-100 138-5,1 2-1,1 0 1,48-37 0,-68 59 4,1-1-1,-1 1 1,1 1 0,0-1 0,0 1-1,0 0 1,0 1 0,0 0 0,1 0-1,-1 0 1,1 1 0,13-1 0,-15 3 1,1-1 0,-1 1 0,0 0 0,1 1 0,-1-1 0,0 1 0,0 1 0,0-1 0,0 1 0,-1 0 1,1 0-1,-1 1 0,1-1 0,-1 1 0,6 7 0,9 9 3,-1 2 0,0 0 0,-2 2 0,-1 0 0,-1 0 0,21 47 0,-7-1-74,27 98 1,-47-140-1898,25 53 0,-15-47-2580,1-1-3503,-4-8-5091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2.461"/>
    </inkml:context>
    <inkml:brush xml:id="br0">
      <inkml:brushProperty name="width" value="0.035" units="cm"/>
      <inkml:brushProperty name="height" value="0.035" units="cm"/>
      <inkml:brushProperty name="color" value="#008C3A"/>
    </inkml:brush>
  </inkml:definitions>
  <inkml:trace contextRef="#ctx0" brushRef="#br0">239 627 14489,'0'-10'1199,"-1"0"-1,0 0 0,-1 0 0,0 0 0,-1 0 0,0 1 1,0-1-1,-1 1 0,-5-9 0,6 12-384,2 3 488,0 8 78,-7 48-589,3 0 0,1 97 0,3-38-364,-5 54-427,29 314 0,-22-474 0,17 98 0,-16-95 0,0 0 0,1-1 0,1 1 0,-1 0 0,1-1 0,1 0 0,-1 0 0,11 13 0,-13-19 0,0 0 0,0 0 0,1 0 0,-1 0 0,0-1 0,1 1 0,-1-1 0,1 0 0,0 0 0,-1 0 0,1 0 0,0 0 0,-1 0 0,1-1 0,0 1 0,0-1 0,0 0 0,0 0 0,0 0 0,-1 0 0,1 0 0,0-1 0,0 1 0,0-1 0,-1 0 0,1 0 0,3-1 0,0-1 0,0 0 0,0 0 0,0 0 0,-1-1 0,0 0 0,1 0 0,-1 0 0,-1-1 0,1 0 0,6-9 0,12-20-26,-2-2 1,-2-1-1,-1-1 0,-2 0 0,-2-1 1,-1-1-1,11-61 0,-4-21-135,4-151-1,-20 171-182,-11-145-1,0 184 241,-2 0-1,-3 0 1,-29-89 0,38 144 95,-7-20-35,-18-39 0,23 57 34,-1 1 0,0-1-1,0 1 1,-1 0 0,0 1-1,-1 0 1,-15-13 0,21 19 8,-4-4-1,-1 1-1,0-1 0,0 1 1,0 1-1,-1-1 1,1 1-1,-1 1 0,0-1 1,0 1-1,-1 1 1,1 0-1,-1 0 0,1 0 1,-1 1-1,-9 0 0,7 2 24,0 1 0,0 0 0,1 1 0,-1 0-1,1 0 1,0 1 0,0 1 0,0-1-1,1 2 1,0-1 0,0 1 0,0 1-1,1 0 1,-1 0 0,2 0 0,-1 1-1,1 1 1,0-1 0,1 1 0,-7 12 0,-1 2 34,2 1 0,1-1 0,1 2 1,1-1-1,1 2 0,2-1 1,-6 36-1,9-25-46,1 0 0,1 1 0,3-1 0,1 1 1,1-1-1,2 0 0,2 0 0,1-1 0,1 0 0,2 0 0,2-1 0,1-1 1,2-1-1,1 0 0,31 42 0,-34-55-248,1-2 1,1 0-1,0-1 0,1 0 0,1-1 1,0-1-1,1-1 0,1-1 1,0-1-1,0-1 0,1 0 1,25 6-1,-26-10-544,0-1 1,0-1 0,1-1-1,0-1 1,35-1-1,-39-2-710,1-1 0,0-1 0,0 0 0,-1-2 0,0 0-1,32-13 1,5-10-9119</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3.026"/>
    </inkml:context>
    <inkml:brush xml:id="br0">
      <inkml:brushProperty name="width" value="0.035" units="cm"/>
      <inkml:brushProperty name="height" value="0.035" units="cm"/>
      <inkml:brushProperty name="color" value="#008C3A"/>
    </inkml:brush>
  </inkml:definitions>
  <inkml:trace contextRef="#ctx0" brushRef="#br0">51 46 10677,'-3'-2'2338,"-11"-10"-417,-18-17 7549,30 27-7402,14 15-610,7 6-1161,-1 2 0,-1 1 0,0 0 0,-2 1-1,-1 0 1,0 1 0,18 50 0,-24-54-261,-2 1 0,0 1 0,-2-1 0,0 1 0,-1-1 0,-1 1 0,-1 0-1,-1 0 1,-1 0 0,-6 33 0,1-25-18,4-12-2,-2 0 1,0 0 0,0 0-1,-2 0 1,0-1 0,-2 0-1,-10 20 1,8-19-41,11-16-16,6-12 16,101-179-108,-4 9 67,-100 174 136,0 0-1,1 0 1,-1 1 0,9-8-1,-12 13-26,0 1-1,0-1 1,0 0-1,1 0 1,-1 0-1,-1 1 1,1-1-1,0 1 0,0-1 1,0 0-1,0 1 1,0 0-1,0-1 1,0 1-1,-1 0 0,1-1 1,1 2-1,-1-1 56,2 1-63,0 1 0,0 0-1,0 0 1,0 0-1,0 0 1,-1 0 0,0 1-1,1-1 1,-1 1 0,3 7-1,15 47 365,-3-7-227,-10-35-472,1-1 0,0-1-1,1 0 1,1 0 0,0-1 0,1 0 0,22 21-1,-23-26-51,1 0 0,0 0-1,1-1 1,0 0-1,0-1 1,0-1-1,0 0 1,1 0 0,0-1-1,15 2 1,98 12-10886,-59-9-1050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5.561"/>
    </inkml:context>
    <inkml:brush xml:id="br0">
      <inkml:brushProperty name="width" value="0.035" units="cm"/>
      <inkml:brushProperty name="height" value="0.035" units="cm"/>
      <inkml:brushProperty name="color" value="#008C3A"/>
    </inkml:brush>
  </inkml:definitions>
  <inkml:trace contextRef="#ctx0" brushRef="#br0">195 6 6405,'0'0'1605,"-3"-1"-43,-35-3 12413,35 5-12813,-2 2-899,0 1 0,1 0-1,-1 0 1,1 1 0,0-1 0,0 1 0,0 0 0,0 0 0,1 0-1,0 1 1,0-1 0,0 1 0,-3 10 0,-3 14 718,-10 46 1,12-45-441,-14 63 32,-10 101 0,27-155-451,2 0-1,2 0 0,1 0 0,2 0 1,11 53-1,-7-69-426,1 0 0,0-1 0,2 0 0,1-1 0,1 1 0,1-2 0,0 0 0,2-1 0,0 0 0,26 24 0,-8-11-622,2-3 0,0-1-1,2-1 1,74 41 0,-71-49-1756,74 28 0,-1-13-4387,-14-9-2286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5.873"/>
    </inkml:context>
    <inkml:brush xml:id="br0">
      <inkml:brushProperty name="width" value="0.035" units="cm"/>
      <inkml:brushProperty name="height" value="0.035" units="cm"/>
      <inkml:brushProperty name="color" value="#008C3A"/>
    </inkml:brush>
  </inkml:definitions>
  <inkml:trace contextRef="#ctx0" brushRef="#br0">559 14 8493,'-2'-1'1883,"-10"-7"-1432,1 4 4548,3 25-1874,1 9-2232,3-15-135,1 0 0,-3 30 0,-36 467 5275,32-445-5912,-2-1 1,-2-1-1,-4 0 0,-36 87 0,44-131-594,0 1 0,-2-2 0,0 1 0,-2-2 0,0 1 0,-1-2 0,-1 0 0,-28 25 0,20-24-2198,-1 0 0,0-1 0,-40 20 0,-4-5-8161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8.897"/>
    </inkml:context>
    <inkml:brush xml:id="br0">
      <inkml:brushProperty name="width" value="0.035" units="cm"/>
      <inkml:brushProperty name="height" value="0.035" units="cm"/>
      <inkml:brushProperty name="color" value="#008C3A"/>
    </inkml:brush>
  </inkml:definitions>
  <inkml:trace contextRef="#ctx0" brushRef="#br0">9 202 10497,'2'-5'10980,"-3"-1"-4411,-4-5-2568,0 9-5365,8 17 2822,-1-11-1443,0 0 0,0-1 0,0 1-1,1 0 1,-1-1 0,1 1 0,0-1 0,0 0 0,0 0 0,1 0 0,-1-1-1,1 1 1,0-1 0,-1 1 0,1-1 0,0 0 0,6 1 0,9 4-59,0-1 0,29 5 0,-33-7-27,35 5-359,-1-1 0,1-3 0,59-1 0,-79-4 244,1-2 1,-1-1 0,0-2-1,0-1 1,0-1-1,41-16 1,-63 20 173,-1-1 0,1 0 0,-1 0 0,0 0 0,0-1 0,-1 0 0,1-1-1,-1 1 1,6-8 0,-9 9 62,0 0-1,0 0 1,0-1-1,-1 1 0,1-1 1,-1 1-1,0-1 1,-1 0-1,1 0 1,-1 0-1,0 0 0,0 0 1,0 0-1,-1 0 1,0-9-1,-1-6 281,1 8 75,-1 1 1,-1-1-1,0 0 0,0 1 0,-5-13 1,-1 8-306,2 16-58,0 10-37,3-3-5,1 0 0,0 1 0,0 0 0,0-1 0,1 1 0,0 0 0,1 0 0,0-1 0,0 1 0,2 14 0,-1 4 0,6 266 0,-1-71 0,8 179 0,-5-206 0,-6-108 0,-4 417 0,-6-403 0,2-23 0,-19 96 0,20-158 0,0 1 0,-1-1 0,-1 0 0,0 0 0,-1 0 0,0-1 0,-1 0 0,-1-1 0,-1 1 0,1-2 0,-21 20 0,21-24 0,0 0 0,0 0 0,-1-1 0,0-1 0,0 0 0,-1 0 0,0-1 0,0 0 0,0-1 0,0 0 0,-1-1 0,1-1 0,-1 1 0,0-2 0,0 0 0,-15 0 0,16-1 0,0 0 0,1-1 0,-1-1 0,1 0 0,0 0 0,-1-1 0,1 0 0,0-1 0,1 0 0,-1-1 0,1 0 0,-1 0 0,2-1 0,-1 0 0,1 0 0,0-1 0,0 0 0,0-1 0,1 0 0,0 0 0,1 0 0,0-1 0,0 0 0,1 0 0,0-1 0,-4-11 0,1-1 0,0-2 0,2 1 0,0-1 0,2 0 0,1 0 0,0 0 0,2-1 0,1 1 0,1-1 0,1 1 0,1 0 0,1 0 0,8-25 0,-1 13 0,2-1 0,2 2 0,1 0 0,2 1 0,1 1 0,2 1 0,40-49 0,-27 40-316,1 2 0,3 2 0,0 1 0,68-47 0,-16 26-2198,3 3-1,135-55 1,64 3-8924,-181 73 2216</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075"/>
    </inkml:context>
    <inkml:brush xml:id="br0">
      <inkml:brushProperty name="width" value="0.035" units="cm"/>
      <inkml:brushProperty name="height" value="0.035" units="cm"/>
      <inkml:brushProperty name="color" value="#008C3A"/>
    </inkml:brush>
  </inkml:definitions>
  <inkml:trace contextRef="#ctx0" brushRef="#br0">33 126 13429,'-32'-23'1936,"38"3"-395,1 3 603,28-23-1604,-7 31-1172,10 1-804,3 2-445,10 3-2675,3 6-3545</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09.210"/>
    </inkml:context>
    <inkml:brush xml:id="br0">
      <inkml:brushProperty name="width" value="0.035" units="cm"/>
      <inkml:brushProperty name="height" value="0.035" units="cm"/>
      <inkml:brushProperty name="color" value="#008C3A"/>
    </inkml:brush>
  </inkml:definitions>
  <inkml:trace contextRef="#ctx0" brushRef="#br0">0 117 10449,'0'0'10605,"29"-11"-10525,15 0-640,-2-7-704,8 4-820,1-3-513,10-6-1615,12 0-3221</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0.759"/>
    </inkml:context>
    <inkml:brush xml:id="br0">
      <inkml:brushProperty name="width" value="0.035" units="cm"/>
      <inkml:brushProperty name="height" value="0.035" units="cm"/>
      <inkml:brushProperty name="color" value="#008C3A"/>
    </inkml:brush>
  </inkml:definitions>
  <inkml:trace contextRef="#ctx0" brushRef="#br0">0 139 4040,'2'-8'1599,"0"0"-1,-1-1 0,0 1 0,-1 0 1,0-10-1,0 11-1383,1 5 98,0-1 0,-1 1 0,1 0 0,0-1-1,0 1 1,0 0 0,1-1 0,-1 1 0,0 0 0,1 0-1,-1 0 1,4-2 0,3-8 767,-7 11-968,0-1-1,0 0 0,0 0 0,1 0 0,-1 0 1,0 1-1,1-1 0,-1 1 0,1-1 1,-1 1-1,1-1 0,0 1 0,0 0 0,-1 0 1,1 0-1,0 0 0,0 0 0,0 0 1,0 1-1,0-1 0,1 0 0,-1 1 0,4-1 1,-4 2-33,1-1 0,-1 1 1,1 0-1,0-1 1,-1 1-1,1 0 1,-1 0-1,0 1 0,1-1 1,-1 1-1,0-1 1,0 1-1,0-1 1,0 1-1,0 0 0,0 0 1,0 0-1,-1 0 1,3 3-1,9 16 373,0 1 0,-1 0 0,13 36 0,20 78 516,-24-68-720,146 481 684,-71-179-3835,-71-295-79,-4-30-3390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1.150"/>
    </inkml:context>
    <inkml:brush xml:id="br0">
      <inkml:brushProperty name="width" value="0.035" units="cm"/>
      <inkml:brushProperty name="height" value="0.035" units="cm"/>
      <inkml:brushProperty name="color" value="#008C3A"/>
    </inkml:brush>
  </inkml:definitions>
  <inkml:trace contextRef="#ctx0" brushRef="#br0">1 240 7649,'8'29'1813,"-7"-28"-1594,0 1 0,0-1 1,1 1-1,-1-1 0,0 0 0,1 0 0,-1 0 0,1 0 0,-1 0 1,1 0-1,-1 0 0,1 0 0,0 0 0,0-1 0,-1 1 0,4 0 1,-2 0 239,38 10 533,0-1 0,78 8-1,-14-7-1703,0-6-1,1-4 1,-1-4-1,0-5 1,112-24-1,-156 21 256,99-25-522,-144 31 1039,1-1 0,-1-1 0,0 0 0,-1-1 0,1-1 0,-2 0-1,17-13 1,-22 14 475,0 1-1,-1-1 0,0-1 1,0 0-1,-1 0 1,11-18-1,-17 25-427,1 0 1,-1 0-1,-1-1 1,1 1-1,0 0 1,0-1 0,-1 1-1,1 0 1,-1-1-1,0 1 1,0-1-1,0 1 1,0 0-1,0-1 1,0 1-1,-1-1 1,1 1-1,-1 0 1,0-1-1,0 1 1,0 0-1,0 0 1,0 0-1,0 0 1,0-1-1,-1 2 1,1-1-1,-1 0 1,1 0-1,-1 0 1,0 1-1,0-1 1,0 1-1,0-1 1,0 1-1,0 0 1,0 0-1,-3-1 1,-35-17 371,37 18-782,1 0 1,-1 1-1,0-1 0,1 1 0,-1 0 1,0 0-1,0 0 0,1 0 0,-1 0 1,0 0-1,1 1 0,-6 1 0,2-2-4629,-13-5-3019</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1.952"/>
    </inkml:context>
    <inkml:brush xml:id="br0">
      <inkml:brushProperty name="width" value="0.035" units="cm"/>
      <inkml:brushProperty name="height" value="0.035" units="cm"/>
      <inkml:brushProperty name="color" value="#008C3A"/>
    </inkml:brush>
  </inkml:definitions>
  <inkml:trace contextRef="#ctx0" brushRef="#br0">0 15 4564,'32'-15'11223,"-31"20"-10209,8 40 153,2 1 0,2-2 1,27 63-1,-6-16-365,-10-24-125,61 119 0,-68-156-601,2-1 0,0 0 1,2-2-1,1 0 0,1-2 0,27 24 0,-16-19-81,-16-12-139,1-1 0,0-1 1,1-1-1,1-1 0,44 23 0,-39-26-603,-1-2 0,1 0 0,1-2 0,-1-1 0,1-1-1,0-1 1,0-1 0,1-2 0,-1-1 0,1-1-1,33-5 1,-55 5 151,0-1 0,0 0-1,0 0 1,0 0 0,-1-1-1,1 1 1,-1-1 0,1-1-1,4-3 1,18-15-4782</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2.204"/>
    </inkml:context>
    <inkml:brush xml:id="br0">
      <inkml:brushProperty name="width" value="0.035" units="cm"/>
      <inkml:brushProperty name="height" value="0.035" units="cm"/>
      <inkml:brushProperty name="color" value="#008C3A"/>
    </inkml:brush>
  </inkml:definitions>
  <inkml:trace contextRef="#ctx0" brushRef="#br0">540 12 5164,'0'0'1405,"-3"-1"-47,-20-9 1189,20 9-279,1 4-1217,-3 4-655,0 1 1,0 0-1,1 0 1,0 0-1,0 1 1,1-1-1,0 1 1,1 0-1,-1 0 1,0 11-1,0 7 187,0 1 0,2 35 0,4 23 134,4-1-1,33 158 1,19-28-269,15 67-404,-69-259-185,-2 1 1,0 0-1,-1 0 1,-2 31-1,0-45 37,-1 0 0,-1 0-1,0 0 1,0 0 0,-1 0-1,0-1 1,-1 1 0,0-1-1,0 0 1,-1 0 0,0 0-1,-12 15 1,4-11-197,0 0 0,-2 0-1,1-1 1,-1-1 0,-1-1 0,0 0 0,0-1-1,-1 0 1,0-2 0,-1 0 0,-33 8 0,-12-1-1790,0-4 0,-71 4 0,85-10 47,-26 4-3527</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07:30:12.417"/>
    </inkml:context>
    <inkml:brush xml:id="br0">
      <inkml:brushProperty name="width" value="0.035" units="cm"/>
      <inkml:brushProperty name="height" value="0.035" units="cm"/>
      <inkml:brushProperty name="color" value="#008C3A"/>
    </inkml:brush>
  </inkml:definitions>
  <inkml:trace contextRef="#ctx0" brushRef="#br0">0 57 14029,'32'-11'3093,"-16"2"-2025,0 4 384,-3-4-1372,-1 1-728,-2-1-992,6 3-1073</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1.172"/>
    </inkml:context>
    <inkml:brush xml:id="br0">
      <inkml:brushProperty name="width" value="0.035" units="cm"/>
      <inkml:brushProperty name="height" value="0.035" units="cm"/>
      <inkml:brushProperty name="color" value="#008C3A"/>
    </inkml:brush>
  </inkml:definitions>
  <inkml:trace contextRef="#ctx0" brushRef="#br0">19 235 7461,'14'-11'4239,"-14"4"1731,-15 3-793,-3 4-4256,22 1 179,74 14-193,0-3-1,1-3 0,89-3 1,-112-4-663,1014-5 756,1-54-555,-24-46 1628,-951 86-1817,135-44-1,-206 51-255,-23 7 0,-2 3-17,0 0 1,0 0-1,-1 0 0,1-1 0,0 1 1,0 0-1,0 0 0,0 0 1,0 0-1,0 0 0,0 0 1,0 0-1,0 0 0,0 0 0,0 0 1,-1 0-1,1 0 0,0 0 1,0 0-1,0 0 0,0 0 0,0 0 1,0 0-1,0 0 0,0-1 1,0 1-1,0 0 0,0 0 1,0 0-1,0 0 0,0 0 0,0 0 1,0 0-1,0 0 0,0 0 1,0 0-1,0-1 0,0 1 0,0 0 1,0 0-1,0 0 0,0 0 1,0 0-1,0 0 0,0 0 0,0 0 1,0 0-1,0 0 0,0 0 1,0-1-1,0 1 0,-15 5-1991,-11 7-1843,23-11 1706,-20 20-9267</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2.497"/>
    </inkml:context>
    <inkml:brush xml:id="br0">
      <inkml:brushProperty name="width" value="0.035" units="cm"/>
      <inkml:brushProperty name="height" value="0.035" units="cm"/>
      <inkml:brushProperty name="color" value="#008C3A"/>
    </inkml:brush>
  </inkml:definitions>
  <inkml:trace contextRef="#ctx0" brushRef="#br0">1578 92 3076,'29'17'842,"-23"-14"3267,-34-16 34,2-2 3081,25 12-6602,0-5 285,-2 0 0,1 0 0,-1 0 0,0 0 0,-6-9 3755,8 17-4612,0 0-1,0-1 1,1 1 0,-1 0 0,0 0 0,0-1 0,1 1 0,-1 0 0,0-1-1,1 1 1,-1-1 0,0 1 0,1 0 0,-1-1 0,0 0 0,1 1 0,-1-1-1,1 1 1,-1-1 0,0-1 0,-3-1 714,0 16-520,-3 9-56,7-21-185,-1 0-1,1 0 1,0 0 0,-1 1-1,1-2 1,-1 1-1,0 0 1,1 0-1,-1 0 1,0 0 0,1 0-1,-1 0 1,0-1-1,0 1 1,0 0-1,0-1 1,0 1-1,1 0 1,-3 0 0,-3-35 391,14 8-329,-7 23-56,-1 7-8,-49 284 394,-107 355 0,124-524-395,7 2 0,4 1 0,-6 161 0,23-112 0,33 311 0,6-220 0,12 114 0,-46-365 0,0 0 0,-1 0 0,-1 0 0,1 0 0,-2 0 0,1 0 0,-1 0 0,-1-1 0,0 1 0,-8 17 0,7-20 0,-1-1 0,0 1 0,0-1 0,-1 0 0,0 0 0,0-1 0,-1 1 0,0-1 0,0-1 0,0 1 0,-1-1 0,0-1 0,-13 7 0,-2-1 0,-2-1 0,1-1 0,-1-2 0,0 0 0,0-1 0,-1-2 0,-34 1 0,-185-15 0,217 9 0,-66-7-140,1-3 0,-162-45 1,230 49-1005,2-1 0,-1-1 1,-31-19-1,16 3-3557,4-2-3664,15 8-3358</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3.159"/>
    </inkml:context>
    <inkml:brush xml:id="br0">
      <inkml:brushProperty name="width" value="0.035" units="cm"/>
      <inkml:brushProperty name="height" value="0.035" units="cm"/>
      <inkml:brushProperty name="color" value="#008C3A"/>
    </inkml:brush>
  </inkml:definitions>
  <inkml:trace contextRef="#ctx0" brushRef="#br0">326 79 7393,'-4'-6'1256,"0"-1"1,1 0-1,-1 0 1,1 0-1,-3-12 1,-4-6 1929,10 25-3047,-1 0 0,0 0 0,0 0-1,0 0 1,0 0 0,0 0 0,1 0 0,-1 0-1,0 0 1,0 1 0,0-1 0,0 0-1,1 1 1,-1-1 0,0 0 0,0 1 0,1-1-1,-1 1 1,0-1 0,0 2 0,0-2 47,-3 3 104,0 1 0,0-1 0,0 1 0,0 0 0,1 0 0,0 0 0,0 1 0,0-1 0,0 1 0,1-1 0,-4 9 0,-19 63 1901,18-52-1599,-129 524 2407,111-410-2237,7 2 0,-1 142 0,19-224-760,2 0 0,14 75 0,-12-106-6,2 0-1,2 0 1,0-1-1,1 0 1,2-1-1,27 48 1,-29-60-274,1 1 0,1-1 0,1 0 0,0-1 0,0-1 0,1 0 0,0-1 0,1 0 0,0-1 0,1 0 0,0-1 0,0-1 0,1 0 0,0-1 0,0-1 0,0-1 0,19 3 1,-7-2-1007,-1-2 1,1-1-1,51-3 1,-42-3-1602,0-1-1,48-13 1,17-12-8080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3.651"/>
    </inkml:context>
    <inkml:brush xml:id="br0">
      <inkml:brushProperty name="width" value="0.035" units="cm"/>
      <inkml:brushProperty name="height" value="0.035" units="cm"/>
      <inkml:brushProperty name="color" value="#008C3A"/>
    </inkml:brush>
  </inkml:definitions>
  <inkml:trace contextRef="#ctx0" brushRef="#br0">103 21 11841,'1'4'567,"-1"-1"-1,0 0 0,1 1 1,-1-1-1,-1 0 1,1 1-1,0-1 1,-1 0-1,0 0 0,0 1 1,-2 4-1,-5 25 1663,-25 124 2391,-3 23-2142,16 205-145,22-297-2045,5 1-1,23 117 1,-27-191-276,0 0 0,1-1 0,1 1 0,1-1 1,0 0-1,0 0 0,2-1 0,10 17 0,-14-26-38,0 1-1,0-1 1,0 1-1,1-1 1,-1-1 0,1 1-1,0-1 1,0 1-1,0-2 1,0 1-1,1 0 1,-1-1-1,1 0 1,-1 0-1,1-1 1,0 1-1,0-1 1,0-1 0,-1 1-1,1-1 1,0 0-1,0 0 1,0-1-1,8-1 1,-4-1-64,0 0 1,0 0 0,0-2-1,0 1 1,-1-1 0,0 0 0,0-1-1,0 0 1,0 0 0,-1-1-1,0 0 1,-1-1 0,0 0-1,9-11 1,4-8-308,-1-2 0,-1 0 0,17-36 0,-16 22-39,-2-1 1,-2 0 0,-2-1-1,14-83 1,-18 60 51,-3 0 0,-5-114 0,-3 140 292,-2 0-1,-2 0 1,-2 0 0,-1 1-1,-26-70 1,28 94 61,-1 1 1,0 1-1,-1-1 1,-1 1-1,0 1 1,-1 0-1,-14-13 1,16 18 24,0 1 1,0 1-1,-1 0 1,0 0-1,-1 1 1,1 0-1,-1 1 1,0 0-1,-1 1 1,1 0-1,-17-3 0,17 5 5,1 1 0,0 1 0,-1 0-1,1 0 1,-1 1 0,1 1 0,0 0-1,-1 0 1,1 1 0,-17 6-1,23-7 2,-4 0 2,1 1 0,-1 1 0,1-1 0,0 1 0,0 0 0,0 1 0,1 0 0,-1 0 0,1 0 0,0 1 0,1 0 0,-1 0 0,1 0 0,1 1 0,-1-1 0,1 1 0,0 0 0,0 1 0,1-1 0,0 1 0,1-1 0,-4 17 0,5-15-126,0 0-1,0 0 1,1 0-1,0 0 1,1 0 0,0 1-1,0-1 1,1 0-1,0 0 1,1-1-1,0 1 1,0 0 0,1-1-1,0 0 1,0 0-1,1 0 1,0 0-1,1-1 1,7 9 0,4 0-850,0 0 0,1-1 0,31 20 0,27 8-4677,2-8-2849</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4.749"/>
    </inkml:context>
    <inkml:brush xml:id="br0">
      <inkml:brushProperty name="width" value="0.035" units="cm"/>
      <inkml:brushProperty name="height" value="0.035" units="cm"/>
      <inkml:brushProperty name="color" value="#008C3A"/>
    </inkml:brush>
  </inkml:definitions>
  <inkml:trace contextRef="#ctx0" brushRef="#br0">131 81 3860,'-3'-63'9557,"0"61"-9196,0-1-1,0 1 0,0 0 0,0 0 1,0 0-1,0 1 0,-4-3 0,-13 18 483,13-11-523,1 2 0,0-1 0,0 1 0,0 0 0,0 0 1,1 0-1,0 1 0,-5 6 0,7-8-186,0 0 0,1 1-1,-1-1 1,1 1 0,0-1-1,1 1 1,-1 0 0,1 0-1,0 0 1,0 0 0,-1 6 0,2-8-112,1-1 1,-1 1 0,0-1 0,1 1 0,0 0-1,-1-1 1,1 0 0,0 1 0,0-1 0,1 1-1,-1-1 1,0 0 0,1 0 0,-1 0 0,1 0-1,0 0 1,0 0 0,-1 0 0,1-1 0,1 1-1,-1 0 1,0-1 0,3 2 0,13 7-112,1-1 0,0-1 0,0 0 0,1-2 0,0 0 0,0-1 1,40 4-1,-34-7-1116,-1-1 0,27-3 0,-21-1-2796,42-10 1,-29 3-2864</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7.047"/>
    </inkml:context>
    <inkml:brush xml:id="br0">
      <inkml:brushProperty name="width" value="0.035" units="cm"/>
      <inkml:brushProperty name="height" value="0.035" units="cm"/>
      <inkml:brushProperty name="color" value="#008C3A"/>
    </inkml:brush>
  </inkml:definitions>
  <inkml:trace contextRef="#ctx0" brushRef="#br0">220 34 5841,'9'14'10615,"-11"-15"-9363,-48-29 3358,49 31-4539,0-1 1,1 0-1,-1 0 0,0 1 0,0-1 1,0 0-1,0 1 0,0-1 1,1 1-1,-1-1 0,0 1 1,0-1-1,1 1 0,-1 0 0,0-1 1,0 2-1,0-1 125,-8 5 124,0 1-1,1 0 1,0 0-1,0 1 1,0 0-1,1 0 1,1 1-1,-1 0 1,1 0-1,1 0 1,-6 13-1,-5 14 185,-18 66 1,29-84-420,1 0 0,0 1 1,1-1-1,0 39 0,3-50-64,0 1-1,1 0 0,0 0 1,0 0-1,1 0 0,0 0 1,0-1-1,1 1 1,0-1-1,0 0 0,1 0 1,0 0-1,0 0 0,7 9 1,-8-14-18,0 1 1,-1 0 0,1-1-1,0 0 1,0 0-1,1 0 1,-1 0 0,0 0-1,1 0 1,-1-1 0,1 0-1,-1 0 1,1 0 0,-1 0-1,1 0 1,0-1-1,0 0 1,-1 1 0,1-1-1,0-1 1,0 1 0,-1-1-1,1 1 1,0-1 0,-1 0-1,1 0 1,-1-1-1,1 1 1,-1-1 0,0 1-1,6-5 1,-2 2-4,1-1 0,-1-1 0,-1 1 0,1-1 0,-1 0 0,0-1 1,0 0-1,0 0 0,-1 0 0,0 0 0,-1-1 0,6-13 0,-2-1-99,-2 0 1,-1-1-1,0 0 0,-2 0 0,0 0 1,-2 0-1,0-1 0,-2 1 1,-1 0-1,0 0 0,-2 0 0,-1 0 1,0 0-1,-2 1 0,-1 0 1,-10-23-1,16 43-148,0-1 1,1 1 0,-1-1-1,0 1 1,-1 0-1,1 0 1,0 0 0,0 0-1,-1 0 1,1 0-1,-1 1 1,-5-3 0,6 3-52,1 1-303,-1 0 1,1 0-1,-1 0 1,1 0-1,-1 1 1,1-1-1,-1 1 1,1-1-1,-1 1 0,1-1 1,-1 1-1,1 0 1,0-1-1,0 1 1,-1 0-1,1 0 1,0 0-1,-2 2 1,3 15-9245</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019"/>
    </inkml:context>
    <inkml:brush xml:id="br0">
      <inkml:brushProperty name="width" value="0.035" units="cm"/>
      <inkml:brushProperty name="height" value="0.035" units="cm"/>
      <inkml:brushProperty name="color" value="#008C3A"/>
    </inkml:brush>
  </inkml:definitions>
  <inkml:trace contextRef="#ctx0" brushRef="#br0">283 94 8445,'-2'-19'793,"-2"-33"8675,4 49-7807,-8-6 1381,8 8-2947,-1 0-1,1 1 0,0-1 1,0 1-1,-1-1 1,1 1-1,0-1 1,-1 1-1,1-1 1,0 1-1,-1-1 1,1 1-1,-1 0 0,1-1 1,-1 1-1,1 0 1,-1-1-1,1 1 1,-1 0-1,1-1 1,-1 1-1,1 0 0,-1 0 1,0 0-1,-8 3 155,0 1 0,0 0-1,1 0 1,-1 1 0,1 0-1,0 1 1,1 0 0,-1 0-1,1 0 1,0 1 0,1 0-1,-10 13 1,-5 11-1142,2 0 0,-16 36 0,14-27-1906,9-17-2321,-15 40 0,16-22-5181</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600"/>
    </inkml:context>
    <inkml:brush xml:id="br0">
      <inkml:brushProperty name="width" value="0.035" units="cm"/>
      <inkml:brushProperty name="height" value="0.035" units="cm"/>
      <inkml:brushProperty name="color" value="#008C3A"/>
    </inkml:brush>
  </inkml:definitions>
  <inkml:trace contextRef="#ctx0" brushRef="#br0">254 773 11741,'9'16'2243,"-16"-6"697,-11 9-1311,-9 29 127,3 1 0,-22 57-1,35-78-1390,-18 43 462,3 2 0,-31 139 1,50-175-708,2 0 0,2 1 0,1 0 1,2-1-1,1 1 0,2 0 0,15 69 1,-16-99-100,1 1 0,0-1 1,1 1-1,0-1 0,0 0 1,0 0-1,1-1 1,0 0-1,1 0 0,-1 0 1,2 0-1,-1-1 1,14 11-1,-17-15-10,0-1-1,1 1 1,-1-1-1,0 0 1,1 0 0,-1 0-1,1 0 1,0-1 0,-1 0-1,1 1 1,-1-1 0,5-1-1,37-5 43,-42 5-47,6-1-3,0-1-1,0-1 1,0 0 0,0 0 0,-1-1 0,1 1 0,-1-2 0,-1 1 0,1-2 0,-1 1 0,0 0 0,0-1 0,-1-1 0,8-9 0,7-13-2,-1-2 0,20-41-1,-36 65-1,34-70-92,-4-3 0,46-163 0,14-179-296,-77 337 336,33-220-185,-43 234 126,-3-2-1,-7-87 1,3 151 82,-1 0-1,-1 0 1,0 1-1,0-1 0,-1 0 1,0 0-1,0 1 1,-7-13-1,8 19 27,0 0 0,0 1 0,0-1 0,0 1 0,0-1 0,0 1 0,-1 0 0,1 0-1,-1 0 1,0 0 0,1 1 0,-1-1 0,0 0 0,0 1 0,0 0 0,0 0 0,0 0 0,0 0 0,-1 1 0,1-1 0,0 1 0,0-1 0,0 1-1,-1 0 1,1 1 0,0-1 0,0 0 0,0 1 0,-5 1 0,-4 2 1,1 0 0,-1 1 0,1 0 1,0 1-1,0 0 0,1 0 0,0 1 0,0 1 0,1 0 0,-17 17 1,4 0-12,1 1 0,-33 53 0,32-41 19,2 0 0,2 2 0,2 0 0,1 0 0,2 2 0,2 0 1,2 0-1,1 1 0,3-1 0,1 2 0,3 51 0,3-72-79,1 0 0,2 1-1,0-2 1,2 1 0,0-1-1,1 0 1,1 0 0,2-1-1,0 0 1,24 34 0,-9-20-221,1-2 1,1-1-1,2-1 1,2-1-1,35 26 1,-57-48 100,12 9-9,46 27 0,-63-41-69,1 0-1,0 0 0,-1 0 0,1-1 0,0 0 0,0-1 0,0 1 0,0-1 0,0 0 0,1 0 0,-1-1 0,0 0 1,0 0-1,12-2 0,-16 1-278,0 0 1,0 0 0,0 0 0,0 0-1,0 0 1,0-1 0,0 1-1,-1 0 1,1-1 0,-1 0 0,1 1-1,-1-1 1,2-2 0,-6-13-7950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8.884"/>
    </inkml:context>
    <inkml:brush xml:id="br0">
      <inkml:brushProperty name="width" value="0.035" units="cm"/>
      <inkml:brushProperty name="height" value="0.035" units="cm"/>
      <inkml:brushProperty name="color" value="#008C3A"/>
    </inkml:brush>
  </inkml:definitions>
  <inkml:trace contextRef="#ctx0" brushRef="#br0">178 1 11577,'3'8'2248,"-19"-13"6125,0 10-6921,4 4-248,-1 8-228,-3 0-216,-3 6-156,-3 11-111,9-5-285,7 2-829,-4 4-723,-6-7-1188,10 7-1336,3 16-1941,-10 3-4928</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29.272"/>
    </inkml:context>
    <inkml:brush xml:id="br0">
      <inkml:brushProperty name="width" value="0.035" units="cm"/>
      <inkml:brushProperty name="height" value="0.035" units="cm"/>
      <inkml:brushProperty name="color" value="#008C3A"/>
    </inkml:brush>
  </inkml:definitions>
  <inkml:trace contextRef="#ctx0" brushRef="#br0">2086 23 10465,'8'-11'3102,"-16"7"910,-7-4-1647,9 14-2048,2 0-1,-1 0 1,1 1-1,0-1 0,0 1 1,1 0-1,0 0 0,0 0 1,-4 15-1,1 8 380,-4 36 0,8-48-376,-5 79 1086,12 191-1,-2-211-1078,4 341 1077,-11-316-1111,-5 0 1,-24 111-1,13-129-250,-4-2 1,-3 0-1,-4-2 0,-3-1 0,-4-2 1,-3-2-1,-4-1 0,-2-3 1,-92 106-1,42-67-1366,-4-5 1,-221 176 0,238-219-515,-2-5 0,-3-3 1,-2-4-1,-188 73 0,90-61-3832,1-7-3202</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310"/>
    </inkml:context>
    <inkml:brush xml:id="br0">
      <inkml:brushProperty name="width" value="0.035" units="cm"/>
      <inkml:brushProperty name="height" value="0.035" units="cm"/>
      <inkml:brushProperty name="color" value="#008C3A"/>
    </inkml:brush>
  </inkml:definitions>
  <inkml:trace contextRef="#ctx0" brushRef="#br0">12 123 10413,'-1'0'78,"1"0"1,-1 0-1,1-1 0,-1 1 0,1 0 1,-1 0-1,1 0 0,-1-1 1,1 1-1,-1 0 0,1-1 1,-1 1-1,1 0 0,-1-1 0,1 1 1,0 0-1,-1-1 0,1 1 1,-1-1-1,1 1 0,0-1 1,0 1-1,-1-1 0,1 1 0,0-1 1,0 1-1,0-1 0,0 0 1,-1 1-1,1-1 0,0 1 1,0-1-1,0 1 0,0-1 0,0 0 1,0 1-1,0-1 0,1 1 1,-1-1-1,0 1 0,0-1 1,0 1-1,1-1 0,-1 0 0,0 1 1,0 0-1,1-1 0,-1 1 1,1-1-1,1-3 3112,-3 2-2006,1-1-1081,-1 1 0,1-1 0,0 1 0,0-1 0,0 1 0,0 0 0,0-1 0,1 1 0,-1-1 0,1 1 0,-1-1 0,1 1 0,0 0 0,0-1 0,0 1 0,0 0 0,1 0 0,-1 0 0,0 0 0,1 0 0,0 0 0,-1 0 0,1 0 0,0 1 0,0-1 0,0 1 0,0-1 0,0 1 0,0 0 0,0 0 0,1 0 0,-1 0 0,0 0 0,1 0 0,2 0 0,18-6 12,0 2-1,1 0 1,0 1 0,45 0 0,103 8-2320,-155-3 1629,3 0-1498,0 1 0,1 1 0,22 6-1,8 7-6847</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755"/>
    </inkml:context>
    <inkml:brush xml:id="br0">
      <inkml:brushProperty name="width" value="0.035" units="cm"/>
      <inkml:brushProperty name="height" value="0.035" units="cm"/>
      <inkml:brushProperty name="color" value="#008C3A"/>
    </inkml:brush>
  </inkml:definitions>
  <inkml:trace contextRef="#ctx0" brushRef="#br0">1 17 11561,'3'-8'-1228,"2"-1"8948,-4 17-1997,0 4-4697,6 112 2058,4 127-1055,-11-191-1798,7 313-3026,-1-160-2633,-5-73-2302,1-27-3479</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1.479"/>
    </inkml:context>
    <inkml:brush xml:id="br0">
      <inkml:brushProperty name="width" value="0.035" units="cm"/>
      <inkml:brushProperty name="height" value="0.035" units="cm"/>
      <inkml:brushProperty name="color" value="#008C3A"/>
    </inkml:brush>
  </inkml:definitions>
  <inkml:trace contextRef="#ctx0" brushRef="#br0">86 115 12101,'-38'-3'2396,"13"0"537,3 3 4987,34-11-6816,-2 2-243,34 9-173,33-3-232,-4-2-628,19-4-893,3-2-595,-6-9-1148,9 5 96,4 7-3245,-7-9-5144</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022"/>
    </inkml:context>
    <inkml:brush xml:id="br0">
      <inkml:brushProperty name="width" value="0.035" units="cm"/>
      <inkml:brushProperty name="height" value="0.035" units="cm"/>
      <inkml:brushProperty name="color" value="#008C3A"/>
    </inkml:brush>
  </inkml:definitions>
  <inkml:trace contextRef="#ctx0" brushRef="#br0">3 192 18550,'-1'-3'614,"1"0"1,-1 0-1,1-1 1,0 1-1,-1 0 1,2-1-1,-1 1 1,0 0-1,1 0 1,-1-1-1,1 1 1,0 0-1,0 0 1,3-5 0,-1 5-324,0 0 0,0 1 1,0-1-1,1 1 0,-1 0 1,1 0-1,-1 0 0,1 0 1,0 1-1,0-1 0,0 1 1,0 0-1,5-1 0,81-16 16,0 3 0,135-5 0,1427-6-307,-1263 33-164,446-3-1485,-601-24-3412,-134 2-5863,-74 14-1061</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351"/>
    </inkml:context>
    <inkml:brush xml:id="br0">
      <inkml:brushProperty name="width" value="0.035" units="cm"/>
      <inkml:brushProperty name="height" value="0.035" units="cm"/>
      <inkml:brushProperty name="color" value="#008C3A"/>
    </inkml:brush>
  </inkml:definitions>
  <inkml:trace contextRef="#ctx0" brushRef="#br0">10 111 12873,'-2'-4'1067,"0"-1"0,1 0-1,-1 1 1,1-1 0,1 0-1,-2-7 1,2 10-846,1 0 0,-1 0 1,0 0-1,1 0 0,-1 0 1,1 0-1,0 1 0,-1-1 0,1 0 1,0 0-1,0 0 0,0 1 1,0-1-1,1 1 0,-1-1 0,0 1 1,1-1-1,2-1 0,1-1-58,0 1 0,0 0 0,1 0 0,0 0 0,-1 1 0,1 0 0,0 0 0,0 0 0,8-1 0,57-4 580,-36 6-519,-1 2 0,0 1 0,0 2 0,61 14 1,-72-12-169,-1 1 0,0 1 1,-1 1-1,0 1 1,0 0-1,-1 2 0,0 0 1,20 18-1,-32-23-38,0 0-1,-1 1 0,0 0 1,0 0-1,-1 1 1,1 0-1,-2 0 0,0 0 1,0 1-1,0-1 0,-1 1 1,-1 0-1,0 1 0,3 15 1,-4-12-7,-1 1-1,-1-1 1,0 0 0,-1 1-1,0-1 1,-1 0 0,-1 0-1,0 0 1,-1 0 0,-8 19-1,-4 3 22,-1-1 0,-37 56 0,-56 60 48,77-108-65,11-14-35,7-11 38,0 1-1,2 1 0,0 0 0,1 0 0,1 1 0,-13 34 1,23-51-13,1-1 0,-1 0 0,0 0 1,1 1-1,-1-1 0,1 0 1,0 1-1,0-1 0,1 0 0,-1 1 1,1-1-1,-1 0 0,1 0 0,0 0 1,0 1-1,1-1 0,-1 0 0,1 0 1,-1 0-1,1-1 0,0 1 0,0 0 1,0-1-1,0 1 0,1-1 1,-1 0-1,1 1 0,-1-1 0,1 0 1,0-1-1,0 1 0,4 1 0,5 3-25,0-1 0,1-1 0,0 0 1,0 0-1,1-2 0,22 3 0,-5-4-369,-1 0 0,1-2 0,-1-2 1,1 0-1,-1-2 0,0-1 1,42-15-1,64-33-3742,-7-13-4058,-37 16-2646</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568"/>
    </inkml:context>
    <inkml:brush xml:id="br0">
      <inkml:brushProperty name="width" value="0.035" units="cm"/>
      <inkml:brushProperty name="height" value="0.035" units="cm"/>
      <inkml:brushProperty name="color" value="#008C3A"/>
    </inkml:brush>
  </inkml:definitions>
  <inkml:trace contextRef="#ctx0" brushRef="#br0">61 13 14813,'-2'-1'293,"0"0"0,0-1-1,0 1 1,0 0-1,1 0 1,-1 0-1,-1 0 1,1 1 0,0-1-1,0 0 1,0 1-1,0 0 1,0-1 0,-5 1-1,6 0-79,0 1 0,0 0 0,-1-1 0,1 1 1,0 0-1,0-1 0,0 1 0,0 0 0,0 0 0,0 0 0,0 0 0,1 0 0,-1 0 0,0 0 0,0 0 0,1 0 0,-1 0 1,1 1-1,-1-1 0,1 0 0,0 0 0,-1 0 0,1 1 0,0-1 0,0 0 0,0 1 0,0 1 0,-4 26 1762,2 1-1,2 38 1,21 122-206,-2-23-1990,-7-46-3355,-4-55-1306,-8-62 4357,0 0 1,0 1 0,0-1 0,0 0 0,-1 0-1,-1 8 1,-7 12-7556</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2.920"/>
    </inkml:context>
    <inkml:brush xml:id="br0">
      <inkml:brushProperty name="width" value="0.035" units="cm"/>
      <inkml:brushProperty name="height" value="0.035" units="cm"/>
      <inkml:brushProperty name="color" value="#008C3A"/>
    </inkml:brush>
  </inkml:definitions>
  <inkml:trace contextRef="#ctx0" brushRef="#br0">0 61 11173,'1'0'99,"0"0"-1,-1 1 1,1-1-1,0 0 1,0 0-1,0 0 1,0 0-1,-1 0 1,1 0-1,0 0 1,0 0-1,0-1 1,0 1-1,-1 0 1,1 0 0,0-1-1,0 1 1,-1 0-1,1-1 1,0 1-1,0-1 1,-1 1-1,1-1 1,-1 1-1,1-1 1,0 0-1,-1 1 1,1-1-1,-1 0 1,1-1-1,-1 0 214,0 0-1,-1-1 1,1 1-1,-1 0 1,1-1-1,-1 1 1,0 0-1,0 0 0,-2-3 1,2 3-208,2 1 19,-1 0-1,0 1 0,1-1 0,-1 0 1,0 0-1,1 0 0,-1 1 1,1-1-1,-1 0 0,1 0 0,0 1 1,-1-1-1,1 1 0,0-1 1,-1 0-1,1 1 0,0-1 1,0 1-1,-1 0 0,3-1 0,-2 0 174,1 0-173,0 0 1,1 0-1,-1 0 1,0 0-1,1 0 1,-1 0-1,1 1 1,-1-1-1,1 1 0,-1 0 1,1 0-1,0 0 1,-1 0-1,1 0 1,-1 1-1,1-1 1,-1 1-1,1-1 1,-1 1-1,0 0 1,1 0-1,2 2 1,10 4 380,0 0 1,17 13 0,-28-18-387,22 16 193,0 1 1,-1 1-1,0 1 1,-2 1 0,-1 1-1,-1 2 1,0 0-1,17 29 1,-26-34-239,-1 0 1,0 1-1,-1 0 1,-2 1-1,0 0 1,-1 1-1,-1-1 1,-2 1-1,0 1 0,-1-1 1,-1 42-1,-14 86 217,11-148-225,2-7-85,11-41 23,1 2 0,27-58-1,50-83-245,-63 136 161,63-87-1,-75 115 47,2 0 0,0 2 0,2 0 0,0 1 0,0 1 0,34-21 0,-48 34 55,0 0 0,1 1-1,-1-1 1,1 1 0,-1 0 0,1 0 0,0 1 0,0 0-1,-1 0 1,1 0 0,0 1 0,0 0 0,0 0 0,10 2 0,-8 0 33,-1 0 1,1 0 0,-1 1-1,0 0 1,0 0-1,0 1 1,0 0 0,-1 0-1,1 1 1,5 5 0,3 5 85,0 1 1,-1 0 0,-1 1-1,0 1 1,-2 0-1,0 0 1,11 25 0,-6-6 36,-3 1 1,0 0 0,9 56 0,-20-88-159,8 51-97,-2 0 0,1 64 0,-4-27-1416,-2-42-1390,-5 57 1,-5-5-6084,7-102 8707,-6 54-10857</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5.227"/>
    </inkml:context>
    <inkml:brush xml:id="br0">
      <inkml:brushProperty name="width" value="0.035" units="cm"/>
      <inkml:brushProperty name="height" value="0.035" units="cm"/>
      <inkml:brushProperty name="color" value="#008C3A"/>
    </inkml:brush>
  </inkml:definitions>
  <inkml:trace contextRef="#ctx0" brushRef="#br0">45 174 8077,'-34'3'2317,"27"-3"1921,6-4-2414,0 1-1578,1 0 0,-1 0 0,1-1 0,0 1 0,0 0 0,0 0 0,0-1 0,1 1 0,-1 0 0,1 0 0,0-1 0,-1 1 0,2 0 0,-1 0 0,0 0 0,1 0 0,-1 0 0,1 0 0,0 1 0,0-1 0,0 1 0,0-1 0,0 1 0,1-1 0,3-2 0,9-4 78,0 1 0,1 0 0,0 1 0,0 0 0,0 1 0,1 1 0,26-4 1,127-10 610,-135 16-776,186-8 530,257 20 0,221 52-273,-610-51-359,756 105 178,-602-78-269,-214-32-348,153 25-87,-66-2-7331,-122-13-9156</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46.277"/>
    </inkml:context>
    <inkml:brush xml:id="br0">
      <inkml:brushProperty name="width" value="0.035" units="cm"/>
      <inkml:brushProperty name="height" value="0.035" units="cm"/>
      <inkml:brushProperty name="color" value="#008C3A"/>
    </inkml:brush>
  </inkml:definitions>
  <inkml:trace contextRef="#ctx0" brushRef="#br0">59 15 5264,'0'1'97,"0"-1"-1,0 1 0,0-1 0,0 0 0,0 1 0,-1-1 0,1 1 0,0-1 0,0 1 0,-1-1 0,1 1 0,0-1 0,-1 0 0,1 1 0,0-1 0,-1 0 0,1 1 0,0-1 1,-1 0-1,1 1 0,-1-1 0,1 0 0,-1 0 0,1 0 0,-1 0 0,1 1 0,-1-1 0,1 0 0,-1 0 0,0 0 0,-11-9 2442,7 5 206,-26-7 562,43 39-2426,1-1-1,1 0 0,1 0 0,28 36 1,88 92 310,-42-53-595,195 227 301,29-28-708,-267-264-455,2-2 1,1-3 0,1-1 0,2-3 0,1-2 0,1-2 0,113 32 0,-92-38-257,114 13 0,-185-31 477,30-2-48,-30 1 126,-22-2-58,-94-19 19,97 19 7,0 2 0,0 0 0,0 1 0,-1 1 0,-19 2 0,18 0-2,-1-2-1,1 0 1,-21-3-1,19 1-35,-36 3-1,-16 10 39,2 3 0,0 3 0,1 2 0,1 4 0,1 3 0,1 2 0,-83 52 0,111-57 5,1 2-1,1 1 1,2 2 0,0 1-1,2 2 1,-47 61-1,69-79-4,-1-1 1,2 1-1,0 1 0,0-1 0,2 1 1,-8 24-1,12-34 11,1 1 0,0-1 0,0 1 0,0 0 0,1-1 0,0 1 0,0 0 0,0-1 0,1 1 0,0-1 0,0 1 0,0-1 0,1 1 0,0-1 0,0 0 0,0 1 0,1-1 0,0 0 0,-1-1 1,2 1-1,-1 0 0,5 4 0,2 1 14,1-1 0,-1-1-1,1 1 1,1-2 0,-1 0 0,1 0 0,1-1 0,-1-1 0,17 6 0,15 1 60,62 10 0,-92-19-72,587 67 251,-21-45-131,-529-23-102,258 15 187,-293-16-87,0-1 1,0 0-1,21-3 1,-3 0-2380,2 3-6311,-15 2-235</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1.450"/>
    </inkml:context>
    <inkml:brush xml:id="br0">
      <inkml:brushProperty name="width" value="0.035" units="cm"/>
      <inkml:brushProperty name="height" value="0.035" units="cm"/>
      <inkml:brushProperty name="color" value="#008C3A"/>
    </inkml:brush>
  </inkml:definitions>
  <inkml:trace contextRef="#ctx0" brushRef="#br0">4 54 4740,'0'0'36,"0"0"0,0 0-1,-1 0 1,1 1 0,0-1-1,0 0 1,0 0 0,0 0-1,0 0 1,0 0 0,0 0-1,0 1 1,0-1 0,0 0-1,0 0 1,0 0 0,0 0-1,0 0 1,0 0 0,0 1-1,0-1 1,0 0 0,0 0-1,0 0 1,0 0 0,1 0-1,-1 0 1,0 1 0,0-1-1,0 0 1,0 0 0,0 0-1,0 0 1,0 0 0,0 0-1,0 0 1,1 0 0,-1 0-1,0 0 1,0 1 0,0-1-1,0 0 1,0 0 0,0 0-1,1 0 1,-1 0 0,0 0-1,0 0 1,0 0 0,0 0-1,0 0 1,0 0 0,1 0-1,-1 0 1,3-8 5856,-4 5-5239,-7-25 4575,28 9-2682,-3 34-2501,-14-12-48,-1 0 0,1-1-1,0 0 1,0 1 0,-1-1 0,1 0 0,4 2 0,25-13 43,0 4-28,-29 5 24,-4 2-37,-4 29 14,4-27 69,0-2-110,0 1 23,-1 0-1,1 0 1,1 0-1,-1 0 1,0 1-1,1-1 1,-1 0-1,1 6 1,6 1 11,-4-7-3,1 1-1,-1-1 1,0 1-1,0 0 0,-1 0 1,1 0-1,-1 0 1,0 1-1,1 5 1,-2-9 0,1-1 0,-1 1 0,0 0 0,0-1 0,1 1 0,-1-1 0,0 1 1,1 0-1,-1-1 0,1 1 0,-1-1 0,0 1 0,1-1 0,-1 0 0,1 1 1,-1-1-1,1 1 0,0-1 0,-1 0 0,2 1 0,-2-1-23,0 0 0,1 0 0,-1 1 0,1-1 0,-1 0 0,0 0 0,1 0 0,-1 1 0,0-1 0,1 0 0,-1 1 0,0-1 0,1 0 0,-1 1 0,0-1 0,0 0 0,1 1-1,-1-1 1,0 0 0,0 1 0,0-1 0,0 1 0,0-1 0,1 1 0,-2 1 1,0-1 0,0 0 0,0 0 0,-1 0 0,1 0 0,0 0 0,0 0 0,-1 0 0,1 0 0,0 0 0,-1-1 0,1 1 0,-1-1 0,-1 1 0,1 0 966,-1 0-911,1 0-29,-1 0 0,1 0 0,-1 0 0,1 0 0,0 0 0,-1 0 0,1 1 0,0-1 0,0 1 0,0-1 0,0 1 0,0 0 0,0 0 0,1 0 0,-1 0 0,0 0 1,1 0-1,-2 5 0,1-4 1016,2-21-647,-1-16-40,2-28 318,-1 58-571,0-30 214,1 31-340,-1 0 0,1 0 0,0 0 0,0 1 0,0-1 0,0 0 0,1 0 0,1-2 0,8 31-258,-10-24 136,-2 1-643,-3 8 792,-2-1-111,-8-25 8,12 13 115,-2-2-8,1 0 1,-1 0-1,1 0 0,0 0 1,0 0-1,1-1 1,-3-5-1,5 10 7,1-1 0,-1 0-1,0 1 1,1-1 0,-1 1-1,1-1 1,-1 0 0,0 1 0,1-1-1,0 1 1,-1 0 0,1-1-1,-1 1 1,1-1 0,0 1 0,-1 0-1,1 0 1,-1-1 0,1 1-1,0 0 1,-1 0 0,1 0 0,0-1-1,0 1 1,-1 0 0,1 0-1,0 0 1,-1 0 0,1 0 0,1 1-1,5-2 5,-5 0-10,0 0-22,0-1 23,-1 1 0,1 0 0,0 0 0,0-1 1,0 1-1,0 0 0,0 1 0,0-1 0,0 0 0,0 1 0,1-1 1,3 0-1,-3 2 5,1-1 1,-1 0 0,0 1 0,1 0-1,-1 0 1,0 0 0,0 0 0,0 1-1,0-1 1,0 1 0,0-1-1,0 1 1,0 0 0,2 3 0,-3-3 5,4 15-33,-3 2 30,0-1-1,-1 1 1,-1 21 0,0-17 14,5 35 0,-6-55-20,10 12 46,-4-7 45,10-11-44,-12 2-25,-1-1 0,0 0 1,0 0-1,0 0 0,0 0 0,0 0 0,-1-1 0,1 1 0,-1-1 0,1 0 0,-1 0 0,3-5 0,19-44 88,-2 5-83,-21 45-19,0 0 1,1 0-1,-1 1 1,1-1 0,-1 0-1,1 1 1,-1-1-1,1 1 1,0-1 0,0 1-1,0 0 1,0 0-1,0 0 1,0 0 0,0 0-1,0 0 1,0 0-1,4 0 1,-2 1-1,0 0 0,0 0 0,0 0 0,-1 0 0,1 1 0,0-1-1,0 1 1,0 0 0,7 3 0,5 4 4,-1 0-1,0 1 1,26 20-1,-29-21 9,-9-6 12,16-26-21,-18 22-3,-1 0 0,1 0 0,0 0-1,0 0 1,0 0 0,0 0 0,0 0 0,0 0 0,0 1 0,0-1-1,1 0 1,-1 1 0,1-1 0,-1 1 0,1 0 0,0-1 0,0 1-1,-1 0 1,3-1 0,0 1 0,-1 0 0,1 0-1,0 0 1,-1 0 0,1 1-1,-1-1 1,1 1 0,0 0 0,-1 1-1,6 0 1,9 2-1,-1 2 0,0 0 0,30 14 0,-34-14 1,4 2-1462,0 0-1,-1 1 1,0 0 0,-1 2-1,20 14 1,-29-21-2768,15 4-2196</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579"/>
    </inkml:context>
    <inkml:brush xml:id="br0">
      <inkml:brushProperty name="width" value="0.035" units="cm"/>
      <inkml:brushProperty name="height" value="0.035" units="cm"/>
      <inkml:brushProperty name="color" value="#008C3A"/>
    </inkml:brush>
  </inkml:definitions>
  <inkml:trace contextRef="#ctx0" brushRef="#br0">1 20 8421,'0'-20'8281,"22"26"-8417,-3 3-489,-12 8-683,2-3-2904,-9 12-3225</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407"/>
    </inkml:context>
    <inkml:brush xml:id="br0">
      <inkml:brushProperty name="width" value="0.035" units="cm"/>
      <inkml:brushProperty name="height" value="0.035" units="cm"/>
      <inkml:brushProperty name="color" value="#008C3A"/>
    </inkml:brush>
  </inkml:definitions>
  <inkml:trace contextRef="#ctx0" brushRef="#br0">16 1 10617,'-15'-1'3063,"19"7"1955,8 6-1642,-7 0-3968,1 24 1534,-1 0 0,0 44 0,0 4-1901,-3-63-1430,11 42 1,-11-57 1635,1 0-619,-2-1-4184</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812"/>
    </inkml:context>
    <inkml:brush xml:id="br0">
      <inkml:brushProperty name="width" value="0.035" units="cm"/>
      <inkml:brushProperty name="height" value="0.035" units="cm"/>
      <inkml:brushProperty name="color" value="#008C3A"/>
    </inkml:brush>
  </inkml:definitions>
  <inkml:trace contextRef="#ctx0" brushRef="#br0">1 72 9173,'29'-11'2296,"-17"5"2637,-5-8-3885,2 2-240,4 1-452,6 2-508,3 6-836,0-2-589,4 7-591,-1 1-1800,-3 0-2809</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2.938"/>
    </inkml:context>
    <inkml:brush xml:id="br0">
      <inkml:brushProperty name="width" value="0.035" units="cm"/>
      <inkml:brushProperty name="height" value="0.035" units="cm"/>
      <inkml:brushProperty name="color" value="#008C3A"/>
    </inkml:brush>
  </inkml:definitions>
  <inkml:trace contextRef="#ctx0" brushRef="#br0">23 103 7321,'-23'-23'5428,"33"9"-4144,-1 0 560,4 8-1219,0 0-321,9-5-1757,13-4 25,-3 7-2588,-16 2-2909</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3.128"/>
    </inkml:context>
    <inkml:brush xml:id="br0">
      <inkml:brushProperty name="width" value="0.035" units="cm"/>
      <inkml:brushProperty name="height" value="0.035" units="cm"/>
      <inkml:brushProperty name="color" value="#008C3A"/>
    </inkml:brush>
  </inkml:definitions>
  <inkml:trace contextRef="#ctx0" brushRef="#br0">54 4 11289,'32'-3'5821,"-42"17"-4265,4 0 1156,3 6-1636,0 6-184,3 0-192,0-3-220,-3 8-80,-1 23-588,1-14-332,-3 3-740,-10-3-1072,3 3 284,4 3-3497,-1-3-4504</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5.171"/>
    </inkml:context>
    <inkml:brush xml:id="br0">
      <inkml:brushProperty name="width" value="0.035" units="cm"/>
      <inkml:brushProperty name="height" value="0.035" units="cm"/>
      <inkml:brushProperty name="color" value="#008C3A"/>
    </inkml:brush>
  </inkml:definitions>
  <inkml:trace contextRef="#ctx0" brushRef="#br0">443 298 4420,'3'-1'593,"-1"-1"0,1 0 1,-1 0-1,0 0 0,1 0 0,-1 0 0,0 0 0,0-1 0,0 1 0,0-1 0,-1 0 0,1 1 0,-1-1 0,0 0 0,2-3 0,1-16 220,-4 6 209,-1 1-1,0-1 1,-1 1 0,-1 0 0,-6-19-1,0-4-24,7 31-715,1-1 0,-2 1 0,1 0-1,-1 0 1,0 1 0,0-1 0,-5-6-1,7 11-201,-1 0 0,1 0 0,0 1 0,-1-1-1,1 0 1,-1 1 0,1 0 0,-1-1 0,0 1-1,0 0 1,1 0 0,-1 0 0,0 0 0,0 0-1,0 0 1,0 0 0,0 1 0,0-1 0,-1 1-1,1 0 1,0 0 0,0-1 0,0 1 0,0 0-1,0 1 1,-1-1 0,1 0 0,0 1-1,0-1 1,-2 2 0,-4 1 113,0 1-1,1 0 0,0 0 1,0 1-1,0 0 1,0 1-1,1-1 1,0 1-1,0 0 1,0 1-1,-6 9 0,-8 14 728,-22 44-1,32-56-674,-25 49-107,4 1 1,2 1-1,4 2 0,2 1 0,4 1 0,3 0 1,3 1-1,3 1 0,4 0 0,3 0 1,3 0-1,17 128 0,-8-142-370,2 0 0,3 0 0,35 96 0,-37-130 19,0 0 1,1-1 0,2 0-1,1-2 1,0 1 0,2-2-1,1 0 1,1-2 0,42 37-1,-34-37-1204,1-1 0,0-1 0,47 21 0,-43-26-2774,51 16 1,20-5-8492</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5.783"/>
    </inkml:context>
    <inkml:brush xml:id="br0">
      <inkml:brushProperty name="width" value="0.035" units="cm"/>
      <inkml:brushProperty name="height" value="0.035" units="cm"/>
      <inkml:brushProperty name="color" value="#008C3A"/>
    </inkml:brush>
  </inkml:definitions>
  <inkml:trace contextRef="#ctx0" brushRef="#br0">298 0 7141,'0'0'5914,"0"9"-3940,-16 84 2440,0-13-2460,-62 304 3740,70-353-5467,-76 240 1178,53-182-951,-30 137 1,60-223-446,0 0 1,1-1-1,-1 1 0,1 0 1,0 0-1,0 0 0,0-1 1,0 1-1,0 0 1,1 0-1,-1-1 0,1 1 1,0 0-1,0-1 0,0 1 1,0 0-1,0-1 0,1 1 1,1 1-1,-2-2-4,1 0 0,0-1 0,0 1 0,0-1 0,1 0 0,-1 0 0,0 0 0,0 0 0,1 0 0,-1 0 0,0 0 0,1-1 0,-1 1 0,1-1 0,-1 0 0,6 0 0,5-1 3,1 0-1,0-1 1,-1-1-1,1-1 1,24-9-1,157-81-52,-28 10 3,-140 73 35,0 1 0,1 1 0,0 1-1,40-5 1,-56 12 4,0 1 0,0 0 0,0 0 0,0 1 1,-1 1-1,1 0 0,0 1 0,-1 0 0,1 1 0,-1 0 0,0 0 0,-1 1 0,1 1 0,-1 0 1,0 0-1,0 1 0,-1 1 0,14 12 0,6 10-7,-2 1 1,-1 0-1,-2 2 0,22 39 1,-33-54-635,0 0 0,2-2 0,0 1-1,1-2 1,35 28 0,-44-39-34,-1 1-1,1-1 0,0-1 0,1 1 0,-1-1 1,1 0-1,-1-1 0,1 0 0,13 2 0,-16-3-196,0-1 0,0 0 0,0 0 0,1-1-1,-1 1 1,0-1 0,0 0 0,0 0-1,9-4 1,8-9-6459</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6.434"/>
    </inkml:context>
    <inkml:brush xml:id="br0">
      <inkml:brushProperty name="width" value="0.035" units="cm"/>
      <inkml:brushProperty name="height" value="0.035" units="cm"/>
      <inkml:brushProperty name="color" value="#008C3A"/>
    </inkml:brush>
  </inkml:definitions>
  <inkml:trace contextRef="#ctx0" brushRef="#br0">138 506 6229,'0'0'4747,"-1"-3"-3181,0-5-1508,-6-26 9901,4 22-8614,-15 39 141,-3 9-643,11-21-429,1 0 1,-13 33 0,10-12-88,2 1 0,2 0 0,-6 55 0,13-73-265,0 1 0,1-1 0,1 1 0,1 0 0,1-1 0,0 0 0,12 37 0,-13-50-54,1 1-1,-1 0 0,1-1 1,0 1-1,1-1 0,-1 0 0,1 0 1,1 0-1,-1-1 0,1 0 1,8 8-1,-9-10-39,0 0 0,1-1 0,0 1 0,-1-1 0,1 0 0,0 0 0,0 0-1,0-1 1,0 0 0,1 0 0,-1 0 0,0-1 0,0 1 0,0-1 0,1-1 0,-1 1 0,6-2 0,1 1-119,1-2 0,-1 0 0,0-1 0,0 0 1,0 0-1,-1-1 0,1-1 0,15-10 0,-11 4-157,0 0-1,-1-2 1,-1 1-1,0-2 1,18-24 0,-10 9-53,-2-1 1,-1-1 0,-1-1-1,-2 0 1,-1-1 0,12-44-1,-15 33 101,-3-2 0,-2 0-1,-1 0 1,-2-55 0,-5 69 231,-1 0 1,-1 0-1,-2 1 1,-2 0-1,0 0 1,-25-60-1,30 85 40,-23-41 98,23 45-103,-1 0 0,1 0 0,-1 1 0,0-1-1,1 0 1,-1 1 0,0 0 0,-1 0-1,1 0 1,0 0 0,-1 1 0,-3-3-1,5 4-4,1 0 0,0 0 0,0 0-1,-1-1 1,1 1 0,0 0 0,0 0 0,-1 0-1,1 1 1,0-1 0,0 0 0,0 0 0,-1 1-1,1-1 1,0 1 0,-2 0 0,-2 1 8,-7 2 15,0 0 1,1 1-1,-1 0 0,2 1 1,-1 0-1,0 1 0,1 0 0,0 0 1,1 1-1,0 1 0,0 0 1,-8 10-1,0 2 38,0 2 0,1-1 0,1 2 1,-15 34-1,20-36-36,1 1 0,2 0 1,0 0-1,1 0 0,1 1 1,2 0-1,0 0 0,1 29 1,2-34-16,1-1 0,1 1 0,1-1 0,1 1 1,0-1-1,1 0 0,1 0 0,1-1 0,0 0 1,2 0-1,11 19 0,-12-27-4,-1 1 0,2-1 1,-1 0-1,1-1 0,0 0 0,1 0 0,0-1 1,18 10-1,-23-14-51,0-1 1,1 0 0,-1-1 0,0 1-1,1-1 1,-1 0 0,0-1-1,1 1 1,-1-1 0,10 0-1,1-2-194,-1 0-1,22-6 1,-22 5-381,0-1 0,0-1 0,-1 0 1,0-1-1,0 0 0,0-1 1,-1-1-1,0 0 0,0 0 0,-1-2 1,20-18-1,-3-8-3779,3 2-2444</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7.834"/>
    </inkml:context>
    <inkml:brush xml:id="br0">
      <inkml:brushProperty name="width" value="0.035" units="cm"/>
      <inkml:brushProperty name="height" value="0.035" units="cm"/>
      <inkml:brushProperty name="color" value="#008C3A"/>
    </inkml:brush>
  </inkml:definitions>
  <inkml:trace contextRef="#ctx0" brushRef="#br0">45 98 6345,'3'-3'590,"-1"1"1,1-1 0,-1 0 0,0 1 0,0-1-1,0 0 1,0-1 0,0 1 0,-1 0 0,1 0-1,1-7 1,-2 6-418,1 1 1497,-3 3-1545,1-1 0,0 0 0,0 1 0,0-1 0,0 1-1,0-1 1,0 0 0,0 1 0,0-1 0,0 0 0,0 1 0,0-1-1,0 1 1,1-1 0,-1 0 0,0 1 0,0-1 0,1 1-1,-1-1 1,0 1 0,1-1 0,-1 1 0,1-1 0,0 0-21,-1 0 1,1 1-1,-1-1 1,1 0-1,-1 0 1,0 0-1,1 1 1,-1-1-1,0 0 1,1 0-1,-1 0 1,0 0-1,0 0 1,0 0-1,0 0 1,0 1-1,0-1 1,0 0 0,0 0-1,-1-2 1,-11-12 3125,22 36 5,3 6-3220,5 16 373,65 179 496,-75-190-843,-1 1 0,-2 0-1,-2 0 1,0 0 0,-3 1 0,0-1 0,-2 0 0,-9 45 0,6-61-38,0 1 0,0-1-1,-2-1 1,0 1 0,-1-1 0,-18 26-1,-70 85-23,83-111-6,-19 16-70,31-30 12,1-4-86,1 1 137,-1-1 0,1 0 0,0 1 0,0-1 0,-1 1-1,1-1 1,0 1 0,1-1 0,-1 1 0,0 0 0,2-3 0,2-1-59,26-28-837,61-51 0,4-4-149,-41 27 629,35-47-136,-59 70 568,-1-1-1,-3-1 1,-1-1-1,21-46 0,-46 85 171,0-2 99,1 1 1,0-1-1,0 1 1,0-1 0,0 1-1,1 0 1,4-5 0,-5 10-58,1 1 1,0 0-1,-1-1 1,0 1-1,1 0 1,-1 0-1,0 0 1,2 7 0,32 98 1041,-31-94-1420,0 0-1,1-1 0,1 0 0,0 0 0,0-1 1,1 1-1,1-2 0,0 1 0,1-1 1,0-1-1,1 0 0,0 0 0,0-1 1,1 0-1,1-1 0,14 7 0,-10-6-886,1-1-1,1-1 1,-1-1-1,28 6 1,37 0-6708,-26-9-1749</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361"/>
    </inkml:context>
    <inkml:brush xml:id="br0">
      <inkml:brushProperty name="width" value="0.035" units="cm"/>
      <inkml:brushProperty name="height" value="0.035" units="cm"/>
      <inkml:brushProperty name="color" value="#008C3A"/>
    </inkml:brush>
  </inkml:definitions>
  <inkml:trace contextRef="#ctx0" brushRef="#br0">0 618 5400,'0'-1'256,"0"0"0,0 0 0,0 0 0,0 0 0,0 0 0,0 0 0,0 0 0,1 0 0,-1 0 0,0 0 0,1 1-1,-1-1 1,0 0 0,1 0 0,-1 0 0,1 0 0,-1 1 0,1-1 0,-1 0 0,1 1 0,0-1 0,-1 0 0,1 1-1,0-1 1,0 1 0,-1-1 0,2 0 0,33-19 1756,-11 6-285,-15 7-1522,-1-1 0,-1 0-1,1 0 1,-1-1 0,-1 0 0,0 0 0,0-1 0,-1 0-1,0 0 1,0 0 0,-1 0 0,-1-1 0,0 1 0,3-14-1,1-21-88,-1 0-1,0-51 1,-5 71-4,-1 25-108,1-45 346,3 1 0,12-64 1,-9 130 300,-5-18-592,0 0 0,-1 0-1,0 0 1,0 1 0,0-1 0,0 1-1,-1 4 1,2 11 110,0-1 1,10 38-1,0 7-33,-8-25-926,17 72 1,-15-89-287,9 28-7375,-3-27-115</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589"/>
    </inkml:context>
    <inkml:brush xml:id="br0">
      <inkml:brushProperty name="width" value="0.035" units="cm"/>
      <inkml:brushProperty name="height" value="0.035" units="cm"/>
      <inkml:brushProperty name="color" value="#008C3A"/>
    </inkml:brush>
  </inkml:definitions>
  <inkml:trace contextRef="#ctx0" brushRef="#br0">102 1 6845,'-16'28'1776,"-3"-16"-76,6-1-424,7 1-212,-4-1-188,1 9-168,-1 3-164,4 8 132,0-2-348,2 11-80,1 17-236,3-11-420,7-3-408,-7 0-408,3-18-484,0 10-1784,7 13-1929</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8.790"/>
    </inkml:context>
    <inkml:brush xml:id="br0">
      <inkml:brushProperty name="width" value="0.035" units="cm"/>
      <inkml:brushProperty name="height" value="0.035" units="cm"/>
      <inkml:brushProperty name="color" value="#008C3A"/>
    </inkml:brush>
  </inkml:definitions>
  <inkml:trace contextRef="#ctx0" brushRef="#br0">32 1 8333,'0'14'691,"-2"0"0,0 0 0,0 0 0,-1 0 0,-9 23 0,9-29-335,1 1 0,0-1 0,1 1 0,-1 0 0,2 0 0,-1-1 0,1 1 0,1 0 0,-1 0 0,1 0 0,1-1 0,0 1 0,0 0 0,1-1 1,6 14-1,2 3 106,2 0 1,1-1 0,28 37 0,-17-29-324,1-2 0,1-1 0,2-2 0,1 0 0,38 26 1,-19-20-1391,64 33 0,-92-56 51,0-1 0,30 10 0,16-3-4118,-17-10-1140</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9.042"/>
    </inkml:context>
    <inkml:brush xml:id="br0">
      <inkml:brushProperty name="width" value="0.035" units="cm"/>
      <inkml:brushProperty name="height" value="0.035" units="cm"/>
      <inkml:brushProperty name="color" value="#008C3A"/>
    </inkml:brush>
  </inkml:definitions>
  <inkml:trace contextRef="#ctx0" brushRef="#br0">572 0 6533,'47'44'3750,"-38"-37"-3149,0 1 0,0 0-1,-1 0 1,0 1-1,0 0 1,-1 1 0,-1-1-1,10 18 1,-8-8-240,-1 1 0,-1 0 1,-1 1-1,0-1 0,-2 1 0,0 0 1,-2-1-1,0 31 0,-4-23-124,0 0 0,-1 0 0,-2 0 0,-1 0 0,-18 45 0,9-36-207,-2 0 0,-2-1 0,-1-1 0,-2-1 0,-1-1 0,-1-1-1,-2-1 1,-54 48 0,36-42-808,-2-1-1,-53 30 1,65-47-1607,-70 29 1,49-26-1821,9 0-2133</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4:59.601"/>
    </inkml:context>
    <inkml:brush xml:id="br0">
      <inkml:brushProperty name="width" value="0.035" units="cm"/>
      <inkml:brushProperty name="height" value="0.035" units="cm"/>
      <inkml:brushProperty name="color" value="#008C3A"/>
    </inkml:brush>
  </inkml:definitions>
  <inkml:trace contextRef="#ctx0" brushRef="#br0">48 40 4808,'12'-3'6876,"-22"0"-3048,1 1-5181,7 2 3283,-17-3-2254,3 1-426,12 1-542,6-1-960,5-10-1282,0 0-1419</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1.381"/>
    </inkml:context>
    <inkml:brush xml:id="br0">
      <inkml:brushProperty name="width" value="0.035" units="cm"/>
      <inkml:brushProperty name="height" value="0.035" units="cm"/>
      <inkml:brushProperty name="color" value="#008C3A"/>
    </inkml:brush>
  </inkml:definitions>
  <inkml:trace contextRef="#ctx0" brushRef="#br0">60 77 8521,'-2'0'317,"1"0"1,-1 0 0,1-1-1,-1 1 1,1-1 0,-1 1-1,1-1 1,0 1-1,-1-1 1,1 0 0,0 0-1,-1 0 1,1 0 0,0 0-1,0 0 1,0 0 0,0 0-1,0 0 1,0-1-1,0 1 1,0 0 0,1 0-1,-1-1 1,0 1 0,1-1-1,-1-1 1,0 1 1450,-22-4 1964,18 4 1985,132 24-4545,248 9-1,-243-29-2899,200-21 0,-303 15 439,0-1 1,49-16-1,-56 13-3602,37-18 1,-39 13-5680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2.057"/>
    </inkml:context>
    <inkml:brush xml:id="br0">
      <inkml:brushProperty name="width" value="0.035" units="cm"/>
      <inkml:brushProperty name="height" value="0.035" units="cm"/>
      <inkml:brushProperty name="color" value="#008C3A"/>
    </inkml:brush>
  </inkml:definitions>
  <inkml:trace contextRef="#ctx0" brushRef="#br0">238 104 9701,'-2'-5'1248,"-5"-15"-530,7 13 2596,2 1 3802,-9 20-6643,1 1-1,0 0 0,1 0 0,1 1 0,0-1 1,1 1-1,1 0 0,1 0 0,0 19 1,1-20-397,0 0 1,1-1 0,1 1 0,1 0 0,0-1-1,1 1 1,0-1 0,1 0 0,1-1 0,8 16 0,-9-21-125,2-1 1,-1 1 0,1-1 0,0-1-1,0 1 1,1-1 0,0 0 0,0-1-1,0 0 1,1 0 0,-1-1 0,1 0 0,1 0-1,-1-1 1,0 0 0,1-1 0,-1 0-1,1 0 1,10-1 0,-1 1-103,1-1-1,-1-1 1,0-1 0,1-1-1,-1-1 1,0 0 0,0-2-1,32-11 1,-35 9 91,0-1 1,-1 0-1,0-1 0,0-1 1,-1-1-1,0 0 1,-1-1-1,0 0 0,-1-1 1,0 0-1,-1-1 0,15-26 1,-1-4 676,-3 0 0,-2-1 1,20-63-1,-34 78-4,-5 25-455,0-1 0,0 0 1,1 0-1,0 1 0,3-8 0,2 32 757,-3 3-675,-1-1 0,-2 1 0,0 0 0,-3 38 0,-20 93 1364,8-64-1211,-41 268-394,-16-2 0,-215 631 0,267-932-4,-171 437-252,189-489 234,1 0-1,-1 0 1,0 0-1,0 0 1,0 0 0,0 0-1,-1 0 1,1-1-1,-1 1 1,1 0 0,-1-1-1,1 1 1,-1-1 0,0 1-1,0-1 1,0 0-1,-3 2 1,4-3 12,0 0 1,-1 0-1,1 0 0,0 0 1,-1 0-1,1 0 1,0 0-1,-1 0 0,1-1 1,0 1-1,-1-1 1,1 1-1,0-1 0,0 1 1,-1-1-1,1 1 0,0-1 1,0 0-1,0 0 1,-2-2-1,-5-5-6,1 0 0,0-1 1,0 0-1,1-1 0,-6-12 0,7 13 9,-24-48-50,2-1 1,3-1-1,2-2 0,3 0 0,3-1 0,2 0 1,4-2-1,-6-97 0,15 108-420,2 0 1,2 0-1,2 0 0,3 0 1,2 1-1,22-66 0,-17 74-233,1 1 0,3 0 0,2 1-1,1 2 1,2 0 0,2 2 0,46-53 0,-29 45-1153,1 2 1,94-72-1,-92 84-1511,83-43 1,-16 24-3579</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4.935"/>
    </inkml:context>
    <inkml:brush xml:id="br0">
      <inkml:brushProperty name="width" value="0.035" units="cm"/>
      <inkml:brushProperty name="height" value="0.035" units="cm"/>
      <inkml:brushProperty name="color" value="#008C3A"/>
    </inkml:brush>
  </inkml:definitions>
  <inkml:trace contextRef="#ctx0" brushRef="#br0">118 98 4248,'-1'0'63,"1"0"0,-1 0 0,1-1 0,-1 1 0,1 0 0,-1 0 0,1 0 0,-1 0-1,1 0 1,-1-1 0,1 1 0,0 0 0,-1 0 0,1-1 0,-1 1 0,1 0 0,-1-1-1,1 1 1,0 0 0,-1-1 0,1 1 0,0-1 0,0 1 0,-1 0 0,1-1 0,0 1-1,0-1 1,-1 1 0,1-1 0,0 1 0,0-1 0,0 1 0,0-1 0,0 1 0,0-1-1,0 1 1,0-1 0,0 1 0,0-2 0,18-10 1913,-17 11-1967,1 0 1872,0-4-1462,0 0 0,1 0 0,-1 1 1,1-1-1,0 1 0,0 0 0,0-1 1,0 1-1,1 0 0,0 1 0,0-1 1,0 1-1,0 0 0,0 0 0,6-3 1,-7 4 1622,-5 6-1550,-18 57 934,3-2-651,-25 53 27,-29 125-1,59-185-976,2 1 0,3 0 0,2 1 0,4 101 0,2-139-314,1 0 0,0-1 1,1 1-1,1 0 0,1-1 0,0 0 1,1 0-1,14 26 0,-13-30-547,0-1 0,1 1-1,0-2 1,1 1 0,0-1-1,0-1 1,15 11 0,27 15-6092</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5.454"/>
    </inkml:context>
    <inkml:brush xml:id="br0">
      <inkml:brushProperty name="width" value="0.035" units="cm"/>
      <inkml:brushProperty name="height" value="0.035" units="cm"/>
      <inkml:brushProperty name="color" value="#008C3A"/>
    </inkml:brush>
  </inkml:definitions>
  <inkml:trace contextRef="#ctx0" brushRef="#br0">165 2 5180,'-34'10'1707,"27"-8"1530,8-4-2939,1 1 0,0 0 1,0-1-1,-1 1 1,1 0-1,0 0 0,0 0 1,0 1-1,0-1 0,0 0 1,0 1-1,0-1 1,0 1-1,3-1 0,-1 4-94,1-1 0,-1 1 0,1-1 1,-1 1-1,0 1 0,0-1 0,0 0 0,-1 1 0,1 0 0,-1 0 0,0 0 0,0 0 0,0 1 0,0-1 0,-1 1 0,0 0 0,0-1 0,0 1 0,1 7 0,16 45 528,-3 1 0,-3 1-1,12 115 1,-21-100-516,-11 118 0,3-151-491,-3 0 0,-1-1 1,-2 1-1,-21 52 0,18-61-811,-1-2 0,-1 0 0,-37 54 0,35-62-1201,-2 0 0,-35 33 0,6-12-4189</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7.648"/>
    </inkml:context>
    <inkml:brush xml:id="br0">
      <inkml:brushProperty name="width" value="0.035" units="cm"/>
      <inkml:brushProperty name="height" value="0.035" units="cm"/>
      <inkml:brushProperty name="color" value="#008C3A"/>
    </inkml:brush>
  </inkml:definitions>
  <inkml:trace contextRef="#ctx0" brushRef="#br0">20 401 3900,'-16'-5'1284,"13"4"-101,17 17 1844,-8-10 2595,-6-5-5402,0 0 0,1 0 1,-1 0-1,1 0 0,-1 0 0,1 0 0,-1 0 1,1 0-1,0 0 0,0 0 0,-1-1 0,1 1 1,0 0-1,0-1 0,0 1 0,0 0 0,0-1 1,1 2-1,0-3-151,-1 0 1,0 0-1,1 0 1,-1 0-1,0 0 0,0 0 1,0 0-1,0 0 1,0 0-1,0-1 0,0 1 1,0 0-1,0-1 1,-1 1-1,1 0 0,0-1 1,0-1-1,190-372 137,-190 371-217,1 1 0,0 0 0,0 0 0,1 0 0,-1 0 0,1 0 0,-1 1 0,1-1 0,0 1 0,4-3 1,-5 4 65,0 5-9,0 1 0,-1-1-1,1 1 1,-1-1 0,0 1 0,0 0 0,0-1-1,-1 1 1,1 0 0,-2 6 0,-14 203 114,8-137-465,-6 57-2696,12-123 1810,1-1 1,0 1 0,2 14-1,-1-9-2314,2 6-3192</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7.819"/>
    </inkml:context>
    <inkml:brush xml:id="br0">
      <inkml:brushProperty name="width" value="0.035" units="cm"/>
      <inkml:brushProperty name="height" value="0.035" units="cm"/>
      <inkml:brushProperty name="color" value="#008C3A"/>
    </inkml:brush>
  </inkml:definitions>
  <inkml:trace contextRef="#ctx0" brushRef="#br0">283 46 5152,'-44'-20'1281,"3"9"-277,25 2-200,-7 6-84,-2 0-208,6 3-260,-3 3-340,0-3-568,-17 12-1972,8-7-741</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8.136"/>
    </inkml:context>
    <inkml:brush xml:id="br0">
      <inkml:brushProperty name="width" value="0.035" units="cm"/>
      <inkml:brushProperty name="height" value="0.035" units="cm"/>
      <inkml:brushProperty name="color" value="#008C3A"/>
    </inkml:brush>
  </inkml:definitions>
  <inkml:trace contextRef="#ctx0" brushRef="#br0">1 1 7153,'1'0'238,"1"1"0,0 0 0,0 0 0,-1 0 1,1 1-1,0-1 0,-1 0 0,0 0 0,1 1 1,-1-1-1,0 1 0,1-1 0,-1 1 0,0 0 0,0 0 1,0-1-1,0 1 0,-1 0 0,1 0 0,0 0 1,-1 0-1,1 0 0,-1 0 0,0 0 0,0 0 1,0 2-1,7 23 1028,29 78 812,32 162-1,-47-120-2236,12 53-3172,-30-187 2110,0-1-1,2 1 0,-1-1 1,10 18-1,8 3-5201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08.418"/>
    </inkml:context>
    <inkml:brush xml:id="br0">
      <inkml:brushProperty name="width" value="0.035" units="cm"/>
      <inkml:brushProperty name="height" value="0.035" units="cm"/>
      <inkml:brushProperty name="color" value="#008C3A"/>
    </inkml:brush>
  </inkml:definitions>
  <inkml:trace contextRef="#ctx0" brushRef="#br0">489 0 7557,'1'5'313,"-2"0"0,1 0 0,0 0 0,-1 0-1,0 0 1,-3 8 0,3-8 8,0 0 0,-1 0 0,2 0 0,-1 0 0,0 0 0,1 0 0,1 9-1,4 17 673,12 33-1,5 24-135,-16-48-660,-1 1-1,-2-1 1,-2 1 0,-8 77 0,4-96-163,-1 0-1,-1 0 1,-2 0 0,0-1 0,-1 0 0,-1 0 0,-1-1 0,0 0 0,-2-1 0,-21 28 0,13-24-269,-1 0 1,-1-2-1,-1 0 0,0-2 1,-43 28-1,42-33-778,0-1 0,-1-1 0,-43 14 0,12-7-2375,6 3-1293</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0.671"/>
    </inkml:context>
    <inkml:brush xml:id="br0">
      <inkml:brushProperty name="width" value="0.035" units="cm"/>
      <inkml:brushProperty name="height" value="0.035" units="cm"/>
      <inkml:brushProperty name="color" value="#008C3A"/>
    </inkml:brush>
  </inkml:definitions>
  <inkml:trace contextRef="#ctx0" brushRef="#br0">886 35 5096,'1'-3'2007,"11"-28"7820,-9 32-9093,-1 0-606,1 1-1,-1-1 1,1 1-1,-1 0 1,0 0-1,0 0 1,0 0-1,0 0 1,0 0-1,0 0 1,0 1-1,-1-1 1,1 1-1,1 3 1,0 3 162,0 1 0,-1 0 1,2 15-1,1 10 250,-3 0-1,-1 0 1,-6 58 0,-24 110 1473,23-163-1669,-30 141 647,-7-2 0,-86 226 0,-135 228-436,177-444-1398,65-138 317,15-35 178,-1 0 1,-1 0-1,0-1 1,-1 0-1,-1 0 1,0-1-1,-25 24 1,31-34 50,1 0 0,-1 0 0,0-1 0,0 0 0,0 0 0,0 0-1,0 0 1,-1-1 0,1 0 0,-1 0 0,0 0 0,0-1 0,0 0 0,1 0 0,-1 0 0,0-1 0,0 0 0,0 0 0,0-1 0,0 1 0,0-1 0,0-1 0,0 1 0,1-1 0,-1 0 0,1 0 0,-7-3-1,-26-22-4853,5-8-3029</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1.475"/>
    </inkml:context>
    <inkml:brush xml:id="br0">
      <inkml:brushProperty name="width" value="0.035" units="cm"/>
      <inkml:brushProperty name="height" value="0.035" units="cm"/>
      <inkml:brushProperty name="color" value="#008C3A"/>
    </inkml:brush>
  </inkml:definitions>
  <inkml:trace contextRef="#ctx0" brushRef="#br0">0 53 5072,'17'-5'448,"1"-1"170,-2 5 2826,10-20-638,-14 16-2592,0 2-1,0-1 0,1 2 0,-1 0 1,1 0-1,-1 1 0,1 1 0,-1 0 1,1 0-1,17 4 0,-28-4-183,0 1 0,-1-1 0,1 1 0,0-1 0,-1 1-1,1-1 1,0 1 0,-1 0 0,1 0 0,-1 0 0,1 0 0,-1 0 0,0 1 0,1-1 0,-1 0-1,0 0 1,0 1 0,0-1 0,0 1 0,0-1 0,0 1 0,0-1 0,-1 1 0,1 0 0,-1-1 0,1 1-1,-1 0 1,1 0 0,-1-1 0,0 1 0,0 0 0,0 0 0,0 0 0,0-1 0,-1 3 0,0 6 58,0 0 0,-2 0 0,1-1 0,-1 1 0,-4 9 1,-11 24 99,2 0 0,3 2 0,1-1 0,-11 87 0,22-123-177,-1 1-1,1-1 0,-7 16 1,5-14 29,2-6 22,1 33 166,31-50-122,4-4-1112,56-20 0,-6 10-5779,-51 15 808</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7.707"/>
    </inkml:context>
    <inkml:brush xml:id="br0">
      <inkml:brushProperty name="width" value="0.035" units="cm"/>
      <inkml:brushProperty name="height" value="0.035" units="cm"/>
      <inkml:brushProperty name="color" value="#008C3A"/>
    </inkml:brush>
  </inkml:definitions>
  <inkml:trace contextRef="#ctx0" brushRef="#br0">1 1206 4392,'4'-2'558,"-1"0"0,1 0-1,0 0 1,-1 0 0,1 0-1,-1-1 1,0 0-1,0 1 1,0-1 0,3-4-1,-5 5 1154,0 0-865,27-47 9090,-25 46-9895,1 1 0,-1 0 0,1 0 0,0 0 0,0 0 0,-1 1 0,6-1 0,-7 2-33,-1 1 0,1 0 0,0 0 0,0 0 0,-1 0 0,1 1 0,-1-1 1,1 0-1,-1 1 0,1-1 0,-1 1 0,0-1 0,0 1 0,1 0 0,-1-1 0,0 1 0,0 2 1,5 37 171,-5-32-185,0 39 114,-2-32-31,2 0 1,3 28 0,7 31-10,7 35 99,-15-101-188,0 7 40,1 0 0,1-1-1,0 0 1,1 0 0,1 0 0,11 19-1,15 17-5,3-1 0,1-1 0,77 76 0,-99-113-7,0 0 0,0-1 0,1-1 0,0 0 0,1-1 0,0-1 0,26 9 0,-3-6-9,0-1 0,54 6 0,224 46-97,-219-40 76,-58-13 13,-6-1 9,55 6 0,249 18-58,-43-10 129,97 11-101,13 13-7,93 16 73,-293-40-25,398-8 0,-178-27-42,265-14 11,-430 6 44,-57-2 5,-72 7-52,326-44-21,-122 9 73,-275 38-34,-1-2-1,-1-4 1,85-38 0,-102 34 3,-2-2 0,0-2 0,-2-2 0,-1-1 0,57-60 0,-71 63 14,-1 0 1,-1-1-1,31-57 0,-39 59-17,12-34-1,1-3 36,-5 15-18,-8 18-1,1 1 1,20-32 0,-16 32-22,19-45 1,-6 11 28,-14 28-27,-2 0-1,-2-1 1,-1-1-1,-2 0 1,-1-1-1,4-41 1,-7-110-48,-7 142 53,2 11 4,1-1 1,1 1-1,2 0 0,2 0 1,20-64-1,-22 88-5,-1 0-1,0 0 1,-1-1 0,0 1-1,-1-1 1,-1 0 0,0 1 0,0-1-1,-2 0 1,1 0 0,-2 0-1,1 1 1,-2-1 0,-6-19 0,6 24 10,2 4-3,-2-27 1,2 27-5,0 0 0,1 0 0,0 0 0,0 0 0,0 0 0,0 0 1,0 0-1,1 0 0,0 0 0,0 0 0,0 0 0,0 0 1,0 0-1,1 1 0,0-1 0,0 1 0,0-1 0,0 1 0,0 0 1,1-1-1,-1 1 0,1 0 0,0 1 0,0-1 0,5-3 1,4-4 49,6-2-126,-25 34-43,6-20 103,-20 17 11,14-13 0,-1 1 1,2-1 0,-1 1 0,1 0 0,0 0 0,0 1-1,1 0 1,0 0 0,0 0 0,1 1 0,-5 11 0,0 17 21,1 0 0,1 0 0,-2 69 0,5-52 10,-10 52 0,5-58-18,-2 0 0,-2-1 0,-3-1 0,-1 0 0,-23 43 0,32-71-6,0-1-1,2 1 1,-7 30-1,0-3-4,-13 50 72,19-67-68,0 0 0,-18 43 1,-2-20 20,-2-2 0,-38 48 0,49-71 7,-8 11-114,2 1-1,-32 67 0,44-76-1335,-8 33 1,-8 19-2945</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8.604"/>
    </inkml:context>
    <inkml:brush xml:id="br0">
      <inkml:brushProperty name="width" value="0.035" units="cm"/>
      <inkml:brushProperty name="height" value="0.035" units="cm"/>
      <inkml:brushProperty name="color" value="#008C3A"/>
    </inkml:brush>
  </inkml:definitions>
  <inkml:trace contextRef="#ctx0" brushRef="#br0">28 27 4988,'0'0'5181,"0"-2"-3948,-1-22 3846,-5 45 502,1 3-6466,-1 17 1036,1 0 0,1 0 0,4 47 0,0-68-387,5 122-4069,-2-79-837,0 8-3972</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19.587"/>
    </inkml:context>
    <inkml:brush xml:id="br0">
      <inkml:brushProperty name="width" value="0.035" units="cm"/>
      <inkml:brushProperty name="height" value="0.035" units="cm"/>
      <inkml:brushProperty name="color" value="#008C3A"/>
    </inkml:brush>
  </inkml:definitions>
  <inkml:trace contextRef="#ctx0" brushRef="#br0">4747 1 6241,'-7'1'1200,"1"1"1,0 1 0,0-1 0,0 1 0,0 0 0,-8 6 0,5 2-723,0 0 1,1 0-1,0 1 1,1 0-1,0 1 1,1 0-1,-6 17 1,-24 99 1108,31-106-1274,-103 326 1682,46-161-1663,15-31-188,16-91-135,30-63-7,-1 0 0,1-1 0,-1 1 1,0-1-1,0 1 0,1-1 0,-2 0 1,1 0-1,0 0 0,0 0 0,-1 0 1,1 0-1,-1-1 0,1 1 0,-1-1 1,0 0-1,0 0 0,1 1 0,-1-2 1,-4 2-1,-7 1 2,1-1 1,-1 0-1,-19 0 0,-300-13 32,-3-26 2,47 5-8,-188-16 41,-378-32 159,-798 10-59,1380 74-2344</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1.781"/>
    </inkml:context>
    <inkml:brush xml:id="br0">
      <inkml:brushProperty name="width" value="0.035" units="cm"/>
      <inkml:brushProperty name="height" value="0.035" units="cm"/>
      <inkml:brushProperty name="color" value="#008C3A"/>
    </inkml:brush>
  </inkml:definitions>
  <inkml:trace contextRef="#ctx0" brushRef="#br0">11777 1 4072,'0'0'5804,"-3"0"-5634,-6 1-78,1 0-1,0 1 1,1 0-1,-1 0 1,0 1-1,1 0 1,-1 0 0,-12 8-1,-30 13 257,5-7 18,1-1 79,0-1 0,-69 14 0,-24-11 971,-200 1-1,-285 0 925,496-18-2063,-1197 1 2261,599-15-1695,620 11-773,-452-1 211,20 27-151,310-6-63,-1204 84-68,1015-77-13,-91 4 23,-1-26-76,-438-16 71,33 32-19,159 0 6,157-13-29,368-6 44,-68 3-186,181-11-416,202 0 549,-3-4 74,-81 12-13,16 6 74,-14-4-42,1 1-1,-2 0 1,1 0 0,0 0 0,-1 1 0,1-1 0,-1 1 0,0 0-1,0 1 1,0-1 0,-1 0 0,0 1 0,0 0 0,3 6 0,4 9 64,0 1 1,6 26-1,-12-36-77,21 77 154,-11-33-123,-3-14-33,24 104-86,7 73-2871,-3-16-7223,-27-153 3452</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2.525"/>
    </inkml:context>
    <inkml:brush xml:id="br0">
      <inkml:brushProperty name="width" value="0.035" units="cm"/>
      <inkml:brushProperty name="height" value="0.035" units="cm"/>
      <inkml:brushProperty name="color" value="#008C3A"/>
    </inkml:brush>
  </inkml:definitions>
  <inkml:trace contextRef="#ctx0" brushRef="#br0">7 323 4948,'0'-1'104,"-1"0"-1,0 1 1,1-1-1,-1 0 1,1 0-1,-1 0 1,1 0-1,-1 1 1,1-1-1,0 0 1,-1 0-1,1 0 1,0 0-1,0 0 1,0 0-1,0 0 1,0 0-1,0 0 1,0 0-1,0 0 1,3-9 10668,0 9-10676,7-1-33,1 0 0,0 1-1,0 0 1,0 0 0,0 1 0,-1 1-1,1 0 1,0 0 0,15 4-1,18 2-7,247 38-327,152 12-3914,-382-53 3454,-35-1 309,0-1-1,1-1 1,-1-1 0,0-2 0,0 0 0,27-7 0,-48 8 334,0-1 0,0 0 1,-1 0-1,1 0 0,0-1 1,-1 0-1,0 0 1,1 0-1,-1 0 0,-1 0 1,1-1-1,0 0 0,-1 0 1,1 0-1,-1 0 1,-1 0-1,1-1 0,0 1 1,-1-1-1,0 0 0,3-8 1,-1-5 84,0-1 1,-2 0 0,0 0 0,-1-31-1,1 4 804,-2 41-656,0-1 0,0 0 0,0 1 1,-1-1-1,0 0 0,0 1 0,0-1 0,-1 1 1,0 0-1,0-1 0,0 1 0,-1 0 1,1 0-1,-1 0 0,0 1 0,-1-1 0,1 1 1,-1-1-1,-5-3 0,3 3-2,1 1-1,-1 0 1,-1 0-1,1 1 1,-1-1 0,1 2-1,-1-1 1,0 1-1,0 0 1,0 0 0,0 1-1,0 0 1,0 0-1,-1 0 1,-9 2 0,0 0-51,-1 1 0,1 0 0,0 2 0,1 0 0,-1 1 0,1 0 0,-1 2 0,2 0 0,-1 0 1,1 2-1,0 0 0,1 0 0,0 2 0,-25 22 0,26-19-333,-1 1-1,2 0 1,0 1 0,1 0 0,1 1-1,0 0 1,1 1 0,-8 20 0,-12 52-5346,17-42 471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3.229"/>
    </inkml:context>
    <inkml:brush xml:id="br0">
      <inkml:brushProperty name="width" value="0.035" units="cm"/>
      <inkml:brushProperty name="height" value="0.035" units="cm"/>
      <inkml:brushProperty name="color" value="#008C3A"/>
    </inkml:brush>
  </inkml:definitions>
  <inkml:trace contextRef="#ctx0" brushRef="#br0">1 0 7117,'4'2'521,"0"-1"1,0 1 0,0 1 0,0-1 0,-1 0-1,1 1 1,5 4 0,-5-3-111,0 0 0,1-1-1,-1 0 1,1 0 0,0 0 0,7 2 0,75 28 2551,259 86 592,-282-104-4085,1-3 0,67 5 0,-102-15-734,-1-1 0,53-5 0,-61 1-836,-1 0 1,31-10-1,-12-1-3908</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23.429"/>
    </inkml:context>
    <inkml:brush xml:id="br0">
      <inkml:brushProperty name="width" value="0.035" units="cm"/>
      <inkml:brushProperty name="height" value="0.035" units="cm"/>
      <inkml:brushProperty name="color" value="#008C3A"/>
    </inkml:brush>
  </inkml:definitions>
  <inkml:trace contextRef="#ctx0" brushRef="#br0">708 69 10121,'-58'-14'1677,"54"13"-1224,-1-1 0,0 0 0,1 0 0,0-1 0,-1 1 0,-6-6 0,-7-4 800,13 9-1019,-1 0 0,0 0 0,0 0 0,0 1-1,0 0 1,0 0 0,-1 1 0,1 0 0,-1 0 0,1 0 0,-1 1 0,1 0-1,-1 0 1,1 0 0,-1 1 0,-11 3 0,-4 4-288,1 2-1,0 0 1,0 1-1,1 1 1,0 1 0,1 0-1,-26 26 1,22-17-256,2 2 1,0 0-1,2 1 1,1 2-1,-16 27 0,9-4-1071,2 2 0,2 0 0,2 1-1,3 1 1,2 0 0,-7 60 0,9-12-3872</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253"/>
    </inkml:context>
    <inkml:brush xml:id="br0">
      <inkml:brushProperty name="width" value="0.035" units="cm"/>
      <inkml:brushProperty name="height" value="0.035" units="cm"/>
      <inkml:brushProperty name="color" value="#008C3A"/>
    </inkml:brush>
  </inkml:definitions>
  <inkml:trace contextRef="#ctx0" brushRef="#br0">510 475 6145,'-22'-44'790,"11"21"3,0 0 1,2 0-1,-8-27 0,9 28 170,-1 0 0,-1 0-1,-1 1 1,-1 0 0,-1 1 0,0 0-1,-2 1 1,0 1 0,-1 0-1,-1 1 1,-1 1 0,0 0-1,-1 2 1,-21-13 0,36 24-834,0 1-1,1 0 1,-1 0 0,0 0-1,0 1 1,-1-1 0,1 1-1,0 0 1,0 0 0,-1 1 0,1-1-1,0 1 1,-1 0 0,1 0-1,-1 0 1,1 1 0,0-1-1,-1 1 1,1 0 0,0 0 0,0 1-1,0-1 1,0 1 0,0 0-1,0 0 1,0 1 0,1-1-1,-1 1 1,1-1 0,-1 1 0,1 0-1,0 0 1,0 1 0,1-1-1,-1 1 1,-2 4 0,-4 10 191,2 1 1,0 1 0,1-1 0,1 1-1,-3 27 1,-5 107 709,7-15-863,7 0 1,32 246-1,-12-269-279,5-2 0,5-1 0,51 122 1,-48-156-61,3-2 0,3-1 0,4-2 0,104 134 0,-124-180-299,1-1 1,0-1-1,2-1 0,1-1 0,1-2 0,61 36 0,-76-50 303,1-1 0,1 0 0,-1-1-1,1-1 1,0 0 0,0-1 0,0-1-1,1 0 1,-1-2 0,1 1-1,-1-2 1,1-1 0,-1 0 0,1 0-1,-1-2 1,1 0 0,21-8 0,-16 2 68,-1 0 1,-1-2-1,0 0 1,0-1-1,-1-1 1,0-1-1,-2-1 1,1 0-1,-2-2 1,0 0-1,25-34 1,1-13 169,-3-1 0,38-87 0,-22 42 809,-53 106-742,0 0-1,0 0 1,0 0 0,1 0-1,0 0 1,6-6-1,-9 10-106,1 0-1,-1-1 0,1 1 0,-1 0 0,1-1 0,-1 1 0,1 0 1,-1 0-1,1 0 0,-1-1 0,1 1 0,-1 0 0,1 0 0,-1 0 1,1 0-1,0 0 0,-1 0 0,1 0 0,-1 0 0,1 0 0,-1 1 1,1-1-1,0 0 0,1 1 29,-1 0 0,0 0 1,0 0-1,0 0 0,0 0 0,0 0 0,0 0 1,0 0-1,0 1 0,0-1 0,0 0 1,0 3-1,13 28 236,-2 0-1,-1 0 1,7 37 0,-9-32-159,1-1 0,22 50 1,-28-77-135,4 8 5,1 0 0,19 29 0,-23-40-44,-1-1 1,1 0-1,0 0 0,1 0 0,-1-1 0,1 0 1,-1 0-1,1 0 0,0-1 0,1 0 0,7 3 1,-3-2-78,-1-2 0,1 1 1,0-1-1,0-1 0,0 0 1,0 0-1,0-1 0,0-1 1,17-2-1,-19 2 44,-1-1 0,0 0-1,1 0 1,-1-1 0,0 0 0,0-1 0,-1 1-1,1-1 1,-1-1 0,0 0 0,0 0-1,0 0 1,5-7 0,-1 0 17,0-1 0,-1 0 0,-1 0 0,0-1 0,-1-1 0,-1 0 0,0 0-1,-1 0 1,0-1 0,-1 1 0,-1-1 0,4-32 0,-7 29 31,-1 0 0,0 0 0,-2 0 0,0 1 0,-1-1 0,-1 1 0,0 0 0,-2 0 0,0 0 0,-1 0 0,-10-18 0,1 9-34,0 0-1,-2 1 0,0 1 1,-2 1-1,-1 1 0,-1 0 0,0 2 1,-2 0-1,-1 2 0,0 1 1,-1 0-1,-47-22 0,68 38-135,0 0 0,0 1-1,0-1 1,-1 1 0,1 0 0,0 0-1,-1 1 1,1 0 0,-1 0-1,1 0 1,-8 1 0,10 0-247,-1 0 0,0 0 1,1 0-1,-1 0 0,1 1 0,-7 3 1,8-4-228,0 1 1,0-1-1,0 1 1,0 0 0,0 0-1,1 0 1,-1 0 0,0 0-1,1 0 1,-2 3-1,-4 10-8339</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643"/>
    </inkml:context>
    <inkml:brush xml:id="br0">
      <inkml:brushProperty name="width" value="0.035" units="cm"/>
      <inkml:brushProperty name="height" value="0.035" units="cm"/>
      <inkml:brushProperty name="color" value="#008C3A"/>
    </inkml:brush>
  </inkml:definitions>
  <inkml:trace contextRef="#ctx0" brushRef="#br0">433 452 11385,'-17'1'769,"13"0"-577,1-1 0,-1 1 0,1-1 0,0 0 0,-1 0 0,1-1 0,-1 1 0,1-1 0,0 0-1,-1 1 1,1-2 0,0 1 0,-1 0 0,1-1 0,0 1 0,0-1 0,-3-2 0,-7-9 1562,0 0-1,0-1 1,-19-29 0,26 35-1432,1 0 1,0-1-1,1 0 0,0 0 0,0 0 1,1 0-1,0 0 0,0-1 1,1 0-1,1 1 0,0-1 0,0 0 1,0 0-1,2-12 0,1 11-229,0-1 1,0 1-1,2-1 0,-1 1 0,1 0 1,1 0-1,0 0 0,1 1 0,-1 0 1,14-17-1,-14 20-60,0 1 1,1-1-1,-1 1 0,1 0 1,0 1-1,1-1 1,-1 1-1,1 0 0,9-4 1,-14 8-30,1 0 1,0 0-1,0 1 1,0-1-1,-1 1 0,1-1 1,0 1-1,0 0 1,0 0-1,0 0 1,0 0-1,0 1 1,0-1-1,0 1 0,-1 0 1,1 0-1,0 0 1,0 0-1,-1 0 1,1 1-1,-1-1 1,1 1-1,-1 0 0,0-1 1,1 1-1,-1 0 1,0 0-1,3 5 1,5 5 7,0 1 1,-1 0-1,-1 0 1,0 1-1,-1 0 1,0 0-1,4 17 1,-1-3 46,-2 1 0,8 54 1,-12-47-13,-2 0 1,-2 1-1,-1 0 1,-2-1-1,-1 0 1,-2 0 0,-1 0-1,-2-1 1,-2 0-1,-1 0 1,-1-1-1,-2-1 1,-1 0-1,-2-1 1,-1-1-1,-2-1 1,-1-1 0,-36 39-1,-59 44 82,69-67-842,-67 77 1,103-107 175,-16 18-2475</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0.971"/>
    </inkml:context>
    <inkml:brush xml:id="br0">
      <inkml:brushProperty name="width" value="0.035" units="cm"/>
      <inkml:brushProperty name="height" value="0.035" units="cm"/>
      <inkml:brushProperty name="color" value="#008C3A"/>
    </inkml:brush>
  </inkml:definitions>
  <inkml:trace contextRef="#ctx0" brushRef="#br0">58 0 11805,'-3'2'1211,"0"0"0,0 0 0,0 1 0,0-1 1,0 1-1,0 0 0,1 0 0,-4 4 0,4-4-670,0 0 0,1 1 0,-1-1 0,1 1 0,0 0 0,-1-1 1,1 6-1,-1 3-343,2 0-1,-1 0 1,2 0 0,2 16 0,-1 1 1326,22 242-79,9 194 330,-33-328-5116,-5 1 0,-44 248-1,39-337-4062,-2-5-4951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1.124"/>
    </inkml:context>
    <inkml:brush xml:id="br0">
      <inkml:brushProperty name="width" value="0.035" units="cm"/>
      <inkml:brushProperty name="height" value="0.035" units="cm"/>
      <inkml:brushProperty name="color" value="#008C3A"/>
    </inkml:brush>
  </inkml:definitions>
  <inkml:trace contextRef="#ctx0" brushRef="#br0">35 286 13841,'-35'-26'9073,"64"12"-7789,25-3-352,9 2-108,20-2-408,12-3-788,13-3-376,6-5-748,-6-4-808,0 1-1008,0-1-2089,-3 1-4352</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4.532"/>
    </inkml:context>
    <inkml:brush xml:id="br0">
      <inkml:brushProperty name="width" value="0.035" units="cm"/>
      <inkml:brushProperty name="height" value="0.035" units="cm"/>
      <inkml:brushProperty name="color" value="#008C3A"/>
    </inkml:brush>
  </inkml:definitions>
  <inkml:trace contextRef="#ctx0" brushRef="#br0">131 100 7617,'-11'-17'1669,"-2"-3"3513,-19-40 1,30 57-3416,-1 6-1504,0 1-1,-1-1 1,1 1-1,0-1 1,1 1 0,-1 0-1,1 0 1,0 0 0,0 0-1,0 1 1,0-1-1,1 0 1,-1 1 0,1 0-1,0-1 1,1 1-1,-1 9 1,-12 344 4613,9-149-3374,-5-31-1364,0 273-19,12-387-122,3 0 1,3-1-1,2 0 1,39 121-1,-37-150-188,1-1 1,2 0-1,1 0 1,1-2-1,2 0 0,48 55 1,-48-64-77,2-1 1,1-1 0,1-1-1,0-1 1,1-1-1,1-1 1,1-1 0,49 19-1,-38-20-618,1-2-1,1-2 1,0-2 0,1-1-1,43 1 1,-21-6-2490,1-3-1,97-14 1,-8-9-7238</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5.126"/>
    </inkml:context>
    <inkml:brush xml:id="br0">
      <inkml:brushProperty name="width" value="0.035" units="cm"/>
      <inkml:brushProperty name="height" value="0.035" units="cm"/>
      <inkml:brushProperty name="color" value="#008C3A"/>
    </inkml:brush>
  </inkml:definitions>
  <inkml:trace contextRef="#ctx0" brushRef="#br0">124 4 10913,'1'-3'3226,"-1"7"-738,-2 20 721,-7 35-721,-38 302 3643,35-228-5133,-42 703 1407,53-830-2386,1 0 0,1 0 0,-1 0 0,1 0 0,0 0 0,3 8 0,-4-13-20,1 0 0,0 1 1,-1-1-1,1 0 0,0 0 0,0 0 1,-1 0-1,1 0 0,0 0 1,0 0-1,0 0 0,0 0 1,1 0-1,-1 0 0,0 0 0,0-1 1,0 1-1,1-1 0,-1 1 1,0-1-1,1 1 0,-1-1 1,0 0-1,1 1 0,-1-1 0,1 0 1,-1 0-1,0 0 0,2 0 1,5-1-16,0-1 1,-1 1-1,1-1 1,-1 0-1,0-1 1,1 0-1,-1 0 1,0 0 0,-1-1-1,9-6 1,12-10-127,27-25 0,-25 19 58,12-9 7,1 2 1,1 3-1,2 0 1,56-25-1,-82 46 77,0 1 0,1 0 0,0 2 0,1 1 0,-1 0 0,1 1-1,0 2 1,0 0 0,0 1 0,0 1 0,0 1 0,0 1 0,31 6 0,-25-1 23,-1 2 1,0 0-1,-1 2 1,0 0 0,23 16-1,120 90 44,-37-15 6,-105-81-484,0-2 0,48 27 0,-62-40-143,-1-1-1,1 0 1,0-1-1,1 0 1,-1-1-1,0-1 0,1 0 1,0-1-1,23 0 1,-31-1 36,0-1 0,0 0 0,0 0 1,0 0-1,-1-1 0,1 1 0,0-1 0,-1 0 1,1-1-1,-1 1 0,0-1 0,0 0 0,0 0 1,6-6-1,7-5-3606,14-5-5552</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7.191"/>
    </inkml:context>
    <inkml:brush xml:id="br0">
      <inkml:brushProperty name="width" value="0.035" units="cm"/>
      <inkml:brushProperty name="height" value="0.035" units="cm"/>
      <inkml:brushProperty name="color" value="#008C3A"/>
    </inkml:brush>
  </inkml:definitions>
  <inkml:trace contextRef="#ctx0" brushRef="#br0">318 835 4828,'0'0'97,"0"0"0,-1 0-1,1 0 1,-1 0-1,1 0 1,0 0-1,-1 0 1,1 0 0,0 0-1,-1-1 1,1 1-1,0 0 1,-1 0-1,1 0 1,0-1-1,-1 1 1,1 0 0,0 0-1,0 0 1,-1-1-1,1 1 1,0 0-1,0-1 1,0 1 0,-1 0-1,1-1 1,0 1-1,0 0 1,0-1-1,0 1 1,0 0 0,-1-1-1,1 1 1,0 0-1,0-1 1,0 1-1,0-1 1,0 1-1,0 0 1,0-1 0,0 1-1,1 0 1,-1-1-1,-3-16 2659,-2 5 1463,2-3-2100,3 12-1767,-1 1-1,1-1 1,-1 1-1,0-1 1,0 1-1,0-1 1,0 1-1,0-1 0,0 1 1,-3-4-1,4 6-288,0 0 1,0 0-1,-1 0 0,1 0 0,0-1 0,0 1 0,-1 0 1,1 0-1,0 0 0,0 0 0,0 0 0,-1 0 0,1 0 0,0 0 1,0 0-1,-1 0 0,1 0 0,0 0 0,-1 0 0,1 0 1,0 0-1,0 0 0,-1 0 0,1 0 0,0 0 0,0 0 0,0 0 1,-1 0-1,1 0 0,0 0 0,0 1 0,-1-1 0,1 0 0,0 0 1,0 0-1,0 0 0,-1 1 0,1-1 0,0 0 0,0 0 1,0 0-1,0 1 0,0-1 0,0 0 0,-1 0 0,1 0 0,0 1 1,0-1-1,0 0 0,0 0 0,0 1 0,0-1 0,-11 27 989,-6 35-165,-10 178 1488,13-79-1603,8-112-567,2 1-1,5 94 0,1-125-188,0-1 0,1 0 0,0 1 0,2-2 0,0 1 0,1 0 0,1-1 0,0 0 0,2-1-1,0 0 1,11 16 0,-17-29-45,-1 0-1,1 1 0,0-2 0,0 1 1,0 0-1,0-1 0,1 1 1,-1-1-1,1 0 0,0 0 1,-1 0-1,1 0 0,0-1 1,0 0-1,0 0 0,6 1 1,-4-1-15,0-1 1,-1 0 0,1-1-1,0 1 1,0-1 0,0 0-1,-1-1 1,1 1 0,-1-1 0,10-4-1,-4 0-54,0-1 0,0 1 0,-1-2 0,1 1 0,-2-2 0,1 1 0,-1-1 0,-1-1-1,1 1 1,7-15 0,0-2-117,-1-1 0,-2-1-1,0 0 1,-2-1 0,8-35 0,-6 6-197,-3-1 1,3-62 0,-12 112 373,5-77-396,-4-91 0,-11 59 241,-4 0 0,-6 1-1,-5 1 1,-69-202 0,89 306 173,-1 0 0,0 1 1,-1-1-1,0 1 0,-1 0 1,0 1-1,-1-1 0,0 1 0,-10-9 1,16 17 25,-1 0 0,1 1 0,-1-1 0,0 1 0,1 0 1,-1 0-1,0 0 0,0 0 0,0 0 0,0 0 1,0 1-1,0 0 0,0-1 0,0 1 0,0 0 1,0 1-1,0-1 0,0 0 0,0 1 0,0 0 0,0-1 1,0 1-1,0 1 0,-4 1 0,0 0 38,-1 1 0,1 0 0,-1 1 0,1 0 0,0 0 0,1 0 0,-9 10 0,-14 17 140,3 3-1,1 0 1,1 1 0,2 2-1,2 0 1,-23 60-1,20-35-6,4 1 0,2 1 0,-13 99-1,26-133-128,1 0 0,2-1 0,1 1-1,1 0 1,7 33 0,-6-51-40,0-1 0,1 0-1,1 0 1,0 0 0,1-1 0,0 1 0,0-1 0,2 0 0,-1-1 0,1 1 0,1-1 0,0-1 0,0 1 0,1-1 0,12 10 0,1-4-243,1-2 0,0 0 1,1-1-1,0-1 0,1-1 0,0-1 0,1-2 1,-1 0-1,1-2 0,1-1 0,-1-1 1,35 0-1,-12-3-1743,95-13 0,41-25-5940,-74 7-1469</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7.985"/>
    </inkml:context>
    <inkml:brush xml:id="br0">
      <inkml:brushProperty name="width" value="0.035" units="cm"/>
      <inkml:brushProperty name="height" value="0.035" units="cm"/>
      <inkml:brushProperty name="color" value="#008C3A"/>
    </inkml:brush>
  </inkml:definitions>
  <inkml:trace contextRef="#ctx0" brushRef="#br0">0 118 10877,'0'-31'2065,"1"29"-1829,-1 0 1,0 0-1,1 0 1,0-1-1,-1 1 1,1 0 0,0 1-1,0-1 1,0 0-1,0 0 1,0 0-1,0 1 1,1-1-1,-1 0 1,1 1-1,-1-1 1,3-1-1,1-2 562,0 0-528,1 1 0,-1-1 0,1 1 0,-1 1 0,1-1 0,0 1 0,1 0 0,-1 0 0,1 1 0,-1 0 0,1 0 0,-1 0 0,1 1 0,12-1 0,3 1 100,0 0-1,0 2 0,26 3 1,-33-2-261,1 1 0,-1 0 0,0 1-1,0 1 1,0 0 0,-1 1 0,1 0 0,-2 2 0,1-1 0,-1 2 0,0 0 0,0 0 0,-1 1 0,-1 1 0,0 0-1,0 0 1,-1 1 0,0 1 0,-1-1 0,-1 2 0,0-1 0,-1 1 0,0 0 0,-1 1 0,-1-1 0,0 1-1,-1 0 1,0 1 0,-2-1 0,3 29 0,-5-4-35,-2 0-1,-1 0 1,-2 0-1,-17 66 1,-60 155 16,39-136 54,29-88-103,10-28-7,0 0 0,1 0 0,0 0 0,1 0-1,-3 13 1,5-21-32,0 0-1,0-1 0,0 1 0,0-1 1,0 1-1,0-1 0,0 1 1,0-1-1,0 1 0,0-1 1,0 1-1,0-1 0,0 1 1,0-1-1,1 1 0,-1-1 0,0 1 1,0-1-1,1 1 0,-1-1 1,0 1-1,1-1 0,-1 1 1,0-1-1,1 1 0,1-1-1,0 0 1,0 0-1,0 1 0,0-1 0,0-1 1,0 1-1,0 0 0,0 0 0,0-1 1,0 1-1,-1-1 0,1 0 0,0 0 1,0 1-1,0-1 0,-1 0 0,1 0 1,-1-1-1,1 1 0,-1 0 0,1 0 1,1-2-1,33-37 52,9-30-77,-3-3 0,-4-1-1,-2-1 1,39-123 0,-61 158-2,66-211-182,-71 220 329,-9 31-101,0 0 0,0 0 0,0 0 0,0 0 0,0 1 0,0-1 0,1 0 0,-1 0 0,0 0 0,0 0 0,0 0 0,0 0 0,0 0 0,0 0 0,0 0 0,0 0 0,0 0-1,1 0 1,-1 0 0,0 0 0,0 0 0,0 0 0,0 0 0,0 0 0,0-1 0,0 1 0,0 0 0,0 0 0,0 0 0,0 0 0,1 0 0,-1 0 0,0 0 0,0 0 0,0 0 0,0 0 0,0 0 0,0 0 0,0-1 0,-3 50 1488,1-27-1568,0 38 608,3 0 0,2 1 0,17 83 0,-15-112-482,1-1 0,2 0 1,1-1-1,2 0 0,0 0 1,2-1-1,28 45 0,-32-60-316,1 0 0,0-1 0,1 0 0,0-1 0,1 0 0,1-1 0,0 0 0,0-1 0,1 0 0,0-1 0,1-1 0,0 0 0,0-1 0,1-1 0,0 0 0,16 3 0,-1-3-825,0-2 0,1 0 0,-1-2 0,1-2 0,42-4 0,-32-2-3615,69-17 1,-35 1-4734</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8.563"/>
    </inkml:context>
    <inkml:brush xml:id="br0">
      <inkml:brushProperty name="width" value="0.035" units="cm"/>
      <inkml:brushProperty name="height" value="0.035" units="cm"/>
      <inkml:brushProperty name="color" value="#008C3A"/>
    </inkml:brush>
  </inkml:definitions>
  <inkml:trace contextRef="#ctx0" brushRef="#br0">0 73 9425,'2'-4'547,"0"-1"0,1 1 0,-1 0-1,1 0 1,-1 0 0,1 1 0,0-1 0,1 1 0,-1-1 0,1 1 0,-1 0-1,1 1 1,0-1 0,0 0 0,9-3 0,-9 4-273,-1 0 0,1 0 0,1 1 0,-1-1 0,0 1 0,0 0 0,0 0 0,1 0 0,-1 1 0,1-1 0,-1 1 0,0 0 0,1 0 0,-1 1 0,1-1 0,6 3 0,-9-2-167,-1 0 0,1 1 0,-1-1 0,1 0-1,-1 1 1,1-1 0,-1 1 0,0-1-1,0 1 1,0 0 0,1 0 0,-2-1 0,1 1-1,0 0 1,0 0 0,-1 0 0,1 0-1,-1 0 1,1 0 0,-1 0 0,0 0 0,0 0-1,0 4 1,-6 51 1111,4-48-976,-45 227 1405,-4 28 1149,44-215-2429,3 1 0,1 0 0,7 67 0,2-72-736,1-1 0,3 0 0,2 0-1,1-1 1,3-1 0,1 0 0,2-1 0,2-1 0,2-1 0,1-1 0,58 69-1,-50-71-109,1-1 0,2-2 0,1-1 0,2-2-1,1-1 1,1-3 0,1-1 0,1-1-1,2-3 1,0-2 0,51 16 0,-67-28-1456,36 6 1,-2-8-3640,3-6-4586</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38.825"/>
    </inkml:context>
    <inkml:brush xml:id="br0">
      <inkml:brushProperty name="width" value="0.035" units="cm"/>
      <inkml:brushProperty name="height" value="0.035" units="cm"/>
      <inkml:brushProperty name="color" value="#008C3A"/>
    </inkml:brush>
  </inkml:definitions>
  <inkml:trace contextRef="#ctx0" brushRef="#br0">394 40 8257,'4'-6'1211,"11"-17"-24,-10 12 6930,30 95-4903,68 112-1,-57-112-2302,-24-42-557,121 234 1340,-105-194-1197,41 131 0,-66-168-386,-2 2 0,-2-1 0,-2 1 0,2 72 0,-9-86-65,-2 0 1,-1 1 0,-2-1 0,-1 0 0,-2-1 0,-1 0 0,-17 42-1,7-34-180,-1-1 0,-1-1 0,-3-1-1,0-1 1,-3-1 0,-1-2 0,-1 0-1,-2-2 1,-53 41 0,38-37-1254,-2-1 0,-69 34 0,55-37-3550,-108 37 0,47-28-6777</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0.904"/>
    </inkml:context>
    <inkml:brush xml:id="br0">
      <inkml:brushProperty name="width" value="0.035" units="cm"/>
      <inkml:brushProperty name="height" value="0.035" units="cm"/>
      <inkml:brushProperty name="color" value="#008C3A"/>
    </inkml:brush>
  </inkml:definitions>
  <inkml:trace contextRef="#ctx0" brushRef="#br0">12 546 5000,'0'0'19300,"-1"-1"-18664,0-1-575,0 1 0,0 0 1,0-1-1,0 1 1,0-1-1,0 1 1,1-1-1,-1 1 1,0-1-1,1 1 0,0-1 1,-1 0-1,1 1 1,0-1-1,0 1 1,0-1-1,0 0 0,0 1 1,0-1-1,1-3 1,0 2-10,0-1-1,1 1 1,0-1 0,0 1 0,0 0 0,0 0-1,0 0 1,0 0 0,6-5 0,8-8 7,0-1 0,-2-1 0,0 0 0,-1 0 0,-1-1 0,0-1 0,14-36 0,0-7-236,-15 38 8,0-1 0,8-37 0,18-46-443,-36 106 530,-1 23 118,0-9 30,0-1-1,-1 1 0,-2 16 0,-3 23 119,5-31-201,-1 20 168,1 1 1,3-1-1,6 48 1,-6-77-251,0 0 1,0 0-1,1-1 1,0 1-1,1-1 1,0 1-1,0-1 1,1 0 0,0-1-1,1 1 1,0-1-1,0 0 1,1-1-1,0 1 1,0-1-1,1-1 1,15 12 0,-16-14-670,0-1 0,1 0 1,-1 0-1,0 0 0,1-1 1,14 2-1,20-3-7886,-25-8 530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1.074"/>
    </inkml:context>
    <inkml:brush xml:id="br0">
      <inkml:brushProperty name="width" value="0.035" units="cm"/>
      <inkml:brushProperty name="height" value="0.035" units="cm"/>
      <inkml:brushProperty name="color" value="#008C3A"/>
    </inkml:brush>
  </inkml:definitions>
  <inkml:trace contextRef="#ctx0" brushRef="#br0">0 24 7505,'0'-23'5540,"7"54"-4200,2-19-2716,1 2-444</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3.233"/>
    </inkml:context>
    <inkml:brush xml:id="br0">
      <inkml:brushProperty name="width" value="0.035" units="cm"/>
      <inkml:brushProperty name="height" value="0.035" units="cm"/>
      <inkml:brushProperty name="color" value="#008C3A"/>
    </inkml:brush>
  </inkml:definitions>
  <inkml:trace contextRef="#ctx0" brushRef="#br0">194 108 4328,'15'-37'10618,"-11"28"-10154,-7-13 1141,3 20-1516,0 1 0,0-1 0,0 1 1,0-1-1,0 1 0,-1-1 0,1 1 1,0-1-1,-1 1 0,1 0 0,-1-1 1,1 1-1,-1-1 0,0 1 0,1 0 1,-1-1-1,0 1 0,-2-2 0,3 2-39,-1 0 0,0 0 0,0 0-1,-1 1 1,1-1 0,0 0 0,0 0 0,0 1-1,0-1 1,-1 0 0,1 1 0,0 0-1,-1-1 1,1 1 0,0 0 0,-1-1 0,1 1-1,-1 0 1,1 0 0,0 0 0,-1 0-1,1 0 1,-2 1 0,0 0 18,0 0-1,1 0 1,-1 1-1,0-1 1,1 1-1,-1-1 1,1 1-1,-1 0 1,1 0-1,-3 3 1,-5 6 188,1 1 1,1 0 0,-11 18 0,19-29-255,-14 24 239,1 1 0,1 1 1,1 0-1,1 1 0,2 0 0,1 0 0,-7 57 0,12-64-227,2 0 0,0 0 0,1 0 0,1 1 0,0-2 0,2 1 0,1 0 0,0-1 0,2 1 0,0-2 0,17 33 0,-14-34-403,0-1-1,1 0 1,1-1 0,0-1-1,2 0 1,-1 0-1,2-1 1,0-1-1,22 15 1,-19-17-1090,1 0 0,0-2 0,1 0-1,-1-1 1,28 6 0,30 6-6542</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43.483"/>
    </inkml:context>
    <inkml:brush xml:id="br0">
      <inkml:brushProperty name="width" value="0.035" units="cm"/>
      <inkml:brushProperty name="height" value="0.035" units="cm"/>
      <inkml:brushProperty name="color" value="#008C3A"/>
    </inkml:brush>
  </inkml:definitions>
  <inkml:trace contextRef="#ctx0" brushRef="#br0">607 32 11861,'-1'-8'-82,"-4"-15"3022,3 25-730,-2 13-477,4-14-1636,0 0-1,0 0 1,1 0-1,-1 0 0,0-1 1,1 1-1,-1 0 1,0 0-1,1 0 1,-1-1-1,1 1 0,-1 0 1,1-1-1,-1 1 1,1 0-1,0-1 0,-1 1 1,1-1-1,1 2 1,0 0 204,9 12-45,-1 1 0,0 1 0,-1 0 0,-1 0 0,-1 1 0,0-1 0,-1 2 0,-1-1 0,0 1 0,-1-1 0,-1 1 0,-1 1 0,-1-1 0,0 0 0,-2 0 0,0 0 0,-3 20 0,0-15-341,-1-1 0,-1 0 0,-1 0 0,0-1 0,-2 0 0,-1 0 0,0-1 0,-1 0 0,-1-1 1,-1 0-1,-1-1 0,-1 0 0,-21 19 0,-1-5-1170,-1-2 0,-75 44 1,-93 36-6067,158-85 4670,-40 19-4940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5:59.007"/>
    </inkml:context>
    <inkml:brush xml:id="br0">
      <inkml:brushProperty name="width" value="0.035" units="cm"/>
      <inkml:brushProperty name="height" value="0.035" units="cm"/>
      <inkml:brushProperty name="color" value="#008C3A"/>
    </inkml:brush>
  </inkml:definitions>
  <inkml:trace contextRef="#ctx0" brushRef="#br0">121 43 4556,'-6'-12'2881,"-1"4"2817,9 23 2666,-1-2-9720,1-10 1414,1 1 0,-1-1 0,1 0 0,-1 0 0,1 0 1,0 0-1,5 4 0,-7-7-50,1 0 0,-1 0 0,1 0 0,-1 1 0,1-1 0,-1 0 0,0 1 0,1-1 0,-1 1 0,0 0 0,1-1 0,1 3 0,5-1 195,0-14-81,6-34-24,-13 43-82,-7-8-24,6 11-30,0-1 0,0 0 1,0 0-1,0 0 1,0 1-1,0-1 1,0 0-1,-1 0 0,1 1 1,0-1-1,-1 0 1,1 0-1,-1 1 1,1-1-1,0 1 1,-1-1-1,1 0 0,-1 1 1,0-1-1,1 1 1,-1-1-1,1 1 1,-1-1-1,0 1 0,0-1 1,-64 12-81,63-11 15,-21 18-1212,22-19 1211,1 0 0,0-1-1,-1 1 1,1 0 0,-1 0-1,1 0 1,-1 0 0,0 1-1,1-1 1,-1 0 0,0 0-1,0 0 1,0 0 0,0 1-1,0-1 1,1 0 0,-1 1-1,0-1 1,0 1 0,-1-1-1,1 1 1,0-1-1,0 1 1,-1 0 0,-1 0-178,1 0 0,0 0 0,0 1 0,0 0 0,-1-1 0,1 1 0,0 0 0,0 0 0,0 0 0,0 0 0,0 0 0,-3 4 0,-9 6-3495,-2-2-1818</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0.449"/>
    </inkml:context>
    <inkml:brush xml:id="br0">
      <inkml:brushProperty name="width" value="0.035" units="cm"/>
      <inkml:brushProperty name="height" value="0.035" units="cm"/>
      <inkml:brushProperty name="color" value="#008C3A"/>
    </inkml:brush>
  </inkml:definitions>
  <inkml:trace contextRef="#ctx0" brushRef="#br0">45 314 7349,'10'-22'2044,"-10"20"-1628,0 0-1,0 0 1,-1 0 0,1 0-1,-1 0 1,1 0 0,-1 0-1,1 1 1,-1-1 0,0 0-1,0 0 1,0 0 0,0 1 0,-1-1-1,1 1 1,0-1 0,-1 1-1,1-1 1,-1 1 0,-1-2-1,0 0 373,0 0-223,1 0-79,0-1 1,-1 1-1,0 0 1,0 0 0,0 0-1,0 1 1,0-1 0,-4-2-1,7 28 164,1-18-614,-1 0-1,1 0 0,1 0 1,-1-1-1,1 1 0,-1 0 1,1 0-1,1-1 0,-1 0 1,1 1-1,-1-1 1,1 0-1,1 0 0,-1 0 1,0-1-1,1 1 0,0-1 1,8 6-1,4 2 26,0-1 1,1 0-1,28 11 0,-20-11-39,0-2 0,0-1 0,1 0 0,1-2-1,35 2 1,134-4-191,-176-4 155,-1 0-1,1-2 1,0 0-1,-1-1 1,0 0 0,0-2-1,0-1 1,-1 0 0,1-1-1,-2-1 1,1 0-1,-2-2 1,1 0 0,-1-1-1,-1 0 1,0-1-1,-1-1 1,14-16 0,-19 16 63,-1 1 0,0-1 0,-1-1-1,-1 1 1,0-1 0,7-30 0,-6 24 233,-5 10 228,1 0 0,-2 0 1,1 0-1,-1 0 1,-1-1-1,0 1 0,-4-22 1,9 61-98,-3 1 0,0 0 1,-2 0-1,-1 0 0,-9 56 1,2-16-32,-201 1387-294,168-1257-88,21-97 0,-15 56 0,31-144-18,0 1-93,0-1 0,0 1 1,-2-1-1,-11 22 0,16-33 94,-1 0-1,1-1 0,-1 1 1,0 0-1,0-1 1,0 0-1,-1 1 0,1-1 1,0 0-1,-1 0 0,0-1 1,1 1-1,-1 0 1,0-1-1,0 0 0,0 1 1,0-1-1,0 0 0,0-1 1,0 1-1,0 0 1,0-1-1,0 0 0,-1 0 1,1 0-1,0 0 0,0 0 1,-4-1-1,1 0-16,1-1-1,-1 1 0,1-1 0,0 0 1,-1 0-1,1 0 0,0-1 1,0 0-1,1 0 0,-1 0 1,0-1-1,1 0 0,0 1 0,-6-8 1,6 5-39,-1-1-1,1 1 1,1-1 0,-1 0-1,1 0 1,0 0 0,1 0 0,0-1-1,-2-12 1,2-1-179,0 1-1,2-1 0,1 1 1,0 0-1,2-1 1,0 1-1,8-27 1,31-92-1896,96-209 0,93-118-1979,-150 313 2319,48-93-2319,-53 79-1965,-47 97 1115</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010"/>
    </inkml:context>
    <inkml:brush xml:id="br0">
      <inkml:brushProperty name="width" value="0.035" units="cm"/>
      <inkml:brushProperty name="height" value="0.035" units="cm"/>
      <inkml:brushProperty name="color" value="#008C3A"/>
    </inkml:brush>
  </inkml:definitions>
  <inkml:trace contextRef="#ctx0" brushRef="#br0">64 18 1912,'-63'-17'-640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596"/>
    </inkml:context>
    <inkml:brush xml:id="br0">
      <inkml:brushProperty name="width" value="0.035" units="cm"/>
      <inkml:brushProperty name="height" value="0.035" units="cm"/>
      <inkml:brushProperty name="color" value="#008C3A"/>
    </inkml:brush>
  </inkml:definitions>
  <inkml:trace contextRef="#ctx0" brushRef="#br0">20 129 5436,'13'26'6931,"-14"-22"-6417,0 0 1,-1 1-1,0-1 0,0 0 0,0 0 1,0 0-1,0 0 0,-4 4 0,-2 5-105,7-10 1054,-3 21 1309,14-31-2677,0 0-1,-1-1 0,0 0 0,0 0 0,13-17 1,-15 15-74,-1 0 1,0 0 0,0 0 0,-1-1-1,0 0 1,5-19 0,12-27 233,-9 35-177,-12 20 341,-2 6-175,-8 34 113,2 1 0,-3 52 0,9-72-404,1 0 1,1 0-1,1 0 0,0 0 0,2 0 0,5 19 1,23 55-5399,-32-92 5287,1 0 0,0-1 0,0 1-1,0-1 1,0 1 0,0-1 0,0 1-1,0-1 1,0 0 0,0 1-1,0-1 1,0 0 0,0 0 0,0 0-1,1 0 1,-1 0 0,0 0 0,0 0-1,1 0 1,0 0-256,-1 0 220,0 0 0,0 0 0,0 0 0,0 1 0,0-1-1,0 0 1,0 0 0,0-1 0,0 1 0,0 0 0,0 0-1,0 0 1,0-1 0,0 1 0,0 0 0,0-1 0,0 1-1,0-1 1,0 0 0,0 1 0,0-1 0,0 1 0,-1-1-1,1 0 1,0 0 0,0 0 0,-1 1 0,1-1 0,-1 0-1,1 0 1,0-1 0,8-12-5682</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1.753"/>
    </inkml:context>
    <inkml:brush xml:id="br0">
      <inkml:brushProperty name="width" value="0.035" units="cm"/>
      <inkml:brushProperty name="height" value="0.035" units="cm"/>
      <inkml:brushProperty name="color" value="#008C3A"/>
    </inkml:brush>
  </inkml:definitions>
  <inkml:trace contextRef="#ctx0" brushRef="#br0">45 0 6249,'0'0'9664,"-3"12"-12140,-3-1 880,-10-2-1880,-3-6-1905</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020"/>
    </inkml:context>
    <inkml:brush xml:id="br0">
      <inkml:brushProperty name="width" value="0.035" units="cm"/>
      <inkml:brushProperty name="height" value="0.035" units="cm"/>
      <inkml:brushProperty name="color" value="#008C3A"/>
    </inkml:brush>
  </inkml:definitions>
  <inkml:trace contextRef="#ctx0" brushRef="#br0">62 1 9089,'2'1'219,"-1"0"-1,0 0 1,0 0 0,0 0-1,-1 0 1,1 0 0,0 0-1,0 1 1,-1-1 0,1 0 0,0 0-1,-1 1 1,1-1 0,-1 1-1,0-1 1,1 0 0,-1 1-1,0-1 1,0 3 0,-8 26 2470,-1-4-1508,-7 40 137,3 0-1,2 1 1,-2 105-1,11-90-982,0-52-515,1 0 0,1 0 0,2 0 0,1 0-1,14 58 1,-15-81-79,1 0 0,0-1 0,0 1-1,1 0 1,-1-1 0,2 0 0,-1 0 0,1 0-1,-1-1 1,2 1 0,-1-1 0,0 0 0,1-1-1,0 1 1,0-1 0,1 0 0,10 4-1,-4-3-624,-1 0 0,1-1-1,0-1 1,0 0-1,0-1 1,0 0-1,1-1 1,-1 0-1,15-2 1,24-2-4479</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254"/>
    </inkml:context>
    <inkml:brush xml:id="br0">
      <inkml:brushProperty name="width" value="0.035" units="cm"/>
      <inkml:brushProperty name="height" value="0.035" units="cm"/>
      <inkml:brushProperty name="color" value="#008C3A"/>
    </inkml:brush>
  </inkml:definitions>
  <inkml:trace contextRef="#ctx0" brushRef="#br0">705 1 6573,'-13'19'1938,"10"-15"2684,1-2-3462,-1 0-997,0 1 1,0 0 0,0 0 0,0 0-1,1 0 1,0 0 0,-1 1 0,1-1-1,0 1 1,1-1 0,-1 1-1,1 0 1,-1 0 0,0 5 0,-1 8 238,0 1 1,0 19-1,1-8 20,-5 63 355,-13 100 361,15-170-1038,0 1 0,-1-1-1,-2 0 1,0-1 0,-1 1 0,-17 27-1,5-18-17,-2-1 0,0-1 0,-2-1 0,-2-1-1,0-1 1,-2-2 0,-33 23 0,-83 46-2809,-2-11-6750,128-74 3019</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2.681"/>
    </inkml:context>
    <inkml:brush xml:id="br0">
      <inkml:brushProperty name="width" value="0.035" units="cm"/>
      <inkml:brushProperty name="height" value="0.035" units="cm"/>
      <inkml:brushProperty name="color" value="#008C3A"/>
    </inkml:brush>
  </inkml:definitions>
  <inkml:trace contextRef="#ctx0" brushRef="#br0">1499 70 9029,'1'-2'168,"0"0"1,0 1 0,0-1-1,0 0 1,0 0 0,0 0-1,-1 0 1,1 0 0,-1 0-1,1 0 1,-1 0-1,0 0 1,0 0 0,0 0-1,0 0 1,0 0 0,0 0-1,-1 0 1,1 0-1,-1 0 1,-1-4 0,0 4 194,-1 0 0,0-1 0,1 1 0,-1 1 0,0-1 0,0 0 0,0 1 0,0-1 0,-1 1 0,1 0 0,0 0 0,0 0 0,-1 1 0,1-1 0,-5 1 0,3-1-101,-1 1 0,0 0 1,0 1-1,0-1 0,0 1 0,1 1 1,-1-1-1,0 1 0,1 0 0,-1 0 1,1 0-1,-1 1 0,1-1 0,0 2 1,0-1-1,1 0 0,-1 1 0,1 0 0,-1 0 1,1 0-1,0 1 0,-4 5 0,-1 2 46,1 0 0,0 1-1,0-1 1,1 1 0,1 1-1,0-1 1,1 1 0,-4 19-1,3 1 38,2 0-1,1 1 1,2-1-1,1 1 1,2-1-1,1 1 1,11 47-1,76 238 1030,-74-273-1165,1 6-164,35 106 274,41 213 0,-84-318-275,-2-1 0,-2 1 1,-3 0-1,-2 0 0,-3 0 0,-2 0 1,-2 0-1,-17 61 0,9-66-323,-3-1-1,-2-1 1,-2 0 0,-1-2-1,-3-1 1,-2 0-1,-1-3 1,-3 0 0,-1-2-1,-54 49 1,30-37-281,-2-2 1,-2-3-1,-2-3 1,-2-3-1,-2-2 1,-96 39-1,73-43-2188,-141 34-1,13-21-5651,107-26-496</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7.365"/>
    </inkml:context>
    <inkml:brush xml:id="br0">
      <inkml:brushProperty name="width" value="0.035" units="cm"/>
      <inkml:brushProperty name="height" value="0.035" units="cm"/>
      <inkml:brushProperty name="color" value="#008C3A"/>
    </inkml:brush>
  </inkml:definitions>
  <inkml:trace contextRef="#ctx0" brushRef="#br0">7 0 5469,'21'10'1420,"-16"-8"-172,-11-3 232,-15-1 890,16 2 1325,10 0-3272,97 5-154,107 19 1,-41-2-1281,420 10-6895,-419-30 3163</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09.283"/>
    </inkml:context>
    <inkml:brush xml:id="br0">
      <inkml:brushProperty name="width" value="0.035" units="cm"/>
      <inkml:brushProperty name="height" value="0.035" units="cm"/>
      <inkml:brushProperty name="color" value="#008C3A"/>
    </inkml:brush>
  </inkml:definitions>
  <inkml:trace contextRef="#ctx0" brushRef="#br0">341 229 7745,'-3'-71'2397,"-7"-6"3503,10 76-5884,-2-8 908,0 0-1,0 1 1,0-1-1,-1 0 0,-1 1 1,-8-17-1,11 23 1503,4 28-253,1 16-1164,-2-1-1,-2 1 0,-7 62 1,-25 59-414,-62 187 1,-4 15-175,82-295-421,-3 9 0,3 1 0,4 1 0,-2 86 0,14-164 0,0 0 0,0 1 0,0-1 0,1 0 0,-1 0 0,1 1 0,-1-1 0,1 0 0,0 0 0,1 0 0,-1 0 0,3 5 0,-3-7 0,0 0 0,1 0 0,-1 0 0,1 0 0,-1 0 0,0 0 0,1 0 0,0 0 0,-1-1 0,1 1 0,-1-1 0,1 1 0,0-1 0,-1 0 0,1 1 0,0-1 0,0 0 0,-1 0 0,1 0 0,0 0 0,-1-1 0,1 1 0,0 0 0,0-1 0,1 0 0,7-3 0,-1 0 0,0 0 0,0-1 0,0-1 0,0 1 0,-1-1 0,0-1 0,-1 0 0,1 0 0,10-13 0,-6 8 0,99-109 0,-48 50 0,74-64 0,-115 116 0,1 1 0,0 1 0,1 1 0,2 1 0,-1 1 0,1 1 0,48-15 0,-64 25 0,1 0 0,0 1 0,0 0 0,0 1 0,0 1 0,0 0 0,0 0 0,1 1 0,-1 0 0,0 1 0,-1 0 0,1 1 0,0 0 0,-1 1 0,1 0 0,-1 0 0,11 7 0,-8-2 0,0 0 0,-1 1 0,0 0 0,0 0 0,-1 1 0,0 1 0,-1 0 0,0 1 0,-1 0 0,-1 0 0,12 23 0,3 18 0,-1 1 0,18 75 0,15 120 0,-49-219-1694,2-1 1,1 0-1,23 51 0,-26-69 647,1 1 0,0-1 0,0 0 0,1 0-1,1-1 1,0 0 0,1-1 0,0 0 0,0-1 0,21 15-1,13 0-10441</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0.331"/>
    </inkml:context>
    <inkml:brush xml:id="br0">
      <inkml:brushProperty name="width" value="0.035" units="cm"/>
      <inkml:brushProperty name="height" value="0.035" units="cm"/>
      <inkml:brushProperty name="color" value="#008C3A"/>
    </inkml:brush>
  </inkml:definitions>
  <inkml:trace contextRef="#ctx0" brushRef="#br0">288 174 8317,'0'0'4136,"-2"2"-2229,-9 9-972,0 0 0,1 1 0,0 0 0,1 0 0,0 1 0,1 0 0,0 1 0,-6 16 0,-22 62 1993,-48 186 0,69-208-2387,-5 73 0,18-121-460,1 0 0,1 0 0,1 1 0,1-1 0,1 0 0,1 0 0,11 34 0,-11-46-78,1-1-1,-1 0 1,1 0 0,1 0 0,0-1-1,0 1 1,1-2 0,0 1 0,0-1 0,0 0-1,1 0 1,0-1 0,1 0 0,-1 0 0,1-1-1,16 7 1,-19-10-40,1-1 1,0 1-1,0-1 1,0-1-1,-1 1 0,1-1 1,0 0-1,0-1 0,0 0 1,0 0-1,0 0 0,-1-1 1,1 0-1,-1 0 1,1-1-1,-1 0 0,0 0 1,11-7-1,-4 2-52,-1-1 1,0-1-1,0 1 0,-1-2 0,0 0 1,-1 0-1,0-1 0,16-25 0,-15 17-24,0-1 0,-2 0 0,0-1-1,-1 0 1,6-32 0,0-19-63,-4-1-1,-3 0 1,-3-1 0,-4 0 0,-3 1-1,-3 0 1,-27-129 0,30 188 160,0 1 1,-1-1-1,-1 0 1,0 1 0,-1 0-1,0 0 1,-2 1-1,1 0 1,-2 0-1,-14-18 1,20 28 30,0 0 1,0 1 0,0-1-1,0 0 1,-1 1-1,1 0 1,-1 0 0,0 0-1,0 0 1,0 1 0,0-1-1,0 1 1,-5-1-1,-10-2 143,0 2 0,0 0 1,-36 1-1,49 2-114,-1 0 0,0 0 0,1 0 0,0 1 0,-1 0 1,1 1-1,0-1 0,0 1 0,0 0 0,0 0 1,1 1-1,-1 0 0,1 0 0,0 0 0,0 1 1,-6 6-1,3-3 19,-5 6 33,0 1 0,1 0 0,0 1 0,1 1 0,1 0-1,1 0 1,0 1 0,-9 27 0,10-19-12,0 0 0,2 0 1,1 0-1,1 1 0,-1 45 0,6-58-55,0 0 0,0 0 0,1-1-1,1 1 1,0-1 0,1 1 0,0-1 0,1 0-1,0 0 1,1-1 0,14 21 0,-9-17-43,1-1 0,1 0 0,1-1 0,0-1 0,0 0 1,1-1-1,28 17 0,-9-10-449,0-1 0,2-2 0,0-2 0,0-1-1,2-2 1,-1-1 0,72 8 0,-64-13-1108,1-3 0,47-3 1,-64-1-1322,-1-2 0,35-8-1,-4-7-6951</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2.407"/>
    </inkml:context>
    <inkml:brush xml:id="br0">
      <inkml:brushProperty name="width" value="0.035" units="cm"/>
      <inkml:brushProperty name="height" value="0.035" units="cm"/>
      <inkml:brushProperty name="color" value="#008C3A"/>
    </inkml:brush>
  </inkml:definitions>
  <inkml:trace contextRef="#ctx0" brushRef="#br0">1 80 7633,'32'-27'4473,"-28"22"-3750,1 0 0,0 1 0,1-1 0,-1 1-1,1 1 1,-1-1 0,1 1 0,0 0 0,10-4-1,-8 5-443,1 0 0,-1 0 0,1 0 0,0 1 0,-1 1 0,1 0-1,14 1 1,-18-1-159,0 1 0,0 0-1,0 0 1,0 0 0,0 1-1,0 0 1,0-1 0,-1 2-1,1-1 1,-1 1 0,1-1-1,-1 1 1,0 1 0,0-1-1,5 6 1,1 4 138,-1 0 0,-1 0 0,-1 1 0,0 0 0,0 1 0,-1-1 0,-1 1-1,6 30 1,-2 4 230,3 78-1,-11-54-322,-2 0 0,-4 0 0,-3 0 1,-27 111-1,27-157-152,-1 0 1,-20 39 0,10-23 132,18-39-110,2-13-105,1-1 17,0 1-1,0 1 0,1-1 0,0 0 0,1 1 0,0-1 1,0 1-1,1 0 0,0 1 0,12-15 0,9-17-358,90-182-1278,-97 174 1456,-2-2 1,-2 0-1,10-60 0,0-56-120,-25 160 392,1 0 0,-1-1 0,-1 1 0,1 0 0,-1-1 1,-2-7-1,1 2 302,1 11-264,-1 0 0,1 0 0,0 0 0,-1 0 1,1 0-1,0 1 0,-1-1 0,1 0 1,0 1-1,0-1 0,-1 1 0,1 0 0,0-1 1,0 1-1,-2 1 0,-4 3 36,1 0 0,-1 1 1,1 0-1,0 0 0,1 0 0,-1 0 0,1 1 0,1 0 1,-1 0-1,1 1 0,0-1 0,1 1 0,0 0 0,0 0 1,0 0-1,1 0 0,0 0 0,1 1 0,-1 14 0,1 1 22,1 0-1,1 0 1,2 0-1,0 0 0,12 44 1,-9-48-163,1-1 1,1 0-1,1-1 1,1 0-1,0 0 1,1-1 0,1 0-1,1-1 1,0-1-1,1 0 1,1 0-1,18 13 1,4 0-510,0-2 0,2-2 0,0-1 0,61 24 0,-36-20-1224,1-4 1,114 25-1,35-17-8036,-147-23 2191</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3.110"/>
    </inkml:context>
    <inkml:brush xml:id="br0">
      <inkml:brushProperty name="width" value="0.035" units="cm"/>
      <inkml:brushProperty name="height" value="0.035" units="cm"/>
      <inkml:brushProperty name="color" value="#008C3A"/>
    </inkml:brush>
  </inkml:definitions>
  <inkml:trace contextRef="#ctx0" brushRef="#br0">256 8 5893,'-1'-1'140,"1"1"0,-1-1 1,1 1-1,-1-1 1,1 1-1,-1-1 1,1 1-1,-1-1 0,1 1 1,-1 0-1,0-1 1,1 1-1,-1 0 1,0 0-1,1-1 0,-1 1 1,0 0-1,1 0 1,-1 0-1,0 0 1,0 0-1,1 0 0,-1 0 1,0 0-1,0 0 1,-26 8 3639,20-4-3195,0-1 1,0 1-1,0 0 1,1 1-1,-7 5 1,0 4-16,0 2-1,0 0 1,2 0 0,0 1-1,1 1 1,-10 23 0,8-11-21,1-1 1,2 1 0,-9 45-1,9-18-32,1 2-1,2 72 0,6-98-397,2 0-1,1 0 1,2 0-1,2-1 1,15 49 0,-7-40-182,1-1 0,2 0 1,2-2-1,42 62 0,-41-72-325,2-1 0,0-1 0,1-2 0,2 0 0,0-2 0,40 27 0,-29-26-736,1-2 0,2-1 0,46 17-1,-40-21-2212,49 10-1,-2-7-4760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3.379"/>
    </inkml:context>
    <inkml:brush xml:id="br0">
      <inkml:brushProperty name="width" value="0.035" units="cm"/>
      <inkml:brushProperty name="height" value="0.035" units="cm"/>
      <inkml:brushProperty name="color" value="#008C3A"/>
    </inkml:brush>
  </inkml:definitions>
  <inkml:trace contextRef="#ctx0" brushRef="#br0">804 0 7841,'0'1'243,"-1"-1"0,1 1 0,0 0 0,0-1 0,-1 1 0,1-1 0,0 1 1,0 0-1,0-1 0,0 1 0,0 0 0,0-1 0,0 1 0,0-1 0,0 1 0,0 0 1,0-1-1,1 1 0,-1 0 0,0-1 0,0 1 0,1-1 0,-1 1 0,0-1 0,1 1 1,-1-1-1,0 1 0,1-1 0,-1 1 0,2 0 0,19 29 400,-8-12 281,17 39 187,-3 2 0,25 74 0,-37-90-826,6 15 26,-3 2 0,-2 0 1,12 94-1,-24-113-214,-2 1 0,-1-1 0,-2 0 0,-3 1 0,0-1 1,-14 52-1,7-53-61,-2 0 0,-1-1 0,-2-1 1,-2 0-1,-1-1 0,-2-1 0,-2-1 1,-1-1-1,-1-1 0,-2-1 0,-1-1 0,-2-2 1,-1-1-1,-45 32 0,24-24-299,0-3 1,-2-2-1,-2-3 1,-73 28-1,4-17-2957,-1-14-3609,68-20-1855</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438"/>
    </inkml:context>
    <inkml:brush xml:id="br0">
      <inkml:brushProperty name="width" value="0.035" units="cm"/>
      <inkml:brushProperty name="height" value="0.035" units="cm"/>
      <inkml:brushProperty name="color" value="#008C3A"/>
    </inkml:brush>
  </inkml:definitions>
  <inkml:trace contextRef="#ctx0" brushRef="#br0">13 452 5613,'6'-8'1007,"-6"7"-688,0 1 0,0-1 1,0 0-1,0 1 1,0-1-1,1 1 1,-1-1-1,0 0 1,0 1-1,-1-1 1,1 1-1,0-1 1,0 0-1,0 1 0,0-1 1,0 1-1,-1-1 1,1 1-1,0-1 1,0 1-1,-1-1 1,1 1-1,-1-1 1,1 1-1,0-1 1,-1 1-1,1-1 0,-1 1 1,1 0-1,-1-1 1,1 1-1,-1 0 1,1-1-1,-1 1 1,1 0-1,-1 0 1,1-1-1,-2 1 1,-4-3-1061,4 1 1563,3-1-653,0-1-1,0 1 0,0 0 0,0 0 0,0-1 1,1 1-1,-1 0 0,1 0 0,2-3 0,4-7 151,26-54 543,-25 52-783,-1 0 1,0-1-1,10-31 1,7-24 14,-18 55-6,0 0 0,-2 0 0,0-1 0,0 0 0,-2 0 0,2-22 0,-5 36 49,-26 66 566,18-37-626,1 0 0,2 1 0,0 0 0,2 0 0,1 0 0,2 45 0,11 7-2600,-6-58-757,14 36-1,-10-39-1559,3-5-2682</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597"/>
    </inkml:context>
    <inkml:brush xml:id="br0">
      <inkml:brushProperty name="width" value="0.035" units="cm"/>
      <inkml:brushProperty name="height" value="0.035" units="cm"/>
      <inkml:brushProperty name="color" value="#008C3A"/>
    </inkml:brush>
  </inkml:definitions>
  <inkml:trace contextRef="#ctx0" brushRef="#br0">20 0 5581,'0'0'5896,"-10"12"-5472,1-4-112,9 9-1872,3 3-1608,-6-2-1333</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4.860"/>
    </inkml:context>
    <inkml:brush xml:id="br0">
      <inkml:brushProperty name="width" value="0.035" units="cm"/>
      <inkml:brushProperty name="height" value="0.035" units="cm"/>
      <inkml:brushProperty name="color" value="#008C3A"/>
    </inkml:brush>
  </inkml:definitions>
  <inkml:trace contextRef="#ctx0" brushRef="#br0">0 141 12093,'4'-17'2004,"-1"-1"-268,3 4-255,1 0 595,15-18-992,0 24-1244,13-4-760,-3 4-852,-4-4-753,14 7-1847,-4 10-3369</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5"/>
    </inkml:context>
    <inkml:brush xml:id="br0">
      <inkml:brushProperty name="width" value="0.035" units="cm"/>
      <inkml:brushProperty name="height" value="0.035" units="cm"/>
      <inkml:brushProperty name="color" value="#008C3A"/>
    </inkml:brush>
  </inkml:definitions>
  <inkml:trace contextRef="#ctx0" brushRef="#br0">19 220 7549,'-19'17'6140,"26"-31"-4308,-1 3-335,10 5-305,12-8-304,4 2-168,9 1-156,7-9-320,9-3-480,7-3-772,2 0-852,-5-2-1081,-4 2-1255,10 6-3205</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6.782"/>
    </inkml:context>
    <inkml:brush xml:id="br0">
      <inkml:brushProperty name="width" value="0.035" units="cm"/>
      <inkml:brushProperty name="height" value="0.035" units="cm"/>
      <inkml:brushProperty name="color" value="#008C3A"/>
    </inkml:brush>
  </inkml:definitions>
  <inkml:trace contextRef="#ctx0" brushRef="#br0">131 50 9133,'8'-23'2652,"-8"22"-2421,0-1 1,0 1-1,0 0 0,0 0 0,-1 0 1,1 0-1,0 0 0,0 0 0,-1 0 1,1 0-1,-1 0 0,1 0 0,-1 0 1,1 0-1,-1 0 0,0 0 0,1 1 1,-1-1-1,0 0 0,1 0 0,-1 1 1,0-1-1,0 0 0,0 1 0,0-1 1,0 1-1,-3-3 4266,-27 154-399,-21 215-4393,37-255-3306,2-12-4830,4-33-2882</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7.214"/>
    </inkml:context>
    <inkml:brush xml:id="br0">
      <inkml:brushProperty name="width" value="0.035" units="cm"/>
      <inkml:brushProperty name="height" value="0.035" units="cm"/>
      <inkml:brushProperty name="color" value="#008C3A"/>
    </inkml:brush>
  </inkml:definitions>
  <inkml:trace contextRef="#ctx0" brushRef="#br0">512 29 10405,'-65'-12'735,"37"6"-95,0 1 1,0 2-1,-1 0 1,-55 4-1,39 1 491,-58 5 1967,92-5-2647,0 0 1,0 0 0,0 1-1,1 1 1,-1-1-1,-18 11 1,28-13-420,1-1-1,-1 0 1,1 0 0,0 0-1,-1 1 1,1-1 0,-1 0-1,1 0 1,0 1 0,-1-1-1,1 0 1,0 1 0,-1-1-1,1 0 1,0 1 0,0-1-1,-1 1 1,1-1 0,0 0 0,0 1-1,0-1 1,0 1 0,-1-1-1,1 1 1,0-1 0,0 1-1,0-1 1,0 1 0,0-1-1,0 0 1,0 2 0,13 9 619,27 5 98,63 7 0,1-5-1,126 6 0,-151-17-564,1574 92 1088,2-75-1005,-591-12-204,514-2-113,-427-71-315,-1123 58-591,0 1 1,56 5 0,-106 14-2784,-70 30-5161,42-22-373</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7.916"/>
    </inkml:context>
    <inkml:brush xml:id="br0">
      <inkml:brushProperty name="width" value="0.035" units="cm"/>
      <inkml:brushProperty name="height" value="0.035" units="cm"/>
      <inkml:brushProperty name="color" value="#008C3A"/>
    </inkml:brush>
  </inkml:definitions>
  <inkml:trace contextRef="#ctx0" brushRef="#br0">355 20 8693,'0'0'2788,"-3"-1"235,-21-12 76,19 7 2107,4 8-4803,0 0 1,0 1-1,0-1 0,0 0 1,0-1-1,0 1 1,0 0-1,-1 0 1,-2 2-1,-4 7 567,-9 20 764,-13 39 1,-12 22-344,-65 117-1333,90-168-1054,1 1 0,3 1 1,-12 54-1,-7 164-7129,31-86-956,9-86 523</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8.208"/>
    </inkml:context>
    <inkml:brush xml:id="br0">
      <inkml:brushProperty name="width" value="0.035" units="cm"/>
      <inkml:brushProperty name="height" value="0.035" units="cm"/>
      <inkml:brushProperty name="color" value="#008C3A"/>
    </inkml:brush>
  </inkml:definitions>
  <inkml:trace contextRef="#ctx0" brushRef="#br0">289 49 9993,'-1'-2'289,"-1"1"-1,0-1 1,0 1 0,1-1 0,-1 1-1,0 0 1,0 0 0,0 0-1,-1 0 1,1 0 0,-3 0 0,3 0-19,0 1 1,0-1 0,0 0-1,-1 0 1,1 0 0,0 0-1,1 0 1,-1 0 0,0-1-1,-2-1 1,1 1 323,0 0-1,0-1 1,0 1 0,0 1-1,0-1 1,-1 0 0,1 1 0,0 0-1,-1-1 1,0 2 0,-5-2-1,6 1 679,2 4-57,1 8-691,-1 0 0,2-1 0,-1 1 0,1 0 0,1-1 0,0 1-1,6 18 1,-3-12-142,-1 1 1,2 25-1,-4 27 46,-3 1 1,-3-1 0,-24 124-1,-27 46-412,12-81-2741,1-5-3250,5-1-4307,27-114-866</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8.488"/>
    </inkml:context>
    <inkml:brush xml:id="br0">
      <inkml:brushProperty name="width" value="0.035" units="cm"/>
      <inkml:brushProperty name="height" value="0.035" units="cm"/>
      <inkml:brushProperty name="color" value="#008C3A"/>
    </inkml:brush>
  </inkml:definitions>
  <inkml:trace contextRef="#ctx0" brushRef="#br0">0 280 9921,'1'-3'2421,"0"-4"-1108,1 3-652,-1-1 0,0 0 0,-1 0 0,1 1 0,-1-1 0,0-9 0,-1 10-414,1-1 0,1 0 0,-1 0 0,1 1 0,-1-1 0,1 0 0,1 1 0,-1-1 0,1 1 0,0-1 0,0 1 1,0 0-1,0 0 0,1 0 0,-1 0 0,1 0 0,0 0 0,0 1 0,1-1 0,5-4 0,2-1 19,0 1-1,1 0 0,0 0 1,0 1-1,24-10 0,4 3-50,0 2 0,1 2 0,79-10 0,127 3-1275,-246 16 1052,304-1-4578,-101 11-3410,-72-2-1292</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19.171"/>
    </inkml:context>
    <inkml:brush xml:id="br0">
      <inkml:brushProperty name="width" value="0.035" units="cm"/>
      <inkml:brushProperty name="height" value="0.035" units="cm"/>
      <inkml:brushProperty name="color" value="#008C3A"/>
    </inkml:brush>
  </inkml:definitions>
  <inkml:trace contextRef="#ctx0" brushRef="#br0">270 282 9745,'0'0'134,"-1"1"0,1-1 0,-1 0 0,0 0 0,1 0 1,-1 1-1,1-1 0,-1 0 0,1 1 0,-1-1 0,1 1 0,-1-1 0,1 1 0,0-1 0,-1 0 1,1 1-1,-1-1 0,1 1 0,0 0 0,0-1 0,-1 1 0,1-1 0,0 1 0,0-1 1,0 1-1,-1 0 0,13 16 4166,-7-12-3552,2 3-359,0-1 1,0 0 0,1 0-1,0-1 1,0 0-1,1 0 1,12 6 0,8-1-174,1 0 0,0-3-1,0 0 1,0-2 0,1-1 0,0-2 0,39 0 0,-25-2-74,0-2 1,60-10-1,-84 8-123,-2-2 0,1 0-1,0-1 1,-1 0 0,0-2-1,-1 0 1,28-17 0,-36 17-15,0 0-1,0-1 1,0 0 0,-1 0-1,-1-1 1,0 0 0,0 0-1,-1-1 1,0 0 0,0-1-1,-2 0 1,1 1 0,-2-2-1,1 1 1,-2 0 0,0-1-1,0 0 1,-1 0 0,-1 0 0,1-13-1,-3 21-11,1 1 0,0 0 1,-1-1-1,0 1 0,0 0 0,-1 0 0,1-1 0,-1 1 0,0 0 1,0 0-1,0 1 0,0-1 0,-1 0 0,1 1 0,-1-1 0,-4-2 1,3 2 34,-1 0-1,0 1 1,0 0 0,-1 0 0,1 0 0,-1 0 0,1 1 0,-1 0 0,0 0 0,-8-1 0,-5 1 207,0 0-1,0 1 1,1 1-1,-1 1 1,0 1-1,-24 5 1,2 2 359,0 3 0,2 1 0,-1 1 0,-60 34 1,20-3 839,-78 59 0,119-75-1297,1 1 0,1 2 0,2 2 1,2 1-1,1 1 0,2 2 0,1 1 0,-27 50 0,47-73-136,2 0 0,-1 0 0,2 1 0,0 0 0,1 0 0,1 1 0,1-1 0,0 1 0,0 24 0,3-30 0,1-1 0,0 1 0,1-1 0,0 1 0,0-1 0,1 0 0,1 0 0,0 0 0,1 0 0,0 0 0,0-1 0,1 0 0,1 0 0,-1-1 0,12 12 0,1-2-38,1-2 0,1 0 0,0-2 0,1 0 0,1-1 0,0-1 0,0-2-1,2 0 1,45 13 0,6-3-542,157 22 0,-145-32-1031,1-5 1,-1-3 0,171-17 0,-186 3-2366,1-3 0,122-40 0,-77 11-5897</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028"/>
    </inkml:context>
    <inkml:brush xml:id="br0">
      <inkml:brushProperty name="width" value="0.035" units="cm"/>
      <inkml:brushProperty name="height" value="0.035" units="cm"/>
      <inkml:brushProperty name="color" value="#008C3A"/>
    </inkml:brush>
  </inkml:definitions>
  <inkml:trace contextRef="#ctx0" brushRef="#br0">77 69 6537,'-3'-3'1076,"0"0"1,0 0 0,0 1 0,-1 0-1,0-1 1,1 1 0,-1 0 0,-6-1-1,-7 0 191,15 3-1004,0-1 0,1 0 0,-1 0 0,1 0 0,-1 0 0,0 0 0,1 0 0,0 0 1,-1 0-1,-1-3 0,-1 1 4152,8 0-4330,1 0 0,-1 1 0,0-1 0,1 1 0,0 0 0,-1 0 0,1 1 0,0-1 0,0 1 0,0 0 0,0 1 0,7-1 0,72 1-276,-38 2-332,92-4-2909,-11 1-5261,-49-2-1392</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538"/>
    </inkml:context>
    <inkml:brush xml:id="br0">
      <inkml:brushProperty name="width" value="0.035" units="cm"/>
      <inkml:brushProperty name="height" value="0.035" units="cm"/>
      <inkml:brushProperty name="color" value="#008C3A"/>
    </inkml:brush>
  </inkml:definitions>
  <inkml:trace contextRef="#ctx0" brushRef="#br0">89 9 4600,'-53'1'5681,"49"-2"-3454,1 2-1715,-23 9 383,23-9 994,6 0-1380,8 2-245,1 0 0,-1-1 1,1 0-1,0 0 0,0-1 1,14-1-1,78-9 229,-31 1-233,22 0 100,24-1-256,-99 9-94,-18 1-8,-1 1-1,1-1 1,-1 1-1,0-1 0,0 1 1,0-1-1,0 1 0,0 0 1,0 0-1,0 0 1,-1-1-1,1 1 0,0 0 1,-1 0-1,0 0 0,1 3 1,-1 0 16,-1 0 0,1-1-1,-1 1 1,0 0 0,-1-1 0,1 1 0,-1 0 0,1-1 0,-1 0 0,-1 1-1,1-1 1,-1 0 0,-4 6 0,-47 52 299,40-48-249,-29 28 262,-1-2 1,-54 36 0,-39 33 411,135-108-724,0 1 1,1 0 0,-1-1-1,0 1 1,0 0 0,1 0-1,-1 0 1,1 0 0,0 1-1,0-1 1,0 0 0,0 0-1,0 1 1,0-1 0,-1 5-1,3-6-11,-1 1 0,0 0-1,1 0 1,-1-1 0,1 1 0,0-1-1,-1 1 1,1 0 0,0-1 0,0 1-1,0-1 1,0 0 0,0 1 0,0-1-1,1 0 1,-1 0 0,0 1 0,1-1-1,-1 0 1,1 0 0,-1-1 0,1 1-1,-1 0 1,1 0 0,2 0 0,12 6-40,0-1 1,1-1-1,-1-1 0,1 0 1,0-1-1,26 1 1,108-4-1892,-100-2 561,-26 1-485,1-2-1,-1-1 1,-1 0-1,34-12 1,-10 4-4668</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0.783"/>
    </inkml:context>
    <inkml:brush xml:id="br0">
      <inkml:brushProperty name="width" value="0.035" units="cm"/>
      <inkml:brushProperty name="height" value="0.035" units="cm"/>
      <inkml:brushProperty name="color" value="#008C3A"/>
    </inkml:brush>
  </inkml:definitions>
  <inkml:trace contextRef="#ctx0" brushRef="#br0">38 32 7241,'-19'-8'8364,"10"-4"-6843,-1 1 2719</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4.219"/>
    </inkml:context>
    <inkml:brush xml:id="br0">
      <inkml:brushProperty name="width" value="0.035" units="cm"/>
      <inkml:brushProperty name="height" value="0.035" units="cm"/>
      <inkml:brushProperty name="color" value="#008C3A"/>
    </inkml:brush>
  </inkml:definitions>
  <inkml:trace contextRef="#ctx0" brushRef="#br0">16 51 9861,'0'0'2028,"-6"-11"-200,-4 0 2433,20-1-3293,-1 4-232,10 2-152,-3 3-108,22 6-152,23 3-20,-11-4-264,1 1-396,13 3-532,-1 3-704,-3-4-677,4 1-2511,3 5-3761</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4.390"/>
    </inkml:context>
    <inkml:brush xml:id="br0">
      <inkml:brushProperty name="width" value="0.035" units="cm"/>
      <inkml:brushProperty name="height" value="0.035" units="cm"/>
      <inkml:brushProperty name="color" value="#008C3A"/>
    </inkml:brush>
  </inkml:definitions>
  <inkml:trace contextRef="#ctx0" brushRef="#br0">1 137 10829,'12'-8'1572,"1"-1"-32,9 1-124,16-9-227,1 8-337,8 3-84,14-2-224,12-1-420,6 1-564,0-4-864,4-2-657,3-3-2423,-4 5-3377</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6.921"/>
    </inkml:context>
    <inkml:brush xml:id="br0">
      <inkml:brushProperty name="width" value="0.035" units="cm"/>
      <inkml:brushProperty name="height" value="0.035" units="cm"/>
      <inkml:brushProperty name="color" value="#008C3A"/>
    </inkml:brush>
  </inkml:definitions>
  <inkml:trace contextRef="#ctx0" brushRef="#br0">10 0 7665,'0'0'7328,"-1"2"-7097,0-1 0,0 0 0,0 1 1,0-1-1,0 1 0,0-1 0,1 1 0,-1-1 1,1 1-1,-1-1 0,1 1 0,0-1 1,-1 1-1,1 2 0,2-1-104,-1 1-1,1 0 1,0-1 0,1 1-1,-1-1 1,1 0 0,-1 0-1,1 0 1,0 0-1,5 4 1,2 3 123,101 98 1221,20 21-644,32 39-228,76 86-153,-225-237-431,0 0 0,-1 0 0,-1 1-1,0 1 1,-2 0 0,15 37-1,-22-49-9,-1 1 0,0 0-1,0 1 1,-1-1-1,0 0 1,-1 0 0,1 1-1,-2-1 1,1 0-1,-1 0 1,0 1 0,-1-1-1,0 0 1,0 0-1,-1 0 1,0-1 0,0 1-1,-1-1 1,0 1-1,0-1 1,-6 7 0,0-2-1,0-1 0,-1 0 1,0-1-1,0 1 1,-16 8-1,-69 41-22,54-35-26,-44 25-161,-108 72-734,173-106 352,1 0-1,1 1 1,0 1 0,2 1-1,0 0 1,-25 39-1,38-52-235,0 2 0,0-1-1,1 0 1,0 1 0,0-1-1,1 1 1,0 0 0,-2 12-1,5 15-7142</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5.586"/>
    </inkml:context>
    <inkml:brush xml:id="br0">
      <inkml:brushProperty name="width" value="0.035" units="cm"/>
      <inkml:brushProperty name="height" value="0.035" units="cm"/>
      <inkml:brushProperty name="color" value="#008C3A"/>
    </inkml:brush>
  </inkml:definitions>
  <inkml:trace contextRef="#ctx0" brushRef="#br0">253 174 6397,'0'0'8943,"-2"-2"-7891,-1-2-175,0 0-1,0 0 1,-1 0 0,0 0-1,1 1 1,-7-5 0,1 2-155,-1 1 0,0 0-1,-15-6 1,2 1 1005,20 9-1306,3-2-86,1 1-311,-1 0 1,1-1-1,-1 1 1,1 0-1,0 0 1,0 0-1,0 0 1,0 0-1,0 0 1,0 0 0,0 0-1,1 0 1,-1 0-1,1 1 1,-1-1-1,1 0 1,0 1-1,0 0 1,-1-1-1,1 1 1,0 0 0,0 0-1,0 0 1,1 0-1,-1 0 1,3 0-1,10-4 44,1 0 0,28-3 0,-32 6-26,186-22 180,-45 13-248,-150 11 21,0 0 1,0 1 0,-1-1 0,1 1 0,0-1 0,0 1-1,-1 0 1,1 0 0,4 2 0,-3-1-6,-1 0 6,-3 0 8,2 4-6,-1-1-1,-1 1 0,1 0 0,-1-1 0,0 1 1,0-1-1,-1 1 0,0 0 0,0-1 0,0 1 1,0-1-1,-1 0 0,0 1 0,0-1 0,-5 9 1,-22 32 14,-1 0 0,-71 80-1,-92 73-16,109-115-23,32-32 63,4-6 11,-59 76 1,107-122-46,0 1 0,0 0 0,0 0 0,0-1 0,1 1 0,-1 0 0,0-1 0,0 1 0,1 0 0,-1-1 0,1 1 0,-1-1 0,0 1 0,1 0 0,-1-1 0,1 1 0,-1-1 0,1 0 0,0 1 0,-1-1 0,1 1 0,-1-1 0,2 1 0,-1-1 2,2 3 1,0-1 0,0 0 0,0 0 1,0 0-1,1-1 0,-1 1 0,1-1 0,-1 0 0,1 0 0,0 0 0,6 0 1,43 0 21,-34-1-19,344-23-191,-152-3-177,70-22-1997,-224 32-2579,-54 15 1915,-9-19-12279</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7.529"/>
    </inkml:context>
    <inkml:brush xml:id="br0">
      <inkml:brushProperty name="width" value="0.035" units="cm"/>
      <inkml:brushProperty name="height" value="0.035" units="cm"/>
      <inkml:brushProperty name="color" value="#008C3A"/>
    </inkml:brush>
  </inkml:definitions>
  <inkml:trace contextRef="#ctx0" brushRef="#br0">1 166 10869,'44'-52'1720,"-31"44"-56,6-1-60,0-2-235,3-1-249,13-5-292,-6 6-184,9-1-136,0 1-184,3 0-396,-6 5-716,3 0-456,0 6-576,-15 0-801,-4 6-1443,12 8-2993</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7.682"/>
    </inkml:context>
    <inkml:brush xml:id="br0">
      <inkml:brushProperty name="width" value="0.035" units="cm"/>
      <inkml:brushProperty name="height" value="0.035" units="cm"/>
      <inkml:brushProperty name="color" value="#008C3A"/>
    </inkml:brush>
  </inkml:definitions>
  <inkml:trace contextRef="#ctx0" brushRef="#br0">23 117 7629,'-22'-8'9453,"31"-1"-8245,4 1-316,6 2-184,22-8-188,7 5-72,6 1-296,16-1-440,3-2-484,3 2-584,-3-2-620,-9 8-721,-10 3-1319,-4-12-2905</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29.965"/>
    </inkml:context>
    <inkml:brush xml:id="br0">
      <inkml:brushProperty name="width" value="0.035" units="cm"/>
      <inkml:brushProperty name="height" value="0.035" units="cm"/>
      <inkml:brushProperty name="color" value="#008C3A"/>
    </inkml:brush>
  </inkml:definitions>
  <inkml:trace contextRef="#ctx0" brushRef="#br0">252 391 4476,'39'-31'2839,"-38"30"-2723,-1 1 0,1-1 0,-1 0 0,0 1 0,1-1 0,-1 1 0,1-1 0,-1 0 0,0 1 0,1-1 0,-1 0 0,0 1 0,0-1 0,0 0 0,1 1 0,-1-1 0,0 0 0,0 1 0,0-1 0,0-1 0,0-3 447,1-5 505,0 1 0,1-1 0,1 1-1,-1 0 1,7-14 0,-8 20-822,0-1 0,-1 1 0,1-1 1,-1 1-1,1-1 0,-1 0 0,-1 1 0,1-1 1,0 0-1,-2-3 0,1-2 301,-4-21 1448,5 28-177,-3 0-975,3 1-796,-1 0 65,0 0 1,0 0-1,0 0 0,0 0 1,0 0-1,0 1 1,-1-1-1,1 0 1,0 0-1,0 1 1,-1-1-1,1 1 1,-2-1-1,2 1-59,0 1 0,0-1 0,-1 1 0,1-1 0,0 1 0,0-1 0,0 1 0,0 0 1,0 0-1,0 0 0,0-1 0,0 1 0,1 0 0,-1 0 0,0 0 0,0 0 0,1 0 0,-2 2 0,-8 12 305,1 0 0,0 1 0,2 0 0,-1 1 0,-4 17 0,-23 93 918,23-77-910,-138 726 1350,132-536-1838,18-209 67,2 1 0,0-1 0,2 0 0,2 0 0,14 49 0,-17-71-74,1 0 1,0 0-1,0 0 0,1-1 1,0 1-1,0-1 0,1 0 1,0 0-1,0-1 0,13 11 1,-13-13-28,1 0 0,0-1 1,0 0-1,0-1 0,0 1 1,0-1-1,1-1 0,-1 0 0,1 0 1,0 0-1,0-1 0,-1 0 1,12 0-1,2-1-145,-1-1 0,0-1 0,0 0 0,0-2 0,0 0 0,-1-2 0,0 0 0,0-1 0,0-1 0,-1 0 0,0-2 0,0 0 0,29-23 1,-16 7-188,0-2 1,-2-1-1,-2-1 1,0-1-1,40-65 1,-36 46-83,-3-1 1,-2-2-1,22-64 1,-37 87 331,10-23-164,-3-2-1,-2 0 0,-3-1 1,-2 0-1,4-62 0,-13 63 236,-2 1-1,-3 0 1,-2 0-1,-2 0 0,-15-56 1,9 65 341,-1 2 1,-3-1 0,-1 2-1,-2 1 1,-33-51 0,46 80-54,-1 0 1,-1 1 0,0 0-1,0 1 1,-1 0 0,0 1-1,-1-1 1,0 2 0,0 0-1,-1 0 1,0 1-1,-18-8 1,20 12-5,0 0 0,0 0 0,-1 1 1,1 0-1,-1 0 0,1 1 0,-1 1 0,0 0 0,1 0 0,-1 1 0,1 1 1,-1-1-1,1 2 0,0-1 0,-1 2 0,-16 7 0,7-1 18,1 1-1,0 2 1,1 0-1,0 0 1,1 2-1,1 0 1,0 1-1,1 1 1,1 0-1,0 1 0,1 0 1,-20 39-1,21-32-81,1 0 0,0 0-1,2 1 1,1 0 0,1 0-1,2 1 1,0 0 0,2 0-1,0 0 1,3 36 0,1-48-99,0 0 0,1 0 0,1 0 0,1-1 0,0 1 0,0-1 1,2 0-1,0 0 0,0-1 0,1 1 0,1-2 0,0 1 0,1-1 0,0 0 1,1-1-1,0 0 0,1 0 0,0-1 0,1-1 0,18 12 0,-14-11-373,1 0-1,0-1 1,1-1-1,0 0 1,0-2 0,1 0-1,30 5 1,-8-5-2408,0-2 0,66-2 0,-28-4-3982</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0.466"/>
    </inkml:context>
    <inkml:brush xml:id="br0">
      <inkml:brushProperty name="width" value="0.035" units="cm"/>
      <inkml:brushProperty name="height" value="0.035" units="cm"/>
      <inkml:brushProperty name="color" value="#008C3A"/>
    </inkml:brush>
  </inkml:definitions>
  <inkml:trace contextRef="#ctx0" brushRef="#br0">194 34 8609,'-35'-5'2277,"28"4"-176,0 2 257,-1 0-1242,3-1-621,-1 0 0,0 1 0,1 0 1,-1 0-1,1 1 0,-1-1 0,1 1 1,-1 0-1,1 1 0,0-1 0,0 1 1,0 0-1,0 0 0,-7 8 1,5-1-215,1 0 0,0 0 0,1 1 1,0 0-1,1 0 0,0 1 1,1-1-1,0 1 0,1-1 1,0 1-1,1 0 0,0 13 1,1 24 323,10 79-1,-6-86-378,0-7-64,1-1 0,17 60 1,-19-83-142,1 0 0,0 0 1,0-1-1,1 1 0,1-1 1,0-1-1,0 1 0,1-1 1,0 0-1,0 0 0,1-1 1,11 9-1,-15-14-33,0 0 0,1 0 0,-1-1-1,1 1 1,0-1 0,0 0 0,0 0 0,0-1 0,0 0 0,0 0-1,0 0 1,1 0 0,-1-1 0,0 0 0,0 0 0,1 0-1,-1 0 1,0-1 0,0 0 0,1 0 0,-1-1 0,0 0 0,0 1-1,-1-2 1,1 1 0,0 0 0,-1-1 0,1 0 0,3-3-1,3-3-37,-1 0 0,0 0-1,0-1 1,-1-1-1,0 1 1,-1-1 0,-1-1-1,1 1 1,9-25-1,-6 8-3,-2 0-1,-1 0 0,-1-1 1,-1 0-1,-2 0 0,-1 0 1,-2-1-1,0 1 0,-2-1 1,-1 1-1,-2 0 0,0 0 1,-2 0-1,-13-36 0,14 53 29,0-1-1,-1 2 0,0-1 0,-1 1 1,0 0-1,-1 0 0,-14-15 1,19 23-170,0 0 1,1 1 0,-1-1 0,0 1 0,0-1 0,-1 1 0,1 0 0,0 0 0,-1 0 0,1 1 0,-1-1 0,1 1-1,-1 0 1,0 0 0,0 0 0,1 1 0,-1-1 0,0 1 0,0 0 0,0 0 0,0 0 0,0 0 0,1 1 0,-1 0-1,0 0 1,0 0 0,1 0 0,-1 0 0,0 1 0,-5 3 0,8-5-142,0 1 0,0-1-1,0 1 1,0 0 0,0-1 0,0 1-1,0 0 1,1 0 0,-1 0 0,0 0 0,0 0-1,1 0 1,-1 0 0,0 0 0,1 0 0,-1 0-1,1 0 1,-1 0 0,1 0 0,0 0-1,0 1 1,-1-1 0,1 0 0,0 0 0,0 0-1,0 1 1,0-1 0,0 0 0,0 0-1,1 0 1,-1 2 0,3 32-7684</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0.842"/>
    </inkml:context>
    <inkml:brush xml:id="br0">
      <inkml:brushProperty name="width" value="0.035" units="cm"/>
      <inkml:brushProperty name="height" value="0.035" units="cm"/>
      <inkml:brushProperty name="color" value="#008C3A"/>
    </inkml:brush>
  </inkml:definitions>
  <inkml:trace contextRef="#ctx0" brushRef="#br0">48 1 11397,'0'0'6384,"-1"3"-4341,-18 69 2858,12-35-3529,-2 40 1,-2 136 297,13-70-3363,2-14-2539,-5-44-4948,-2-38-1871</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1.061"/>
    </inkml:context>
    <inkml:brush xml:id="br0">
      <inkml:brushProperty name="width" value="0.035" units="cm"/>
      <inkml:brushProperty name="height" value="0.035" units="cm"/>
      <inkml:brushProperty name="color" value="#008C3A"/>
    </inkml:brush>
  </inkml:definitions>
  <inkml:trace contextRef="#ctx0" brushRef="#br0">55 121 12797,'-5'-7'643,"-20"-25"2299,3 8 3064,22 24-5963,0 0-1,0 0 1,0-1 0,-1 1-1,1 0 1,0 0 0,0-1-1,0 1 1,0 0 0,-1 0-1,1-1 1,0 1 0,0 0-1,0 0 1,0-1 0,0 1-1,0 0 1,0 0 0,0-1-1,0 1 1,0 0 0,0-1-1,0 1 1,0 0 0,0 0-1,0-1 1,0 1 0,0 0-1,0 0 1,0-1 0,0 1-1,1 0 1,-1 0 0,0-1-1,0 1 1,0 0 0,0 0-1,1 0 1,-1-1 0,0 1-1,0 0 1,0 0 0,1 0-1,-1-1 1,0 1 0,0 0-1,1 0 1,-1 0 0,0 0-1,0 0 1,1 0 0,-1 0-1,27-7 1067,38 3-32,-17 2-517,296-3-1628,-59-3-3653,-94-6-4754,-105 8 328</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4.902"/>
    </inkml:context>
    <inkml:brush xml:id="br0">
      <inkml:brushProperty name="width" value="0.035" units="cm"/>
      <inkml:brushProperty name="height" value="0.035" units="cm"/>
      <inkml:brushProperty name="color" value="#008C3A"/>
    </inkml:brush>
  </inkml:definitions>
  <inkml:trace contextRef="#ctx0" brushRef="#br0">266 498 3468,'13'-3'9333,"-26"6"-3838,0 0-5905,7-34 2486,-2 0-882,40-8-283,-31 37-463,0-1-325,4-9-130,-1 2 479,-17 20 137,5 0-302,1 0 0,0 0 0,0 1 0,1 0 0,1 0 0,0 0 0,-7 23 0,-1 0 245,-23 57 661,-33 121 1,59-167-1083,2 0 1,1 1-1,3 0 1,1 0-1,6 67 0,10 29 43,-12-119-169,2-1 0,1 1 0,1 0 0,1-1 0,1 0 0,1 0 0,18 35 0,-25-54-56,0 0-1,1-1 0,0 1 0,-1 0 1,1-1-1,0 0 0,0 1 0,0-1 0,1 0 1,-1 0-1,0 0 0,1 0 0,-1 0 0,1-1 1,0 1-1,0-1 0,0 0 0,-1 1 1,1-1-1,0-1 0,0 1 0,0 0 0,0-1 1,1 1-1,-1-1 0,0 0 0,0 0 0,0 0 1,0-1-1,0 1 0,0-1 0,0 0 1,0 1-1,0-1 0,0-1 0,4-1 0,4-2-208,0 0-1,-1-1 1,1-1-1,-1 1 1,0-2-1,-1 1 0,0-1 1,10-12-1,-5 2-46,-1 0 0,0-1 0,-2 0 0,0 0 0,9-27 0,32-108-860,-36 92 822,-2 0-1,-3-2 0,-3 1 0,-3-1 0,-5-121 0,-6 96 85,-32-153 0,32 214 295,-1 1-1,-2 1 1,-1-1 0,-1 1 0,-1 1-1,-1 0 1,-1 1 0,-2 0-1,-33-39 1,40 55 29,1 0 0,-1 1-1,0 0 1,-1 1 0,1 0-1,-1 1 1,0-1 0,-1 2-1,-14-5 1,18 8-13,0 0-1,0 1 1,1 0-1,-1 0 1,0 1-1,0-1 1,1 2 0,-1-1-1,0 1 1,1 0-1,0 0 1,-1 1-1,1-1 1,-10 7 0,16-9-48,-6 4 31,1-1-1,-1 1 1,1 0 0,-1 0-1,1 1 1,1 0 0,-1 0-1,1 0 1,0 0 0,0 1-1,-6 10 1,3-1 46,-1 1 0,-6 25 0,13-40-77,-4 19-6,0 0 1,1 0-1,1 1 0,0 0 0,2 0 0,1-1 0,0 1 0,2 0 0,0 0 0,1-1 0,1 1 0,1-1 0,1 0 0,1-1 0,0 1 0,2-1 0,0 0 1,1-1-1,1 0 0,1-1 0,0 0 0,1-1 0,1-1 0,0 0 0,1 0 0,1-2 0,0 0 0,1 0 0,0-2 0,1 0 0,34 15 0,-16-12-749,0-1 0,1-2 0,70 11 1,-80-18-741,-1-2 1,1-1 0,-1-1-1,1-2 1,-1 0 0,40-9 0,-12-3-4564</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5.244"/>
    </inkml:context>
    <inkml:brush xml:id="br0">
      <inkml:brushProperty name="width" value="0.035" units="cm"/>
      <inkml:brushProperty name="height" value="0.035" units="cm"/>
      <inkml:brushProperty name="color" value="#008C3A"/>
    </inkml:brush>
  </inkml:definitions>
  <inkml:trace contextRef="#ctx0" brushRef="#br0">232 3 9345,'-3'-1'2268,"0"1"-1736,-1-1-1,1 1 0,0 0 1,-1 0-1,1 0 1,0 0-1,-1 1 1,1 0-1,0-1 1,-1 1-1,1 0 1,0 0-1,0 1 1,0-1-1,0 1 1,-5 3-1,5-2-276,0 0 0,-1 0-1,1 0 1,0 0 0,1 1 0,-1 0-1,0-1 1,-2 8 0,-10 21 512,1 0 1,2 1 0,-8 39-1,9-23-1269,-6 79 1,13-97-1843,-17 61 0,3-13-5734,10-26-1180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5.869"/>
    </inkml:context>
    <inkml:brush xml:id="br0">
      <inkml:brushProperty name="width" value="0.035" units="cm"/>
      <inkml:brushProperty name="height" value="0.035" units="cm"/>
      <inkml:brushProperty name="color" value="#008C3A"/>
    </inkml:brush>
  </inkml:definitions>
  <inkml:trace contextRef="#ctx0" brushRef="#br0">1 1 6541,'1'-1'538,"1"1"0,-1 0 0,1 0-1,-1 0 1,1 0 0,-1 1 0,1-1 0,-1 0 0,0 1 0,1-1 0,-1 1 0,1-1 0,-1 1 0,2 0 0,13 17 3012,-12-9-3360,1 1 0,-2-1 0,5 17 1,0 1 755,3 3-718,-1 0 0,-2 1 0,-1 0 0,-1 1-1,-2-1 1,-1 1 0,-2 0 0,-1 0 0,-1 0 0,-7 41-1,0-36-161,-2-1-1,-1 0 0,-22 48 1,26-57 13,7-26-78,0-1 0,0 0 0,0 0 0,0 0 0,0 0 0,0 0 0,0 0 0,0 0 0,0 0 0,0 0 1,0 1-1,0-1 0,0 0 0,0 0 0,0 0 0,0 0 0,0 0 0,0 0 0,0 0 0,0 0 0,0 0 0,1 0 0,-1 0 0,0 1 0,0-1 0,0 0 0,0 0 0,0 0 0,0 0 0,0 0 0,0 0 0,0 0 0,0 0 0,0 0 0,0 0 0,1 0 0,-1 0 0,0 0 0,0 0 0,0 0 0,0 0 0,0 0 0,0 0 0,0 0 0,0 0 0,0 0 0,0 0 0,1 0 0,-1 0 0,0 0 0,0 0 0,0 0 0,0 0 0,0 0 0,0 0 0,0 0 0,0 0 1,0 0-1,0 0 0,0 0 0,1 0 0,-1-1 0,0 1 0,9-13 44,70-112-115,-16 26 0,-60 94 71,1 0 1,0 1-1,0-1 1,0 1-1,1 0 1,-1 0-1,1 0 1,0 0-1,0 1 1,9-5-1,-12 8 22,0 1-1,0-1 0,0 0 1,-1 1-1,1 0 1,0-1-1,0 1 0,-1 0 1,1 0-1,-1 0 0,1 0 1,0 0-1,-1 0 0,0 1 1,1-1-1,-1 0 0,0 1 1,2 2-1,0 1 34,-1 0 0,-1 0-1,1 0 1,-1 0 0,0 0 0,0 0 0,0 0-1,0 6 1,1 14 276,19 178 536,-16-177-1010,2 1 1,17 46-1,-20-63-39,-2-2-453,0 0 1,1-1 0,0 1 0,0-1 0,1 0 0,0 0 0,0 0 0,1 0 0,-1-1 0,1 0 0,1 0 0,0 0 0,6 5 0,-5-8-4199,11 0-2711</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36.030"/>
    </inkml:context>
    <inkml:brush xml:id="br0">
      <inkml:brushProperty name="width" value="0.035" units="cm"/>
      <inkml:brushProperty name="height" value="0.035" units="cm"/>
      <inkml:brushProperty name="color" value="#008C3A"/>
    </inkml:brush>
  </inkml:definitions>
  <inkml:trace contextRef="#ctx0" brushRef="#br0">134 0 8817,'-19'0'9169,"6"14"-7909,1 1-396,2 5-180,-6 14-128,4-8-112,2 2-88,1 7 24,2-1-448,-6 3-584,10-23-888,-3 15-776,6-1-3025,-3-2-4288</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40.373"/>
    </inkml:context>
    <inkml:brush xml:id="br0">
      <inkml:brushProperty name="width" value="0.035" units="cm"/>
      <inkml:brushProperty name="height" value="0.035" units="cm"/>
      <inkml:brushProperty name="color" value="#008C3A"/>
    </inkml:brush>
  </inkml:definitions>
  <inkml:trace contextRef="#ctx0" brushRef="#br0">0 1161 8329,'3'8'1036,"-1"1"-1,1-1 1,0 0 0,1 0 0,0-1 0,6 10-1,-9-17-929,-1 1 0,1 0-1,0-1 1,0 1 0,-1 0-1,1-1 1,0 1 0,0-1-1,0 0 1,0 1 0,0-1-1,0 0 1,0 1 0,0-1-1,-1 0 1,1 0 0,0 0-1,0 0 1,0 0 0,0 0-1,2 0 1,1 0 259,2 1-144,0-1 1,0 0-1,0 0 0,0 0 1,-1 0-1,1-1 1,0 0-1,0 0 0,7-3 1,52-23 1103,-58 23-1119,53-24 818,280-118 1234,418-67-1374,19 54-843,-598 125-151,2805-426-6241,-2457 392 3020,-179 18-2474,-112 13-1835</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46.373"/>
    </inkml:context>
    <inkml:brush xml:id="br0">
      <inkml:brushProperty name="width" value="0.035" units="cm"/>
      <inkml:brushProperty name="height" value="0.035" units="cm"/>
      <inkml:brushProperty name="color" value="#008C3A"/>
    </inkml:brush>
  </inkml:definitions>
  <inkml:trace contextRef="#ctx0" brushRef="#br0">83 129 4684,'-1'-4'1114,"1"-1"-619,-1 0-1,0 0 1,1-1-1,0 1 1,1 0 0,-1 0-1,1 0 1,0 0 0,0 0-1,3-9 1,-3 11 1088,-2 7-1288,-22 51 515,16-42-683,1 1 0,0 1-1,1-1 1,-3 17 0,-7 24 23,11-41-96,0-1 0,1 1 0,-3 20 0,5-29-45,1-1 1,0 1-1,0-1 0,1 1 0,-1-1 0,1 1 0,0-1 0,0 1 0,0-1 0,1 0 0,-1 0 0,1 1 0,0-1 0,3 3 0,-4-5-3,1 0 0,0 0-1,0 0 1,0-1-1,0 1 1,0-1-1,1 0 1,-1 1-1,0-1 1,1 0-1,-1 0 1,1-1-1,-1 1 1,1 0-1,-1-1 1,1 1 0,-1-1-1,1 0 1,-1 0-1,1 0 1,0 0-1,-1-1 1,1 1-1,-1-1 1,5-1-1,29-8-183,-2-1 0,1-2-1,-2-2 1,50-28-1,119-92-2298,-44 9-2367,-68 60 834</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8.117"/>
    </inkml:context>
    <inkml:brush xml:id="br0">
      <inkml:brushProperty name="width" value="0.035" units="cm"/>
      <inkml:brushProperty name="height" value="0.035" units="cm"/>
      <inkml:brushProperty name="color" value="#008C3A"/>
    </inkml:brush>
  </inkml:definitions>
  <inkml:trace contextRef="#ctx0" brushRef="#br0">450 146 5344,'-6'-19'2081,"1"-1"0,2 0 0,-3-26 0,1 9 160,5 34 81,-5 28-1156,-27 136 642,-145 601 2776,165-722-4453,-108 380 832,93-308-658,-20 204 1,43-251-225,3 1 1,3 0 0,18 112-1,-10-128-42,1 0-1,3-1 0,2 0 0,2-1 1,31 59-1,-34-80-20,1-1 0,1 0 1,1-1-1,1-1 0,1-1 1,2-1-1,0-1 0,26 20 1,-32-29-18,0-2 1,1 0-1,0 0 1,0-2-1,1 0 0,0-1 1,0-1-1,1-1 1,0 0-1,0-2 1,0 0-1,0-1 1,38-1-1,-28-4-145,1 0 0,-1-3 0,0 0 0,54-20 0,-34 6-381,87-49 1,-57 20-191,92-74 1,-158 112 641,68-51-259,-2-4 0,-4-3 0,-3-3 0,79-102-1,25-50 50,-175 223 282,0 1-1,0-1 0,-1 1 1,1-1-1,0 1 1,0-1-1,0 1 1,-1 0-1,1 0 1,0-1-1,0 1 1,0 0-1,0 0 0,0 0 1,0 0-1,-1 0 1,1 0-1,0 0 1,0 0-1,0 0 1,0 1-1,1-1 0,17 7 9,-16-4-5,1 0 0,0 1 0,-1-1 0,1 1 0,-1 0 0,0 0 0,0 0 0,-1 0 0,1 0 0,-1 1 0,0-1 0,0 1 0,1 6 0,15 59 38,-11-26 58,0 75-1,-4-49-46,-2-45-36,1-1-1,1 1 1,1-1 0,1 0 0,2 0-1,0-1 1,1 1 0,17 30-1,-17-38-4,1 0-1,0-1 0,2-1 0,22 27 0,-24-33-6,-1 0 1,1-1 0,0 0 0,1-1 0,-1 0 0,1-1-1,0 0 1,1 0 0,11 3 0,-9-4 1,1 0-1,0-2 1,0 1 0,0-2 0,0 0-1,0 0 1,0-2 0,0 1 0,0-2-1,0 0 1,0 0 0,0-2 0,-1 0-1,0 0 1,1-1 0,-1-1 0,-1 0-1,1 0 1,17-14 0,-17 10 3,1 0 0,-2-2-1,1 1 1,-1-2 0,-1 1 0,0-2-1,-1 1 1,-1-1 0,0-1 0,-1 0-1,0 0 1,-1-1 0,-1 0 0,-1 0-1,7-31 1,-9 22-18,0 0-1,-2 0 1,-1-1-1,-2 1 1,0 0-1,-1-1 1,-2 1-1,0 1 1,-12-31-1,3 14-17,-3 1 1,-1 1-1,-2 1 0,-40-58 0,50 82-189,0 0 0,-1 1 0,0 0 0,-1 0-1,0 1 1,-1 1 0,-1 0 0,-22-13 0,34 22 46,-1 1 0,1 0 0,-1 0 0,1 0 0,-1 1 0,0-1 0,1 1 0,-1-1 0,0 1 1,0 0-1,0 0 0,1 0 0,-1 0 0,0 0 0,0 1 0,1 0 0,-1-1 0,0 1 0,1 0 0,-1 0 0,1 0 0,-1 0 0,1 1 0,-1-1 0,1 1 0,0 0 0,0-1 0,-3 5 1,3-5-177,0 1 1,1 0-1,0 1 1,-1-1 0,1 0-1,0 0 1,0 0 0,0 1-1,1-1 1,-1 1 0,0-1-1,1 0 1,0 1 0,-1-1-1,1 1 1,0-1 0,0 1-1,1-1 1,-1 1 0,0-1-1,1 3 1,11 30-5635</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8.647"/>
    </inkml:context>
    <inkml:brush xml:id="br0">
      <inkml:brushProperty name="width" value="0.035" units="cm"/>
      <inkml:brushProperty name="height" value="0.035" units="cm"/>
      <inkml:brushProperty name="color" value="#008C3A"/>
    </inkml:brush>
  </inkml:definitions>
  <inkml:trace contextRef="#ctx0" brushRef="#br0">653 89 7265,'-65'-66'4219,"62"64"-3948,0-1 0,0 1 0,0 0 1,0 0-1,0 0 0,0 1 0,-1-1 0,1 1 0,-1-1 0,1 1 0,-1 0 0,0 1 0,1-1 0,-1 1 0,0-1 0,0 1 0,1 0 0,-1 0 0,-6 2 0,2-1 13,0 1-1,0 1 1,0-1-1,0 1 1,1 0-1,-1 1 1,-8 6-1,2 0-140,1 0-1,1 1 0,0 1 1,1 0-1,0 0 1,1 1-1,0 0 1,1 1-1,0 0 1,2 1-1,-1 0 1,2 0-1,0 0 1,1 1-1,-6 26 1,8-29-121,1 1 0,0-1 0,0 1 0,1 0 0,1 0 0,1-1 1,0 1-1,0 0 0,2 0 0,-1-1 0,2 0 0,0 1 0,0-1 1,1 0-1,1-1 0,0 0 0,1 0 0,16 22 0,-21-31-23,0-1 0,0 0-1,0 1 1,1-1 0,-1 0-1,0 0 1,1-1 0,0 1-1,-1-1 1,1 1 0,0-1-1,0 0 1,0 0 0,0 0-1,0 0 1,0 0 0,0-1-1,0 1 1,5-1-1,-4 0 2,0-1-1,0 0 0,0 0 0,0 0 0,0-1 1,0 1-1,0-1 0,0 0 0,-1 0 0,1 0 1,-1-1-1,6-4 0,1-2 3,-1 0 1,-1-1 0,0 0-1,-1 0 1,1-1-1,-2 1 1,0-2-1,8-18 1,-8 11 17,-1 1 1,3-28 0,-6 32 41,0-1 1,1 1-1,1 0 0,0 0 0,11-23 1,-15 36-60,0 1 1,0 0 0,0 0-1,0-1 1,0 1-1,0 0 1,0 0 0,1-1-1,-1 1 1,0 0-1,0 0 1,0 0 0,0-1-1,0 1 1,1 0-1,-1 0 1,0 0 0,0-1-1,0 1 1,1 0-1,-1 0 1,0 0 0,0 0-1,1 0 1,-1 0-1,0-1 1,0 1 0,1 0-1,-1 0 1,0 0-1,0 0 1,1 0 0,-1 0-1,0 0 1,0 0-1,1 0 1,-1 0 0,0 0-1,1 0 1,-1 1-1,0-1 1,0 0 0,1 0-1,-1 0 1,0 0-1,0 0 1,0 0 0,1 1-1,-1-1 1,0 0-1,0 0 1,1 1 0,8 19 160,3 30 127,3 54 439,1 0-75,-4 0-1,-2 133 1,-18-77-420,-8-1 1,-6 0-1,-7-2 1,-84 261-1,-69 56-310,164-433 60,-2 0-1,-2-1 1,-1-1 0,-48 60-1,68-95 19,-1-1 0,1 1-1,-1-1 1,1 0 0,-1 0-1,0-1 1,0 1-1,0-1 1,0 0 0,-1 0-1,1 0 1,0-1-1,-1 1 1,-8 0 0,11-1-1,-1-2 0,1 1 0,-1 0 0,1 0 0,0-1 0,-1 1 0,1-1 1,0 0-1,-1 0 0,1 0 0,0 0 0,0 0 0,0 0 0,0-1 0,0 1 0,0-1 1,0 1-1,0-1 0,1 0 0,-1 1 0,1-1 0,-1 0 0,1 0 0,0 0 0,-1 0 0,1-1 1,0 1-1,0 0 0,1 0 0,-1-1 0,0-3 0,-4-13-69,0 0-1,2-1 1,0 1-1,0-35 1,10-84-515,-5 110 480,9-88-478,6 0 1,4 1-1,6 2 0,4 0 1,59-138-1,-45 148-728,5 2 1,4 2-1,70-95 0,-116 181 1065,189-248-7908,-130 187 2492</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6:59.747"/>
    </inkml:context>
    <inkml:brush xml:id="br0">
      <inkml:brushProperty name="width" value="0.035" units="cm"/>
      <inkml:brushProperty name="height" value="0.035" units="cm"/>
      <inkml:brushProperty name="color" value="#008C3A"/>
    </inkml:brush>
  </inkml:definitions>
  <inkml:trace contextRef="#ctx0" brushRef="#br0">462 1034 8021,'-1'-9'563,"0"-1"0,0 1 1,-1 0-1,-1 1 0,1-1 1,-2 0-1,1 1 0,-1 0 1,0-1-1,-1 1 0,0 1 1,0-1-1,0 1 0,-8-8 1,6 15 324,-3 6-672,-1 0 0,1 0 0,1 1 0,-1 1-1,1-1 1,0 2 0,1-1 0,0 1 0,0 0 0,-7 12 0,-10 19 213,-27 55-1,27-48-138,-9 19-65,2 2 1,4 1-1,2 1 1,-29 130 0,50-169-188,1-1 0,1 1 0,2 0 0,3 37 0,0-46-17,1 0 1,1 0-1,1 0 0,1-1 0,0 1 0,14 26 0,-19-45-17,0 0 1,1 0-1,-1-1 0,1 1 0,-1-1 0,1 1 0,0-1 0,0 0 0,1 1 0,-1-1 0,0 0 0,1-1 1,-1 1-1,1 0 0,4 2 0,-5-4-3,0 1-1,0-1 1,1 1 0,-1-1-1,0 0 1,0 0 0,1 0-1,-1 0 1,0 0 0,0 0-1,1-1 1,-1 1 0,0-1-1,0 0 1,0 0 0,4-1-1,1-2 4,0-1 0,-1 0 0,1 0 0,-1 0-1,0-1 1,0 0 0,-1 0 0,1 0 0,7-14 0,19-34 2,-3-1 1,-3-1-1,25-74 1,41-187 7,-79 271-15,129-553-8,-117 461-51,-5 0 0,1-196 0,-21 313 43,-2 1-1,-5-26 1,7 43 15,-1 0 1,1 0-1,-1 1 0,0-1 1,0 0-1,0 0 0,-1 1 0,1-1 1,-1 1-1,-1-3 0,2 4 2,1 1 0,-1 0 0,1-1 0,-1 1 0,0 0-1,1 0 1,-1 0 0,1-1 0,-1 1 0,0 0 0,1 0 0,-1 0 0,0 0-1,1 0 1,-1 0 0,1 0 0,-1 0 0,0 1 0,1-1 0,-1 0 0,0 0-1,1 0 1,-1 1 0,1-1 0,-1 0 0,1 1 0,-1-1 0,1 0 0,-1 1-1,1-1 1,-1 1 0,1-1 0,-1 1 0,1-1 0,0 1 0,-1-1-1,1 1 1,0-1 0,0 1 0,-1 0 0,1-1 0,0 2 0,-8 10 11,1 1 1,1 0-1,0 0 1,1 0-1,0 1 1,1 0-1,1 0 0,0 0 1,-1 24-1,1 19 34,4 62 1,0-90-39,4 103 40,6-1-1,40 190 0,-37-260-31,3-1 0,2 0 0,3-2 0,2 0 0,3-2 0,2-1 0,51 73 0,-66-110-24,0 0 0,1 0 0,0-1 0,2-1 0,0-1 0,25 18 0,-35-29 4,1 1 1,0-1-1,0 0 0,1 0 0,-1-1 0,1-1 1,0 1-1,0-1 0,0-1 0,0 0 0,0 0 1,0 0-1,0-1 0,0-1 0,0 0 0,0 0 1,0 0-1,14-5 0,-9 1 3,-1-1 1,1 0-1,-1 0 0,0-2 0,0 0 1,-1 0-1,14-12 0,72-76-12,-25 23-93,-72 71 105,1 1-1,-1-1 0,1 1 0,0 0 1,-1 0-1,1 0 0,0-1 1,0 2-1,0-1 0,0 0 0,-1 0 1,1 0-1,0 1 0,0-1 1,1 1-1,-1 0 0,0 0 0,0-1 1,0 1-1,0 1 0,0-1 0,0 0 1,0 0-1,0 1 0,0-1 1,0 1-1,0 0 0,0-1 0,0 1 1,0 0-1,0 0 0,-1 0 0,3 2 1,3 3-3,1 1 0,-2 1 0,1-1 0,-1 1 0,9 14 0,-7-10 10,44 75 27,-40-64-34,1 0 0,1-1 0,25 31 0,-36-50 9,4 6 10,1-1 1,0 0-1,0-1 1,14 10-1,-20-16-15,0 1 0,0-1-1,0 0 1,0 0 0,0 0 0,0-1-1,0 1 1,0 0 0,0-1 0,1 1-1,-1-1 1,0 0 0,0 0 0,0 0-1,1 0 1,-1 0 0,0 0 0,0-1-1,0 1 1,1-1 0,-1 1 0,0-1-1,0 0 1,0 0 0,0 0 0,0 0-1,0 0 1,-1 0 0,3-2 0,1-1 0,0 0 0,-1-1 1,1 0-1,-1 1 0,0-2 1,0 1-1,-1 0 0,1-1 1,-1 1-1,-1-1 0,1 0 1,-1 0-1,0 0 0,0 0 0,-1 0 1,1-1-1,-1 1 0,0-8 1,-1-6-4,0-1-1,-2 0 1,0 0 0,-1 0 0,-1 1 0,-1 0 0,-1 0 0,-1 0-1,0 0 1,-2 1 0,0 1 0,-1-1 0,-20-27 0,-22-14 5,45 53-5,0 1 1,-1 0-1,1 0 0,-1 1 0,0 0 1,0 0-1,-14-5 0,16 9-106,0-1 0,0 1-1,0 0 1,0 1 0,0-1-1,0 1 1,0 0 0,0 1-1,0 0 1,-1 0 0,1 0-1,1 0 1,-1 1 0,0 0-1,0 0 1,1 1 0,-1 0-1,1 0 1,0 0 0,-10 8-1,10-5-401,1 0-1,-1 0 1,1 1 0,0 0-1,0-1 1,1 1-1,0 1 1,-3 12 0,3-11-729,1-1 0,1 1 0,-1 0 0,1 10 0,5 18-5249</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0.197"/>
    </inkml:context>
    <inkml:brush xml:id="br0">
      <inkml:brushProperty name="width" value="0.035" units="cm"/>
      <inkml:brushProperty name="height" value="0.035" units="cm"/>
      <inkml:brushProperty name="color" value="#008C3A"/>
    </inkml:brush>
  </inkml:definitions>
  <inkml:trace contextRef="#ctx0" brushRef="#br0">34 0 7313,'0'0'3129,"1"4"-1762,3 12-646,-1 0-1,-1 1 1,-1-1-1,0 0 1,-3 27-1,-19 151 1633,10-121-1853,4 1 1,2 103-1,8-125-329,2 1 1,14 62 0,-18-111-163,1 1 1,-1-1-1,1 0 1,0 0-1,0 0 1,1 0 0,-1 0-1,1 0 1,0-1-1,0 1 1,0-1 0,0 0-1,7 5 1,-8-6-7,0 0 0,1-1 1,0 0-1,-1 1 0,1-1 1,0 0-1,0 0 0,-1 0 1,1-1-1,0 1 0,0-1 1,0 1-1,0-1 0,0 0 1,0 0-1,0 0 0,0-1 1,0 1-1,0-1 0,5-1 1,2-3 0,-1 1 0,0-2 0,-1 1 0,1-1 0,-1-1 0,0 0 0,0 0 0,-1 0 0,0-1 0,0 0 1,-1 0-1,0-1 0,6-11 0,8-18 8,29-75 0,-41 91 5,113-313 153,-116 324-127,-1-1 0,1 1 1,9-14-1,-13 24-31,1 0 0,-1 0 0,0 0 0,0 0 0,0 0 0,1 0 0,-1 0 0,0 0 0,1 0 0,-1 1 0,1-1 0,-1 1 0,1-1 0,-1 1 0,1 0 0,-1-1 0,1 1 0,0 0 0,-1 0 0,1 0 0,-1 0 0,1 0 0,0 0 0,-1 1 0,1-1 0,-1 1 0,1-1 0,-1 1 0,1-1 0,2 3 0,2-1 35,0 1 0,0 1-1,-1-1 1,1 1 0,-1 0 0,7 6 0,3 8 62,-1 0 0,0 0 0,11 21 0,6 9 39,12 14 74,58 111 1,-88-145-174,0 0 0,-2 1 1,-1 0-1,-2 1 0,-1-1 1,7 61-1,-13-79-39,-1-1 0,0 1-1,-1-1 1,0 1 0,-1 0 0,0-1-1,0 0 1,-1 0 0,-1 1 0,0-2-1,0 1 1,-1 0 0,0-1 0,-11 16-1,6-14-62,-1 1 0,0-2-1,0 1 1,-1-1 0,0-1-1,-1 0 1,0-1 0,0-1-1,-24 10 1,9-6-734,-1-1 1,-30 6-1,-21 1-4177,51-11 1512,-14 3-5621</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0.601"/>
    </inkml:context>
    <inkml:brush xml:id="br0">
      <inkml:brushProperty name="width" value="0.035" units="cm"/>
      <inkml:brushProperty name="height" value="0.035" units="cm"/>
      <inkml:brushProperty name="color" value="#008C3A"/>
    </inkml:brush>
  </inkml:definitions>
  <inkml:trace contextRef="#ctx0" brushRef="#br0">775 84 6305,'7'-31'4967,"-7"29"-4692,0-1 0,1 1 0,-1-1 0,1 1 0,-1-1 0,1 1 0,0-1 0,0 1 0,0 0 0,0-1 0,1 1 0,-1 0 0,1 0 0,-1 0 0,3-2 0,-3 2 843,10-3 570,-10 4-1645,0 1 1,-1-1-1,1 0 1,0 1-1,0-1 1,0 1 0,-1 0-1,1-1 1,0 1-1,0 0 1,0-1 0,0 1-1,0 0 1,0 0-1,0 0 1,1-1-1,7 4 120,0 0-1,-1 0 1,0 0-1,0 1 0,0 0 1,0 1-1,-1 0 1,1 0-1,-1 1 0,0-1 1,7 9-1,24 24 291,-1 2 0,-2 1 0,-2 2 0,-1 1 0,-3 2 0,29 60 0,-18-18-148,-5 2 1,-3 2-1,-4 1 0,-5 1 0,20 161 1,-39-207-250,-1-1 0,-3 1 0,-2-1 0,-2 1-1,-1-1 1,-14 47 0,3-31-240,-3-2-1,-3-1 0,-57 112 1,19-71-809,-3-2 0,-6-4 0,-3-2 0,-130 129 0,95-120-2509,-4-5 0,-234 156 0,142-127-3866</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1.565"/>
    </inkml:context>
    <inkml:brush xml:id="br0">
      <inkml:brushProperty name="width" value="0.035" units="cm"/>
      <inkml:brushProperty name="height" value="0.035" units="cm"/>
      <inkml:brushProperty name="color" value="#008C3A"/>
    </inkml:brush>
  </inkml:definitions>
  <inkml:trace contextRef="#ctx0" brushRef="#br0">281 0 4544,'0'0'3556,"-4"11"-2141,-25 58 1472,-22 60-248,-3 47-799,8 2 0,-37 287 1,75-381-1788,4 0 1,3 0 0,3 0 0,5 0 0,3 0 0,3-1 0,49 160 0,-17-121-1147,5-2 0,76 131 0,-66-149-2650,77 98 1,-36-70-3503</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3.812"/>
    </inkml:context>
    <inkml:brush xml:id="br0">
      <inkml:brushProperty name="width" value="0.035" units="cm"/>
      <inkml:brushProperty name="height" value="0.035" units="cm"/>
      <inkml:brushProperty name="color" value="#008C3A"/>
    </inkml:brush>
  </inkml:definitions>
  <inkml:trace contextRef="#ctx0" brushRef="#br0">49 58 13033,'-1'-2'401,"0"1"1,0 0-1,0-1 0,0 1 0,0 0 0,0 0 0,0 0 1,-1 0-1,1 0 0,0 0 0,-1 0 0,1 0 0,-1 0 1,1 1-1,-1-1 0,1 0 0,-1 1 0,1 0 0,-1-1 1,-1 1-1,-7-3-379,9 4 94,1-1 0,-1 1 0,1 0 0,-1 0-1,1 0 1,-1 0 0,1-1 0,0 1 0,-1 0 0,1 0 0,0 0 0,0 0-1,-1 0 1,1 0 0,0 2 0,0-3 15,-1 10 116,0 0 0,0 0-1,1 0 1,0 0 0,0 0-1,1-1 1,1 1 0,0 0-1,0 0 1,7 15 0,-3-10-107,1 0 1,0-1 0,2 0 0,-1-1 0,2 0 0,11 13-1,3-1-304,1-1 0,2-1-1,0-2 1,1 0 0,47 25-1,-37-26-200,1-1 0,1-3 1,0-1-1,84 20 0,-111-33 336,1 0 1,-1 0 0,0-2 0,1 0 0,-1 0 0,1-1 0,-1 0 0,0-2 0,0 1 0,0-2-1,0 1 1,0-2 0,-1 0 0,1 0 0,-1-1 0,-1-1 0,1 0 0,-1 0 0,0-1 0,-1-1 0,0 0-1,0 0 1,-1-1 0,0 0 0,-1-1 0,0 0 0,11-19 0,14-38 1368,-4-1 0,35-118 1,-57 164-776,5-20 269,-11 40-67,1 7-270,4 9-252,-1 1 0,0-1 1,-1 1-1,-1 1 0,0-1 0,-1 0 0,0 22 0,3 82 222,-7 161-379,-10-8-88,10-250 0,-45 404 0,24-302 0,-53 171 0,-87 137 5,111-320-17,-115 183 0,161-286-25,0 1 0,0-1 1,-1 0-1,0-1 0,-1 1 1,1-1-1,-1-1 0,-1 0 0,-9 6 1,13-9 19,1-1 1,-1 0-1,0 0 0,0-1 1,0 1-1,1-1 0,-1 0 1,0 0-1,0-1 1,0 1-1,-1-1 0,1 0 1,0-1-1,0 1 0,0-1 1,0 0-1,0 0 1,1-1-1,-1 1 0,-6-4 1,0-1 8,1 0-1,0-1 1,0-1 0,0 0 0,1 0 0,0 0 0,0-1 0,1-1 0,1 1 0,-1-1 0,2-1-1,-1 1 1,1-1 0,-6-17 0,2 3 19,1-1 0,1 0-1,2-1 1,0 0 0,-2-41-1,7 26-298,1 0 1,3 1-1,1-1 0,2 1 0,2 0 0,2 0 1,2 1-1,1 1 0,28-58 0,6 3-2863,4 2-1,100-134 1,-63 111-3242,4 6-3872</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294"/>
    </inkml:context>
    <inkml:brush xml:id="br0">
      <inkml:brushProperty name="width" value="0.035" units="cm"/>
      <inkml:brushProperty name="height" value="0.035" units="cm"/>
      <inkml:brushProperty name="color" value="#008C3A"/>
    </inkml:brush>
  </inkml:definitions>
  <inkml:trace contextRef="#ctx0" brushRef="#br0">60 540 9969,'-12'-18'2467,"-23"-39"3324,32 52-5591,2 1 0,-1 0 0,0-1 0,1 0 0,0 1-1,0-1 1,0 0 0,1 0 0,-1 0 0,1 1-1,1-8 1,25-143 1306,-20 127-1372,2 1 1,0 0 0,17-35 0,-19 49 116,-1-1 1,6-24-1,0 3 314,-10 32 916,-2 6-1351,1-1-1,-1 1 1,0-1-1,0 1 1,0-1 0,0 0-1,0 1 1,0-1-1,-2 3 1,-5 10 222,3-2-225,1 0-1,1 0 1,0 0 0,1 1 0,1-1 0,0 1 0,0 0-1,1-1 1,1 1 0,4 22 0,-1-20-239,0 1-1,1 0 1,0-1 0,2 0 0,0 0 0,1-1 0,0 0-1,12 16 1,-1-5-755,48 64-3192,-17-34-5158,-24-30-1159</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467"/>
    </inkml:context>
    <inkml:brush xml:id="br0">
      <inkml:brushProperty name="width" value="0.035" units="cm"/>
      <inkml:brushProperty name="height" value="0.035" units="cm"/>
      <inkml:brushProperty name="color" value="#008C3A"/>
    </inkml:brush>
  </inkml:definitions>
  <inkml:trace contextRef="#ctx0" brushRef="#br0">121 1 8185,'-48'26'968,"36"-18"-232,2 4-352,-3-1-600,4 0-884,-7 1-1516,3-1-741</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701"/>
    </inkml:context>
    <inkml:brush xml:id="br0">
      <inkml:brushProperty name="width" value="0.035" units="cm"/>
      <inkml:brushProperty name="height" value="0.035" units="cm"/>
      <inkml:brushProperty name="color" value="#008C3A"/>
    </inkml:brush>
  </inkml:definitions>
  <inkml:trace contextRef="#ctx0" brushRef="#br0">48 0 12845,'-10'39'989,"5"-23"-140,1 0-1,1 0 1,0 1 0,0 26 0,-7 85 4583,4-66-3420,2 80-1,9-50-1006,18 104 0,-15-159-1284,0 1-1,3-1 1,1 0-1,2-1 0,27 51 1,-22-53-925,2-1 1,1-1-1,48 52 0,-51-65-1280,1 0-1,0-2 0,37 24 0,5-7-7643</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4.887"/>
    </inkml:context>
    <inkml:brush xml:id="br0">
      <inkml:brushProperty name="width" value="0.035" units="cm"/>
      <inkml:brushProperty name="height" value="0.035" units="cm"/>
      <inkml:brushProperty name="color" value="#008C3A"/>
    </inkml:brush>
  </inkml:definitions>
  <inkml:trace contextRef="#ctx0" brushRef="#br0">540 0 9261,'3'4'2002,"8"8"-1134,-2 0-1,0 1 1,0 1 0,-1-1 0,-1 1-1,0 0 1,-1 1 0,-1 0-1,5 19 1,1 15 674,8 84 0,-16-88-1138,-1 0-1,-3 0 1,-1 0-1,-3 0 1,-1-1 0,-20 70-1,5-48-421,-2-2-1,-2-1 1,-59 102 0,57-122-767,-1-1 0,-2-1 0,-1-2 0,-58 55 0,50-58-2301,-2-1-1,-51 31 1,4-10-6522</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3.714"/>
    </inkml:context>
    <inkml:brush xml:id="br0">
      <inkml:brushProperty name="width" value="0.035" units="cm"/>
      <inkml:brushProperty name="height" value="0.035" units="cm"/>
      <inkml:brushProperty name="color" value="#008C3A"/>
    </inkml:brush>
  </inkml:definitions>
  <inkml:trace contextRef="#ctx0" brushRef="#br0">505 48 5765,'-19'-13'2209,"-2"1"0,-25-11 0,45 23-2084,0 1 0,0-1-1,0 0 1,0 0 0,0 1-1,0-1 1,0 0-1,0 1 1,0-1 0,0 1-1,0-1 1,0 1-1,1 0 1,-1-1 0,0 1-1,0 0 1,1 0-1,-2 1 1,-1 1 270,-13 13 287,1 2-1,0 0 1,1 0-1,1 2 1,1-1-1,-15 36 0,1-7-73,-3 8 162,3 0-1,-31 103 0,-18 127 304,70-266-1030,-18 85 188,5 0 0,4 1 0,1 208 1,16-234-400,4 0 1,3-1-1,3 0 1,4-1-1,51 145 1,-57-196-61,1-1 0,1 0 1,1-1-1,1-1 0,1 0 0,1-1 0,1-1 1,27 26-1,-34-38 61,0-1 0,0 0 1,0-1-1,1 0 1,1-1-1,-1 0 0,1-1 1,0 0-1,0-1 0,1-1 1,0 0-1,0-1 0,0 0 1,0-1-1,0 0 0,0-2 1,0 0-1,22-2 0,-17-1 40,0-1 0,-1-1 0,0-1 0,0 0 0,0-1-1,-1-1 1,0-1 0,-1 0 0,0-1 0,28-23 0,-22 13 218,0-1 1,-2 0 0,0-2 0,-2 0 0,0-1 0,17-32 0,-21 26 601,0 0 1,-3 0-1,15-59 1,-25 85-587,0 0 0,0 0 0,0 0 1,-1 1-1,0-1 0,0 0 0,0 0 1,-1 0-1,1 0 0,-2-6 0,-1-2 257,3 12-353,0 0-1,0 0 1,0 0-1,0-1 1,0 1-1,0 0 1,0 0-1,0 0 1,0 0-1,0 0 1,0 0-1,0-1 1,0 1-1,0 0 0,0 0 1,0 0-1,0 0 1,0 0-1,0 0 1,0 0-1,0-1 1,0 1-1,-1 0 1,1 0-1,0 0 1,0 0-1,0 0 1,0 0-1,0 0 1,0 0-1,0 0 1,-1 0-1,1 0 1,0 0-1,0 0 1,0 0-1,0 0 1,0-1-1,0 1 1,-1 0-1,1 0 1,0 1-1,0-1 1,0 0-1,0 0 1,0 0-1,0 0 1,-1 0-1,1 0 1,0 0-1,0 0 1,0 0-1,0 0 1,0 0-1,-4 0 44,1 1-1,0-1 1,0 1-1,-1 0 1,1 0-1,0 0 1,0 0-1,0 0 1,0 1-1,0-1 0,0 1 1,0 0-1,1 0 1,-1 0-1,1 0 1,-1 0-1,1 1 1,0-1-1,0 1 0,0-1 1,0 1-1,0 0 1,1 0-1,-1 0 1,1 0-1,0 0 1,0 0-1,-1 4 1,-6 15 102,2 0 0,0 1 0,2-1 0,0 1 0,2 0 0,-1 27 0,5-16-153,1 0 0,2-1 0,1 0 0,1 0 0,2 0 0,15 35 0,-16-48-158,1 0-1,1-1 1,0 0-1,2-1 1,0 0 0,2 0-1,-1-2 1,2 0-1,0 0 1,27 20-1,-32-29 44,0-1-1,0 0 1,0-1-1,1 0 1,0-1-1,0 0 1,0 0-1,0-1 1,1-1-1,-1 0 1,1-1-1,0 0 1,-1 0-1,1-1 1,0-1-1,-1 0 1,1-1-1,-1 0 1,1 0-1,-1-1 1,19-8-1,-17 5 1,0-1 0,0 1 0,0-2 1,-1 0-1,0 0 0,-1-1 0,0-1 0,0 0 0,-1 0 0,0-1 0,-1 0 0,0-1 0,-1 0 0,0 0 0,-1-1 0,0 0 0,5-15 0,-4 2 31,0-1 1,-2 1-1,-1-1 0,-1 0 0,-1 0 0,-2 0 1,0-1-1,-2 1 0,-1 0 0,-1 0 0,-2 0 1,0 0-1,-2 0 0,-1 1 0,-14-31 0,-1 3 193,-3 1-1,-57-85 1,58 104 41,0 1 1,-3 0-1,0 2 1,-51-42-1,70 66-104,-1 0-1,1 1 1,-2-1-1,1 2 1,-13-6-1,20 10-113,4 5 40,1 1 1,-1-1 0,1 0 0,0 0-1,0 0 1,0 0 0,1 0-1,-1 0 1,1 0 0,0-1-1,3 4 1,1 2-110,19 30-672,8 12-1202,-31-47 1817,0 0-1,0-1 0,0 0 0,1 0 1,-1 0-1,1 0 0,0 0 1,0-1-1,0 0 0,5 3 0,-6-4-413,16 15-3593,-57-29 680,16 7 874</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294"/>
    </inkml:context>
    <inkml:brush xml:id="br0">
      <inkml:brushProperty name="width" value="0.035" units="cm"/>
      <inkml:brushProperty name="height" value="0.035" units="cm"/>
      <inkml:brushProperty name="color" value="#008C3A"/>
    </inkml:brush>
  </inkml:definitions>
  <inkml:trace contextRef="#ctx0" brushRef="#br0">302 919 7169,'-34'9'1982,"27"-7"-31,5 0-43,1-1-1663,0 0-1,0 0 1,0 0 0,-1 0-1,1-1 1,0 1 0,0 0 0,0-1-1,-1 1 1,1-1 0,0 1-1,-1-1 1,1 1 0,0-1 0,-1 0-1,1 0 1,-1 0 0,1 0-1,0 0 1,-1 0 0,1 0 0,-1 0-1,-2-1 1,3 0-179,1 0 1,-1 1-1,0-1 0,0 0 1,0 1-1,1-1 0,-1 0 0,0 0 1,1 0-1,-1 0 0,1 0 1,-1 0-1,1 0 0,-1 0 1,1 0-1,-1 0 0,1 0 1,0 0-1,0 0 0,0 0 1,0 0-1,0 0 0,0 0 0,0 0 1,0 0-1,0 0 0,0 0 1,0 0-1,1 0 0,-1 0 1,0 0-1,1-2 0,18-49 575,2 1-1,45-80 0,-41 86-539,-2-1 0,-2-1 1,20-67-1,-22 43 189,-3 0 0,10-115 0,-21 150 81,0-21 1210,1 121-1005,1 6-212,2 0 1,22 76-1,-9-69-271,-2 1 0,-4 1 0,10 143 1,-25-202-107,-1 0 0,-2 0 1,0 1-1,-1-1 0,0-1 1,-9 24-1,3-13-65,-1 0 0,-1 0 0,-2-2 0,-1 1 0,-18 27 1,11-28-228,0 0 1,-2-1 0,-43 39 0,-88 60-1291,-11 10-3932,101-81-2896,49-46 464</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687"/>
    </inkml:context>
    <inkml:brush xml:id="br0">
      <inkml:brushProperty name="width" value="0.035" units="cm"/>
      <inkml:brushProperty name="height" value="0.035" units="cm"/>
      <inkml:brushProperty name="color" value="#008C3A"/>
    </inkml:brush>
  </inkml:definitions>
  <inkml:trace contextRef="#ctx0" brushRef="#br0">314 48 8529,'6'-33'2178,"-6"33"-2084,0-1 1,0 1-1,-1-1 0,1 0 1,0 1-1,0-1 0,0 1 1,0-1-1,-1 1 0,1-1 1,0 1-1,0-1 0,-1 1 1,1 0-1,0-1 0,-1 1 1,1-1-1,-1 1 0,1 0 1,0-1-1,-1 1 0,1 0 1,-1-1-1,1 1 0,-1 0 1,1 0-1,-1-1 0,1 1 0,-1 0 1,1 0-1,-1 0 0,0 0 1,1 0-1,-1 0 0,1 0 1,-1 0-1,0 0 257,0-1-236,-1 1 0,1 0-1,0-1 1,0 1 0,-1 0 0,1 0-1,0 0 1,0 0 0,-1 0 0,1 0-1,0 0 1,0 0 0,-1 0 0,1 1-1,0-1 1,0 1 0,-2 0 0,-8 4 500,1 1 1,0 0 0,0 1 0,0 0 0,1 1 0,0 0-1,0 1 1,-13 16 0,5-3 155,0 0-1,2 1 0,-17 33 1,17-22-247,1 1 1,2 0 0,1 0-1,-8 54 1,-6 150 845,22-125-897,4 0 1,31 221-1,-15-241-365,5 0-1,3-2 1,70 168 0,-93-257-116,14 35-304,1-1 0,3 0-1,0-2 1,30 38 0,-44-65 5,1 0 1,0 0-1,1-1 0,0 1 1,0-2-1,1 1 1,-1-1-1,1 0 1,1-1-1,-1 0 1,1-1-1,0 0 1,0 0-1,0-1 1,0 0-1,1-1 0,-1 0 1,1-1-1,0 0 1,-1 0-1,15-2 1,-14 0-632,1-1 0,0 1 1,0-2-1,19-6 0,-25 6-27,0 1 0,0-2 1,0 1-1,-1 0 0,0-1 0,9-7 0,20-25-7377</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4.826"/>
    </inkml:context>
    <inkml:brush xml:id="br0">
      <inkml:brushProperty name="width" value="0.035" units="cm"/>
      <inkml:brushProperty name="height" value="0.035" units="cm"/>
      <inkml:brushProperty name="color" value="#008C3A"/>
    </inkml:brush>
  </inkml:definitions>
  <inkml:trace contextRef="#ctx0" brushRef="#br0">0 255 10801,'16'-8'3448,"0"-4"-2188,12-8-259,7 6-125,10 0-276,21-1-236,17-2-404,6-6-640,19-5-601,0-7-443,6 1-2484,0 0-3225</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6.895"/>
    </inkml:context>
    <inkml:brush xml:id="br0">
      <inkml:brushProperty name="width" value="0.035" units="cm"/>
      <inkml:brushProperty name="height" value="0.035" units="cm"/>
      <inkml:brushProperty name="color" value="#008C3A"/>
    </inkml:brush>
  </inkml:definitions>
  <inkml:trace contextRef="#ctx0" brushRef="#br0">368 15 6889,'6'-15'14046,"-6"18"-12946,-30 96 3100,5-22-2374,-152 417 2880,146-419-4706,4 1 0,3 1 0,-22 130 0,40-165 0,1 1 0,3-1 0,1 1 0,3 0 0,1-1 0,2 1 0,2-1 0,19 66 0,-19-88-232,0-1-1,1 0 1,1 0-1,1-1 1,1 0-1,1-1 1,0 0-1,1-1 1,0 0 0,26 22-1,-16-20-273,1 0 1,0-2-1,0-1 1,2-1-1,0-2 0,0 0 1,32 9-1,-20-10-1940,65 12 0,-6-11-3686,21-5-6025</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7.327"/>
    </inkml:context>
    <inkml:brush xml:id="br0">
      <inkml:brushProperty name="width" value="0.035" units="cm"/>
      <inkml:brushProperty name="height" value="0.035" units="cm"/>
      <inkml:brushProperty name="color" value="#008C3A"/>
    </inkml:brush>
  </inkml:definitions>
  <inkml:trace contextRef="#ctx0" brushRef="#br0">10 6 10713,'-10'-5'1714,"22"10"-58,-8-4-1325,0 1 1,-1 0-1,1 0 1,-1 1-1,1-1 1,-1 1-1,0 0 1,5 5-1,6 16 415,-1 2 0,-1-1-1,-2 2 1,0-1 0,-2 2-1,-1-1 1,4 29 0,11 200 1684,-21-143-1698,-13 115 1,-29 110-39,34-285-581,3-18-31,2-17-9,0 0 1,-5 18-1,22-75-178,3 0 1,0 2-1,36-54 0,-46 79 187,1 0-1,0 0 1,1 1-1,0 0 1,1 1 0,0 0-1,0 0 1,1 1-1,0 1 1,1 0-1,20-9 1,-23 13 39,0 0-1,1 1 1,-1 0 0,1 0-1,-1 1 1,1 1 0,0 0-1,0 1 1,0 0 0,0 0-1,0 1 1,-1 0 0,1 1-1,0 1 1,-1-1 0,16 8-1,-13-5-35,0 1 0,-1 0 0,1 1 1,-2 1-1,1 0 0,-1 0 0,0 1 0,-1 0 0,0 1 0,0 1 0,-1-1 0,-1 1 0,0 1 0,0 0 0,-1 0 0,0 0 0,-1 1 0,-1 0 0,4 15 0,-2-5-169,-2 0 1,0 0 0,-2 1 0,0 0-1,-2-1 1,-2 36 0,0-46-452,0 0 0,1 0 0,1 0 0,0 0 0,5 22 0,4-1-3735,8-3-4647,5 2-3467</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7.941"/>
    </inkml:context>
    <inkml:brush xml:id="br0">
      <inkml:brushProperty name="width" value="0.035" units="cm"/>
      <inkml:brushProperty name="height" value="0.035" units="cm"/>
      <inkml:brushProperty name="color" value="#008C3A"/>
    </inkml:brush>
  </inkml:definitions>
  <inkml:trace contextRef="#ctx0" brushRef="#br0">234 501 9325,'1'-1'326,"-1"-1"-1,1 0 1,-1 0 0,0 0-1,0 0 1,0 0 0,0 0-1,0 0 1,0 0 0,0 0 0,-1 0-1,1 0 1,-1 0 0,0 0-1,1 1 1,-1-1 0,0 0-1,0 0 1,0 1 0,0-1-1,-3-2 1,-2-3 1388,0 1 0,-1 0 1,-13-9-1,-4-5 5649,23 21-7317,-1-1 0,1 0 1,0 1-1,0-1 0,-1 1 0,1-1 0,0 1 0,0-1 0,0 1 0,-1 0 1,1 0-1,0-1 0,0 1 0,0 0 0,0 0 0,1 0 0,-1 0 0,0 0 1,-1 3-1,-11 25 651,-1 16-591,-70 292 225,72-257-331,-2 97 0,13-135 0,3 1 0,1 0 0,2-1 0,11 45 0,-11-68 0,1 1 0,0-1 0,2-1 0,0 1 0,15 22 0,-17-31 0,1 0 0,0-1 0,1 0 0,0 0 0,0-1 0,1 0 0,0 0 0,0-1 0,1 0 0,11 6 0,-18-12 0,1 0 0,-1 0 0,0 0 0,0 0 0,0-1 0,0 1 0,1-1 0,-1 0 0,0 0 0,1 0 0,-1 0 0,0-1 0,0 1 0,0-1 0,1 0 0,-1 0 0,0 0 0,0 0 0,4-3 0,1 0 0,0-1 0,0 0 0,0-1 0,0 0 0,8-9 0,1-4-111,-1 0 1,0-1-1,-2-1 1,0-1-1,-2 0 0,0 0 1,14-40-1,44-180-1455,-56 186 1265,3-19-395,-5-1-1,-2 0 1,-4-1 0,-3 1 0,-4-1 0,-2 0 0,-16-79 0,12 114 457,-1 0 0,-16-43 0,20 71 214,-1 1 0,-1 1 0,1-1 0,-2 1 1,0 0-1,0 0 0,-1 1 0,-1 0 1,0 0-1,-15-13 0,21 21 79,0 1 1,0-1-1,-1 1 0,1 0 0,-1 0 0,0 0 1,1 0-1,-1 1 0,0-1 0,0 1 0,0 0 1,0 0-1,0 1 0,0-1 0,0 1 1,0 0-1,-1 0 0,1 0 0,0 0 0,0 1 1,0 0-1,0-1 0,0 2 0,0-1 0,0 0 1,1 1-1,-1 0 0,-4 2 0,-3 4 87,0 0-1,1 0 1,0 1-1,1 0 1,0 1-1,1 0 1,0 0-1,0 1 1,1 0-1,0 1 1,1-1-1,0 1 1,1 0-1,1 1 0,0-1 1,0 1-1,1 0 1,-2 25-1,3-20-87,2 0 1,0 0-1,1 0 0,1 0 0,0 0 0,2 0 0,0 0 0,1-1 1,0 1-1,2-1 0,0-1 0,1 1 0,14 21 0,-10-22-343,1-2 0,0 1 0,1-2 0,0 0 0,1-1-1,23 15 1,-8-6-422,-4-3-756,1-1 0,40 18-1,16 2-8088,-65-28 805</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09.533"/>
    </inkml:context>
    <inkml:brush xml:id="br0">
      <inkml:brushProperty name="width" value="0.035" units="cm"/>
      <inkml:brushProperty name="height" value="0.035" units="cm"/>
      <inkml:brushProperty name="color" value="#008C3A"/>
    </inkml:brush>
  </inkml:definitions>
  <inkml:trace contextRef="#ctx0" brushRef="#br0">0 51 9705,'0'0'4503,"2"-2"-2586,0-2-1558,1 1 0,-1 0 0,1 0-1,0 0 1,0 0 0,0 0 0,0 0-1,0 1 1,1 0 0,-1 0 0,1 0-1,-1 0 1,1 0 0,0 1 0,0-1-1,0 1 1,4-1 0,0 0-25,0 1 1,1 0-1,-1 0 1,0 1-1,1-1 1,-1 2-1,0-1 1,1 2-1,-1-1 1,0 1-1,12 4 1,-14-4-254,0 0 0,-1 1 0,1 0 0,0 0 1,-1 0-1,0 1 0,0 0 0,0 0 0,0 0 0,-1 0 0,1 1 1,-1 0-1,0 0 0,-1 0 0,6 8 0,-3 3-5,1 0-1,-2 0 0,0 1 1,-1-1-1,-1 1 0,0 0 1,-1 0-1,-1 0 1,-1 0-1,-2 18 0,-4 25 5,-21 88 0,21-117-37,-5 4 58,10-31-56,5-5-39,0 1-1,1-1 0,-1 0 1,0 0-1,1 0 1,-1-1-1,0 1 0,0-1 1,0 0-1,0 0 0,-1-1 1,1 1-1,-1-1 1,1 0-1,-1 1 0,0-2 1,5-5-1,5-7-27,-1 0 0,16-31 0,-10 17 22,53-100-261,-29 49 51,-40 78 190,1 4 40,-1 0 14,1 0 1,0 0-1,-1 1 1,1-1-1,-1 1 1,0 0-1,1 0 0,-1 0 1,4 4-1,-3-1 6,-1-1 0,1 1 0,-1 0 0,1 0 0,-1 0 0,-1 0 0,1 1 0,0 6 0,0-5-1,0 0 0,0 0 0,0 0 1,7 13-1,-3-11-95,-1 0 0,2 0 0,-1-1 0,1 0 0,0-1 0,1 1 1,0-1-1,0-1 0,0 1 0,15 7 0,-10-8-310,0 0 1,0-1-1,0 0 0,0-1 0,1-1 1,0 0-1,21 1 0,1-2-2358,71-3 0,-12-12-6135,-51 4 158</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034"/>
    </inkml:context>
    <inkml:brush xml:id="br0">
      <inkml:brushProperty name="width" value="0.035" units="cm"/>
      <inkml:brushProperty name="height" value="0.035" units="cm"/>
      <inkml:brushProperty name="color" value="#008C3A"/>
    </inkml:brush>
  </inkml:definitions>
  <inkml:trace contextRef="#ctx0" brushRef="#br0">189 1 10037,'-24'20'2535,"15"-13"-1497,0 0 0,1 0 1,0 1-1,0 0 0,1 0 0,0 1 1,-9 13-1,1 8 560,2 1 1,1 0-1,-16 64 0,19-49-1119,2 0 0,2 1 0,2 0 0,4 67 0,0-99-634,1 0 0,1 0 0,0 0 0,1 0 0,1-1 0,0 1 0,1-1 0,0 0 0,1-1 0,1 0 0,0 0 0,1 0 0,0-1 0,1 0 0,0-1 0,1 0 0,16 12 1,-6-7-1041,0 0 0,1-2 0,41 20 0,-30-19-1838,2-2 0,37 11 0,3-6-6981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299"/>
    </inkml:context>
    <inkml:brush xml:id="br0">
      <inkml:brushProperty name="width" value="0.035" units="cm"/>
      <inkml:brushProperty name="height" value="0.035" units="cm"/>
      <inkml:brushProperty name="color" value="#008C3A"/>
    </inkml:brush>
  </inkml:definitions>
  <inkml:trace contextRef="#ctx0" brushRef="#br0">276 1 11309,'0'0'2179,"1"2"-96,4 16-53,1 0 0,11 23 1,12 33 513,-12-4-1603,-2 0-1,-4 1 1,-2 1-1,-2 126 1,-10-145-897,-3-1 1,-2 1-1,-2-2 1,-2 1 0,-3-2-1,-1 0 1,-3 0-1,-2-2 1,-52 87 0,20-57-1719,47-71 1242,0 0 0,0 0 0,-1-1 0,0 0 0,0 0 0,-1-1 0,-13 8 0,18-11-123,0-1-1,-1 0 1,1 0-1,0-1 1,-1 1 0,1-1-1,-1 1 1,1-1 0,-1 0-1,1-1 1,-1 1 0,1 0-1,-1-1 1,1 0 0,0 0-1,-1 0 1,1 0 0,0 0-1,0-1 1,-6-3-1,-4-11-9022</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802"/>
    </inkml:context>
    <inkml:brush xml:id="br0">
      <inkml:brushProperty name="width" value="0.035" units="cm"/>
      <inkml:brushProperty name="height" value="0.035" units="cm"/>
      <inkml:brushProperty name="color" value="#008C3A"/>
    </inkml:brush>
  </inkml:definitions>
  <inkml:trace contextRef="#ctx0" brushRef="#br0">1 468 8069,'0'0'11488,"0"1"-11313,1 1 0,-1 0 0,1-1-1,0 1 1,0-1 0,0 1 0,0-1 0,0 1 0,0-1-1,0 0 1,0 0 0,1 1 0,1 0 0,3-5-114,1 0-1,-1-1 1,0 0 0,0-1 0,0 1 0,-1-1 0,0 0 0,0 0 0,0 0 0,0-1 0,-1 0-1,0 0 1,0 0 0,-1-1 0,1 1 0,-1-1 0,2-7 0,3-13-29,-2-1 1,0 0-1,-2 0 1,1-32-1,-9-117 417,4 168-731,-3-19 1517,3 28-1218,0 0 1,0 0 0,-1 0 0,1 0-1,0 0 1,0-1 0,0 1 0,0 0-1,0 0 1,0 0 0,0 0 0,0 0-1,0 0 1,0 0 0,0 0 0,0-1-1,0 1 1,0 0 0,0 0 0,0 0-1,-1 0 1,1 0 0,0 0 0,0 0-1,0 0 1,0 0 0,0 0 0,0 0-1,0 0 1,0 0 0,-1 0 0,1 0-1,0 0 1,0 0 0,0 0 0,0 0-1,0 0 1,0 0 0,0 0-1,-1 0 1,1 0 0,0 0 0,0 0-1,0 0 1,0 0 0,0 0 0,0 0-1,0 0 1,0 0 0,-1 0 0,1 0-1,0 0 1,0 0 0,0 1 0,-8 13 521,2 7-375,1 1 1,1 0 0,0 1-1,2-1 1,1 0-1,0 1 1,4 25 0,0-20-751,2 1 0,1-1 0,2 0 0,17 44 0,-20-57-677,2-1 0,13 23 0,9 2-6112,-5-17-3044</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0.953"/>
    </inkml:context>
    <inkml:brush xml:id="br0">
      <inkml:brushProperty name="width" value="0.035" units="cm"/>
      <inkml:brushProperty name="height" value="0.035" units="cm"/>
      <inkml:brushProperty name="color" value="#008C3A"/>
    </inkml:brush>
  </inkml:definitions>
  <inkml:trace contextRef="#ctx0" brushRef="#br0">45 26 9585,'-16'-26'3932,"3"35"-4432,4 0-684,2 8-7665</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1.261"/>
    </inkml:context>
    <inkml:brush xml:id="br0">
      <inkml:brushProperty name="width" value="0.035" units="cm"/>
      <inkml:brushProperty name="height" value="0.035" units="cm"/>
      <inkml:brushProperty name="color" value="#008C3A"/>
    </inkml:brush>
  </inkml:definitions>
  <inkml:trace contextRef="#ctx0" brushRef="#br0">8 1 9149,'-1'2'1620,"-6"63"4537,12 39-2588,-2-43-1838,12 143 1726,-10-176-3325,0 0 1,2 0-1,0-1 1,3 0-1,13 30 1,-9-30-1042,0 0 0,2-2 1,35 45-1,-36-53-1642,2 0-1,0-1 1,21 15 0,0-6-7103</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1.542"/>
    </inkml:context>
    <inkml:brush xml:id="br0">
      <inkml:brushProperty name="width" value="0.035" units="cm"/>
      <inkml:brushProperty name="height" value="0.035" units="cm"/>
      <inkml:brushProperty name="color" value="#008C3A"/>
    </inkml:brush>
  </inkml:definitions>
  <inkml:trace contextRef="#ctx0" brushRef="#br0">134 1 7061,'-2'4'618,"1"1"1,1-1 0,-1 1 0,1 0 0,-1-1 0,1 1-1,1 0 1,-1-1 0,1 1 0,1 6 0,2 23 1245,3 31-78,2 0 1,19 66-1,-15-75-1388,-2 0 1,-2 0-1,2 95 0,-12-123-450,-1 0 0,-1-1 0,-1 0 0,-2 1-1,-1-2 1,-10 29 0,10-39-524,0-1 1,-1 0-1,-1 0 0,-15 20 1,15-24-743,-1 0-1,0-1 1,0 0 0,-1 0 0,-22 14 0,-14 3-7230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3.032"/>
    </inkml:context>
    <inkml:brush xml:id="br0">
      <inkml:brushProperty name="width" value="0.035" units="cm"/>
      <inkml:brushProperty name="height" value="0.035" units="cm"/>
      <inkml:brushProperty name="color" value="#008C3A"/>
    </inkml:brush>
  </inkml:definitions>
  <inkml:trace contextRef="#ctx0" brushRef="#br0">0 56 5773,'0'0'17279,"2"2"-17165,1-1 0,-1 1-1,0 0 1,1-1 0,-1 0-1,1 0 1,-1 0 0,4 1 0,43-27 498,-19 7-412,-1 4-2334,-6 2-2587</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6.961"/>
    </inkml:context>
    <inkml:brush xml:id="br0">
      <inkml:brushProperty name="width" value="0.035" units="cm"/>
      <inkml:brushProperty name="height" value="0.035" units="cm"/>
      <inkml:brushProperty name="color" value="#008C3A"/>
    </inkml:brush>
  </inkml:definitions>
  <inkml:trace contextRef="#ctx0" brushRef="#br0">397 3 7537,'0'0'10068,"-3"-1"-8737,-1 1-1102,-1-1-1,1 1 0,-1 0 0,1 0 0,0 0 0,-1 0 0,1 1 0,0 0 1,-1 0-1,1 0 0,0 0 0,0 1 0,0-1 0,0 1 0,0 0 0,0 0 1,0 1-1,-5 4 0,-18 15 345,2 2 0,0 1 0,-32 42 0,-53 96-3385,99-143 477,1 0 1,1 0 0,-7 23-1,-3 14-8094</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18.086"/>
    </inkml:context>
    <inkml:brush xml:id="br0">
      <inkml:brushProperty name="width" value="0.035" units="cm"/>
      <inkml:brushProperty name="height" value="0.035" units="cm"/>
      <inkml:brushProperty name="color" value="#008C3A"/>
    </inkml:brush>
  </inkml:definitions>
  <inkml:trace contextRef="#ctx0" brushRef="#br0">673 18 8201,'6'11'2557,"-8"-24"-1524,-1-2 1607,10 26 4982,59 155-3681,-1-10-1706,58 216 0,-103-283-2023,-4 0 0,-3 1 0,-5 1 0,-3 0 0,-5 0 0,-3-1 0,-5 1 0,-3-1 0,-39 150 0,2-75-1188,-7-2-1,-83 169 0,61-179-1410,-6-3-1,-112 153 0,-28-31-7118,117-156-495</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2.401"/>
    </inkml:context>
    <inkml:brush xml:id="br0">
      <inkml:brushProperty name="width" value="0.035" units="cm"/>
      <inkml:brushProperty name="height" value="0.035" units="cm"/>
      <inkml:brushProperty name="color" value="#008C3A"/>
    </inkml:brush>
  </inkml:definitions>
  <inkml:trace contextRef="#ctx0" brushRef="#br0">17 229 5300,'-14'-9'1641,"12"7"-5,5 0 5,34-18 5332,-1-3-3517,-20 12-2963,-1 0 0,2 2 0,-1 0-1,34-12 1,13 5-537,0 3 0,76-5 0,38-7-3660,-30-5-4309,-69 21-265</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2.574"/>
    </inkml:context>
    <inkml:brush xml:id="br0">
      <inkml:brushProperty name="width" value="0.035" units="cm"/>
      <inkml:brushProperty name="height" value="0.035" units="cm"/>
      <inkml:brushProperty name="color" value="#008C3A"/>
    </inkml:brush>
  </inkml:definitions>
  <inkml:trace contextRef="#ctx0" brushRef="#br0">61 197 7009,'-48'0'2268,"42"-17"-472,0 0 1964,9-9-2912,3 3-360,10 12-440,12-6-600,11 0-596,2-3-1032,3-6-1424,20 3-2145</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3.591"/>
    </inkml:context>
    <inkml:brush xml:id="br0">
      <inkml:brushProperty name="width" value="0.035" units="cm"/>
      <inkml:brushProperty name="height" value="0.035" units="cm"/>
      <inkml:brushProperty name="color" value="#008C3A"/>
    </inkml:brush>
  </inkml:definitions>
  <inkml:trace contextRef="#ctx0" brushRef="#br0">2846 214 6397,'-4'-8'105,"-7"-17"1206,0 0 1,-23-36-1,29 54-935,1 1 0,-1 0 0,0 0 0,-1 0 0,0 0 0,1 1 1,-2 0-1,1 0 0,-1 0 0,1 1 0,-1 0 0,0 1 0,-14-6 0,-2 4 84,0 0-1,0 2 0,0 0 0,0 2 0,-1 0 1,1 2-1,0 1 0,0 0 0,-42 11 0,9 2 117,1 3-1,-93 43 1,75-25-346,2 4 0,1 2 0,3 4 1,2 2-1,-86 82 0,120-100-156,1 2 0,-36 50 0,56-68-57,1 0 0,1 0 0,0 1 0,1 0 0,0 0 0,2 1 0,-1 0 0,2 0 0,-4 22 1,7-30-8,1 0 1,0 0 0,0 0 0,1 1 0,0-1 0,0 0-1,1-1 1,0 1 0,1 0 0,-1 0 0,7 11 0,-3-8-3,0-1 0,1 0 0,1-1 1,-1 1-1,1-2 0,1 1 1,10 8-1,7 2 3,1-1 0,0-1 0,2-1 0,57 22 0,191 58 58,-21-8-73,-253-87 3,56 21 18,-2 3 0,106 62 0,-146-75-11,0 0-1,-1 1 1,-1 1 0,0 1 0,18 22 0,-25-27-8,-1 1-1,0 1 0,0 0 1,-1 0-1,-1 0 1,0 0-1,0 1 1,-1 0-1,2 17 1,-3-8 16,-2-1 0,0 1 1,-1-1-1,-2 1 0,0-1 1,-1 0-1,-1 0 0,-1 0 1,-1 0-1,-11 25 1,7-23-11,0 0 0,-2-1 0,0 0 0,-22 28 0,-170 214 46,160-213-34,-2-2 0,-2-2 0,-62 47-1,72-64-28,-399 293-297,-20-27-175,353-229 380,-744 425-884,812-473 916,0 2-231,-2-2 1,0-2 0,-64 20 0,73-33-106,22-6 231,17-6 37,7-1 207,1 1 0,0 1 0,0 0 0,0 2 0,1 0 0,0 1 0,35-3 0,-15 5 126,0 1 1,0 2-1,39 7 0,-51-4-59,-1 2-1,-1 0 1,1 2 0,-1 1 0,0 0-1,-1 2 1,0 1 0,-1 1-1,-1 1 1,0 1 0,0 1 0,25 25-1,-26-20 98,0 1 0,-2 1-1,-1 1 1,0 1-1,-2 0 1,-1 1 0,-1 1-1,-1 0 1,-2 0-1,15 53 1,-11-12 100,-3 1-1,-4-1 1,1 125 0,-32 209 285,-34 112-209,46-404-390,-27 322 122,28 1-53,11-397-73,1-1 0,2 0 1,2 0-1,1 0 0,2 0 0,13 34 1,-16-54-14,1 1 1,1-1 0,0-1 0,1 1 0,1-1-1,0-1 1,1 0 0,0 0 0,1-1 0,0-1-1,1 0 1,1-1 0,-1 0 0,28 14 0,-5-7 11,1-3 0,1-1 1,0-1-1,1-2 0,0-2 1,68 5-1,242-7-64,-320-7 45,156-5 54,-1-8 0,-1-8 0,191-49 0,-357 67-39,-1 0 0,0-2 1,0 0-1,18-10 0,-29 14-7,-1-1-1,0 0 1,1 0 0,-1 0-1,0-1 1,0 1 0,-1-1-1,1 0 1,-1 0 0,0 0-1,0-1 1,0 1-1,-1-1 1,1 1 0,-1-1-1,0 0 1,2-8 0,-2 4 42,17-63-1675,-16 65 954,0 0-1,0 1 0,0-1 1,1 0-1,0 1 0,1 0 0,8-10 1,28-34-10146,-31 37 2675</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5.994"/>
    </inkml:context>
    <inkml:brush xml:id="br0">
      <inkml:brushProperty name="width" value="0.035" units="cm"/>
      <inkml:brushProperty name="height" value="0.035" units="cm"/>
      <inkml:brushProperty name="color" value="#008C3A"/>
    </inkml:brush>
  </inkml:definitions>
  <inkml:trace contextRef="#ctx0" brushRef="#br0">581 155 7729,'1'-3'2161,"0"2"-1789,0-1-1,0 1 1,-1-1-1,1 1 1,0-1-1,-1 0 0,1 1 1,-1-1-1,0 0 1,0 1-1,1-1 1,-1 0-1,0 1 1,0-1-1,-1 0 1,1 1-1,0-1 1,-1 0-1,1 1 0,-1-1 1,1 0-1,-1 1 1,1-1-1,-1 1 1,0-1-1,0 1 1,-2-3-1,2 2 1971,-15-4-585,16 6-1706,-1-1 0,1 1 0,-1-1 0,1 1 0,-1 0 0,0-1 0,1 1 0,-1 0 0,0-1 0,1 1-1,-1 0 1,1 0 0,-1 0 0,0 0 0,0 0 0,1 0 0,-1 0 0,0 0 0,1 0 0,-1 0 0,0 0 0,1 0 0,-1 0 0,0 0 0,1 0 0,-1 1 0,1-1-1,-1 0 1,0 1 0,1-1 0,-1 0 0,1 1 0,-1-1 0,0 1 0,-3 2 129,-11 6 479,1 1 1,1 1-1,-19 17 0,30-26-494,1-1-138,0-1 1,0 0-1,0 1 1,0-1 0,0 1-1,0 0 1,0-1-1,0 1 1,0 0 0,0 0-1,1-1 1,-1 1-1,0 0 1,0 0-1,0 2 1,0 0 258,11-13-189,-2-1-15,-1-1 0,0 0-1,0-1 1,-2 0 0,0 0-1,7-24 1,0 2 814,-12 34-830,1 0 0,-1 0 0,1 0 0,0-1 0,0 1 0,-1 0 0,1 0 0,0 0 0,0 0 0,0 1 0,0-1 0,0 0 0,2-1 0,3-3 307,-17 37-368,3-1-1,0 2 1,2-1 0,2 1 0,-1 46 0,5-29-7,2 0 0,17 96 0,-13-120 2,1 0 0,0-1 0,3 0 0,0 0 0,1-1 0,1 0 0,1-1 0,2 0 0,0-1 0,1-1 0,1-1 0,22 21 0,-29-33 0,0 0 0,1-1 0,0-1 0,0 1 0,0-2 0,1 1 0,0-2 0,0 0 0,0 0 0,1-1 0,-1 0 0,1-1 0,-1-1 0,1 0 0,0 0 0,-1-2 0,21-2 0,-19 2 0,-1-2 0,0 0 0,0 0 0,0-1 0,-1-1 0,1 0 0,-1-1 0,0 0 0,-1 0 0,1-2 0,-1 1 0,-1-2 0,1 1 0,-2-1 0,1-1 0,14-18 0,-11 7 0,-2 0 0,0 0 0,-1-2 0,7-23 0,-7 20 0,1-1 0,18-32 0,-54 157 0,-8 25 0,-52 165 0,-369 688 0,379-842-15,-168 226 1,222-335-41,-1 0 1,-1-2-1,-1 0 1,-47 33 0,67-53 57,0-1 1,0 1 0,0-1-1,0 0 1,0 0 0,-1 0 0,1-1-1,-1 1 1,1-1 0,-1 0-1,0-1 1,1 1 0,-1-1 0,0 0-1,1 0 1,-1 0 0,0-1-1,1 0 1,-1 1 0,0-2 0,1 1-1,-1 0 1,1-1 0,0 0-1,0 0 1,-1 0 0,1-1 0,0 0-1,1 1 1,-1-1 0,0 0-1,1-1 1,0 1 0,0-1 0,0 1-1,0-1 1,0 0 0,1 0-1,0 0 1,0 0 0,0-1 0,0 1-1,-2-9 1,2-10 7,0 1 0,2-1 0,1 0 0,0 0 0,2 1 0,0-1 0,2 1 0,13-40 0,3 3-322,4 1-1,31-55 1,-19 48-766,3 2 1,3 1 0,55-61 0,34-18-3250,8 11-4274,-39 46-2979</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193"/>
    </inkml:context>
    <inkml:brush xml:id="br0">
      <inkml:brushProperty name="width" value="0.035" units="cm"/>
      <inkml:brushProperty name="height" value="0.035" units="cm"/>
      <inkml:brushProperty name="color" value="#008C3A"/>
    </inkml:brush>
  </inkml:definitions>
  <inkml:trace contextRef="#ctx0" brushRef="#br0">1 78 8989,'22'-18'1952,"-16"7"-388,4 2-196,6-2-320,15 0 120,-12 8-1596,4 0-672,2-3-668,0 3-1952,1 0-2369</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333"/>
    </inkml:context>
    <inkml:brush xml:id="br0">
      <inkml:brushProperty name="width" value="0.035" units="cm"/>
      <inkml:brushProperty name="height" value="0.035" units="cm"/>
      <inkml:brushProperty name="color" value="#008C3A"/>
    </inkml:brush>
  </inkml:definitions>
  <inkml:trace contextRef="#ctx0" brushRef="#br0">1 81 6121,'0'0'1152,"16"-6"-224,3 3-232,-3-8-388,3 2-524,0-8-692,12-3-1416,4 6-449</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6.517"/>
    </inkml:context>
    <inkml:brush xml:id="br0">
      <inkml:brushProperty name="width" value="0.035" units="cm"/>
      <inkml:brushProperty name="height" value="0.035" units="cm"/>
      <inkml:brushProperty name="color" value="#008C3A"/>
    </inkml:brush>
  </inkml:definitions>
  <inkml:trace contextRef="#ctx0" brushRef="#br0">179 0 9117,'0'0'2155,"1"3"-31,2 5-720,-1 1 0,1-1 0,-1 1 0,-1 0 0,1 16 0,3 17 899,6 25-1223,-4 1 1,-2 0-1,-4-1 1,-2 1-1,-4 0 1,-2 0-1,-27 109 1,-74 183-6321,79-286-541,12-34-192,-3 17-6816</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8.515"/>
    </inkml:context>
    <inkml:brush xml:id="br0">
      <inkml:brushProperty name="width" value="0.035" units="cm"/>
      <inkml:brushProperty name="height" value="0.035" units="cm"/>
      <inkml:brushProperty name="color" value="#008C3A"/>
    </inkml:brush>
  </inkml:definitions>
  <inkml:trace contextRef="#ctx0" brushRef="#br0">1 181 11625,'0'-4'593,"1"1"0,0-1 0,0 0 0,0 1-1,0-1 1,1 1 0,-1 0 0,1 0 0,0-1 0,0 1 0,0 0-1,0 0 1,1 1 0,4-6 0,8-10 2064,-13 15-2477,1 1 0,-1 0-1,1 0 1,0 0 0,0 0-1,-1 0 1,1 0 0,1 1-1,-1 0 1,0-1 0,0 1-1,0 0 1,1 0 0,-1 1-1,0-1 1,1 1 0,5 0-1,3-2 86,554-58 261,-477 53-1997,9 0-1803,-34 4-1977,-41 2 2018,28-2-7754</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8.746"/>
    </inkml:context>
    <inkml:brush xml:id="br0">
      <inkml:brushProperty name="width" value="0.035" units="cm"/>
      <inkml:brushProperty name="height" value="0.035" units="cm"/>
      <inkml:brushProperty name="color" value="#008C3A"/>
    </inkml:brush>
  </inkml:definitions>
  <inkml:trace contextRef="#ctx0" brushRef="#br0">165 1 18178,'0'0'2653,"0"3"-49,-44 226 6728,-44 185-9332,75-353-2086,4 1 1,2 0-1,3 1 0,5 75 1,7-87-5235,9 3-4715</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9.077"/>
    </inkml:context>
    <inkml:brush xml:id="br0">
      <inkml:brushProperty name="width" value="0.035" units="cm"/>
      <inkml:brushProperty name="height" value="0.035" units="cm"/>
      <inkml:brushProperty name="color" value="#008C3A"/>
    </inkml:brush>
  </inkml:definitions>
  <inkml:trace contextRef="#ctx0" brushRef="#br0">140 1 12293,'-9'4'917,"0"0"0,0 0 1,1 1-1,0 0 0,0 1 0,0 0 0,0 0 1,1 0-1,0 1 0,0 0 0,1 1 0,0-1 1,-9 17-1,11-17-491,1 1 1,0 0 0,0-1-1,1 1 1,0 0 0,-2 13 0,2-6-156,1 0 1,1 0-1,0 1 1,1-1-1,0 0 1,1 0-1,1 0 1,1-1 0,7 23-1,3-7 12,0 0 0,2-2-1,33 45 1,-36-56-359,0-1-1,1 0 1,1-1 0,1-1 0,0 0 0,30 19 0,-43-32 58,0 1-1,0-1 1,0 0 0,1 0 0,-1 0 0,0 0 0,0 0 0,1-1 0,-1 1 0,0-1 0,1 0 0,-1 0 0,1-1 0,-1 1 0,0-1 0,0 1 0,1-1 0,-1 0 0,0 0 0,0 0 0,0-1 0,0 1 0,0-1 0,0 0 0,0 0 0,4-3 0,-2 0 1,1 0 1,-1 0 0,0 0-1,0-1 1,0 1 0,-1-1-1,0 0 1,0-1 0,-1 1-1,6-12 1,-6 6 16,0 1 0,-1 0 0,0-1 0,-1 1 0,0-1 1,0 0-1,-1 1 0,-1-1 0,0 0 0,-1 1 0,0-1 0,-1 1 0,0 0 1,-1 0-1,0 0 0,0 0 0,-1 1 0,-1-1 0,0 1 0,0 1 0,-10-12 0,4 7-62,0 1-1,-1 0 0,0 0 0,-1 1 0,0 1 0,-1 1 0,-1 0 0,0 1 0,0 0 0,0 1 0,-1 1 1,0 1-1,-20-5 0,-13 2-3329,16 10-2628,28 17-11473</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29.579"/>
    </inkml:context>
    <inkml:brush xml:id="br0">
      <inkml:brushProperty name="width" value="0.035" units="cm"/>
      <inkml:brushProperty name="height" value="0.035" units="cm"/>
      <inkml:brushProperty name="color" value="#008C3A"/>
    </inkml:brush>
  </inkml:definitions>
  <inkml:trace contextRef="#ctx0" brushRef="#br0">475 13 11441,'-35'5'2408,"34"-5"-2162,-1 0 1,0 0-1,0 0 1,0 0 0,1-1-1,-1 1 1,0-1-1,0 1 1,1-1-1,-1 0 1,0 0 0,1 1-1,-1-1 1,1 0-1,-1-1 1,1 1 0,-1 0-1,1 0 1,-2-2-1,1 1 426,2 2-560,-1 0-1,0 0 1,1 0 0,-1 0 0,0 0 0,1 0 0,-1 0-1,0 0 1,0 0 0,1 1 0,-1-1 0,0 0 0,1 0-1,-1 1 1,1-1 0,-1 1 0,0-1 0,1 0-1,-1 1 1,1-1 0,-1 1 0,1-1 0,-1 2 0,-11 9 265,11-8-310,-1 1 0,0-1 1,1 1-1,0-1 0,-1 1 0,1 0 1,1-1-1,-1 1 0,1 0 0,-1 0 1,1 0-1,0-1 0,0 1 0,1 0 1,-1 0-1,1-1 0,0 1 0,0 0 1,0-1-1,0 1 0,1-1 0,2 5 1,0 2-102,1 0 0,0 0 1,1 0-1,0-1 0,1 0 1,10 11-1,1-3-209,35 27 0,-51-42 206,8-7 55,-9 5 3,-1 0 0,1 0 1,0 0-1,0 0 1,-1 0-1,1 0 1,0-1-1,-1 1 1,1 0-1,-1 0 0,1-1 1,0 1-1,-1 0 1,1-1-1,-1 1 1,1-1-1,-1 1 1,1 0-1,-1-1 0,1 1 1,-1-1-1,1 1 1,-1-1-1,0 0 1,1 1-1,0-2 1,-2-2 155,1 1 0,0 0 0,-1-1 0,0 1 1,0-1-1,0 1 0,0 0 0,0 0 1,-1 0-1,1-1 0,-1 1 0,0 1 0,0-1 1,0 0-1,0 0 0,-1 1 0,1-1 1,-4-1-1,-9-14 1035,13 16 972,-1 4-1355,1 0-791,-1-1 0,1 1 0,-1 0 0,1 0 0,0 1 0,0-1 0,0 0 0,0 1 0,0-1 0,0 1 0,1 0 0,-1 0 0,1-1 0,0 1 0,0 0 0,0 0 0,0 0 0,1 0 0,-1 5 0,-1 7 125,1 1 0,2 28 1,-1-26-137,31 280-27,-14-167 0,27 371 0,-45 2 0,-26-282 0,20-188 0,-1 0 0,-2 0 0,-2-1 0,-19 40 0,28-65 0,-1-1 0,-1 0 0,1 0 0,-1-1 0,0 1 0,0-1 0,-1 0 0,0-1 0,0 1 0,0-1 0,-1-1 0,0 1 0,0-1 0,0 0 0,0 0 0,-1-1 0,1 0 0,-1 0 0,0-1 0,-8 1 0,6-1 0,0-2 0,0 1 0,1-1 0,-1-1 0,0 0 0,0 0 0,0-1 0,1 0 0,-1-1 0,1 0 0,0-1 0,-1 0 0,2 0 0,-1 0 0,0-2 0,-8-6 0,6 5-32,1-2-1,1 1 1,-1-1 0,2-1 0,-1 1-1,1-2 1,0 1 0,1-1 0,1 0-1,0 0 1,-6-15 0,6 9-87,1 0 1,0 0-1,2-1 1,0 1-1,1-1 1,0 0-1,2-22 1,5-13-342,2 0 1,3 1 0,2 1-1,26-74 1,-14 60-1435,2 0 0,49-86 0,92-108-9101,-97 166 1521</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0.705"/>
    </inkml:context>
    <inkml:brush xml:id="br0">
      <inkml:brushProperty name="width" value="0.035" units="cm"/>
      <inkml:brushProperty name="height" value="0.035" units="cm"/>
      <inkml:brushProperty name="color" value="#008C3A"/>
    </inkml:brush>
  </inkml:definitions>
  <inkml:trace contextRef="#ctx0" brushRef="#br0">523 196 4772,'0'0'5040,"1"-3"-3460,2-30 1625,-3 29-1350,-1 1-1053,-4-25 468,4 25 1585,2 0-2529,0-3 283,-1-1 0,0 1 0,0 0 0,0-1 0,0 1 0,-1 0 1,-3-13 4661,3 16-5135,1 0-46,-1-1-1,0 1 1,0-1-1,0 1 1,0 0-1,-1-1 1,1 1-1,-1 0 0,0 0 1,0 0-1,0 0 1,-1 0-1,1 0 1,-6-4-1,7 7-86,0 0-1,0 0 1,0 1-1,0-1 1,0 0-1,0 0 1,1 1-1,-1-1 1,0 1-1,0-1 1,0 1-1,0-1 1,0 1-1,0-1 0,1 1 1,-1 0-1,0 0 1,1-1-1,-2 2 1,0 0-4,-5 4 1,0 1 0,1 0 0,0 1 0,0-1 0,0 1 0,1 0 0,-7 16 0,-24 70 0,26-65 0,-302 1042 0,293-979 0,4 0 0,5 0 0,3 1 0,4 1 0,5-1 0,3 0 0,5 0 0,22 95 0,-21-140-438,2-1 0,2 0 1,3-1-1,1-1 0,2-1 0,2-1 0,39 55 0,-38-67-75,0-1 1,2-1-1,1-1 0,1-1 0,2-1 0,0-2 0,2-1 0,0-2 0,60 30 1,-18-20-2810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1.435"/>
    </inkml:context>
    <inkml:brush xml:id="br0">
      <inkml:brushProperty name="width" value="0.035" units="cm"/>
      <inkml:brushProperty name="height" value="0.035" units="cm"/>
      <inkml:brushProperty name="color" value="#008C3A"/>
    </inkml:brush>
  </inkml:definitions>
  <inkml:trace contextRef="#ctx0" brushRef="#br0">354 286 4436,'-13'-17'1151,"10"14"-194,-6-2 239,-6 0-304,10-2 4585,-31-130 761,11 51-4450,16 64-1024,9 21-720,0 1-1,-1 0 1,1 0 0,0 0-1,0-1 1,-1 1 0,1 0-1,0 0 1,0 0 0,-1 0-1,1 0 1,0-1 0,0 1-1,-1 0 1,1 0-1,0 0 1,-1 0 0,1 0-1,0 0 1,0 0 0,-1 0-1,1 0 1,0 0 0,-1 0-1,1 0 1,0 0 0,-1 0-1,1 0 1,0 0 0,0 1-1,-1-1 1,1 0 0,0 0-1,0 0 1,-1 0 0,1 1-1,-4 3 201,1-1 0,0 2-1,1-1 1,-1 0 0,1 0-1,-3 7 1,3-7-371,-10 25 523,1 1-1,2 0 1,1 1 0,-5 33-1,2-8-11,-106 657 1508,105-625-1804,4 0 0,5 115-1,3-199-82,0-1 0,1 0 0,-1 1-1,1-1 1,0 0 0,0 1 0,0-1 0,0 0 0,1 0-1,-1 0 1,1 0 0,0 0 0,0 0 0,0 0 0,5 4-1,-6-6 0,0-1-1,0 1 0,0-1 0,1 0 0,-1 1 0,0-1 0,0 0 0,0 0 0,1 0 0,-1 0 0,0 0 0,1 0 0,-1 0 0,0 0 0,0-1 1,0 1-1,1-1 0,1 0 0,1 0 2,11-3-5,0-1-1,-1 0 0,0-1 0,0-1 0,-1 0 1,1-1-1,13-11 0,-15 11-8,0-1 1,1 2-1,0 0 1,0 0-1,1 1 1,-1 1-1,1 0 1,25-5-1,-35 10 6,1 0 0,0 0 1,0 1-1,-1-1 0,1 1 0,0 0 0,-1 1 0,1-1 1,-1 1-1,1 0 0,-1 0 0,0 0 0,0 0 0,0 1 1,0 0-1,0 0 0,-1 0 0,1 0 0,-1 0 0,1 1 1,-1 0-1,-1-1 0,1 1 0,4 8 0,6 11-7,-2 0 0,0 1 0,10 34 0,-11-30-75,1 1-1073,28 53 0,-4-31-3298,-28-44 2226,-1 0-1,1 0 1,1 0-1,8 5 1,8 1-7334</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1.895"/>
    </inkml:context>
    <inkml:brush xml:id="br0">
      <inkml:brushProperty name="width" value="0.035" units="cm"/>
      <inkml:brushProperty name="height" value="0.035" units="cm"/>
      <inkml:brushProperty name="color" value="#008C3A"/>
    </inkml:brush>
  </inkml:definitions>
  <inkml:trace contextRef="#ctx0" brushRef="#br0">186 328 11461,'-3'15'739,"3"-13"-550,-1 1-1,1 0 1,-1 0 0,1 0 0,-1 0-1,0-1 1,0 1 0,-1 0 0,1-1-1,0 1 1,-1-1 0,0 0 0,1 1-1,-1-1 1,0 0 0,0 0 0,0 0-1,-3 2 1,-1 1 328,1 0 0,1 0 0,-1 0 0,1 1-1,0 0 1,0-1 0,0 2 0,-3 6 0,-22 60 2785,23-58-2806,-13 39 813,2 2-1,-11 68 1,22-88-1051,2 1 1,1-1 0,2 1-1,6 56 1,-4-79-203,1-1 1,1 0 0,0 0 0,8 20-1,-10-29-63,0-1-1,1 0 0,0 1 0,0-1 0,0 0 1,0 0-1,0 0 0,0 0 0,1-1 1,0 1-1,-1-1 0,1 1 0,0-1 1,0 0-1,0 0 0,1 0 0,-1-1 1,0 1-1,1-1 0,6 2 0,-5-2-52,1-1 0,-1 0-1,0 0 1,1 0 0,-1-1-1,0 1 1,1-2-1,-1 1 1,0 0 0,0-1-1,0 0 1,0 0 0,0 0-1,5-4 1,-1 0-118,0 0 0,0 0 1,-1-1-1,0 0 0,0-1 1,9-10-1,-4-1-142,0-1 0,-1 0 0,-1 0 0,13-34 0,24-92-635,-27 54 658,-3-1 1,-5-1-1,-3 0 0,-6-165 0,-4 235 257,-1 1 0,-2-1-1,-8-37 1,11 59 43,0 1 0,-1-1-1,1 1 1,-1-1 0,1 1-1,-1 0 1,0-1 0,1 1-1,-1 0 1,0-1 0,0 1 0,0 0-1,0 0 1,0 0 0,0 0-1,0 0 1,0 0 0,-1 0 0,1 0-1,0 0 1,-1 1 0,1-1-1,0 0 1,-1 1 0,1-1-1,-1 1 1,1 0 0,-1-1 0,1 1-1,-1 0 1,-2 0 0,1 1 13,0-1 0,0 1 1,0 0-1,1 0 1,-1 0-1,0 0 0,0 1 1,1-1-1,-1 1 0,0 0 1,1 0-1,0 0 1,-1 0-1,1 0 0,0 0 1,0 0-1,-2 4 0,-14 22 167,1 0-1,1 1 1,1 1-1,2 1 1,-13 42-1,6-1 140,-18 107-1,16-6-114,20-143-157,1 1-1,2-1 1,7 51-1,-6-71-125,0 1 0,1-2 0,0 1-1,0 0 1,1-1 0,1 1 0,-1-1 0,1 0-1,1-1 1,0 1 0,0-1 0,1 0-1,0-1 1,0 1 0,0-1 0,1-1 0,0 0-1,1 0 1,-1 0 0,1-1 0,0 0 0,1-1-1,-1 0 1,1 0 0,0-1 0,0-1-1,11 3 1,2-2-923,1-1 0,0 0 0,0-2 0,39-5 1,-44 2-1038,0 0 1,-1-2-1,31-12 1,1-3-5461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2.354"/>
    </inkml:context>
    <inkml:brush xml:id="br0">
      <inkml:brushProperty name="width" value="0.035" units="cm"/>
      <inkml:brushProperty name="height" value="0.035" units="cm"/>
      <inkml:brushProperty name="color" value="#008C3A"/>
    </inkml:brush>
  </inkml:definitions>
  <inkml:trace contextRef="#ctx0" brushRef="#br0">202 0 8093,'0'0'1986,"-2"4"-108,-28 85 3964,-13 47-1514,20-61-2543,-6 20-213,3 2 0,-13 102 0,35-167-1497,1 0 1,1 0-1,2 1 0,1-1 1,2 0-1,1 0 0,1 0 1,2-1-1,1 0 0,17 42 1,-16-54-440,1-1 0,0 0-1,1 0 1,1-1 0,1-1 0,0 0 0,1-1 0,19 16 0,-17-17-656,1-2 1,0 0-1,1-1 0,30 14 0,-43-22 419,1-1 0,0 1-1,-1-2 1,1 1 0,0 0 0,0-1-1,0 0 1,0-1 0,0 1-1,0-1 1,0-1 0,0 1 0,0-1-1,0 0 1,0 0 0,0 0-1,0-1 1,7-3 0,26-13-6072</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2.862"/>
    </inkml:context>
    <inkml:brush xml:id="br0">
      <inkml:brushProperty name="width" value="0.035" units="cm"/>
      <inkml:brushProperty name="height" value="0.035" units="cm"/>
      <inkml:brushProperty name="color" value="#008C3A"/>
    </inkml:brush>
  </inkml:definitions>
  <inkml:trace contextRef="#ctx0" brushRef="#br0">67 0 7205,'0'0'6314,"1"2"-5391,6 6-634,0 0-1,-1 1 1,0 0-1,0 0 1,-1 0-1,-1 1 1,1-1-1,-2 1 1,1 0-1,-1 0 1,-1 1 0,0-1-1,0 1 1,-1-1-1,0 1 1,-1-1-1,-1 12 1,0-3-192,-1 0 0,0 0 0,-2-1 1,0 0-1,-1 1 0,-1-1 0,-15 32 0,-48 100 128,66-145-210,1 1 1,-1 0-1,1-1 0,0 1 1,0 0-1,-1 11 0,3-16-13,0 0 0,0 1 0,0-1-1,1 0 1,-1 1 0,0-1 0,1 0-1,-1 0 1,1 1 0,-1-1 0,1 0-1,-1 0 1,1 0 0,0 0 0,0 0-1,0 0 1,-1 0 0,1 0 0,0 0-1,0 0 1,0 0 0,0 0 0,1-1-1,-1 1 1,0 0 0,0-1 0,0 1 0,0-1-1,1 1 1,-1-1 0,0 0 0,1 0-1,-1 1 1,0-1 0,3 0 0,5-3-12,-1-1 0,0 1 0,0-1 0,0-1 1,0 0-1,0 0 0,-1 0 0,0-1 0,0 0 1,-1 0-1,1-1 0,7-11 0,7-11 72,32-60 0,-29 48-10,-21 36 6,0 1 0,0 0 0,0 0 0,1 0 0,-1 0 0,1 0 0,6-4 0,-8 7 210,6 26 228,-3-15-392,-4-7-108,13 44-431,3 1 1,31 60-1,-43-98-196,17 28-1256,-21-35 1321,1-1 0,-1 0 0,1-1 0,0 1 0,0 0 0,0 0 0,0-1 0,0 1 0,0-1 0,0 0 0,0 1-1,0-1 1,1 0 0,-1 0 0,5 1 0,9 0-5756</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3.125"/>
    </inkml:context>
    <inkml:brush xml:id="br0">
      <inkml:brushProperty name="width" value="0.035" units="cm"/>
      <inkml:brushProperty name="height" value="0.035" units="cm"/>
      <inkml:brushProperty name="color" value="#008C3A"/>
    </inkml:brush>
  </inkml:definitions>
  <inkml:trace contextRef="#ctx0" brushRef="#br0">756 0 6069,'-4'0'261,"0"1"0,0-1 0,0 1 1,1 0-1,-1 0 0,0 0 1,0 0-1,1 1 0,-1-1 0,0 1 1,1 0-1,0 0 0,-1 1 0,1-1 1,0 0-1,0 1 0,1 0 1,-1 0-1,0 0 0,1 0 0,0 0 1,-1 1-1,1-1 0,1 1 1,-1-1-1,0 1 0,1 0 0,0-1 1,0 1-1,0 0 0,0 0 1,1 0-1,-1 0 0,1 6 0,-2 32 1049,2 1 0,9 78 0,26 88 584,5 39-182,-35-197-1253,-2 1 0,-2 0 0,-3 0 0,-2 0 1,-2-1-1,-2 0 0,-3 0 0,-2-1 0,-29 75 1,15-67-358,-2-1 1,-2-1 0,-3-2 0,-46 57 0,39-61-1227,-2-3-1,-53 46 1,-86 45-6566,143-110 3851,-30 21-6130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380"/>
    </inkml:context>
    <inkml:brush xml:id="br0">
      <inkml:brushProperty name="width" value="0.035" units="cm"/>
      <inkml:brushProperty name="height" value="0.035" units="cm"/>
      <inkml:brushProperty name="color" value="#008C3A"/>
    </inkml:brush>
  </inkml:definitions>
  <inkml:trace contextRef="#ctx0" brushRef="#br0">46 104 11337,'-29'-17'9837,"29"16"-9684,0 1 1,0-1-1,-1 1 0,1-1 1,0 1-1,0-1 0,-1 1 1,1-1-1,0 1 1,0-1-1,-1 1 0,1 0 1,-1-1-1,1 1 0,0 0 1,-1-1-1,1 1 0,-1 0 1,1-1-1,-1 1 0,1 0 1,-1 0-1,1 0 1,-1-1-1,0 1 0,1 0 6,0 0-1,-1 0 0,1 0 1,0 0-1,-1 0 0,1 0 1,0 0-1,0-1 0,-1 1 1,1 0-1,0 0 1,0 0-1,-1 0 0,1-1 1,0 1-1,0 0 0,-1 0 1,1 0-1,0-1 0,0 1 1,0 0-1,-1 0 1,1-1-1,0 1 0,0 0 1,0-1-1,0 1 0,0 0 1,0 0-1,0-1 0,0 1 1,20-17 2379,8-2-2538,-25 15 0,22-11 0,-21 12 0,20-6 0,-10 6 0,-13 3 0,0 0 0,0-1 0,-1 1 0,1 0 0,0 0 0,0 0 0,0 0 0,0 0 0,-1 0 0,1 0 0,0 0 0,0 1 0,0-1 0,0 0 0,-1 0 0,1 1 0,0-1 0,0 0 0,-1 1 0,1-1 0,0 1 0,-1-1 0,1 1 0,0-1 0,-1 1 0,1 0 0,-1-1 0,1 1 0,-1 0 0,1-1 0,-1 1 0,1 0 0,-1-1 0,0 1 0,1 0 0,-1 0 0,0 0 0,0-1 0,0 1 0,0 0 0,1 0 0,-1 0 0,0 0 0,0-1 0,-1 1 0,1 0 0,0 0 0,0 0 0,0 0 0,-1 1 0,1-1 0,-1 34 0,0-20 0,1 1 0,0-1 0,1 0 0,1 1 0,0-1 0,1 0 0,6 16 0,-3-15 0,1 0 0,0 0 0,2-1 0,0-1 0,0 1 0,1-1 0,1-1 0,0 0 0,1 0 0,1-1 0,25 19 0,-23-21 0,1-1 0,0 0 0,1-1 0,-1-1 0,1-1 0,1 0 0,-1-1 0,22 3 0,-28-6 0,0-1 0,-1-1 0,1 0 0,0 0 0,-1-1 0,1 0 0,-1-1 0,1 0 0,-1-1 0,0 0 0,1-1 0,-2 0 0,1 0 0,0-1 0,12-9 0,-4-1 0,0 0 0,-1-2 0,-1 0 0,-1-1 0,0-1 0,19-32 0,7-8 0,-38 55 0,0 0 0,-1 1 0,1 0 0,0-1 0,0 1 0,1 0 0,6-4 0,-10 6 0,1 1 0,-1 0 0,0 0 0,1 0 0,-1 0 0,0 0 0,1-1 0,-1 1 0,0 0 0,1 0 0,-1 0 0,1 0 0,-1 0 0,0 0 0,1 0 0,-1 0 0,0 0 0,1 0 0,-1 1 0,1-1 0,-1 0 0,0 0 0,1 0 0,-1 0 0,0 0 0,1 1 0,-1-1 0,0 0 0,0 0 0,1 1 0,-1-1 0,0 0 0,0 0 0,1 1 0,-1-1 0,0 0 0,0 1 0,0-1 0,1 0 0,-1 1 0,0-1 0,0 0 0,0 1 0,1 5 0,0 0 0,-1 0 0,1 1 0,-2-1 0,1 0 0,-2 7 0,-10 106 0,-16 108 0,11-116 0,-4 0 0,-51 155 0,50-205 0,-2 0 0,-3-2 0,-2 0 0,-3-3 0,-66 90 0,68-110 0,-2-2 0,-1-1 0,-2-2 0,-1-1 0,-1-2 0,-43 25 0,75-51 0,1 1 0,-1-1 0,1 0 0,-1 0 0,0 0 0,0-1 0,0 0 0,0 0 0,0 0 0,-7 0 0,10-1 0,0 0 0,-1 0 0,1-1 0,0 1 0,0 0 0,1-1 0,-1 0 0,0 1 0,0-1 0,0 0 0,0 0 0,0 0 0,1 0 0,-1-1 0,1 1 0,-1 0 0,1-1 0,-1 1 0,1-1 0,-1 1 0,1-1 0,0 0 0,0 1 0,0-1 0,0 0 0,0 0 0,1 0 0,-1 0 0,0-2 0,-2-8 0,1-1 0,0 1 0,1-1 0,1 1 0,0 0 0,0-1 0,2 1 0,-1-1 0,1 1 0,6-18 0,4-8 0,33-73 0,-8 38-137,4 2-1,86-118 1,-31 72-3883,117-109 1,-46 72-6337,-81 85-620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542"/>
    </inkml:context>
    <inkml:brush xml:id="br0">
      <inkml:brushProperty name="width" value="0.035" units="cm"/>
      <inkml:brushProperty name="height" value="0.035" units="cm"/>
      <inkml:brushProperty name="color" value="#008C3A"/>
    </inkml:brush>
  </inkml:definitions>
  <inkml:trace contextRef="#ctx0" brushRef="#br0">64 109 10505,'-12'12'2464,"-7"-21"-356,-4-2-319,20-6-369,-3-1 444,19 4-1348,9-3-448,10 6-744,3 2-516,6 3-560,10 1-497,-7 2-2043,-3 11-3297</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658"/>
    </inkml:context>
    <inkml:brush xml:id="br0">
      <inkml:brushProperty name="width" value="0.035" units="cm"/>
      <inkml:brushProperty name="height" value="0.035" units="cm"/>
      <inkml:brushProperty name="color" value="#008C3A"/>
    </inkml:brush>
  </inkml:definitions>
  <inkml:trace contextRef="#ctx0" brushRef="#br0">22 152 7957,'-22'15'4376,"28"-30"-3320,1 1 436,15 8-1128,0-2-428,4-1-420,12-8-348,-7 3-200,-2 2-268,-4-13-280,1 2-1380,2 0-1049</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36.919"/>
    </inkml:context>
    <inkml:brush xml:id="br0">
      <inkml:brushProperty name="width" value="0.035" units="cm"/>
      <inkml:brushProperty name="height" value="0.035" units="cm"/>
      <inkml:brushProperty name="color" value="#008C3A"/>
    </inkml:brush>
  </inkml:definitions>
  <inkml:trace contextRef="#ctx0" brushRef="#br0">270 163 7209,'-1'0'427,"0"1"0,1 0 0,-1-1 1,0 1-1,0-1 0,1 1 0,-1 0 1,1-1-1,-1 1 0,0 0 0,1 0 1,-1-1-1,1 1 0,0 0 0,-1 0 1,1 0-1,0 0 0,-1 0 0,1 0 1,0-1-1,0 1 0,0 0 0,0 0 1,0 0-1,0 1 0,-9 46 2741,3-16-2037,4-25-836,-6 20 537,1 0 0,1 0 1,2 1-1,0-1 1,1 41-1,4-49-633,1 1 0,0-1 0,1 0 1,1 0-1,1 0 0,1-1 0,0 0 0,12 23 0,-12-31-148,-1 0 0,2-1 0,-1 0 0,1 0 0,1 0 0,-1-1 0,2 0 0,-1 0-1,1-1 1,0 0 0,0-1 0,1 0 0,0 0 0,0-1 0,14 5 0,-20-9-42,1 1-1,-1-1 0,1 0 1,-1 0-1,1 0 1,0-1-1,-1 0 1,1 0-1,0 0 0,-1 0 1,1-1-1,-1 1 1,1-1-1,0 0 1,-1-1-1,0 1 1,1-1-1,-1 0 0,0 0 1,0 0-1,0-1 1,0 1-1,0-1 1,0 0-1,-1 0 0,7-7 1,-5 4-8,-1-1 0,1 0 0,-1 1 0,0-1 0,0-1 0,-1 1 0,0 0 0,-1-1 0,1 0 0,-1 0 0,-1 1 0,0-1 0,0 0 0,0-14 0,-3-3 5,-1 0-1,-2 0 0,0 0 0,-2 1 0,0 0 0,-2 0 0,0 1 0,-19-32 0,2 10-70,-2 1 0,-2 2 0,-39-43 0,48 60-415,-1 2 1,-1 0-1,-37-27 1,50 43-314,-1 0 0,-1 0-1,1 1 1,-21-7 0,23 10-427,0 1 1,0 0-1,0 0 1,0 1-1,-1 0 1,1 1-1,-14 1 1,-27 6-10698</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331"/>
    </inkml:context>
    <inkml:brush xml:id="br0">
      <inkml:brushProperty name="width" value="0.035" units="cm"/>
      <inkml:brushProperty name="height" value="0.035" units="cm"/>
      <inkml:brushProperty name="color" value="#008C3A"/>
    </inkml:brush>
  </inkml:definitions>
  <inkml:trace contextRef="#ctx0" brushRef="#br0">77 178 7177,'8'-9'2003,"-8"9"-1910,0 0 0,0-1 1,0 1-1,0 0 0,0 0 0,0-1 0,0 1 0,0 0 0,0 0 0,0 0 0,-1-1 0,1 1 0,0 0 1,0 0-1,0-1 0,0 1 0,0 0 0,0 0 0,0 0 0,-1 0 0,1-1 0,0 1 0,0 0 0,0 0 0,-1 0 1,1 0-1,0 0 0,0-1 0,0 1 0,-1 0 0,1 0 0,0 0 0,0 0 0,0 0 0,-1 0 0,1 0 1,0 0-1,0 0 0,-1 0 0,1 0 0,-2 1 2726,-1-2-939,-6-3-396,-1 1 0,0 0 0,0 1-1,0 0 1,-10-1 0,16 3 2764,8-1-3223,19-7-907,-1 2 1,2 0 0,-1 2 0,1 0 0,-1 2 0,37 0-1,17-2-54,32-5-370,292-31-3394,-287 18-991,-39 4-1994,-59 13 4394,43-9-9819</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582"/>
    </inkml:context>
    <inkml:brush xml:id="br0">
      <inkml:brushProperty name="width" value="0.035" units="cm"/>
      <inkml:brushProperty name="height" value="0.035" units="cm"/>
      <inkml:brushProperty name="color" value="#008C3A"/>
    </inkml:brush>
  </inkml:definitions>
  <inkml:trace contextRef="#ctx0" brushRef="#br0">150 4 12081,'-11'-3'2024,"2"6"5410,6 10-919,2-2-6124,0-6-1317,-1 35 3483,2-21-1691,-2 1 0,-5 30 0,-25 77-714,-16 73-1649,31-64-3850,10-48-140,2-28-2317,1-15-1903</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0.922"/>
    </inkml:context>
    <inkml:brush xml:id="br0">
      <inkml:brushProperty name="width" value="0.035" units="cm"/>
      <inkml:brushProperty name="height" value="0.035" units="cm"/>
      <inkml:brushProperty name="color" value="#008C3A"/>
    </inkml:brush>
  </inkml:definitions>
  <inkml:trace contextRef="#ctx0" brushRef="#br0">43 7 12381,'-1'1'151,"0"0"1,0-1-1,1 1 0,-1 0 0,0-1 0,0 1 0,0-1 1,0 1-1,0-1 0,0 1 0,0-1 0,0 0 1,0 1-1,0-1 0,0 0 0,0 0 0,-2 0 1,2 0 133,0-1 1,0 0-1,0 1 1,1-1-1,-1 0 1,0 0-1,0 0 1,0 0-1,1 0 1,-1 0-1,0 0 1,1 0-1,-1 0 1,0-1-1,-6 40 5212,2 300 915,6-201-5706,0-91-460,8 60 0,-6-85-237,1-1 0,1 1 0,1-1 0,1 0 0,10 23 0,-14-38-97,1 0 0,-1 0 0,1 0 0,0-1 0,1 1 0,-1-1 0,0 0 0,1-1 0,0 1 0,0-1 0,8 4 0,-12-6 61,1-1-1,-1 1 1,0-1-1,1 0 1,-1 0 0,1 0-1,-1 0 1,0 0-1,1 0 1,-1 0-1,0 0 1,1 0-1,-1-1 1,0 1-1,1 0 1,-1-1 0,0 1-1,1-1 1,0 0-1,4-2-75,2 1 33,-1-1-1,-1 1 1,1-1-1,0-1 1,-1 0-1,0 0 0,1 0 1,-2 0-1,1-1 1,0 0-1,-1 0 1,6-8-1,-4 3 2,0 0-1,0-1 0,-1 0 0,0 0 1,-1-1-1,6-19 0,-3-1-8,-1 0 0,-2-1 0,-1 1 0,-1-57 0,-4 61 40,-2 0 1,-1 0-1,-2 0 1,0 1 0,-13-33-1,8 25-36,7 21 118,4 11-516,-1-1 1,0 1 0,0 0 0,0-1 0,-1 1 0,1 0 0,-1 0-1,0 0 1,1 0 0,-1 0 0,-1 0 0,-3-4 0</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1.479"/>
    </inkml:context>
    <inkml:brush xml:id="br0">
      <inkml:brushProperty name="width" value="0.035" units="cm"/>
      <inkml:brushProperty name="height" value="0.035" units="cm"/>
      <inkml:brushProperty name="color" value="#008C3A"/>
    </inkml:brush>
  </inkml:definitions>
  <inkml:trace contextRef="#ctx0" brushRef="#br0">902 135 9257,'10'-10'530,"-8"8"-104,1 0-1,-1-1 1,1 1-1,-1-1 1,0 0 0,0 0-1,3-6 1,-4 8-212,-1-1 0,0 0 0,1 1 0,-1-1 1,0 0-1,0 1 0,0-1 0,0 0 0,-1 1 0,1-1 0,0 0 0,-1 1 0,1-1 1,-1 0-1,0 1 0,0-1 0,1 1 0,-1-1 0,-2-1 0,0-2 42,-1 0 0,1 0 0,-1 1 0,0 0 0,-1-1 0,1 2 0,-1-1 0,1 0 0,-1 1 0,0 0 0,-1 0 0,1 0-1,0 1 1,-1 0 0,0 0 0,1 0 0,-1 1 0,0 0 0,0 0 0,0 0 0,1 1 0,-1 0 0,0 0 0,0 0 0,0 1 0,0 0 0,-9 2 0,6-1-176,0 1 0,0-1 0,1 2 0,-1-1 0,1 1 0,-1 1 0,1-1 0,1 1 0,-1 1 1,1-1-1,0 1 0,0 1 0,0-1 0,1 1 0,0 0 0,0 1 0,-4 9 0,5-10-150,1 1-1,0 0 1,0 1-1,1-1 0,0 1 1,0-1-1,1 1 0,1 0 1,-1 0-1,1 0 1,1 0-1,0 0 0,0 0 1,1 0-1,0 0 1,0 0-1,1 0 0,0 0 1,1-1-1,0 1 1,5 11-1,17 29-651,-24-47 527,13 1-97,-13-2 287,0-1 1,1 0-1,-1 0 0,0 0 0,1 0 0,-1 0 0,1 0 1,-1-1-1,0 1 0,1 0 0,-1-1 0,0 1 1,0 0-1,1-1 0,-1 0 0,0 1 0,0-1 0,0 0 1,1 0-1,-1 1 0,0-1 0,0 0 0,0 0 0,0 0 1,-1 0-1,1-1 0,0 1 0,0 0 0,-1 0 1,1 0-1,-1-1 0,1 1 0,-1 0 0,1 0 0,-1-2 1,2-5 190,0 0 1,-1 1 0,0-1 0,-1-13-1,0 18 420,-1 0 26,-6-22 762,7 25-1375,0-1 1,0 1-1,0 0 0,0 0 1,0 0-1,0 0 0,0 0 1,0 0-1,0 0 1,0 0-1,0 0 0,0 0 1,0-1-1,0 1 1,0 0-1,0 0 0,0 0 1,-1 0-1,1 0 1,0 0-1,0 0 0,0 0 1,0 0-1,0 0 1,0 0-1,0 0 0,0 0 1,0 0-1,0 0 0,-1 0 1,1 0-1,0 0 1,0 0-1,0 0 0,0 0 1,0 0-1,0 0 1,0 0-1,0 0 0,0 0 1,-1 0-1,1 0 1,0 0-1,0 0 0,0 0 1,0 0-1,0 0 0,0 0 1,0 0-1,0 0 1,0 0-1,0 0 0,0 0 1,-1 0-1,1 0 1,0 1-1,0-1 0,0 0 1,0 0-1,0 0 1,0 0-1,0 0 0,0 0 1,0 0-1,0 0 0,-3 19 899,2 2-432,1 0 0,4 24 0,1 23 315,-7 18-8,-20 134 0,-7-15-780,20-151-13,-21 68 0,21-91 0,-33 97 0,-66 139 0,92-231 0,-88 181-82,89-192 61,-1 0 0,-1-1 0,-1 0 0,-1-1 0,0-2 0,-24 21 0,40-40 8,1-1 0,0 1 0,-1-1 0,1 1 0,-1-1 0,1 0 1,-1 0-1,0 0 0,1 0 0,-1 0 0,0 0 0,0-1 0,0 0 1,1 1-1,-1-1 0,0 0 0,0 0 0,0-1 0,0 1 0,0-1 0,1 1 1,-1-1-1,0 0 0,1 0 0,-1 0 0,0 0 0,1-1 0,-1 1 1,1-1-1,-4-2 0,0-1 2,1 1 0,-1-1 0,1-1 0,0 1 0,1-1 0,-1 0 1,1 0-1,0 0 0,1 0 0,-6-13 0,0-7-64,2 0 0,0-1 0,2 0 0,1 0 0,1 0 0,1-1 0,2 1 0,0-1 0,2 1 0,1 0 0,10-40 0,-2 24-400,3 1 0,1 1 0,2 0 0,2 2 0,1 0 0,37-52 1,-20 37-1178,63-69 0,-19 45-1952,-56 57-154,40-24 0,1 8-6629</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2.634"/>
    </inkml:context>
    <inkml:brush xml:id="br0">
      <inkml:brushProperty name="width" value="0.035" units="cm"/>
      <inkml:brushProperty name="height" value="0.035" units="cm"/>
      <inkml:brushProperty name="color" value="#008C3A"/>
    </inkml:brush>
  </inkml:definitions>
  <inkml:trace contextRef="#ctx0" brushRef="#br0">454 0 9713,'0'0'4003,"-13"6"-619,5-2-2703,0 0 1,1 1 0,-1 0 0,1 0 0,0 0 0,1 1 0,-1 0 0,-10 14 0,-41 62 2559,55-77-2987,-39 64 428,4 1 0,2 2 1,4 1-1,-29 100 0,34-78-26,5 1 0,3 1 0,-5 111 0,21-159-656,2-1 0,3 1 1,1-1-1,3 1 0,2-1 0,15 52 0,-15-73 0,1-1-1,1 1 1,1-2-1,2 1 1,0-2-1,2 1 1,0-2-1,2 0 1,0-1-1,2-1 1,0-1-1,23 19 1,-14-18-839,0-1 0,2-2 0,0 0 1,1-3-1,55 22 0,-58-28-1559,0-1 0,0-2-1,1 0 1,32 1 0,22-5-10356</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2.912"/>
    </inkml:context>
    <inkml:brush xml:id="br0">
      <inkml:brushProperty name="width" value="0.035" units="cm"/>
      <inkml:brushProperty name="height" value="0.035" units="cm"/>
      <inkml:brushProperty name="color" value="#008C3A"/>
    </inkml:brush>
  </inkml:definitions>
  <inkml:trace contextRef="#ctx0" brushRef="#br0">190 0 10333,'21'5'2399,"-29"14"3645,4-13-4544,-4 15 121,1 0 0,0 0 0,2 1 1,1-1-1,-3 34 0,-2 9 228,-58 263-1034,22-113-715,32-153-495,-12 80-2873,24-121 2619,0-1-1,1 0 0,1 1 0,1-1 0,7 31 1,-7-39-1598,1-1 0,0 0 0,1 1 0,7 15 0,7-2-8740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3.143"/>
    </inkml:context>
    <inkml:brush xml:id="br0">
      <inkml:brushProperty name="width" value="0.035" units="cm"/>
      <inkml:brushProperty name="height" value="0.035" units="cm"/>
      <inkml:brushProperty name="color" value="#008C3A"/>
    </inkml:brush>
  </inkml:definitions>
  <inkml:trace contextRef="#ctx0" brushRef="#br0">1 121 11545,'38'-9'2124,"-22"-5"-104,12 8-471,17-11-289,-14 6-340,7 2-184,1-2-144,5 5-72,0-5-352,4 2-448,3 3-632,3 1-828,-3-1-925,-4 12-1959,1-6-3605</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3.566"/>
    </inkml:context>
    <inkml:brush xml:id="br0">
      <inkml:brushProperty name="width" value="0.035" units="cm"/>
      <inkml:brushProperty name="height" value="0.035" units="cm"/>
      <inkml:brushProperty name="color" value="#008C3A"/>
    </inkml:brush>
  </inkml:definitions>
  <inkml:trace contextRef="#ctx0" brushRef="#br0">99 22 13413,'0'-1'171,"0"0"0,0 0-1,0 0 1,-1 0 0,1 0-1,0 0 1,-1 0 0,1 0 0,-1 0-1,1 0 1,-1 1 0,1-1-1,-1 0 1,0 0 0,0 0-1,1 1 1,-1-1 0,0 0-1,0 1 1,0-1 0,1 1 0,-1-1-1,0 1 1,0-1 0,0 1-1,0 0 1,0-1 0,0 1-1,0 0 1,0 0 0,0 0 0,0 0-1,0 0 1,0 0 0,0 0-1,0 0 1,0 0 0,0 0-1,-2 1 1,-4-1 662,4 0 1130,4 2-1659,-1 0 0,1-1 0,0 1-1,0-1 1,0 1 0,0 0 0,0-1-1,0 1 1,0-1 0,0 0-1,2 2 1,6 7 592,-3 2-653,0 1 0,-1-1 1,-1 1-1,0 1 0,0-1 1,-1 0-1,-1 1 0,0-1 1,-1 1-1,-1 14 0,-1 23 985,-12 67 1,10-96-1173,-46 234-56,0-3 0,48-216 0,1-36 0,0-1 0,0 1 0,0 0 0,0-1 0,0 1 0,0 0 0,0-1 0,0 1 0,0 0 0,0-1 0,0 1 0,1 0 0,-1-1 0,0 1 0,0 0 0,1-1 0,-1 1 0,1-1 0,0 2 0,1-2 0,-1 1 0,1-1 0,0 1 0,0-1 0,0 0 0,0 1 0,0-1 0,1 0 0,-1 0 0,0-1 0,0 1 0,0 0 0,0-1 0,0 1 0,-1-1 0,1 0 0,0 1 0,0-1 0,0 0 0,0 0 0,-1 0 0,4-3 0,40-31 0,-38 29 0,12-11 0,101-80 0,-99 82 0,0 1 0,1 1 0,0 2 0,25-10 0,-39 17-42,0 1 0,1 1 0,-1 0 0,1 0 0,-1 1 1,1 0-1,0 0 0,0 1 0,0 0 0,-1 0 0,1 1 0,0 1 0,-1-1 0,1 1 0,11 5 1,-8-2-123,-1 1 0,0 0 0,0 1 0,0 0 0,-1 1 0,0 0 0,-1 1 0,0 0 0,13 16 1,7 16-627,-2 0 0,-2 2 0,-2 1 0,23 62-1,-26-60 193,-16-36-306,19 44-9124,-16-34-1965</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4.443"/>
    </inkml:context>
    <inkml:brush xml:id="br0">
      <inkml:brushProperty name="width" value="0.035" units="cm"/>
      <inkml:brushProperty name="height" value="0.035" units="cm"/>
      <inkml:brushProperty name="color" value="#008C3A"/>
    </inkml:brush>
  </inkml:definitions>
  <inkml:trace contextRef="#ctx0" brushRef="#br0">150 275 9569,'1'0'172,"0"0"1,0-1-1,0 1 1,0 0-1,0 0 1,-1-1-1,1 1 1,0-1-1,0 1 1,0-1-1,0 1 0,-1-1 1,1 1-1,0-1 1,0 0-1,-1 1 1,1-1-1,-1 0 1,1 1-1,0-1 1,-1 0-1,1 0 1,-1 0-1,0 0 0,1 0 1,-1 1-1,0-1 1,0 0-1,1-1 1,-2-2 578,1 1 0,-1 0 1,0 0-1,1-1 0,-2 1 1,1 0-1,-3-7 3784,0 10-3632,2 0-776,-1 0 0,1 0-1,-1 1 1,1-1 0,0 0-1,-1 1 1,1 0-1,-1-1 1,1 1 0,0 0-1,-1 0 1,1 1 0,0-1-1,0 0 1,0 1 0,0-1-1,-2 3 1,0 1 94,0 0 0,0 0-1,1 1 1,0-1 0,0 1 0,1 0 0,-3 6 0,-14 41 146,3 1-1,2 1 1,2 0 0,-8 98 0,17-76-6,3-1 1,3 1-1,13 75 1,-13-134-367,0 0-1,1-1 1,1 0 0,13 29-1,-15-38-4,1 0-1,1-1 0,-1 0 1,1 0-1,0 0 0,1-1 1,0 1-1,0-2 0,0 1 1,0 0-1,1-1 0,8 5 1,-12-9-32,-1 0 0,0 0 0,1 0 0,-1 0 1,1 0-1,-1 0 0,1-1 0,-1 1 0,1-1 0,-1 0 1,1 1-1,-1-1 0,1 0 0,-1-1 0,1 1 0,0 0 1,-1-1-1,3 0 0,0-1-11,-1 0-1,0 0 1,0-1 0,0 1-1,0-1 1,0 0 0,-1 0 0,1 0-1,4-5 1,2-5-82,-1 1 0,0-1 1,-1-1-1,0 0 0,6-17 0,51-138-2023,44-184 0,-54 115 590,-46 189 1299,-1 11 76,22-144-540,-30 176 699,1 0 1,-1 0-1,0-1 0,0 1 0,-1 0 0,0 0 0,0 0 1,0 1-1,-1-1 0,-3-7 0,5 11 29,-1 1 1,0-1-1,0 1 0,0 0 0,0-1 0,0 1 0,0 0 0,-1 0 1,1 0-1,0 0 0,0 0 0,-1 0 0,1 0 0,-1 0 1,1 0-1,-1 1 0,1-1 0,-1 1 0,1-1 0,-1 1 0,0-1 1,1 1-1,-1 0 0,0 0 0,1 0 0,-1 0 0,0 0 1,1 0-1,-1 0 0,0 1 0,1-1 0,-1 1 0,1-1 0,-1 1 1,1-1-1,-1 1 0,-2 2 0,-13 6 20,0 0 0,0 2 0,1 0 0,1 1 0,0 1 0,1 0 0,0 1 0,1 0 0,1 1 0,-16 24 0,9-10 33,2 1 0,1 1-1,1 0 1,2 1 0,-11 39-1,19-55-32,2-1 0,-1 1-1,2-1 1,0 1-1,1 0 1,1 0 0,0 0-1,1 0 1,5 23-1,-4-30-69,1 1 0,0-1 0,1 1 0,0-1 0,0 0 0,1-1-1,0 1 1,1-1 0,0 0 0,0 0 0,0-1 0,1 1 0,0-2-1,1 1 1,0-1 0,10 7 0,14 6-1093,0-1-1,1-1 1,53 18 0,-54-25-1477,0-1 1,35 5 0,-10-10-4416</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061"/>
    </inkml:context>
    <inkml:brush xml:id="br0">
      <inkml:brushProperty name="width" value="0.035" units="cm"/>
      <inkml:brushProperty name="height" value="0.035" units="cm"/>
      <inkml:brushProperty name="color" value="#008C3A"/>
    </inkml:brush>
  </inkml:definitions>
  <inkml:trace contextRef="#ctx0" brushRef="#br0">4 112 6945,'3'-18'1659,"-3"17"-1538,1 1 0,-1-1 1,0 1-1,0-1 0,0 1 0,0-1 0,0 1 0,0-1 0,0 1 0,0-1 0,0 1 0,0-1 1,0 1-1,0-1 0,0 1 0,0-1 0,-1 1 0,1-1 0,0 1 0,0-1 0,0 1 0,-1 0 1,1-1-1,0 1 0,-1-1 0,1 1 0,0 0 0,-1-1 0,1 1 0,0 0 0,-1-1 0,1 1 1,-1 0-1,1 0 0,-1-1 0,1-2 1570,18-52 4163,-17 53-5139,4-4 351,-4 5-1025,-1 0 0,0 1 1,1-1-1,-1 0 0,0 1 0,1-1 0,-1 1 0,0-1 0,1 0 0,-1 1 0,1-1 0,0 1 0,-1-1 0,1 1 0,-1 0 0,1-1 0,0 1 1,-1 0-1,1-1 0,-1 1 0,1 0 0,0 0 0,0-1 0,-1 1 0,1 0 0,0 0 0,0 0 0,6 4 113,-1 0-1,0 0 0,-1 0 1,1 1-1,-1 0 1,0 0-1,0 1 1,0-1-1,-1 1 0,0 0 1,0 1-1,0-1 1,-1 0-1,0 1 1,0 0-1,2 10 0,1 7-53,-1 1 0,-1-1-1,-1 1 1,-1-1 0,-1 1-1,-2 0 1,0 0 0,-2-1-1,-6 32 1,5-44-286,2-1 1,0 1-1,0 0 0,1 0 1,1-1-1,0 1 0,0 0 0,4 21 1,-4-33 178,0 0 0,0 1 1,0-1-1,0 0 0,0 0 1,0 1-1,0-1 0,0 0 1,0 1-1,0-1 0,1 0 1,-1 0-1,0 1 0,0-1 1,0 0-1,0 0 1,0 1-1,1-1 0,-1 0 1,0 0-1,0 0 0,0 1 1,1-1-1,-1 0 0,0 0 1,0 0-1,1 1 0,-1-1 1,0 0-1,0 0 0,1 0 1,-1 0-1,0 0 0,0 0 1,1 0-1,-1 0 0,0 0 1,1 0-1,-1 0 0,1 0 1,10-10-222,13-31-36,-19 32 247,90-147-248,-70 118 233,3-5 2,-28 42 48,1 0 0,-1 0 0,0 0 0,1 0 0,-1 0 0,1 0 1,-1 0-1,1 0 0,-1 0 0,1 0 0,0 0 0,-1 1 0,1-1 0,0 0 0,0 1 0,-1-1 1,1 0-1,0 1 0,0-1 0,1 0 0,-1 1-1,-1 1 0,1-1 0,-1 0 0,1 0 0,-1 1 0,1-1 0,-1 0 0,1 1 0,-1-1 0,1 0 0,-1 1 0,1-1 0,-1 1 0,0-1 0,1 1 0,-1-1 0,0 1 0,1-1 0,-1 1 0,0-1 0,0 1 0,1-1 0,-1 2 0,9 39 488,-4 3-255,-4-21-371,2 0 1,0-1 0,1 1-1,1-1 1,2 0 0,0 0 0,1-1-1,12 23 1,-9-26-883,0 0 1,1-1-1,26 30 0,-30-38-713,1-2-1,0 1 0,1-1 0,-1 0 0,14 6 1,2-1-5714</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268"/>
    </inkml:context>
    <inkml:brush xml:id="br0">
      <inkml:brushProperty name="width" value="0.035" units="cm"/>
      <inkml:brushProperty name="height" value="0.035" units="cm"/>
      <inkml:brushProperty name="color" value="#008C3A"/>
    </inkml:brush>
  </inkml:definitions>
  <inkml:trace contextRef="#ctx0" brushRef="#br0">102 1 10873,'-19'14'1415,"14"-11"-1023,1 0 1,-1 0-1,1 1 1,-1-1-1,1 1 1,0 0-1,1 0 1,-1 0-1,1 1 1,0 0-1,0-1 1,0 1-1,0 0 1,-2 9-1,-1 2 28,1 0-1,1 0 1,1 0-1,0 1 1,1-1-1,1 1 1,0 0 0,2-1-1,3 31 1,2-26-377,1 0 1,1 0-1,0 0 0,2-1 1,0 0-1,2-1 1,0 0-1,1-1 1,16 19-1,-12-19-961,1 0 0,0 0 0,1-2 0,1-1 0,1 0 0,0-1 0,39 18 0,-37-22-3898,9-7-2845</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5.485"/>
    </inkml:context>
    <inkml:brush xml:id="br0">
      <inkml:brushProperty name="width" value="0.035" units="cm"/>
      <inkml:brushProperty name="height" value="0.035" units="cm"/>
      <inkml:brushProperty name="color" value="#008C3A"/>
    </inkml:brush>
  </inkml:definitions>
  <inkml:trace contextRef="#ctx0" brushRef="#br0">689 0 6701,'3'6'641,"0"0"0,-1 0 1,0 0-1,0 0 0,-1 1 0,1-1 1,-1 1-1,0 6 0,1 7 1157,0-1-1233,-1 0 1,-1 1-1,0-1 1,-2 0-1,0 0 1,-2 0-1,0 0 1,-1 0-1,-11 28 1,-3 0-105,-3 0-1,-37 59 1,37-73-342,-1-2 1,-1 0-1,-1-1 0,-2-2 0,-1 0 0,-53 39 0,-61 26-2533,-8-16-5841,94-51-233</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7:47.915"/>
    </inkml:context>
    <inkml:brush xml:id="br0">
      <inkml:brushProperty name="width" value="0.035" units="cm"/>
      <inkml:brushProperty name="height" value="0.035" units="cm"/>
      <inkml:brushProperty name="color" value="#008C3A"/>
    </inkml:brush>
  </inkml:definitions>
  <inkml:trace contextRef="#ctx0" brushRef="#br0">1471 24 9665,'1'-2'1721,"15"-17"1436,-14 17-1777,0 3-193,6 3-813,0 0-1,0 1 0,0 0 1,-1 0-1,0 1 0,0 0 1,0 0-1,-1 0 0,1 1 1,8 13-1,-8-8-14,1 1 1,-2 0-1,0 0 1,0 1-1,-1-1 1,3 16-1,1 18 398,-3-1 0,-1 1 0,-2 54-1,-3-89-582,0 152 2151,-37 272-1,12-283-1646,-84 281-1,65-307-758,-5-1 0,-5-2 0,-6-3 0,-5-3 0,-5-3-1,-161 202 1,132-202-1924,-162 148 0,200-211-384,-84 54-1,94-74-908,-2-3 0,-72 31 0,16-18-7405</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7.672"/>
    </inkml:context>
    <inkml:brush xml:id="br0">
      <inkml:brushProperty name="width" value="0.035" units="cm"/>
      <inkml:brushProperty name="height" value="0.035" units="cm"/>
      <inkml:brushProperty name="color" value="#008C3A"/>
    </inkml:brush>
  </inkml:definitions>
  <inkml:trace contextRef="#ctx0" brushRef="#br0">469 155 7253,'2'-25'7534,"-3"2"-3825,2-17-1272,0 36-1614,-6-31 669,1 31-713,1 1-1,-1 0 1,0 0-1,-1 1 0,1-1 1,-5-2-1,-7 1-1044,13 4 439,1 2-4,-87 160 851,-123 317 0,183-393-347,-33 172 0,53-195-521,2 1 0,3 0 0,6 96 0,1-118-152,2-1 0,20 73 0,-21-97 0,2-1 0,0 0 0,1 0 0,0 0 0,1-1 0,1 0 0,1-1 0,0 0 0,17 19 0,-20-27-11,-1 0 0,1 0 0,0-1 1,0 0-1,0 0 0,1-1 0,0 0 0,0 0 0,0-1 1,0 0-1,0 0 0,1-1 0,-1 0 0,14 1 0,-10-3-26,0 0 0,0-1-1,0 0 1,-1-1-1,1 0 1,0-1-1,-1 0 1,0-1 0,18-9-1,-2-1-50,-2-1 0,0-1 0,-1-1 0,-1-2 0,0 0 0,-2-1 0,33-40 0,135-202-905,-94 125 661,-94 135 348,0 1 0,0-1 0,0 1 0,0-1 0,0 1 0,0 0 0,1-1 0,-1 1 0,1 0 0,-1 0 0,1 0-1,-1 0 1,1 0 0,0 1 0,2-2 0,-3 2 5,0 0 0,0 0 0,0 0-1,0 0 1,0 0 0,0 0-1,0 0 1,-1 1 0,1-1-1,0 0 1,0 1 0,0-1 0,0 1-1,0-1 1,-1 0 0,1 1-1,0 0 1,-1-1 0,1 1 0,0-1-1,0 2 1,2 2 51,0 0 0,-1 1 0,1-1 0,-1 0 0,0 1 0,-1 0 0,1-1 0,1 10 0,0 9 147,-1 0 1,-1 1-1,-3 27 0,0 17 63,3-28-271,1 1 0,2-1 1,2 1-1,14 50 0,-16-79-11,1 1-1,0-1 1,1 0-1,0 0 1,1-1-1,0 1 1,11 12 0,-11-17-1,-1-1 1,1 1-1,0-1 1,1-1 0,-1 1-1,1-1 1,0-1 0,0 1-1,1-1 1,-1-1-1,15 5 1,-15-7 0,0 1 0,0-1 0,0 0 0,0-1 0,0 0 0,0-1 0,0 1 0,0-1 0,0-1 0,0 1 0,-1-2 0,1 1 0,0-1 0,-1 0 0,1 0 0,11-9 0,-12 8 0,1-1 0,-2 0-1,1 0 1,0-1 0,-1 0 0,0 0-1,-1-1 1,1 1 0,-1-1 0,-1 0-1,1-1 1,6-14 0,-7 11-1,-1-1 0,1 1-1,-2-1 1,0 0 0,0 0 0,-1 0 0,-1 0 0,0-16 0,-3 1-5,-2 0 0,0 1 1,-1 0-1,-2 0 0,-1 1 1,0 0-1,-22-38 0,20 42-162,-2 1 0,0 0 0,-1 1 0,-1 1-1,-1 0 1,0 1 0,-2 1 0,1 0 0,-2 2 0,0 0-1,-1 1 1,0 0 0,-1 2 0,0 1 0,-1 0 0,-28-7-1,45 16-151,1 0 0,-1 0 0,0 0 0,0 1 0,0 0 0,0 0 0,0 0 0,0 0 0,0 1 0,-6 2 0,-13 10-3284,22-12 2968,1 1 1,0-1-1,-1 1 1,1-1-1,0 1 1,0 0-1,0-1 0,0 1 1,1 0-1,-1 0 1,0 0-1,0 2 1,0 23-10844</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8.031"/>
    </inkml:context>
    <inkml:brush xml:id="br0">
      <inkml:brushProperty name="width" value="0.035" units="cm"/>
      <inkml:brushProperty name="height" value="0.035" units="cm"/>
      <inkml:brushProperty name="color" value="#008C3A"/>
    </inkml:brush>
  </inkml:definitions>
  <inkml:trace contextRef="#ctx0" brushRef="#br0">534 385 13021,'4'-4'405,"0"-1"-1,0 0 1,-1 0-1,1 0 1,-1 0-1,0 0 1,-1-1-1,1 0 1,-1 1-1,0-1 1,-1 0-1,0 0 1,1 0-1,-2 0 1,1-10-1,1 3 765,0 0 1,1 1-1,1-1 0,-1 1 1,9-16-1,-4 11-776,53-114 4871,-45 96-4663,-5 23-601,-9 12 0,0 0 0,0-1 0,0 1 0,0 0 0,0 0 0,0 0 0,0 0 0,0 0 0,0 1 0,0-1 0,0 1 0,0-1 0,0 1 0,0 0 0,0 0 0,0-1 0,-1 1 0,1 1 0,0-1 0,2 3 0,2 0 0,-1 1 0,0 0 0,0 0 0,0 0 0,4 8 0,11 20 0,0 1 0,-2 1 0,-2 0 0,-2 1 0,17 59 0,-20-46 0,-1 0 0,-2 1 0,1 97 0,-10-120 1,0-1 0,-2 0 0,-1 0 0,-1 0 0,-1-1 0,-2 1 0,0-1 0,-1-1 0,-2 0 0,-26 45 0,20-44-7,-1-1 1,-1 0 0,-1-2-1,-1 0 1,-1-1 0,-1-1-1,0-1 1,-2-2 0,-34 20-1,-1-5-1035,-88 34-1,82-42-1908,-86 19-1,79-24-879,26-5-2628,4-1-5010</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9.143"/>
    </inkml:context>
    <inkml:brush xml:id="br0">
      <inkml:brushProperty name="width" value="0.035" units="cm"/>
      <inkml:brushProperty name="height" value="0.035" units="cm"/>
      <inkml:brushProperty name="color" value="#008C3A"/>
    </inkml:brush>
  </inkml:definitions>
  <inkml:trace contextRef="#ctx0" brushRef="#br0">472 23 7609,'13'-4'2397,"-17"0"-130,3 3-1805,1 1 0,-1-1 1,1 1-1,-1-1 0,0 1 1,1-1-1,-1 0 0,1 1 0,-1-1 1,1 0-1,-1 1 0,1-1 0,0 0 1,-1 0-1,1 1 0,0-1 0,0 0 1,-1-1-1,-19 26 3504,18-17-3528,1 0 0,0 0 0,0 0 0,0 12 0,-2 16 667,-17 61 944,-59 174 0,51-186-1697,-68 194-352,-21 69 0,84-232 0,-20 124 0,46-197 0,2 1 0,2-1 0,2 1 0,1-1 0,3 1 0,1-1 0,15 61 0,-15-84 0,2 0 0,0-1 0,1 0 0,1 0 0,1 0 0,0-1 0,1-1 0,1 1 0,1-2 0,0 0 0,1 0 0,0-1 0,1 0 0,1-2 0,0 1 0,1-2 0,0 0 0,24 11 0,-22-14-400,0-1 0,0 0-1,0-2 1,1 0 0,-1-1 0,1-1 0,0-1 0,1-1-1,-1 0 1,0-1 0,0-1 0,0-1 0,0-1-1,0-1 1,0 0 0,-1-1 0,0-1 0,0-1-1,0-1 1,-1 0 0,0-1 0,-1-1 0,0-1 0,0 0-1,-1-1 1,14-14 0,22-27-6793,-3-1-4592</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09.346"/>
    </inkml:context>
    <inkml:brush xml:id="br0">
      <inkml:brushProperty name="width" value="0.035" units="cm"/>
      <inkml:brushProperty name="height" value="0.035" units="cm"/>
      <inkml:brushProperty name="color" value="#008C3A"/>
    </inkml:brush>
  </inkml:definitions>
  <inkml:trace contextRef="#ctx0" brushRef="#br0">13 112 12201,'-13'12'2464,"26"-24"-499,-3 1-253,2 0-352,17-4-252,28 1-208,3 11-40,13-3-308,16 4-136,10 4-356,12-4-276,6-4-604,4-3-840,0-5-856,-7 0-2973,-6 8-4424</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0.805"/>
    </inkml:context>
    <inkml:brush xml:id="br0">
      <inkml:brushProperty name="width" value="0.035" units="cm"/>
      <inkml:brushProperty name="height" value="0.035" units="cm"/>
      <inkml:brushProperty name="color" value="#008C3A"/>
    </inkml:brush>
  </inkml:definitions>
  <inkml:trace contextRef="#ctx0" brushRef="#br0">642 55 8145,'-22'-34'9525,"21"32"-9378,1 1 1,-1 0-1,1 0 0,-1 0 0,1 0 1,-1 0-1,0 0 0,0 0 0,0 0 0,0 0 1,1 0-1,-1 0 0,0 0 0,0 0 0,-1 1 1,1-1-1,0 0 0,0 1 0,0-1 0,0 1 1,0-1-1,-1 1 0,1 0 0,0 0 0,0-1 1,-1 1-1,0 0 0,-1 1 27,0-1 1,1 1-1,-1 0 1,1 0-1,0 0 0,-1 0 1,1 1-1,0-1 0,0 0 1,0 1-1,-1 0 1,-2 3-1,-5 6 565,-1 1 1,1 1 0,-12 21-1,-52 93 2136,-112 267 0,51-23-2875,101-260 0,-27 160 0,54-228-20,3 0-1,1 1 1,2-1 0,3 0-1,1 1 1,2-1 0,1 0-1,15 48 1,-14-66-50,2-1 0,0 0 1,1-1-1,2 0 0,0-1 0,1 0 0,1-1 0,2 0 0,0-1 0,0-1 1,2 0-1,1-2 0,0 0 0,1-1 0,25 15 0,-11-11-1433,1-3 0,1 0 0,1-3 0,67 18 0,-60-22-3344,86 8 1,-13-15-6428</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4.528"/>
    </inkml:context>
    <inkml:brush xml:id="br0">
      <inkml:brushProperty name="width" value="0.035" units="cm"/>
      <inkml:brushProperty name="height" value="0.035" units="cm"/>
      <inkml:brushProperty name="color" value="#008C3A"/>
    </inkml:brush>
  </inkml:definitions>
  <inkml:trace contextRef="#ctx0" brushRef="#br0">133 148 5228,'11'-11'495,"-8"9"-215,0-1 0,0 0-1,0 1 1,0-1 0,0 1-1,1 0 1,6-3 0,-3-5 3525,0-12-2571,-3 10-253,-2 7-405,1 0 1,0 0-1,0 1 1,1-1-1,5-6 1,-4 5 1,3-19 2402,-7 20-753,-5 19-948,-37 141 1526,-4 56-1326,-5 26-817,-29 222-223,75-434-393,1-4 20,0-1-1,0 26 1,23-54-21,-3-4-46,0-1 0,-1-1 0,0 0 0,24-30 0,7-5-22,-29 30 2,1 2 0,1 0 0,1 1 0,1 1 0,39-21 0,-52 32 16,-1 0 0,1 1 0,-1 0 0,1 1 0,0 0 0,0 0 0,0 0 0,0 2 0,0-1 0,0 1 0,1 0 0,-1 1 0,0 0 0,0 0 0,0 1 0,0 0 0,-1 1 0,1 0 0,15 8 0,-14-5 4,-1 0-1,0 0 0,0 1 0,0 1 0,-1 0 1,0 0-1,-1 0 0,0 1 0,0 0 0,0 0 0,-2 1 1,1 0-1,-1 0 0,7 20 0,0 9 10,-1 0 0,10 72-1,-9 3-667,-2-17-2949,-8-77 1902,2 14-1363,3-10-4113,2-4-3523</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5.034"/>
    </inkml:context>
    <inkml:brush xml:id="br0">
      <inkml:brushProperty name="width" value="0.035" units="cm"/>
      <inkml:brushProperty name="height" value="0.035" units="cm"/>
      <inkml:brushProperty name="color" value="#008C3A"/>
    </inkml:brush>
  </inkml:definitions>
  <inkml:trace contextRef="#ctx0" brushRef="#br0">166 562 10513,'0'0'115,"-1"0"1,1 0-1,0 0 0,-1 0 1,1 0-1,0 0 1,-1 0-1,1 0 0,-1 0 1,1 0-1,0-1 0,-1 1 1,1 0-1,0 0 1,-1 0-1,1 0 0,0-1 1,-1 1-1,1 0 0,0 0 1,-1-1-1,1 1 1,0 0-1,0 0 0,-1-1 1,1 1-1,0 0 0,0-1 1,0 1-1,-1 0 1,1-1-1,0 1 0,0 0 1,0-1-1,0 1 0,0-1 1,0 1-1,0 0 1,0-1-1,0 1 0,0-1 1,0 1-1,0 0 0,0-1 1,-6-27 2447,4 20-1069,-8-3-361,-2 7 9747,-6 44-10669,2 1-1,-20 79 1,-6 95 149,36-179-360,2 1 0,1 0 0,3 36 0,0-58 0,2 0 0,0 0 0,0-1 0,1 1 0,1-1 0,1 0 0,0 0 0,0 0 0,2-1 0,9 17 0,-13-25-16,1-1 1,-1 0-1,1 0 1,-1 0-1,1-1 1,0 1-1,0-1 0,1 0 1,-1 0-1,1 0 1,-1-1-1,1 0 0,0 0 1,0 0-1,0 0 1,0-1-1,0 0 1,0 0-1,0 0 0,1 0 1,-1-1-1,0 0 1,1 0-1,-1-1 1,0 1-1,0-1 0,8-2 1,-3 0-33,-1 0 0,1-1 0,-1 0 0,0 0 0,0-1 0,-1 0 0,1-1 0,-1 0 0,0 0 0,-1 0 0,1-1 0,-1-1 1,10-12-1,11-24-433,-2-2 1,-2-1 0,-2 0-1,-2-2 1,-2-1 0,-2 0 0,-3-1-1,8-54 1,-12 43 157,-3-1-1,-2 0 1,-4 0-1,-2 0 0,-2 0 1,-18-83-1,18 126 257,-1 1-1,-1 0 0,-1 0 0,0 1 1,-16-27-1,20 39 59,0 0 1,-1 0-1,0 1 1,0 0-1,-1 0 1,1 0-1,-1 0 1,0 1-1,0 0 1,0 0-1,-1 0 1,0 0-1,1 1 1,-1 0 0,0 0-1,-1 1 1,1 0-1,0 0 1,-1 0-1,-6 0 1,7 2 17,0 0 1,0 1 0,0 0 0,1 0 0,-1 1 0,0-1 0,1 1-1,-1 0 1,1 1 0,0 0 0,0-1 0,0 2 0,0-1-1,0 0 1,-7 8 0,0 0 43,1 0 1,0 1-1,1 0 0,-14 22 1,15-18-15,1 1 1,0 0 0,2 0-1,0 0 1,0 1 0,2 0-1,-3 20 1,-6 131 115,13-145-190,1-1 0,1 1 0,1-1 0,1 0 0,1 0 0,1 0 1,1 0-1,1-1 0,16 32 0,-21-49-114,0 0 0,0-1 0,0 1-1,1-1 1,0 0 0,-1 0 0,1 0 0,1-1 0,-1 1 0,0-1 0,1 0-1,0 0 1,0 0 0,0-1 0,6 2 0,-3-1-323,0-1 1,0-1-1,1 1 1,-1-2-1,1 1 1,-1-1-1,1 0 1,-1-1-1,15-2 1,11-5-3383,50-20 0,-22 6-3388</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6.609"/>
    </inkml:context>
    <inkml:brush xml:id="br0">
      <inkml:brushProperty name="width" value="0.035" units="cm"/>
      <inkml:brushProperty name="height" value="0.035" units="cm"/>
      <inkml:brushProperty name="color" value="#008C3A"/>
    </inkml:brush>
  </inkml:definitions>
  <inkml:trace contextRef="#ctx0" brushRef="#br0">45 54 5072,'0'0'4710,"-3"1"-3322,-23 13 8818,13-32-10122,11 6 2358,4-21-1976,20 29-152,-15 3-272,-1 1 1,1-1 0,-1 1 0,1 0 0,-1 1 0,0-1 0,1 1 0,-1 1 0,0-1 0,1 1-1,-1 0 1,0 0 0,0 1 0,10 6 0,-12-7-7,0 1-1,0 0 1,0 0-1,-1 0 1,1 0-1,-1 1 1,0-1-1,0 1 1,0 0-1,0 0 1,-1 0-1,1 1 1,-1-1-1,0 0 1,0 1 0,-1 0-1,1-1 1,-1 1-1,1 8 1,-1-1 38,-1 0 0,0 0 1,-1-1-1,0 1 0,0 0 1,-2-1-1,1 1 0,-1-1 1,-1 0-1,0 0 0,-11 20 1,-18 46 310,32-74 454,-7-23-669,7 18-169,0 0 0,0 1 1,0-1-1,1 0 0,-1 1 1,0-1-1,1 0 1,-1 0-1,1 0 0,0 1 1,-1-1-1,1-2 0,9-46 15,-9 48-91,6-30 112,-5 29-72,27 22-154,-21-12 194,0 0 0,0 1-1,-1 0 1,0 0-1,-1 0 1,0 1 0,0 0-1,4 12 1,3 7 64,11 44 0,-19-53-51,0 1 1,-1-1 0,-1 1-1,-1 0 1,-1 0-1,-1 0 1,0 0 0,-1 0-1,-2-1 1,-6 23 0,0-8 3,-2 0 0,-2-1-1,-1-1 1,-34 55 0,20-43 19,9-15 234,-26 53-1,45-80-157,6-3-96,0 0 0,0-1 0,0 0-1,0 0 1,0-1 0,-1 1 0,1-1 0,-1 0 0,0 0-1,0 0 1,0-1 0,5-5 0,-6 6-5,25-24 9,-1-1 0,-2-1 0,28-43 0,57-104-160,-84 133 73,130-232-288,-152 269 336,0 0 0,1 0 0,0 0 0,7-6 1,-3 2 84,-7 10-24,0 1-1,-1-1 1,1 1 0,-1 0-1,1 0 1,-1 0-1,1 0 1,-1 0 0,1 0-1,-1 0 1,0 0 0,0 0-1,0 1 1,0-1-1,2 2 1,0 5 73,0 0-1,0 0 1,-1 1-1,0-1 1,-1 0 0,0 1-1,1 13 1,1 11 144,14 168 643,4 27-1285,-17-211-45,0 0 1,1-1-1,0 0 0,1 0 1,1 0-1,15 24 1,-14-27-1103,1 0 0,20 22 0,-21-27-815,0-1 1,1 0-1,0 0 1,14 9-1,-4-7-7077</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7.501"/>
    </inkml:context>
    <inkml:brush xml:id="br0">
      <inkml:brushProperty name="width" value="0.035" units="cm"/>
      <inkml:brushProperty name="height" value="0.035" units="cm"/>
      <inkml:brushProperty name="color" value="#008C3A"/>
    </inkml:brush>
  </inkml:definitions>
  <inkml:trace contextRef="#ctx0" brushRef="#br0">344 8 7757,'2'-7'2662,"-11"18"-452,-12 25 1138,-39 93 2272,2-3-2755,1 24-817,-57 233 0,106-347-2010,1 0 1,1 0-1,2 1 1,3 71-1,2-94-286,0-1 1,1 1-1,1-1 1,1 1-1,-1-1 0,2 0 1,0 0-1,1-1 1,0 0-1,0 0 0,2 0 1,-1-1-1,2 0 1,-1 0-1,1-1 1,15 13-1,-14-15-360,0 0-1,1 0 1,0-1 0,1 0-1,0-1 1,0-1 0,0 0 0,0 0-1,22 4 1,-17-6-1015,0-1 0,-1 0 0,1-1 0,20-2 1,16-2-5738</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7.778"/>
    </inkml:context>
    <inkml:brush xml:id="br0">
      <inkml:brushProperty name="width" value="0.035" units="cm"/>
      <inkml:brushProperty name="height" value="0.035" units="cm"/>
      <inkml:brushProperty name="color" value="#008C3A"/>
    </inkml:brush>
  </inkml:definitions>
  <inkml:trace contextRef="#ctx0" brushRef="#br0">819 0 6725,'-4'1'434,"-1"1"0,0-1 1,0 1-1,1 0 1,0 1-1,-1-1 1,1 1-1,0-1 1,-5 5-1,4-3 104,5-3-432,-1 0-1,1 0 1,-1 0 0,1 0-1,-1 0 1,1 0 0,-1 0-1,1 0 1,0 0 0,0 0-1,0 0 1,-1 0 0,1 0-1,0 0 1,0 0 0,0 0-1,1 0 1,-1 0 0,0 0-1,0 0 1,1 1-1,0 4 271,4 45 1598,17 74 0,1 3-849,-13-50-827,-3 2-1,-4-1 0,-3 1 0,-4-1 1,-14 82-1,12-130-261,-2 0 0,-1-1 0,-1 0 1,-2 0-1,-1-1 0,-1-1 0,-2 0 0,-35 47 1,25-43-173,-1-1 1,-2-2 0,-2-1-1,0-1 1,-2-1 0,-46 27 0,36-28-750,-1-1 1,-2-2 0,-50 17 0,59-28-1756,1 0 0,-50 6-1,58-11-3460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335"/>
    </inkml:context>
    <inkml:brush xml:id="br0">
      <inkml:brushProperty name="width" value="0.035" units="cm"/>
      <inkml:brushProperty name="height" value="0.035" units="cm"/>
      <inkml:brushProperty name="color" value="#008C3A"/>
    </inkml:brush>
  </inkml:definitions>
  <inkml:trace contextRef="#ctx0" brushRef="#br0">3 360 5008,'0'0'11828,"0"-3"-11216,-2-6-337,2 0 1,-1 0-1,1 0 1,1-1-1,-1 1 1,5-16-1,19-59-177,-3 11 46,11-47 465,-46 131 121,7-1-619,0-1 1,1 1-1,0 1 0,0-1 0,1 1 0,0 0 1,1 0-1,1 0 0,-1 1 0,2-1 0,-3 21 0,2-2 1,2-1-1,1 1 0,5 47 1,2-39-999,2 0 0,17 45 0,-25-80 775,1 3-700,0 0-1,1-1 0,-1 1 1,1 0-1,7 8 0,-6-8-387,2 2-3356,7 1-1792</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506"/>
    </inkml:context>
    <inkml:brush xml:id="br0">
      <inkml:brushProperty name="width" value="0.035" units="cm"/>
      <inkml:brushProperty name="height" value="0.035" units="cm"/>
      <inkml:brushProperty name="color" value="#008C3A"/>
    </inkml:brush>
  </inkml:definitions>
  <inkml:trace contextRef="#ctx0" brushRef="#br0">6 0 5553,'0'0'5588,"-3"17"-5536,0-2-368,9-1-800,7-3-1776,-7 9-993</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767"/>
    </inkml:context>
    <inkml:brush xml:id="br0">
      <inkml:brushProperty name="width" value="0.035" units="cm"/>
      <inkml:brushProperty name="height" value="0.035" units="cm"/>
      <inkml:brushProperty name="color" value="#008C3A"/>
    </inkml:brush>
  </inkml:definitions>
  <inkml:trace contextRef="#ctx0" brushRef="#br0">260 0 10661,'-7'16'555,"3"-8"-179,1-1 0,-1 1 0,0-1 0,-1 0 0,1 0 0,-1-1 0,-1 0 0,1 0-1,-11 9 1,10-11 1,-4 3 257,0 1-1,0-1 1,1 2 0,0-1 0,0 1-1,1 0 1,0 1 0,-9 15-1,7-8-13,-8 14 515,1 0 1,-22 55-1,36-75-1030,-1 0 0,2-1-1,-1 1 1,2 0 0,-1 0 0,1 0-1,1 1 1,0-1 0,1 0 0,0 0 0,0 0-1,7 21 1,3-2-428,1-1 1,1 0-1,1-1 0,2 0 1,38 50-1,-38-58-751,1-1 0,1-1 0,1 0 0,30 22 0,-33-29-976,0-2-1,0 0 1,25 10 0,6-2-5902</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18.971"/>
    </inkml:context>
    <inkml:brush xml:id="br0">
      <inkml:brushProperty name="width" value="0.035" units="cm"/>
      <inkml:brushProperty name="height" value="0.035" units="cm"/>
      <inkml:brushProperty name="color" value="#008C3A"/>
    </inkml:brush>
  </inkml:definitions>
  <inkml:trace contextRef="#ctx0" brushRef="#br0">436 1 6053,'1'16'1804,"0"1"1,-1 0 0,-3 17 0,2-17-674,-2 11-498,-2 1-1,0-2 1,-2 1 0,-1-1 0,-2 0 0,0 0 0,-18 31 0,13-30-773,-1-1 1,-2 0-1,0-2 0,-2 0 1,0-1-1,-34 30 0,25-31-2277,-56 33 0,51-34-990,-14 9-3856</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0.452"/>
    </inkml:context>
    <inkml:brush xml:id="br0">
      <inkml:brushProperty name="width" value="0.035" units="cm"/>
      <inkml:brushProperty name="height" value="0.035" units="cm"/>
      <inkml:brushProperty name="color" value="#008C3A"/>
    </inkml:brush>
  </inkml:definitions>
  <inkml:trace contextRef="#ctx0" brushRef="#br0">398 1 10761,'0'0'5116,"-29"14"-1383,10 0-2901,0 1-172,-10-1-112,-12 14-108,6-5 60,4 0-256,-4 3-148,6 8-360,-6 0-660,3 4-1052,1-4-920,8 3-2077,14-3-3940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7.177"/>
    </inkml:context>
    <inkml:brush xml:id="br0">
      <inkml:brushProperty name="width" value="0.035" units="cm"/>
      <inkml:brushProperty name="height" value="0.035" units="cm"/>
      <inkml:brushProperty name="color" value="#008C3A"/>
    </inkml:brush>
  </inkml:definitions>
  <inkml:trace contextRef="#ctx0" brushRef="#br0">810 83 3596,'-32'-13'6848,"22"7"-7002,8 5 606,-28 0 759,25 2-962,2-1 733,2-1-946,1 1 0,-1-1 1,0 1-1,1-1 0,-1 1 0,1 0 1,-1-1-1,1 1 0,-1 0 0,0-1 1,1 1-1,-1 0 0,0 0 0,1 0 1,-1 0-1,0 0 0,1 0 0,-1 0 1,0 0-1,0 0 0,-1 0 135,1 0 0,0 0 0,-1-1-1,1 1 1,0 0 0,-1 0 0,1-1 0,0 1 0,0-1-1,-1 1 1,1-1 0,0 0 0,-2 0 0,-4-13 69,-16-19 3554,21 33-3608,1-1 0,-1 0 0,0 1 1,0-1-1,0 1 0,0-1 1,1 1-1,-1 0 0,0 0 1,0 0-1,0 0 0,0 0 0,-3 1 1,14 6-109,0 1 1,-1 0-1,0 1 1,0 0-1,-1 0 1,0 1-1,6 10 1,38 80 499,-44-84-513,21 46 424,-2 0-1,18 74 1,-32-91-295,-3 1 1,-2-1-1,-2 1 1,0 49-1,-8-11-16,-3 1 0,-4-1 0,-38 151 0,3-84-1028,-71 164 0,91-255 11,-2-1-1,-3-2 0,-3-1 0,-47 63 0,60-94 30,-1-1 0,-1 0 0,-1-2 0,-1 0 0,-1-2 0,0-1 0,-2-1 0,0-1 0,-1-1 0,-43 17-1,-11-8-3090,2-4-1804</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2.763"/>
    </inkml:context>
    <inkml:brush xml:id="br0">
      <inkml:brushProperty name="width" value="0.035" units="cm"/>
      <inkml:brushProperty name="height" value="0.035" units="cm"/>
      <inkml:brushProperty name="color" value="#008C3A"/>
    </inkml:brush>
  </inkml:definitions>
  <inkml:trace contextRef="#ctx0" brushRef="#br0">22 3 16795,'-17'23'0,"51"-23"0,-51-23 0</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029"/>
    </inkml:context>
    <inkml:brush xml:id="br0">
      <inkml:brushProperty name="width" value="0.035" units="cm"/>
      <inkml:brushProperty name="height" value="0.035" units="cm"/>
      <inkml:brushProperty name="color" value="#008C3A"/>
    </inkml:brush>
  </inkml:definitions>
  <inkml:trace contextRef="#ctx0" brushRef="#br0">431 29 8489,'13'-24'2328,"-10"20"3230,-3 7-4227,-16 44 1770,12-41-2887,1 1 0,1 0 0,0 0-1,0 0 1,0 0 0,0 1 0,1-1 0,1 0 0,-1 14-1,2-9-136,1 0 0,0 0 0,0 0 0,1-1 0,1 0-1,0 1 1,0-1 0,1 0 0,0-1 0,1 1-1,1-1 1,-1-1 0,1 1 0,1-1 0,0 0 0,0-1-1,19 15 1,-6-7-60,1-1-1,1-2 0,0 0 1,0-2-1,1 0 0,0-1 1,1-2-1,1 0 0,-1-2 1,1-1-1,43 3 1,-50-7-30,-1 0 0,0-2 0,0 0 0,1-1 1,-1 0-1,0-2 0,-1 0 0,1-1 0,-1-1 1,0-1-1,0 0 0,-1-1 0,0-1 0,0 0 1,-1-1-1,0-1 0,22-21 0,-21 15 35,4-3 10,0 0 0,29-21 0,-47 39 272,-3 7 188,-34 70 943,21-47-735,-18 50 0,-65 254 1966,-6 18-1181,-3-54-1294,-13-6 0,-163 290 0,255-529-191,7-9 0,-2-1 0,-2-1 0,-2-1 0,-47 55 0,66-86 0,-1-1 1,-1 1-1,1-1 1,-1-1-1,-1 0 1,1 0-1,-1-1 0,-20 9 1,25-13-2,1 0 0,0 0 1,0 0-1,0 0 0,-1-1 1,1 1-1,0-1 0,0 0 0,-1-1 1,1 1-1,0-1 0,0 0 1,-1 0-1,1 0 0,0 0 0,0-1 1,0 0-1,0 1 0,1-2 1,-1 1-1,0 0 0,1-1 0,0 1 1,-1-1-1,1 0 0,-3-4 1,-5-7-214,0 0 1,1-1-1,1 0 1,0-1-1,1 0 0,1 0 1,0-1-1,2 0 1,0 0-1,0-1 1,2 1-1,0-1 1,1 0-1,0-33 1,5-10-928,2 1-1,3 0 1,17-64 0,-4 36-2206,61-161 0,-20 109-2879,-2 21-2854</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541"/>
    </inkml:context>
    <inkml:brush xml:id="br0">
      <inkml:brushProperty name="width" value="0.035" units="cm"/>
      <inkml:brushProperty name="height" value="0.035" units="cm"/>
      <inkml:brushProperty name="color" value="#008C3A"/>
    </inkml:brush>
  </inkml:definitions>
  <inkml:trace contextRef="#ctx0" brushRef="#br0">0 306 7041,'0'0'10609,"5"0"-10337,6 0-185,1 0 1,0-1-1,0 0 0,-1-1 1,1 0-1,-1-1 1,17-7-1,-23 8-65,1-1 0,-1 0 0,1-1 1,-1 1-1,0-1 0,0 0 0,-1 0 0,1-1 0,-1 1 0,0-1 0,0 0 0,0 0 0,-1 0 0,0-1 0,0 1 0,4-11 0,-2 2 7,45-128 779,-46 98-288,-4 41-50,1 7-208,1 30 14,-1 0-1,-5 44 0,1-37-243,3 56 0,5-11-1602,0 0-4804,-2-66 2528</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721"/>
    </inkml:context>
    <inkml:brush xml:id="br0">
      <inkml:brushProperty name="width" value="0.035" units="cm"/>
      <inkml:brushProperty name="height" value="0.035" units="cm"/>
      <inkml:brushProperty name="color" value="#008C3A"/>
    </inkml:brush>
  </inkml:definitions>
  <inkml:trace contextRef="#ctx0" brushRef="#br0">102 0 6369,'-41'11'4712,"32"1"-3712,-4 2 468,3 6-1096,1 0-140,3 0-672,-1 3-536,4-3-2732,0 6-2337</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1.971"/>
    </inkml:context>
    <inkml:brush xml:id="br0">
      <inkml:brushProperty name="width" value="0.035" units="cm"/>
      <inkml:brushProperty name="height" value="0.035" units="cm"/>
      <inkml:brushProperty name="color" value="#008C3A"/>
    </inkml:brush>
  </inkml:definitions>
  <inkml:trace contextRef="#ctx0" brushRef="#br0">162 0 11573,'-14'32'693,"9"-19"-217,-2 0-1,1 0 0,-2 0 0,1 0 0,-2-1 0,-10 11 0,9-11 56,1 0 0,0 1 0,0 1 0,2-1 0,-1 1 0,2 0 0,0 1 0,0 0 0,2 0 0,0 0 1,-3 20-1,6-23-429,0 1-1,1 0 1,1 0 0,0 0 0,0-1 0,2 1 0,-1 0 0,2-1 0,-1 0 0,2 1 0,0-2 0,0 1 0,14 21 0,-3-10-224,1 0-1,1-2 1,0 0 0,2-1-1,1-1 1,0-1 0,44 28-1,-30-24-1089,2-2-1,1-1 0,0-2 1,64 19-1,-84-32 82,-1 0 0,1-1 0,0-1 0,0 0 0,24-2 0,21-2-5449</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2.173"/>
    </inkml:context>
    <inkml:brush xml:id="br0">
      <inkml:brushProperty name="width" value="0.035" units="cm"/>
      <inkml:brushProperty name="height" value="0.035" units="cm"/>
      <inkml:brushProperty name="color" value="#008C3A"/>
    </inkml:brush>
  </inkml:definitions>
  <inkml:trace contextRef="#ctx0" brushRef="#br0">715 0 8073,'0'0'3833,"-1"5"-2063,-12 67 1721,-32 103 0,39-155-3250,-20 69 63,-4-1 1,-4-2 0,-4-2-1,-4-1 1,-3-2 0,-60 81-1,-53 34-4587,39-80-4026,66-70 854</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3.987"/>
    </inkml:context>
    <inkml:brush xml:id="br0">
      <inkml:brushProperty name="width" value="0.035" units="cm"/>
      <inkml:brushProperty name="height" value="0.035" units="cm"/>
      <inkml:brushProperty name="color" value="#008C3A"/>
    </inkml:brush>
  </inkml:definitions>
  <inkml:trace contextRef="#ctx0" brushRef="#br0">1416 63 7045,'1'-3'141,"-1"2"4,0 0 1,1-1-1,-1 1 0,0-1 1,1 0-1,-1 1 0,0-1 1,0 1-1,0-1 0,-1 1 1,1-1-1,0 1 0,0-1 0,-1 1 1,1-1-1,-1 1 0,0-1 1,1 1-1,-1 0 0,0-1 1,0 1-1,0 0 0,0 0 1,0-1-1,-2-1 0,1 2 1613,-14-18 4373,27 94-4175,67 368 4600,-24-221-4792,27 240-1,-63-291-1279,-7 2 0,-12 179 0,-3-288-419,-2-1 0,-4 0-1,-2-1 1,-3 0 0,-2-1 0,-46 105-1,45-129-93,-1 0 0,-3-1 0,0-1 0,-3-1-1,0-1 1,-2-1 0,-2-1 0,-1-2 0,-1-1-1,-1-2 1,-47 31 0,30-29-325,-2-2 1,0-2-1,-2-2 1,0-2-1,-65 14 0,39-17-783,0-3 0,-1-3-1,-84-1 1,116-9-852,-89-12 0,103 6-2008,-51-16 1,12-7-6825</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4.292"/>
    </inkml:context>
    <inkml:brush xml:id="br0">
      <inkml:brushProperty name="width" value="0.035" units="cm"/>
      <inkml:brushProperty name="height" value="0.035" units="cm"/>
      <inkml:brushProperty name="color" value="#008C3A"/>
    </inkml:brush>
  </inkml:definitions>
  <inkml:trace contextRef="#ctx0" brushRef="#br0">13 112 11753,'-9'-14'2140,"5"-15"2581,11 12-3797,9 6-184,12-4-112,10 7-164,10-1-124,6 4-196,9 2-432,10 3-452,4 3-696,2 5-612,-3 1-773,-9-6-1355,-4 14-3185</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4.414"/>
    </inkml:context>
    <inkml:brush xml:id="br0">
      <inkml:brushProperty name="width" value="0.035" units="cm"/>
      <inkml:brushProperty name="height" value="0.035" units="cm"/>
      <inkml:brushProperty name="color" value="#008C3A"/>
    </inkml:brush>
  </inkml:definitions>
  <inkml:trace contextRef="#ctx0" brushRef="#br0">33 144 7325,'-23'3'2380,"14"-9"7453,18-11-9109,17-3-140,15 11-228,16-2-456,3-3-636,13-6-1084,-3 0-1101,7 8-1627,11-5-3545</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6.267"/>
    </inkml:context>
    <inkml:brush xml:id="br0">
      <inkml:brushProperty name="width" value="0.035" units="cm"/>
      <inkml:brushProperty name="height" value="0.035" units="cm"/>
      <inkml:brushProperty name="color" value="#008C3A"/>
    </inkml:brush>
  </inkml:definitions>
  <inkml:trace contextRef="#ctx0" brushRef="#br0">64 178 6341,'0'0'3759,"-5"-2"-1834,-14-6 659,14 6 1665,-17-1-2202,10 0 1491,12 0-1387,21-6-725,41-4-1101,513-48 1307,-482 54-1512,-9 0-44,268-28 332,-348 34-389,1 0 0,0-1-1,-1 1 1,1-1-1,7-4 1,-2 1-30,-34 2-1745,-3-1-3358,25 5 4482,1-1 0,0 0 0,-1 1-1,1-1 1,0 0 0,0 1 0,-1 0 0,1-1-1,0 1 1,0 0 0,0 0 0,0-1 0,0 1-1,0 0 1,0 0 0,0 0 0,0 0 0,-1 2-1,-7 11-8183</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7.416"/>
    </inkml:context>
    <inkml:brush xml:id="br0">
      <inkml:brushProperty name="width" value="0.035" units="cm"/>
      <inkml:brushProperty name="height" value="0.035" units="cm"/>
      <inkml:brushProperty name="color" value="#008C3A"/>
    </inkml:brush>
  </inkml:definitions>
  <inkml:trace contextRef="#ctx0" brushRef="#br0">472 105 4896,'0'0'3080,"0"-2"-1629,-15-56 5601,14 55-5125,-1 1-1145,-38-37 2917,38 39-3659,1 0 0,0 0 1,0 0-1,0 0 0,0 0 0,0 1 0,-1-1 0,1 0 0,0 1 0,0-1 0,0 1 0,0-1 0,0 1 0,0-1 0,0 1 0,-1 1 0,1-2 40,-1 2-26,0-1 0,0 0-1,0 0 1,0 1 0,0-1-1,1 1 1,-1 0 0,0-1-1,1 1 1,0 0 0,-1 0-1,1 0 1,0 0 0,0 0-1,0 0 1,0 1 0,-1 2-1,1 0-1,0 0 0,1-1 0,0 1 1,-1 0-1,1 0 0,1 0 0,-1-1 0,2 7 0,1 2 10,1-1 0,0 1 0,1-1 0,0 0 0,8 14 0,-7-17-21,1 0-1,0-1 1,0 1 0,0-1-1,1-1 1,0 0-1,1 0 1,-1 0 0,17 8-1,8 3 57,49 18-1,-54-25-155,-1-2 1,1-1-1,1-1 1,0-1 0,-1-2-1,2-1 1,-1-1-1,0-1 1,0-2-1,52-7 1,-73 6 43,0 0 0,1 0 1,-1-1-1,-1 0 0,1 0 0,0-1 1,-1 0-1,0 0 0,0-1 0,0 1 1,0-2-1,-1 1 0,0-1 0,0 0 1,0 0-1,-1-1 0,0 0 0,0 0 1,6-11-1,0-8-6,0-1 1,-2 1-1,-1-2 1,9-55-1,-16 80 766,-4 5-654,-1-1-1,1 1 1,0 0-1,0 0 1,0 1-1,0-1 0,1 0 1,-1 1-1,1 0 1,-1 0-1,1 0 1,0 0-1,-2 4 0,-10 18 373,2 1-1,1 0 0,1 0 0,1 1 0,-9 48 1,5-23 169,-53 232 1666,-74 348-2250,-63 239-57,192-830 9,-2-1 0,-2-1 0,-1 0 0,-38 64 0,47-92 0,0 0 0,-1 0 0,-1-1 0,0 0 0,0 0 0,-1-1 0,0 0 0,0-1 0,-1 0 0,0-1 0,-1 0 0,1 0 0,-1-2 0,-1 1 0,1-2 0,-1 1 0,0-2 0,-25 5 0,26-7 1,0 0 0,0 0 1,0-2-1,0 1 0,0-1 0,0-1 0,0 0 1,0-1-1,1 0 0,-1-1 0,1 0 0,-21-11 1,23 9-8,1 0 1,-1-1 0,1 0 0,0 0 0,0-1-1,1 0 1,0 0 0,1 0 0,-1-1-1,2 0 1,-1-1 0,1 1 0,1-1 0,-6-17-1,4 7-208,2-1 0,0 0 0,1 1 0,1-1 0,1 0 0,1 0-1,1 0 1,1 0 0,0 0 0,2 0 0,0 0 0,8-20 0,7-12-536,1 0 1,3 1 0,37-61-1,-20 49-131,3 1 1,2 3-1,2 1 0,4 2 0,1 3 1,3 2-1,111-81 0,-22 32-2597,-47 39-2297,-29 22-1865</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29.972"/>
    </inkml:context>
    <inkml:brush xml:id="br0">
      <inkml:brushProperty name="width" value="0.035" units="cm"/>
      <inkml:brushProperty name="height" value="0.035" units="cm"/>
      <inkml:brushProperty name="color" value="#008C3A"/>
    </inkml:brush>
  </inkml:definitions>
  <inkml:trace contextRef="#ctx0" brushRef="#br0">236 0 5993,'0'0'5026,"1"5"-3339,2 3-1100,-1 1 0,0 0-1,0 0 1,-1 0 0,-1 0 0,1 0 0,-1 0 0,-1 0 0,0 0 0,-3 13 0,-4 12 255,-18 48 0,3-13 252,-81 236 1299,89-258-2057,-14 68 1,12-42-145,11-47-132,1 0 0,1 1 1,1-1-1,1 35 0,2-50-33,1 1-1,0-1 1,1 1-1,0 0 1,1-1-1,0 0 1,1 0 0,0 0-1,0 0 1,2-1-1,-1 1 1,9 11-1,-10-18-23,1 1-1,0-1 1,-1 0 0,1 0-1,1-1 1,-1 1-1,1-1 1,-1 0-1,1-1 1,0 1-1,0-1 1,0-1-1,0 1 1,0-1-1,0 0 1,1 0 0,-1 0-1,0-1 1,10-1-1,-3 1-30,0-1-1,-1-1 0,1 0 1,0-1-1,0 0 1,-1-1-1,0-1 0,18-8 1,17-17-137,-1-3 1,-2-1-1,51-51 1,-59 53 14,-34 30 117,8 18 144,-7-8-80,0 0 1,0 1-1,-1-1 0,-1 1 0,1-1 0,-1 1 0,0-1 1,-1 1-1,-1 12 0,1 8 29,1-4-13,1 0-1,1 0 1,12 43-1,-12-59-20,0 1-1,1-1 0,0 0 1,1-1-1,0 1 0,0-1 0,1 0 1,0 0-1,0-1 0,1 1 0,0-1 1,13 10-1,-12-12-14,0 1 1,0-2-1,1 1 0,0-1 1,-1-1-1,1 1 0,0-2 0,1 1 1,-1-1-1,0 0 0,1-1 1,-1 0-1,1-1 0,-1 0 0,16-2 1,-17 1-11,1-1-1,-2 1 1,1-2 0,0 1-1,0-1 1,-1 0 0,1-1 0,-1 1-1,0-2 1,0 1 0,-1-1 0,1 0-1,-1 0 1,0-1 0,0 1 0,-1-1-1,1-1 1,5-9 0,-4 4-99,-1-1-1,-1 0 1,0 0 0,0 0 0,-1 0 0,-1-1 0,-1 1 0,1-1-1,-2 0 1,0 0 0,-1 1 0,0-1 0,-1 0 0,-4-17-1,1 8-349,-1 1-1,-2-1 0,0 1 0,-1 1 1,-2 0-1,0 0 0,-24-37 0,22 43-757,0 1 0,-26-24 0,-5-6-7132</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0.466"/>
    </inkml:context>
    <inkml:brush xml:id="br0">
      <inkml:brushProperty name="width" value="0.035" units="cm"/>
      <inkml:brushProperty name="height" value="0.035" units="cm"/>
      <inkml:brushProperty name="color" value="#008C3A"/>
    </inkml:brush>
  </inkml:definitions>
  <inkml:trace contextRef="#ctx0" brushRef="#br0">675 21 9421,'-4'-3'433,"-1"0"0,0 1 1,1 0-1,-1-1 0,0 2 0,0-1 1,0 1-1,0 0 0,-1 0 0,1 0 1,0 0-1,0 1 0,-9 1 0,6 0-30,-1 0-1,1 1 0,-1 0 1,1 0-1,0 1 0,0 0 1,-14 8-1,10-4-198,0 1 0,1 0 0,-1 1 0,2 0 0,-1 0 0,1 1 1,1 1-1,0 0 0,0 0 0,-7 14 0,13-20-161,0 1 0,1 0 1,-1 0-1,1 1 0,0-1 0,1 0 1,0 1-1,0-1 0,0 1 0,1-1 1,0 1-1,0-1 0,0 1 0,1-1 1,0 1-1,3 10 0,-3-13-33,1-1-1,-1 0 1,1 1 0,0-1-1,0 0 1,0 0 0,0 0-1,1 0 1,-1 0-1,1-1 1,-1 1 0,1-1-1,0 1 1,0-1-1,0 0 1,1 0 0,-1-1-1,0 1 1,1-1 0,-1 1-1,1-1 1,-1 0-1,1 0 1,-1-1 0,1 1-1,0-1 1,0 0 0,-1 0-1,1 0 1,4-1-1,-2 0 30,0-1-1,0 1 1,-1-2-1,1 1 1,-1 0-1,0-1 1,0 0-1,1 0 1,-2-1-1,1 0 1,4-4-1,0 1 16,-4 2 41,-1 0 0,0-1 0,0 1 0,0-1 0,-1 0 0,0 0 0,0-1 0,0 1 0,-1-1 0,0 1 0,0-1 0,1-10 0,3-6 423,-6 23-479,0 0 1,0 0 0,0 0 0,0 0 0,0 0 0,0 0 0,0 0 0,0 1 0,1-1 0,-1 0 0,0 0 0,0 0 0,0 0-1,0 0 1,0 0 0,0 0 0,0 0 0,0 0 0,1 0 0,-1 0 0,0 0 0,0-1 0,0 1 0,0 0 0,0 0 0,0 0-1,0 0 1,0 0 0,1 0 0,-1 0 0,0 0 0,0 0 0,0 0 0,0 0 0,0 0 0,0 0 0,0 0 0,0-1 0,0 1-1,0 0 1,0 0 0,0 0 0,0 0 0,1 0 0,1 21 647,-2 35-99,0-54-516,11 302 1876,1 3-1213,-14-179-535,-18 130 0,11-194-159,-3-1-1,-3-1 1,-2 0-1,-27 62 1,35-102-33,-2 0 0,-1-1-1,0 0 1,-1-1 0,-1-1 0,-1 0 0,-1-1 0,-20 18 0,23-24-5,0-1 0,-1-1-1,-1-1 1,0 1 0,0-2 0,0 0 0,-1-1 0,0-1 0,-1-1 0,1 0 0,-34 5 0,44-9-5,0 0 0,-1-1-1,1 1 1,0-2 0,0 1 0,0-1 0,0 1 0,0-2-1,0 1 1,0-1 0,0 0 0,1 0 0,-1 0 0,1-1-1,-1 0 1,-9-7 0,10 6-20,1-1-1,0 1 0,0-1 1,0 0-1,0-1 1,1 1-1,0 0 0,0-1 1,0 0-1,1 0 1,0 0-1,0 0 0,0 0 1,1 0-1,0 0 1,-1-9-1,2-3-197,0 1-1,2 0 1,-1-1 0,2 1-1,0 0 1,2 0 0,-1 1-1,2-1 1,11-23 0,8-9-1121,50-78 1,-26 56-1305,88-99-1,5 26-5037,-41 55-1841</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0.760"/>
    </inkml:context>
    <inkml:brush xml:id="br0">
      <inkml:brushProperty name="width" value="0.035" units="cm"/>
      <inkml:brushProperty name="height" value="0.035" units="cm"/>
      <inkml:brushProperty name="color" value="#008C3A"/>
    </inkml:brush>
  </inkml:definitions>
  <inkml:trace contextRef="#ctx0" brushRef="#br0">498 37 6241,'-45'-27'2334,"42"26"-1887,0-1-1,0 1 0,1 0 0,-1 0 1,0 0-1,0 0 0,0 1 0,-3-1 0,2 1-264,0 0 0,1 0 0,-1 0-1,0 1 1,1-1 0,-7 3 0,3-1 432,0 0-255,0 0 0,0 1 1,0-1-1,0 2 0,1-1 0,-1 1 0,1 0 1,0 0-1,0 1 0,1 0 0,-9 8 1,1 3 439,0 0 0,-21 34 1,5 1 188,3 1 0,2 1 1,2 1-1,-15 61 0,8-2 304,-16 124-1,31-131-934,5-1 1,5 2-1,4-1 0,5 0 0,4 0 0,33 150 1,-20-161-659,46 121 0,-51-173-409,2-1 0,1 0 0,3-2 0,52 72 0,-55-87-347,0-2 0,2 0 0,0-2 0,51 38 0,-50-44-1208,1-1 0,1-1 1,33 13-1,20 3-7467</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1.706"/>
    </inkml:context>
    <inkml:brush xml:id="br0">
      <inkml:brushProperty name="width" value="0.035" units="cm"/>
      <inkml:brushProperty name="height" value="0.035" units="cm"/>
      <inkml:brushProperty name="color" value="#008C3A"/>
    </inkml:brush>
  </inkml:definitions>
  <inkml:trace contextRef="#ctx0" brushRef="#br0">221 0 5893,'-3'9'662,"1"-5"-380,1 0 0,0-1-1,0 1 1,0 0 0,1 0 0,-1 0 0,1 0 0,0 0-1,0 0 1,0-1 0,1 1 0,-1 0 0,1 0 0,0 0-1,2 4 1,3 20 833,-1-1-1,-1 1 0,-1 0 1,-2 51-1,-18 138 2009,-86 409 0,87-562-3008,-79 394 676,93-448-739,1 0 1,0 1-1,1-1 1,0 0-1,0 0 1,3 13-1,-2-21-41,-1 0 0,1 1 0,0-1-1,0 0 1,0 0 0,0 0 0,0 0 0,0 0 0,1 0 0,-1 0-1,1 0 1,-1 0 0,1 0 0,0-1 0,0 1 0,-1-1 0,1 1-1,0-1 1,0 0 0,1 0 0,-1 0 0,0 0 0,0 0 0,0 0 0,1-1-1,-1 1 1,0-1 0,1 0 0,-1 1 0,0-1 0,1 0 0,-1 0-1,3-1 1,14-1 4,-1 0-1,0-1 0,0-1 0,0-1 1,23-9-1,90-45 87,-39 17-134,-68 32 22,171-68-53,-154 64 50,2 2 1,74-13-1,-102 24 71,0 0 0,-1 0 0,1 1-1,-1 1 1,1 1 0,-1 0 0,18 5-1,-25-5 29,0 0 1,0 0-1,-1 1 0,1 0 0,-1 1 0,1-1 0,-1 1 0,0 0 0,-1 1 0,1-1 0,-1 1 0,0 0 0,0 1 0,0-1 0,-1 1 0,4 7 0,0 2 83,-1 0 0,-1 0 0,-1 1-1,0 0 1,-1 0 0,4 25 0,0 103 405,-8-103-1117,2 0-1,9 49 0,11 1-2991,-13-62-244,2 4-3680,-2-8-1356</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2.378"/>
    </inkml:context>
    <inkml:brush xml:id="br0">
      <inkml:brushProperty name="width" value="0.035" units="cm"/>
      <inkml:brushProperty name="height" value="0.035" units="cm"/>
      <inkml:brushProperty name="color" value="#008C3A"/>
    </inkml:brush>
  </inkml:definitions>
  <inkml:trace contextRef="#ctx0" brushRef="#br0">286 490 7225,'0'0'6993,"-3"14"-4151,-10 28-1407,-1-2 0,-2 0 0,-1 0 0,-30 47 1,1 0-20,17-28-478,-41 124 0,62-157-826,1 0-1,2 1 0,0 0 0,2 0 1,1 0-1,2 0 0,3 45 1,-1-62-87,-1 1 0,1-1 0,1 1-1,0-1 1,1 0 0,0 0 0,0 0 0,1-1 0,0 1 0,1-1 0,8 11 0,-9-16-23,-1 1 0,1-1-1,0 0 1,0 0 0,1 0 0,-1-1 0,1 0-1,-1 0 1,1 0 0,0-1 0,0 0-1,1 0 1,-1-1 0,0 1 0,0-1-1,1-1 1,-1 1 0,1-1 0,-1 0 0,9-2-1,3 0-127,-1-2-1,-1 0 1,1-2-1,-1 1 0,0-2 1,0 0-1,0-1 1,-1-1-1,0 0 0,-1-1 1,0 0-1,22-23 1,-14 12-207,-1-2 0,-1 0 0,-1-1 0,-1-1 0,-1-1 0,21-42 0,-6-5-222,-3-1 1,-3 0-1,-3-2 1,12-80-1,-25 92 316,-2 0-1,-3-1 1,-4 1 0,-2-1-1,-12-84 1,10 125 196,-2 1 1,-1-1 0,-1 1-1,-1 0 1,-18-35-1,23 52 49,0 0-1,-1 0 1,1 0-1,-1 0 1,-1 1-1,1 0 1,-1 0-1,0 0 1,0 0-1,-1 1 1,1-1-1,-1 2 1,0-1-1,0 0 0,-1 1 1,1 0-1,0 1 1,-1 0-1,0 0 1,0 0-1,1 0 1,-1 1-1,0 1 1,-13-1-1,6 2 65,1 0-1,0 2 0,0-1 1,0 2-1,1-1 0,-1 2 1,1 0-1,0 0 1,0 1-1,0 1 0,-14 10 1,10-5-26,1 1 1,1 0 0,0 1 0,1 0 0,0 2 0,2-1 0,-1 1 0,2 1 0,0 0-1,1 0 1,1 1 0,0 0 0,2 1 0,0 0 0,1 0 0,1 0 0,0 0-1,2 0 1,0 1 0,1 0 0,1-1 0,1 1 0,1-1 0,1 1 0,0-1-1,1 0 1,2 0 0,0 0 0,0-1 0,2 1 0,11 18 0,-4-12-71,1-1 1,1-1 0,1 0 0,2-1 0,0-1-1,1-1 1,1-1 0,0-1 0,2-1-1,0 0 1,39 18 0,-35-22-789,0-1-1,1-1 1,0-2 0,1-1 0,0-1-1,47 4 1,-60-10-981,0-1 0,-1-1 0,22-3 0,8-2-4759</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34.032"/>
    </inkml:context>
    <inkml:brush xml:id="br0">
      <inkml:brushProperty name="width" value="0.035" units="cm"/>
      <inkml:brushProperty name="height" value="0.035" units="cm"/>
      <inkml:brushProperty name="color" value="#008C3A"/>
    </inkml:brush>
  </inkml:definitions>
  <inkml:trace contextRef="#ctx0" brushRef="#br0">2 53 5697,'0'-1'185,"0"0"1,-1 1 0,1-1-1,0 0 1,0 0 0,0 0-1,0 0 1,0 0 0,0 0-1,0 1 1,0-1 0,0 0-1,1 0 1,-1 0 0,0 0-1,1 0 1,-1 1 0,0-1-1,1 0 1,-1 0 0,1 1-1,-1-1 1,1 0 0,-1 1-1,1-1 1,1-1 0,23-19 3673,-15 13-2708,-9 8-1087,1-1-1,-1 1 1,0 0-1,0 0 1,0 0-1,0 1 1,0-1-1,0 0 1,0 0-1,0 1 1,0-1-1,1 0 1,-1 1 0,0-1-1,0 1 1,1 0-1,0 0 97,5 2-29,0 1 0,-1-1-1,1 1 1,-1 0 0,0 0-1,0 1 1,0 0 0,-1 0 0,0 0-1,0 1 1,0 0 0,0 0-1,-1 0 1,0 0 0,0 1 0,-1 0-1,5 13 1,-1-4 27,-1 1 0,-1 0 0,-1 0 0,0 0 0,-1 0 0,1 32 0,-5-22-30,-1 0 1,-1 0-1,-2 0 1,-13 46-1,0-21 18,-31 67 1,7-11 100,41-105-215,4-2 8,2 0-36,1-1 1,-1 1 0,0-1-1,1 0 1,-1 0 0,1 0 0,-1-1-1,1 0 1,-1 0 0,0 0-1,0-1 1,1 0 0,-1 0 0,0 0-1,4-3 1,14-7 3,-2-1 1,21-15-1,14-17-18,-3-3-1,-1-2 0,45-58 1,-94 106 29,-1 0 1,1 0-1,0 0 1,-1 0 0,1 0-1,0 0 1,0 1-1,0-1 1,1 1-1,-1 0 1,0 0 0,0 0-1,5 0 1,-7 1-8,1 0-1,-1 0 1,0 0 0,0 0 0,0 1 0,0-1 0,0 0 0,0 1 0,0-1 0,0 1 0,0-1 0,0 1-1,0-1 1,0 1 0,0 0 0,0 0 0,0-1 0,-1 1 0,1 0 0,0 0 0,-1 0 0,1 0 0,0 0-1,-1 0 1,1 0 0,-1 0 0,0 0 0,1 0 0,-1 0 0,0 0 0,1 0 0,-1 0 0,0 2 0,3 40 156,-3-40-152,-9 233 331,8-192-628,0-19-1008,1 0 0,6 43 0,5-43-3311</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2.561"/>
    </inkml:context>
    <inkml:brush xml:id="br0">
      <inkml:brushProperty name="width" value="0.035" units="cm"/>
      <inkml:brushProperty name="height" value="0.035" units="cm"/>
      <inkml:brushProperty name="color" value="#008C3A"/>
    </inkml:brush>
  </inkml:definitions>
  <inkml:trace contextRef="#ctx0" brushRef="#br0">240 1 3184,'0'0'4853,"-2"1"-4575,-3 2 115,1-1 0,1 1 0,-1 0 0,0 0 0,1 1-1,-1-1 1,1 1 0,0 0 0,0-1 0,1 1-1,-1 0 1,1 1 0,0-1 0,-2 6 0,-2 9 478,0-1-1,-3 28 1,-5 15 392,-6 5-116,-61 211 1754,65-212-2604,3 0-1,3 1 1,-3 119-1,13-143-277,2-1 1,2 0-1,2 0 0,1 0 0,3-1 0,1 0 1,21 51-1,-15-52-381,2-1 0,2-1 0,1-1 0,2-1-1,2-1 1,0-1 0,45 42 0,-45-51-675,2-1 0,1-1-1,46 26 1,-44-32-851,0-1-1,1-1 1,62 17-1,-10-10-3998</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3.226"/>
    </inkml:context>
    <inkml:brush xml:id="br0">
      <inkml:brushProperty name="width" value="0.035" units="cm"/>
      <inkml:brushProperty name="height" value="0.035" units="cm"/>
      <inkml:brushProperty name="color" value="#008C3A"/>
    </inkml:brush>
  </inkml:definitions>
  <inkml:trace contextRef="#ctx0" brushRef="#br0">661 8 4368,'-21'-8'4650,"50"24"3196,-6 4-8311,-14-9 738,0 1 1,-1 0-1,-1 0 1,0 1-1,0 0 0,-2 0 1,1 1-1,-2 0 1,0-1-1,0 2 1,-1-1-1,-1 0 0,-1 1 1,0-1-1,0 1 1,-2-1-1,0 1 1,-4 23-1,-2-12-119,-2 1 0,0-2-1,-2 1 1,0-1 0,-2-1 0,-1 0 0,-1 0 0,-1-2-1,0 0 1,-2-1 0,-1 0 0,-29 24 0,-25 14-1636,-3-2 1,-107 59 0,32-21-6013,78-46-1178</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7.002"/>
    </inkml:context>
    <inkml:brush xml:id="br0">
      <inkml:brushProperty name="width" value="0.035" units="cm"/>
      <inkml:brushProperty name="height" value="0.035" units="cm"/>
      <inkml:brushProperty name="color" value="#008C3A"/>
    </inkml:brush>
  </inkml:definitions>
  <inkml:trace contextRef="#ctx0" brushRef="#br0">64 9 6201,'-12'-2'2293,"-20"-3"10239,13 4-7947,25 1-3834,491 24 2368,270 37-2237,122 8-518,-648-55-351,234 6-3262,-417-26-427,-47 2-427,-31 1-2127,-21 2-4268</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0.564"/>
    </inkml:context>
    <inkml:brush xml:id="br0">
      <inkml:brushProperty name="width" value="0.035" units="cm"/>
      <inkml:brushProperty name="height" value="0.035" units="cm"/>
      <inkml:brushProperty name="color" value="#008C3A"/>
    </inkml:brush>
  </inkml:definitions>
  <inkml:trace contextRef="#ctx0" brushRef="#br0">26 0 7037,'0'0'10265,"-9"9"-8493,6-5-1647,1-1 1,1 0 0,-1 1 0,0 0-1,1-1 1,0 1 0,0 0 0,0 0-1,0-1 1,1 1 0,-1 0 0,1 0-1,0 0 1,0 0 0,1 4 0,8 57 431,-3-44-467,1 0 0,0 0 1,1-1-1,2-1 1,0 1-1,1-1 0,0-1 1,2 0-1,0-1 1,1 0-1,1-1 0,20 17 1,-15-16-70,0-1 1,1-1-1,1-1 0,1 0 1,0-2-1,0-1 0,1 0 1,1-2-1,42 11 0,-56-19-13,0 0 0,-1 0 0,1-1 0,-1 0 0,1-1 1,11-2-1,-12 1-2,-2 0-5,1 0 0,-1 0 0,0-1 0,0 0 0,0-1 0,0 0 0,-1 0 0,1-1 0,-1 0 0,0 0 1,-1 0-1,1-1 0,-1 0 0,0-1 0,0 1 0,-1-1 0,5-8 0,3-2-4,-1-1 0,-1 1 0,0-2 0,-2 0 0,0 0 0,-1-1 0,6-22 0,-13 37-4,0 1-1,1-1 0,0 0 0,0 1 1,0-1-1,1 1 0,-1 0 0,5-6 0,-4 7 35,-7 5 48,-2 3-5,-1 0 0,1 1-1,-1-1 1,2 1 0,-1 1 0,1-1 0,0 1 0,0 0 0,0 0 0,1 0-1,-4 11 1,-7 17 427,-12 47-1,8-23-24,-71 171 346,-9-5 0,-162 267 0,233-444-737,17-27-33,-1 0 1,-1 0 0,-1-2 0,-1 1 0,-26 26 0,38-44 12,-19-11-31,20 8-26,0-1 0,0 1-1,0-1 1,1 0 0,-1 0-1,0 1 1,1-1 0,-1 0-1,1 0 1,0 0 0,-1-1-1,1 1 1,0 0 0,0 0-1,1-1 1,-1 1 0,0 0-1,1-1 1,-1 1 0,1-1-1,0 1 1,0-5 0,0-3 3,0 0 0,1 0 1,1 0-1,3-17 1,2 6-225,1 0-1,0 1 1,2-1 0,0 2 0,1-1 0,1 2 0,22-27 0,113-112-3258,-138 147 3201,116-108-4335,-37 46-1822,-12 19-2524</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0.879"/>
    </inkml:context>
    <inkml:brush xml:id="br0">
      <inkml:brushProperty name="width" value="0.035" units="cm"/>
      <inkml:brushProperty name="height" value="0.035" units="cm"/>
      <inkml:brushProperty name="color" value="#008C3A"/>
    </inkml:brush>
  </inkml:definitions>
  <inkml:trace contextRef="#ctx0" brushRef="#br0">1023 12 5657,'-10'-11'3738,"21"38"-538,47 200 3948,-42-174-6660,-3 1 1,-1 0-1,-3 0 0,-2 2 1,-3-1-1,-4 82 0,-3-103-373,-1 0 0,-1 0 0,-3-1 0,0 0 0,-2 0 0,-1-1 0,-2-1 0,-1 0 0,-2 0 0,-1-2 0,-37 51 0,8-26-274,-3-1 1,-1-3 0,-4-2-1,-114 80 1,-43 5-2444,-7-10-3427,134-77 2449,-15 7-4974</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9.734"/>
    </inkml:context>
    <inkml:brush xml:id="br0">
      <inkml:brushProperty name="width" value="0.035" units="cm"/>
      <inkml:brushProperty name="height" value="0.035" units="cm"/>
      <inkml:brushProperty name="color" value="#008C3A"/>
    </inkml:brush>
  </inkml:definitions>
  <inkml:trace contextRef="#ctx0" brushRef="#br0">139 55 4920,'0'-1'103,"0"0"0,0 0 0,0 0 0,0 0 0,0 0-1,0 0 1,0 1 0,0-1 0,1 0 0,-1 0-1,0 0 1,1 0 0,-1 0 0,1 0 0,-1 0-1,1 1 1,-1-1 0,1 0 0,-1 0 0,1 1-1,0-1 1,-1 0 0,1 1 0,0-1 0,0 1 0,0-1-1,-1 1 1,3-1 0,34-13 5283,-32 13-4660,-1 0 0,0 0 0,1-1 0,-1 0 0,0 0-1,0 0 1,7-4 0,-13 9-532,1-1 1,0 1-1,0 0 0,0 0 0,0-1 1,1 1-1,-1 0 0,1 0 0,-1 0 1,1 5-1,-2 10 469,-41 101 2637,-14 53-998,3-11-1262,41-117-795,-31 135-698,40-159-104,2 0 0,0 0 0,1 0 0,2 0 1,0 0-1,0 0 0,6 21 0,-5-33 8,0-1-1,1 0 1,0 0-1,0 0 1,1 0-1,-1 0 1,9 10-1,23 21-6352,1-7-2690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8:59.975"/>
    </inkml:context>
    <inkml:brush xml:id="br0">
      <inkml:brushProperty name="width" value="0.035" units="cm"/>
      <inkml:brushProperty name="height" value="0.035" units="cm"/>
      <inkml:brushProperty name="color" value="#008C3A"/>
    </inkml:brush>
  </inkml:definitions>
  <inkml:trace contextRef="#ctx0" brushRef="#br0">0 183 7717,'14'-11'1355,"-11"7"-593,1 1 0,0 0 0,0 0 0,0 0 0,0 0 0,0 1 0,1-1 0,-1 1 0,1 0 0,7-2 0,97-19 1672,-30 5-1793,-50 13-480,20-4-133,69-21-1,-48 10-1486,-26 8-954,-3-2-3352,-24 5-2359</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1.485"/>
    </inkml:context>
    <inkml:brush xml:id="br0">
      <inkml:brushProperty name="width" value="0.035" units="cm"/>
      <inkml:brushProperty name="height" value="0.035" units="cm"/>
      <inkml:brushProperty name="color" value="#008C3A"/>
    </inkml:brush>
  </inkml:definitions>
  <inkml:trace contextRef="#ctx0" brushRef="#br0">357 72 5412,'-2'-6'951,"1"0"0,0 0 0,0-1-1,0 1 1,1-1 0,0 1-1,0 0 1,2-12 0,-1 15 3174,9 12-2418,-9-8-1633,0 0 0,0 1-1,0-1 1,0 1 0,-1-1 0,1 1-1,0 0 1,-1-1 0,1 1 0,-1 0-1,0-1 1,1 1 0,-1 0 0,0-1-1,0 1 1,0 0 0,0 0 0,0-1-1,-1 1 1,1 2 0,-12 38 849,8-30-587,-14 39 1124,-2 0 0,-48 85 0,-10 22-74,62-119-1194,-23 51 342,4 2 1,-25 106 0,53-168-560,1 1 1,2-1-1,1 1 1,1 0-1,2 0 1,1 0-1,2 0 0,1-1 1,1 1-1,1-1 1,12 32-1,-8-38-310,1 0-1,1-1 1,1-1 0,1 0-1,1-1 1,1 0 0,1-2-1,0 0 1,2 0 0,0-2-1,24 17 1,5 1-2441,3-3 1,0-2-1,98 42 1,15-8-8991</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6.956"/>
    </inkml:context>
    <inkml:brush xml:id="br0">
      <inkml:brushProperty name="width" value="0.035" units="cm"/>
      <inkml:brushProperty name="height" value="0.035" units="cm"/>
      <inkml:brushProperty name="color" value="#008C3A"/>
    </inkml:brush>
  </inkml:definitions>
  <inkml:trace contextRef="#ctx0" brushRef="#br0">468 15 6373,'6'-14'7096,"-8"16"-5692,-14 17 316,0 1 0,-19 33 0,-29 52 910,-29 51 61,50-65-1515,-42 132-1,-10 104-509,88-297-1053,0 1-1,2 0 1,2 0 0,0 0 0,3 34 0,1-47-284,1-1 0,1 0 0,0 0 0,1 0-1,1-1 1,0 1 0,1-1 0,1 0 0,1-1 0,15 25 0,-19-35-54,0 0-1,0 0 1,0-1 0,0 1 0,1-1 0,0 0 0,0 0-1,0-1 1,0 0 0,9 5 0,23 9-6980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7.318"/>
    </inkml:context>
    <inkml:brush xml:id="br0">
      <inkml:brushProperty name="width" value="0.035" units="cm"/>
      <inkml:brushProperty name="height" value="0.035" units="cm"/>
      <inkml:brushProperty name="color" value="#008C3A"/>
    </inkml:brush>
  </inkml:definitions>
  <inkml:trace contextRef="#ctx0" brushRef="#br0">162 0 10629,'-25'32'2471,"1"1"-1,2 2 1,-29 56-1,44-76-2281,1 0 0,0 1 1,1-1-1,1 1 0,0 0 0,1 1 0,1-1 0,1 0 0,0 1 0,1-1 0,4 30 0,-2-38-163,0 1-1,1 0 1,0-1-1,0 0 1,1 0-1,0 0 1,1 0-1,-1 0 1,2-1-1,-1 0 1,1 0-1,0 0 1,0-1-1,1 0 1,0 0 0,0-1-1,0 0 1,1 0-1,-1 0 1,12 4-1,-6-3-55,1-1 0,-1 0 0,1-1 0,0-1 0,0 0 0,1-1 0,-1 0 1,0-1-1,1-1 0,-1 0 0,0-1 0,15-3 0,-20 2-9,-1 0 1,1-1 0,-1 0-1,0-1 1,0 1 0,0-2-1,-1 1 1,1-1 0,-1 0-1,0-1 1,-1 1 0,1-2-1,-1 1 1,0-1-1,-1 1 1,1-1 0,-1-1-1,-1 1 1,1-1 0,3-9-1,-5 8 20,1 1-1,-1-1 1,0 0-1,-1 0 0,0 0 1,-1-1-1,0 1 1,0 0-1,-1-1 1,0 1-1,0 0 0,-1 0 1,-1-1-1,1 1 1,-1 0-1,-1 0 0,0 0 1,-6-13-1,1 9 18,0 1 1,-1 1-1,0 0 0,0 0 0,-1 0 0,-1 1 0,0 1 1,0 0-1,0 0 0,-16-7 0,9 6-152,0 0-1,0 2 1,-1 0 0,0 1-1,-1 1 1,-30-5 0,43 10-266,0 0-1,0 1 1,0 0 0,0 0 0,0 1 0,0 0 0,1 0 0,-1 0 0,-9 4 0,-10 9-5247,7 0-2130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7.842"/>
    </inkml:context>
    <inkml:brush xml:id="br0">
      <inkml:brushProperty name="width" value="0.035" units="cm"/>
      <inkml:brushProperty name="height" value="0.035" units="cm"/>
      <inkml:brushProperty name="color" value="#008C3A"/>
    </inkml:brush>
  </inkml:definitions>
  <inkml:trace contextRef="#ctx0" brushRef="#br0">878 48 7473,'-8'-6'607,"0"0"1,-1 1-1,1 0 1,-1 1-1,0 0 1,-1 0-1,1 1 1,0 0-1,-1 1 1,0 0-1,0 0 1,1 1-1,-1 0 1,-18 2 0,2 3-124,0 1 0,0 1 1,1 1-1,0 2 1,0 0-1,1 2 0,0 0 1,-34 23-1,47-26-427,1 0-1,0 1 0,1 0 1,0 0-1,1 1 0,0 0 1,0 1-1,1 0 0,0 0 0,1 0 1,0 1-1,1 0 0,0 0 1,1 0-1,1 1 0,0 0 1,0-1-1,1 1 0,1 0 1,0 0-1,1 0 0,0 0 1,1 0-1,6 25 0,-5-30-42,0 0 0,1-1-1,0 1 1,1-1-1,-1 0 1,1 0-1,1 0 1,-1 0 0,1-1-1,1 0 1,-1 0-1,1 0 1,0-1-1,0 0 1,13 9 0,-14-12-10,1 1 1,-1 0-1,1-1 1,0 0 0,0 0-1,-1-1 1,1 0 0,0 0-1,0 0 1,1-1 0,-1 0-1,0 0 1,0 0 0,0-1-1,0 0 1,0 0 0,0 0-1,0-1 1,-1 0-1,1 0 1,8-5 0,9-7 11,-1-1 0,-1-1 0,-1-1 1,0-1-1,33-39 0,-38 41 3,-14 15-14,0 0-1,0-1 0,-1 1 0,2 0 0,-1 0 0,0 0 0,0 1 0,0-1 0,0 0 1,1 0-1,-1 1 0,0-1 0,1 1 0,-1-1 0,0 1 0,3-1 0,-3 1 2,0 0-1,-1 0 0,1 0 0,0 1 0,-1-1 0,1 0 0,-1 1 1,1-1-1,-1 0 0,1 1 0,-1-1 0,1 1 0,-1-1 1,1 0-1,-1 1 0,1-1 0,-1 1 0,0 0 0,1-1 0,-1 1 1,0-1-1,1 1 0,-1 0 0,0-1 0,0 1 0,2 7 39,-1-1-1,1 0 1,-2 1-1,1 12 0,-1-13-40,0 45 168,-2 0 0,-3 0 1,-15 70-1,-51 149 179,49-200-300,-3 0 0,-3-2 1,-4 0-1,-2-3 0,-83 121 1,93-156-26,-2-1 1,-44 42-1,51-56 0,0 0 0,-1-2-1,0 0 1,-1-1 0,-28 13-1,35-20-16,0-1-1,-28 7 0,38-11-2,1-1 0,-1 1 0,1 0 0,-1-1 0,0 0 0,1 0 0,-1 0-1,1-1 1,-1 1 0,0-1 0,1 1 0,-1-1 0,1-1 0,-1 1 0,1 0 0,0-1-1,-5-2 1,5 1-5,2 0-1,-1 0 1,0 0-1,1 0 0,-1 0 1,1 0-1,0-1 1,0 1-1,0 0 0,0-1 1,1 1-1,-1 0 1,1-1-1,0 1 1,1-7-1,-1 0-5,1 1 0,1-1 0,-1 1 0,2-1-1,-1 1 1,1 0 0,1 0 0,0 0 0,9-16 0,6-4-142,30-37 1,-42 58 104,63-79-922,5 4-1,3 3 1,92-73 0,-100 98-1204,2 3-1,97-51 1,-89 60-2172,-6 5-2441</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9.265"/>
    </inkml:context>
    <inkml:brush xml:id="br0">
      <inkml:brushProperty name="width" value="0.035" units="cm"/>
      <inkml:brushProperty name="height" value="0.035" units="cm"/>
      <inkml:brushProperty name="color" value="#008C3A"/>
    </inkml:brush>
  </inkml:definitions>
  <inkml:trace contextRef="#ctx0" brushRef="#br0">544 0 4912,'0'0'6828,"0"3"-5958,-2 6-325,2-3-128,-1 0-1,-1 0 0,1-1 0,-1 1 0,0 0 0,0-1 0,-1 0 1,1 1-1,-5 5 0,-21 24 1515,27-32-625,0 1-1124,0 0-1,-1 0 1,1-1-1,-1 1 1,1 0 0,-5 5-1,0 0 173,0-1-1,-1 0 1,0 0-1,0-1 0,-11 9 1,-10 10 415,-12 20 215,1 2-1,3 1 1,2 2 0,-53 106-1,52-80-565,4 0 1,4 2-1,-20 88 0,40-133-388,1 1 0,2-1-1,1 1 1,1 0 0,3 0 0,0 0-1,3-1 1,0 1 0,3-1 0,15 50-1,-14-61-353,0 0-1,2 0 0,1-1 0,1-1 0,1 0 1,0 0-1,2-2 0,0 1 0,2-2 0,0 0 0,0-1 1,2-1-1,0-1 0,1 0 0,34 19 0,-19-17-1125,0-2-1,0-1 1,70 18-1,44-7-6973,-58-18-802</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09.795"/>
    </inkml:context>
    <inkml:brush xml:id="br0">
      <inkml:brushProperty name="width" value="0.035" units="cm"/>
      <inkml:brushProperty name="height" value="0.035" units="cm"/>
      <inkml:brushProperty name="color" value="#008C3A"/>
    </inkml:brush>
  </inkml:definitions>
  <inkml:trace contextRef="#ctx0" brushRef="#br0">294 0 7737,'1'1'161,"0"-1"0,-1 0 0,1 0 1,0 1-1,-1-1 0,1 0 0,-1 1 0,1-1 1,0 0-1,-1 1 0,1-1 0,-1 1 0,1-1 1,-1 1-1,1-1 0,-1 1 0,1-1 0,-1 1 1,0 0-1,1-1 0,-1 1 0,0 0 1,1-1-1,-1 1 0,0 0 0,0-1 0,0 1 1,0 0-1,0 0 0,0-1 0,0 2 0,-12 21 5662,4-10-5982,-57 81 4431,40-61-3365,2 1 0,2 1 0,-19 42 0,-33 116 393,62-156-1929,2 0 1,2 1-1,-4 53 0,11-88 514,-2 90-4063,12-29-4639,4-15-333</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0.260"/>
    </inkml:context>
    <inkml:brush xml:id="br0">
      <inkml:brushProperty name="width" value="0.035" units="cm"/>
      <inkml:brushProperty name="height" value="0.035" units="cm"/>
      <inkml:brushProperty name="color" value="#008C3A"/>
    </inkml:brush>
  </inkml:definitions>
  <inkml:trace contextRef="#ctx0" brushRef="#br0">3 92 5877,'0'0'174,"-1"0"1,1-1 0,0 1-1,0 0 1,0 0 0,-1-1 0,1 1-1,0 0 1,0-1 0,0 1 0,0 0-1,0-1 1,0 1 0,0 0 0,0 0-1,0-1 1,0 1 0,0 0-1,0-1 1,0 1 0,0 0 0,0-1-1,0 1 1,0 0 0,0-1 0,0 1-1,0 0 1,1-1 0,-1 1 0,0 0-1,0 0 1,0-1 0,0 1-1,1 0 1,-1 0 0,0-1 0,0 1-1,1 0 1,-1 0 0,0 0 0,1-1-1,-1 1 1,0 0 0,0 0 0,1 0-1,-1 0 1,0 0 0,1 0 0,-1 0-1,31-12 2542,37-2-2033,122-1 628,-86 9-999,147-1 279,-37 1-3888,-209 6 2575,1-1 0,0 0 0,-1-1 0,0 1 0,7-3-1,-12 4 654,0 0-1,0 0 0,0 0 0,0-1 0,0 1 0,0 0 0,0 0 0,0 0 0,0 0 0,0 0 1,-1 0-1,1 0 0,0 0 0,0 0 0,0 0 0,0 0 0,0 0 0,0-1 0,0 1 1,0 0-1,0 0 0,1 0 0,-1 0 0,0 0 0,0 0 0,0 0 0,0 0 0,0 0 0,0 0 1,0 0-1,0 0 0,0 0 0,0-1 0,0 1-280,0 0 281,0 0-1,0 0 0,0 0 0,1 0 0,-1 0 0,0 0 0,0 0 0,0 0 0,0 0 0,0 0 1,0 0-1,0 0 0,0 0 0,0 0 0,0 0 0,0 0 0,-10-7-5628</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2.271"/>
    </inkml:context>
    <inkml:brush xml:id="br0">
      <inkml:brushProperty name="width" value="0.035" units="cm"/>
      <inkml:brushProperty name="height" value="0.035" units="cm"/>
      <inkml:brushProperty name="color" value="#008C3A"/>
    </inkml:brush>
  </inkml:definitions>
  <inkml:trace contextRef="#ctx0" brushRef="#br0">157 13 5909,'-4'-12'2279,"13"12"1793,8 10-514,-9-2-4088,-5-2 754,0 1-1,0 0 0,-1 0 1,0 0-1,0 0 1,-1 0-1,0 0 1,0 0-1,0 1 0,-1-1 1,-1 12-1,1-12 2,-2 37 279,-2 0 1,-2-1-1,-2 0 1,-2 0-1,-1-1 1,-3 0-1,-30 65 1,-50 161 186,91-261-663,1 6-16,-1 0 1,2 0-1,-1 1 0,2-1 1,0 14-1,1-10 22,-1-16-29,0 0-1,1-1 1,-1 1-1,0 0 1,1 0-1,-1-1 1,1 1-1,-1-1 1,1 1-1,0-1 0,-1 1 1,1 0-1,0-1 1,-1 0-1,1 1 1,0-1-1,-1 1 1,1-1-1,0 0 1,0 0-1,1 1 1,0 0 0,2 0-6,0 0-1,0 1 0,0-1 0,0-1 0,0 1 1,0-1-1,0 1 0,0-1 0,0-1 0,1 1 0,-1 0 1,0-1-1,0 0 0,0 0 0,0 0 0,6-3 0,5-2 30,0-1-1,0 0 1,15-10-1,178-103-75,-182 108 44,-1 2-1,1 0 1,1 2-1,-1 1 1,1 1-1,48-5 1,-61 11 47,1 0 0,-1 1 1,0 1-1,1 0 0,-1 1 0,23 8 0,-28-7 51,0 0 0,0 1-1,0 0 1,-1 0 0,0 1-1,0 0 1,0 0-1,-1 1 1,0 0 0,0 0-1,-1 1 1,0 0-1,0 0 1,-1 0 0,0 1-1,0 0 1,5 14-1,2 10 165,-1 2 0,-1-1 0,6 47 0,-2 23 91,-11-72-683,1-1-1,1 1 1,2-1 0,1-1-1,13 32 1,-17-52-85,6 13-855,0-2-1,14 23 0,-19-37-55,0 0 1,1-1-1,0 1 0,0-1 0,10 9 0,18 8-7987</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4.312"/>
    </inkml:context>
    <inkml:brush xml:id="br0">
      <inkml:brushProperty name="width" value="0.035" units="cm"/>
      <inkml:brushProperty name="height" value="0.035" units="cm"/>
      <inkml:brushProperty name="color" value="#008C3A"/>
    </inkml:brush>
  </inkml:definitions>
  <inkml:trace contextRef="#ctx0" brushRef="#br0">459 445 5412,'0'0'1327,"-23"-16"3744,21 15-4894,0-1 1,0 1 0,0-1 0,0 1-1,0 0 1,0 0 0,-1 0-1,1 0 1,0 0 0,-1 0 0,1 1-1,0-1 1,-1 1 0,1 0-1,-1-1 1,1 1 0,0 0-1,-1 1 1,1-1 0,-1 0 0,1 1-1,0-1 1,-1 1 0,1 0-1,0 0 1,0 0 0,-5 2 0,-2 2 116,-1 0 1,1 0 0,0 1 0,1 1 0,-1-1 0,-12 15 0,-10 7 489,6-7-537,2 2 0,1 1 0,1 0 0,0 2 0,2 0 0,2 2 0,0-1 0,2 2 0,1 0 0,1 1-1,1 1 1,2-1 0,1 2 0,2-1 0,1 1 0,1 0 0,0 60 0,7-65-193,1 1 0,2-1-1,1 0 1,1 0 0,1-1 0,2 0 0,23 46 0,-30-67-43,0 0 1,0 0 0,1-1 0,0 1 0,0-1-1,0 0 1,1 0 0,-1 0 0,11 5 0,-6-2 9,-8-7-19,0 1 1,0-1 0,0 1-1,0-1 1,0 1-1,0-1 1,1 0-1,-1 1 1,0-1-1,0 0 1,0 0 0,1 0-1,-1 0 1,0 0-1,0 0 1,0-1-1,2 1 1,3-1 6,-2 1-8,0 0 1,0 0 0,0-1 0,1 0 0,-1 0-1,0 0 1,0 0 0,-1 0 0,1-1 0,0 0-1,0 1 1,-1-2 0,1 1 0,-1 0 0,0-1 0,1 1-1,3-6 1,5-5-18,-1 0-1,19-30 1,-8 11-3,79-101-361,-21 30-540,113-191 0,-162 236 578,-2-1 1,-4-1-1,-1-2 0,-4 0 0,-2-1 1,18-127-1,-34 171 235,-1 0 0,-2-30 0,1 44 102,0 0-1,-1 0 0,0 0 0,0 0 0,-1 0 0,1 0 1,-1 0-1,0 0 0,0 0 0,-1 1 0,1 0 0,-1-1 1,-6-7-1,7 11 8,-1-1 0,1 1 0,0 0 0,0-1 0,-1 1 0,1 0 0,-1 0 0,1 1 0,-1-1 0,1 0 0,-1 1 0,0 0 1,1-1-1,-1 1 0,1 0 0,-1 0 0,0 1 0,-4 0 0,-42 13 59,39-10-4,0 0 1,0 0-1,1 2 0,-1-1 1,-12 11-1,6-2 113,0 1 0,-25 32 0,-47 68 473,70-90-529,2 1 0,0 1-1,2 0 1,1 1 0,-9 30-1,9-16-18,3 1 0,-8 59-1,15-82-69,0 0-1,2 0 1,0 0-1,1 0 1,1 0-1,1 0 1,1 0-1,0 0 1,2 0-1,10 30 1,-13-46-93,0-1 0,0 1 0,0-1 1,0 0-1,1 0 0,-1 0 0,1 0 0,0 0 1,0 0-1,0-1 0,0 1 0,0-1 1,0 0-1,1 0 0,4 2 0,-1-1-166,-1-1 1,1 0-1,1 0 0,-1-1 1,0 0-1,0 0 0,14 0 0,-1-3-701,1 0-1,-1-1 0,0-1 0,0-1 0,22-9 0,3-3-3357,5-2-2347</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4.996"/>
    </inkml:context>
    <inkml:brush xml:id="br0">
      <inkml:brushProperty name="width" value="0.035" units="cm"/>
      <inkml:brushProperty name="height" value="0.035" units="cm"/>
      <inkml:brushProperty name="color" value="#008C3A"/>
    </inkml:brush>
  </inkml:definitions>
  <inkml:trace contextRef="#ctx0" brushRef="#br0">10 68 5348,'10'-8'2215,"-1"0"0,15-20 0,0 12-155,-17 12-1639,-6 4-359,0-1 0,0 1-1,0-1 1,0 1 0,0 0 0,0-1 0,1 1-1,-1 0 1,0 0 0,0-1 0,0 1 0,1 0-1,-1 0 1,0 1 0,0-1 0,0 0 0,2 1-1,3 0 146,-3-1-109,1 0-1,0 0 1,-1 1 0,1-1-1,-1 1 1,0 0-1,1 0 1,-1 0-1,1 1 1,-1-1-1,0 1 1,0 0-1,0 0 1,0 0-1,4 4 1,-3-2 20,0 1 1,0 0-1,0 0 1,0 0-1,-1 0 1,0 1-1,0-1 1,2 9-1,1 1 85,-2 1 0,0 0 0,-1 1 0,-1-1-1,0 0 1,-1 18 0,-2-14-48,0 0 0,-2 0 0,0 0 0,-2-1 0,0 1 0,-13 31 0,-60 106 354,57-117-397,-16 20 1,27-45-70,0 0 0,2 0 0,-1 1 0,-5 18-1,13-31 171,16-16-224,-4 2 24,0-1-1,0-1 1,-1 0-1,13-23 1,14-17-67,-16 26 57,7-11-48,1 2 1,2 1-1,66-57 0,-95 90 47,0 1 1,0-1-1,0 1 1,0 0-1,0-1 1,0 1-1,0 0 1,1 0-1,-1 1 0,0-1 1,1 0-1,-1 1 1,0-1-1,1 1 1,-1 0-1,1 0 0,-1 0 1,1 0-1,3 1 1,-4 0 9,0 0 0,0 0 0,1 0 0,-1 0 0,0 1 1,0-1-1,0 1 0,0 0 0,-1-1 0,1 1 0,0 0 0,-1 0 1,1 0-1,-1 0 0,2 4 0,4 9 64,-2 0 0,0 0 1,0 0-1,3 29 0,-4-23-67,63 215 92,-57-200-1024,26 62-1,6-15-3781,-23-57-2021,-12-17 346</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277"/>
    </inkml:context>
    <inkml:brush xml:id="br0">
      <inkml:brushProperty name="width" value="0.035" units="cm"/>
      <inkml:brushProperty name="height" value="0.035" units="cm"/>
      <inkml:brushProperty name="color" value="#008C3A"/>
    </inkml:brush>
  </inkml:definitions>
  <inkml:trace contextRef="#ctx0" brushRef="#br0">339 0 5777,'-35'24'1124,"18"-13"93,0 0-1,0 1 1,1 1 0,1 1 0,-27 30 0,20-12 424,1 1 0,-27 56-1,31-49-1158,1 0 0,2 1-1,2 0 1,-8 54 0,15-59-390,2-1 0,2 0 0,1 0 1,1 1-1,2-1 0,2 0 1,1 0-1,1-1 0,17 46 0,-19-67-523,0-1 0,1 0 0,0 0 0,1 0 0,0-1-1,1 0 1,0 0 0,18 18 0,-25-28 46,1 1 0,0-1 0,0 0 0,0 0 0,1 0 0,-1 0 0,0 0-1,0 0 1,0 0 0,1-1 0,-1 1 0,0-1 0,1 0 0,-1 0 0,0 0 0,3 0 0,1 0-653,36 1-6969</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554"/>
    </inkml:context>
    <inkml:brush xml:id="br0">
      <inkml:brushProperty name="width" value="0.035" units="cm"/>
      <inkml:brushProperty name="height" value="0.035" units="cm"/>
      <inkml:brushProperty name="color" value="#008C3A"/>
    </inkml:brush>
  </inkml:definitions>
  <inkml:trace contextRef="#ctx0" brushRef="#br0">601 1 7473,'6'9'878,"-1"1"1,0 0 0,0 0 0,-1 1 0,0-1 0,-1 1-1,0 0 1,0 0 0,1 20 0,-1 129 3365,-5-135-3954,0-1-1,-2 0 1,-1 1 0,-12 37-1,-3-13-40,-1 0-1,-53 87 0,-74 81 15,50-79-555,69-96-893,-49 57 1,61-81-576,-29 23 1,32-30-685,-1-1 1,-27 15-1,29-15-4022</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5.981"/>
    </inkml:context>
    <inkml:brush xml:id="br0">
      <inkml:brushProperty name="width" value="0.035" units="cm"/>
      <inkml:brushProperty name="height" value="0.035" units="cm"/>
      <inkml:brushProperty name="color" value="#008C3A"/>
    </inkml:brush>
  </inkml:definitions>
  <inkml:trace contextRef="#ctx0" brushRef="#br0">1991 0 4484,'23'9'2719,"-25"-2"-1037,-2 19-68,2 1 0,1-1 0,3 42 0,-2 44 757,-8-29-960,-3 0 0,-32 123 0,29-160-1058,-1 0 0,-3-1 0,-1-2 0,-3 0 0,-49 76 0,23-57-74,-2-3 0,-2-1 0,-3-3 0,-87 67 0,-268 162-679,298-217-1173,-211 93 0,16-44-3439,159-67-369,10-1-3154</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7.763"/>
    </inkml:context>
    <inkml:brush xml:id="br0">
      <inkml:brushProperty name="width" value="0.035" units="cm"/>
      <inkml:brushProperty name="height" value="0.035" units="cm"/>
      <inkml:brushProperty name="color" value="#008C3A"/>
    </inkml:brush>
  </inkml:definitions>
  <inkml:trace contextRef="#ctx0" brushRef="#br0">29 110 3904,'-28'-14'5593,"30"12"-5231,-1 0-248,1 1-1,-1-1 1,0 1 0,0-1-1,1 1 1,-1-1 0,0 0 0,-1 0-1,1 0 1,0 1 0,0-1-1,-1 0 1,1 0 0,-1 0 0,0 0-1,1 0 1,-1 0 0,0 0-1,0 0 1,0 0 0,-1 0 0,1 0-1,0 0 1,-1 0 0,1 0-1,-2-3 1,1 3 168,26-14 471,17 7-533,1 3 1,0 2 0,63 0-1,351 19 258,3 25-738,-157-11-417,704 42-6155,-749-61 2261</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7:29:18.138"/>
    </inkml:context>
    <inkml:brush xml:id="br0">
      <inkml:brushProperty name="width" value="0.035" units="cm"/>
      <inkml:brushProperty name="height" value="0.035" units="cm"/>
      <inkml:brushProperty name="color" value="#008C3A"/>
    </inkml:brush>
  </inkml:definitions>
  <inkml:trace contextRef="#ctx0" brushRef="#br0">0 1 3976,'240'26'3036,"-152"-16"-2705,316 38 349,817 75-1692,-102-85-2105,-828-38 2207</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2.767"/>
    </inkml:context>
    <inkml:brush xml:id="br0">
      <inkml:brushProperty name="width" value="0.035" units="cm"/>
      <inkml:brushProperty name="height" value="0.035" units="cm"/>
      <inkml:brushProperty name="color" value="#008C3A"/>
    </inkml:brush>
  </inkml:definitions>
  <inkml:trace contextRef="#ctx0" brushRef="#br0">17 114 4640,'-4'6'-2356,"-6"7"17035,15-21-12142,0 0-1159,-11 13-550,0-1-327,15-17-175,-8 11-191,-1 2-135,0 0 0,0 0 1,0 0-1,0-1 0,-1 1 0,1 0 0,0 0 1,0 0-1,0 0 0,0 0 0,0-1 0,0 1 0,0 0 1,0 0-1,0 0 0,0 0 0,0-1 0,0 1 1,0 0-1,0 0 0,0 0 0,0 0 0,0 0 0,1-1 1,-1 1-1,0 0 0,0 0 0,0 0 0,0 0 1,0 0-1,0-1 0,0 1 0,0 0 0,1 0 0,-1 0 1,0 0-1,0 0 0,0 0 0,0 0 0,0 0 1,0 0-1,1-1 0,-1 1 0,0 0 0,0 0 0,0 0 1,0 0-1,1 0 0,5-3-1,1-19 74,-1-4 1,-6 23 88,4 0-146,11-11 22,-12 11 87,32-22 804,-34 25-906,-1-1 1,0 1 0,1-1-1,-1 1 1,0 0-1,1-1 1,-1 1 0,0 0-1,1 0 1,-1-1-1,1 1 1,-1 0-1,1 0 1,-1 0 0,0-1-1,1 1 1,-1 0-1,1 0 1,-1 0-1,1 0 1,-1 0 0,1 0-1,-1 0 1,1 0-1,-1 0 1,1 0 0,-1 0-1,1 0 1,9 12-2892,-1 18-8035</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3.025"/>
    </inkml:context>
    <inkml:brush xml:id="br0">
      <inkml:brushProperty name="width" value="0.035" units="cm"/>
      <inkml:brushProperty name="height" value="0.035" units="cm"/>
      <inkml:brushProperty name="color" value="#008C3A"/>
    </inkml:brush>
  </inkml:definitions>
  <inkml:trace contextRef="#ctx0" brushRef="#br0">20 82 8317,'14'-31'4384,"-14"28"-3831,-1 1 1,1 0-1,-1 0 1,0 0-1,0-1 0,0 1 1,0 0-1,0 0 0,0 0 1,-1 0-1,1 0 0,-1 1 1,-1-3-1,-6-8-134,1 4 2054,7 24-955,3 2-1360,1 0 0,1-1 0,0 1 0,1-1-1,1-1 1,1 1 0,0-1 0,1 0 0,1 0 0,0-1 0,1 0-1,23 25 1,-16-21-301,2-1 0,0-1 0,0-1 0,2 0 0,0-1 1,0-2-1,2 0 0,29 12 0,-44-22 86,0 0 1,0-1 0,0 0-1,1-1 1,-1 0-1,1 0 1,-1-1 0,10 0-1,-12 0 30,-1-1 0,1 0 0,0 0 0,-1 0 0,1 0 0,-1-1 0,1 0 0,-1 0 0,0-1 0,0 1 0,0-1 0,0 0 0,4-4 0,15-18 59,-1-1 0,-1-1 1,-2-1-1,-1-1 0,-1-1 0,19-41 0,15-16 1847,-50 84-1004,11 24 69,-10-13-829,0 2 0,-1-1 0,0 0 1,0 0-1,-1 1 0,0-1 1,-1 1-1,-1 16 0,-13 81 631,-15 34-212,-91 259 1,-98 119 287,134-352-1035,65-134 128,-1-1 0,-46 54-1,65-83 68,-1-1-1,0 0 1,0 0-1,0 0 1,-1-1 0,1 1-1,0 0 1,-1-1-1,1 0 1,-1 1-1,1-1 1,-6 1-1,7-2 13,1 0-1,-1 0 0,0 0 0,0 0 0,0 0 1,0 0-1,0-1 0,0 1 0,0 0 0,1-1 1,-1 1-1,0-1 0,0 1 0,0-1 0,1 1 0,-1-1 1,0 1-1,0-1 0,1 0 0,-1 1 0,1-1 1,-1 0-1,1 0 0,-1 1 0,1-1 0,-1 0 1,1 0-1,0 0 0,-1 0 0,1 0 0,0 1 1,0-1-1,0 0 0,-1 0 0,1 0 0,0 0 0,0 0 1,1-1-1,-3-16-62,2 0 1,0 0-1,1 0 1,4-27-1,21-75-258,-23 110 297,10-39-171,2 1-1,3 0 0,1 1 0,3 1 0,1 1 0,49-70 0,-32 61-734,3 2 0,2 2 0,2 2 0,82-66 0,-101 93-575,0 1 0,35-18 0,-39 26-2035,38-14 0,13 4-6413</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046"/>
    </inkml:context>
    <inkml:brush xml:id="br0">
      <inkml:brushProperty name="width" value="0.035" units="cm"/>
      <inkml:brushProperty name="height" value="0.035" units="cm"/>
      <inkml:brushProperty name="color" value="#008C3A"/>
    </inkml:brush>
  </inkml:definitions>
  <inkml:trace contextRef="#ctx0" brushRef="#br0">343 72 11665,'2'-6'927,"0"0"1,0 1-1,-1-1 1,0 0-1,0 0 1,-1 0-1,0 0 0,0 0 1,0 0-1,-2-7 1,-4 37 2117,3 15-1394,2 56 0,1-6-350,-7 27-912,-6-1 1,-5 0-1,-5-1 0,-45 136 0,41-164-1381,-92 273-7522,84-261 1384,6-1-4711</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315"/>
    </inkml:context>
    <inkml:brush xml:id="br0">
      <inkml:brushProperty name="width" value="0.035" units="cm"/>
      <inkml:brushProperty name="height" value="0.035" units="cm"/>
      <inkml:brushProperty name="color" value="#008C3A"/>
    </inkml:brush>
  </inkml:definitions>
  <inkml:trace contextRef="#ctx0" brushRef="#br0">13 43 10437,'32'-36'1959,"-32"36"-1898,0-1 0,1 1 0,-1 0 0,0-1-1,0 1 1,1 0 0,-1-1 0,0 1 0,0 0 0,1-1 0,-1 1 0,0 0 0,1-1 0,-1 1 0,1 0 0,-1 0 0,0-1 0,1 1 0,-1 0 0,1 0 0,-1 0-1,0 0 1,1 0 0,-1 0 0,1 0 0,-1-1 0,1 1 0,-1 0 0,1 1 0,50 5 2526,65 17 0,51 29-791,151 90-941,-277-121-714,67 46 1,-98-60-118,0 1 0,0 0 1,-1 1-1,0 0 0,0 0 1,-1 1-1,0 0 0,-1 1 0,0 0 1,-1 0-1,8 17 0,-12-23-10,-1 1 0,1-1 0,-1 1 0,0-1 0,-1 1 0,1 0-1,-1-1 1,0 1 0,-1 0 0,1-1 0,-1 1 0,0 0-1,-1-1 1,-2 7 0,1-3 2,-1-1-1,-1 0 0,1 0 1,-1-1-1,-1 1 0,1-1 1,-1 0-1,-8 7 1,-12 8 16,-1-2-1,-1 0 1,-54 27 0,63-36-25,-296 141-1565,96-70-3141,116-43-672,12 5-3121</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4.676"/>
    </inkml:context>
    <inkml:brush xml:id="br0">
      <inkml:brushProperty name="width" value="0.035" units="cm"/>
      <inkml:brushProperty name="height" value="0.035" units="cm"/>
      <inkml:brushProperty name="color" value="#008C3A"/>
    </inkml:brush>
  </inkml:definitions>
  <inkml:trace contextRef="#ctx0" brushRef="#br0">1 1 11445,'1'1'158,"1"-1"0,-1 1 0,1 0 1,-1 1-1,1-1 0,-1 0 0,0 0 0,1 0 0,-1 1 0,0-1 1,0 1-1,0-1 0,0 1 0,0-1 0,-1 1 0,1 0 0,0-1 1,-1 1-1,1 0 0,-1-1 0,0 1 0,1 0 0,-1 0 0,0 0 1,0 2-1,6 30 1957,9 0-954,1-1 0,38 60 0,-29-53-723,26 58 0,-36-66-303,-2-3 18,15 49 0,-25-70-132,-1 0 0,0 1 0,-1-1 1,0 1-1,0-1 0,-1 1 0,0-1 0,-1 1 0,0-1 0,-3 17 0,-29 62 384,32-86-383,0 0 1,0 0-1,1-1 1,-1 1-1,0-1 1,0 1-1,0-1 1,0 1-1,0-1 1,0 1-1,0-1 1,0 0-1,0 0 1,0 1-1,0-1 1,0 0-1,0 0 1,0 0-1,0 0 1,-2 0-1,2 0 44,0 0-36,0 0 0,0 0 0,0 0 1,0 1-1,0-1 0,0 0 0,-1-1 0,1 1 1,0 0-1,0 0 0,0 0 0,0 0 0,0-1 1,0 1-1,0-1 0,0 1 0,0-1 0,0 1 1,1-1-1,-1 1 0,0-1 0,0 0 0,0 1 1,-1-2-1,1-1 7,-1 1 1,1 0-1,0-1 0,0 1 1,0-1-1,0 1 1,0-1-1,0 1 1,0-6-1,0-3 19,0-1-1,1 1 1,2-23 0,2 11-67,1 0-1,1 1 1,1-1 0,1 1 0,11-22 0,61-100-1187,-48 92-690,47-55 0,-54 78-2008,39-35 1,-7 16-5288</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5.488"/>
    </inkml:context>
    <inkml:brush xml:id="br0">
      <inkml:brushProperty name="width" value="0.035" units="cm"/>
      <inkml:brushProperty name="height" value="0.035" units="cm"/>
      <inkml:brushProperty name="color" value="#008C3A"/>
    </inkml:brush>
  </inkml:definitions>
  <inkml:trace contextRef="#ctx0" brushRef="#br0">1 759 10245,'32'-16'1288,"1"1"-1,0 2 1,1 1-1,1 2 1,39-7-1,-40 10-914,0-1-1,51-20 1,-77 25-342,0-1 0,-1 1 0,1-1 0,-1 0 0,0-1 0,0 1 0,-1-2 0,1 1 0,-1-1 0,0 1 1,-1-2-1,1 1 0,-1-1 0,0 0 0,-1 0 0,6-11 0,-8 11-2,-1 0 0,0 0 1,0 0-1,0 0 0,-1 0 0,0 0 0,0 0 1,-1 0-1,0 0 0,0 0 0,0 1 1,-1-1-1,0 0 0,-1 1 0,0-1 1,1 1-1,-2-1 0,1 1 0,-1 1 1,-7-10-1,8 12 20,-1 0-1,1 0 1,-1 0 0,0 0 0,0 0 0,0 1-1,0 0 1,0-1 0,-1 2 0,1-1 0,-1 0-1,1 1 1,-1 0 0,0 0 0,-4 0 0,1 1 11,1 0 0,-1 0 1,1 1-1,0 0 1,-1 0-1,1 1 0,0 0 1,-13 6-1,4-1 22,1 1-1,0 1 1,1 0-1,0 1 1,1 0 0,0 1-1,-20 22 1,23-22-49,0 2 1,1 0-1,0 0 0,1 0 1,1 1-1,0 0 1,1 1-1,0-1 1,1 1-1,1 1 0,-4 25 1,6-29-24,2-1 1,-1 0-1,1 1 0,1-1 0,0 1 1,1-1-1,0 0 0,1 0 1,0 0-1,0 0 0,2 0 1,-1-1-1,1 0 0,1 0 0,-1 0 1,2 0-1,7 8 0,0-2-5,2-1 0,-1 0 1,2-1-1,0-1 0,0-1 0,2 0 0,-1-2 0,1 0 0,34 13 0,-27-14-8,-1-1-1,2-2 1,-1 0 0,1-1 0,0-2 0,0-1-1,35-2 1,-42-1-31,-1-1-1,0-1 1,0 0-1,0-2 1,0 0-1,-1-1 1,0-1-1,0-1 1,-1 0-1,0-2 1,17-11-1,-22 12-53,-1 0 0,-1 0 0,1-1 0,-2-1 0,1 1 0,-2-1 0,1-1 0,-1 0 0,-1 0 0,0-1 0,-1 1 0,-1-1 0,0-1 0,0 1 0,4-25 0,-8 33 57,0 0 0,-1 0 1,0 0-1,0 0 0,0 0 0,-1 0 1,0 0-1,-2-9 0,3 13 26,-1-1 0,1 1 0,0 0 0,-1 0 0,1 0 0,-1 0 1,0 0-1,1 0 0,-1 0 0,0 0 0,0 0 0,1 0 0,-1 0 0,0 1 0,0-1 0,0 0 0,0 1 0,0-1 0,0 0 1,0 1-1,0-1 0,0 1 0,0 0 0,-1-1 0,1 1 0,0 0 0,0-1 0,0 1 0,0 0 0,-1 0 0,1 0 0,0 0 0,0 0 1,0 1-1,-1-1 0,1 0 0,0 0 0,0 1 0,0-1 0,0 1 0,0-1 0,-2 2 0,-4 2 14,0 0 0,0 0 1,1 1-1,-1 0 0,1 0 0,0 0 0,1 1 0,-1 0 0,1 1 0,0-1 0,1 1 0,0-1 0,0 2 1,0-1-1,1 0 0,0 1 0,0-1 0,-2 10 0,3-11 2,1 1-1,0 0 1,0 0 0,0-1-1,1 1 1,0 0-1,0 0 1,0 0 0,1-1-1,0 1 1,1 0 0,-1 0-1,1-1 1,1 1 0,-1-1-1,1 0 1,0 0-1,1 0 1,-1 0 0,1 0-1,8 8 1,-6-9-4,0 0 0,0-1 0,0 0 0,0-1 0,1 0 0,-1 1 0,1-2 0,0 1 0,7 1 0,-8-3-2,-1 1-1,1-1 0,-1 0 1,1 0-1,-1-1 1,1 0-1,-1 0 0,1 0 1,-1-1-1,1 0 0,-1 0 1,9-2-1,10-16 22,-14 9-19,-1 0 0,0 0 1,-1-1-1,0 0 0,-1-1 0,0 0 0,9-20 0,-4-10-24,-3 0 0,10-83-1,-11 58-4,47-502-232,-55 568 258,0 1-1,0-1 1,1 1 0,-1-1 0,0 0-1,0 1 1,0-1 0,0 1 0,0-1 0,0 1-1,0-1 1,0 0 0,0 1 0,0-1-1,0 1 1,0-1 0,0 0 0,0 1-1,0-1 1,-1 1 0,1-1 0,0 1-1,0-1 1,-1 1 0,1-1 0,0 1-1,-1-1 1,0 0 0,-7 18 184,-8 39 176,-3 131 958,8-116-518,10-69-73,3-2-706,1 0 0,-1 0 0,1 0-1,-1-1 1,1 1 0,-1-1 0,0 1 0,1-1-1,-1 0 1,0 0 0,0 0 0,1 0 0,-1-1-1,0 1 1,0-1 0,3-3 0,1-2 13,0 0 1,-1 0-1,9-15 1,7-12 2,-20 31 278,-3 8-66,-12 31-236,1 1 0,2 0 1,2 1-1,1 0 0,2 1 0,1 0 0,3 0 0,1 0 1,1-1-1,3 1 0,8 45 0,-2 4-2117,-2-14-1682,8-3-3619,8-12-2041</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5.692"/>
    </inkml:context>
    <inkml:brush xml:id="br0">
      <inkml:brushProperty name="width" value="0.035" units="cm"/>
      <inkml:brushProperty name="height" value="0.035" units="cm"/>
      <inkml:brushProperty name="color" value="#008C3A"/>
    </inkml:brush>
  </inkml:definitions>
  <inkml:trace contextRef="#ctx0" brushRef="#br0">1 18 9149,'16'-9'1980,"0"1"3397</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0.474"/>
    </inkml:context>
    <inkml:brush xml:id="br0">
      <inkml:brushProperty name="width" value="0.035" units="cm"/>
      <inkml:brushProperty name="height" value="0.035" units="cm"/>
      <inkml:brushProperty name="color" value="#008C3A"/>
    </inkml:brush>
  </inkml:definitions>
  <inkml:trace contextRef="#ctx0" brushRef="#br0">15 1 12621,'-1'2'1686,"-1"1"-1311,0 1-1,0-1 0,1 0 1,-1 1-1,1-1 0,0 1 1,0 0-1,1-1 0,-1 1 1,1 0-1,0-1 0,0 1 1,0 0-1,1 6 0,-1 14 393,15 332 2241,-14-342-2928,0 24 31,-1-23-8,0-1-1,1 1 0,1 0 0,1-1 0,5 22 1,-7-35-85,-1 0 0,1-1 0,0 1 0,-1 0 0,1 0 0,0 0 0,0-1 0,0 1 0,0-1 0,0 1 1,0 0-1,-1-1 0,1 0 0,0 1 0,0-1 0,1 1 0,-1-1 0,0 0 0,0 0 0,2 0 0,19 1 103,1-5-66,-1-1-1,0-1 0,24-11 0,16-3 10,-31 9 0,-24 8-64,0 0 0,0 0 0,0 1 0,1 0 0,-1 1 0,1-1-1,-1 1 1,1 1 0,0-1 0,11 2 0,-15 0-18,2 0 29,1 0 0,0 0 1,-1 1-1,0 0 0,11 5 0,-15-6-16,-1 0 0,1 0 0,-1 0 0,1 0 0,-1 0-1,1 0 1,-1 1 0,1-1 0,-1 0 0,0 1 0,0-1 0,0 1 0,0 0 0,0-1 0,0 1 0,0 0 0,-1 0 0,1-1 0,-1 1 0,1 0-1,-1 0 1,0 0 0,1 0 0,-1 0 0,0 0 0,0 0 0,-1 3 0,-1 3-14,0 0 0,0 0 0,-1-1 0,0 1 0,0 0 0,-1-1 0,0 0 1,0 0-1,-1 0 0,0-1 0,0 1 0,-12 10 0,-11 9-31,-47 33 1,39-32-39,-26 25 66,60-49-13,13-4-6,1 0-1,0-1 1,14-4 0,-12 3 10,16-5-154,56-23 0,-20 5 26,188-73 41,-251 98 109,-9 36 10,28-31-91,-20-3 90,0-1 0,0 1 1,0-1-1,0 1 0,0-1 0,0 0 0,0 0 0,0 0 0,0 0 1,0 0-1,0 0 0,0 0 0,4-2 0,5-1 43,1 0-1,-1-1 1,1-1 0,-1 0-1,-1-1 1,1 0-1,-1 0 1,10-9 0,-16 12 61,0 0 0,1 1 0,-1 0 0,0-1 1,1 1-1,-1 1 0,1-1 0,5 0 1,-8 1 211,18 1 167,-18 0-457,1 0 0,-1 1 0,1-1 0,-1 1-1,0-1 1,1 1 0,-1 0 0,0 0 0,0 0 0,1 0 0,-1 0 0,0 0 0,0 0-1,0 1 1,0-1 0,0 1 0,-1 0 0,3 2 0,0 1-5,-1 0 1,0 0-1,1 0 0,-2 0 1,1 1-1,-1 0 1,3 6-1,-1 5-22,0-1 1,-1 1 0,-1 0-1,0 24 1,-3-20-95,-1 0 0,-1 0 1,-1 0-1,0-1 1,-2 1-1,0-1 0,-2-1 1,0 1-1,-1-1 0,-18 28 1,-12 11-572,-84 95 0,99-126 567,12-12 16,8-11 61,0 0 0,0 1 0,1-1 0,0 1 0,-4 6 0,36-26 149,-20 5-96,-1-1 0,0-1 1,0 0-1,-1 0 1,6-16-1,27-74 96,-2 1 64,-15 53-180,46-73 0,-58 104-676,1 1-1,0 1 1,2 0-1,-1 1 0,2 0 1,0 1-1,26-18 1,-39 30 209,-1 0 1,1 0 0,0 0-1,0 0 1,-1 0 0,1 0-1,0 0 1,0 0 0,0 1-1,0-1 1,0 1 0,0-1-1,0 1 1,0 0 0,0 0-1,0 0 1,3 0 0,24 7-7615</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037"/>
    </inkml:context>
    <inkml:brush xml:id="br0">
      <inkml:brushProperty name="width" value="0.035" units="cm"/>
      <inkml:brushProperty name="height" value="0.035" units="cm"/>
      <inkml:brushProperty name="color" value="#008C3A"/>
    </inkml:brush>
  </inkml:definitions>
  <inkml:trace contextRef="#ctx0" brushRef="#br0">1 16 8405,'2'-1'1687,"6"-5"-1030,3-2 2965,-11 8-3550,1 0 1,-1 0-1,0 0 1,1 0-1,-1 1 0,0-1 1,1 0-1,-1 0 1,0 0-1,1 0 1,-1 1-1,0-1 1,1 0-1,-1 0 0,0 1 1,0-1-1,1 0 1,-1 1-1,0-1 1,0 0-1,0 1 1,1-1-1,-1 0 0,0 1 1,0-1-1,0 0 1,0 1-1,0-1 1,0 0-1,0 1 1,0-1-1,0 1 1,0-1-1,0 0 0,0 1 1,28 172 4523,-15-84-3877,-12-86-668,15 1 16,-12-3-70,0 0 0,1 0 0,-1-1 0,0 0 0,1 0 0,-1 0 0,0 0 0,1-1 0,-1 1 0,0-1 0,8-3 0,-8 3-11,0 0 0,0 0 0,1 0 0,-1 0 0,1 0 0,-1 1 0,1 0 0,-1 0 0,1 0-1,-1 1 1,1 0 0,7 1 0,64 21-562,-73-22 556,1 0-1,0-1 0,0 0 0,0 1 0,0-1 1,-1-1-1,1 1 0,0-1 0,0 1 0,0-1 1,-1 0-1,1-1 0,0 1 0,-1 0 0,1-1 1,-1 0-1,1 0 0,-1 0 0,6-5 0,3-3 12,0-1-1,-1-1 0,12-14 0,-21 23 18,13-15 73,-10 10-19,1 1-1,0-1 1,1 1-1,0 0 0,0 1 1,8-6-1,-13 11 9,2 2-23,4 0-43,0 2-1,0-1 1,0 1-1,-1 0 1,1 1-1,-1-1 1,0 1-1,8 6 1,-7-4-78,0-1 0,1 0 0,0 0 0,0-1 0,0-1 0,1 1 1,11 2-1,-14-6 26,0 1 1,1-1 0,-1 0 0,1 0 0,-1-1-1,1 0 1,-1 0 0,1-1 0,12-5 0,2-2 442,36-21 0,-32 15 136,-23 14-510,-1 0 0,1 0 0,-1 0 0,1 1 0,-1-1 0,1 1-1,-1-1 1,1 1 0,0 0 0,-1 0 0,1 0 0,0 0 0,-1 0 0,1 1 0,-1-1 0,1 1 0,-1 0 0,4 1 0,37 22-238,-39-21 131,-2-2-210,36 5-923,-34-6 752,-5-5-2455,2-1 1997,-1 1 0,1-1 0,-1 1 0,1 0 0,1 0 0,-1-1 0,1 1 0,3-7 0,5-5-5045</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791"/>
    </inkml:context>
    <inkml:brush xml:id="br0">
      <inkml:brushProperty name="width" value="0.035" units="cm"/>
      <inkml:brushProperty name="height" value="0.035" units="cm"/>
      <inkml:brushProperty name="color" value="#008C3A"/>
    </inkml:brush>
  </inkml:definitions>
  <inkml:trace contextRef="#ctx0" brushRef="#br0">251 484 9929,'-3'-1'2314,"-6"0"-1225,5 1-620,0 0-1,1-1 1,-1 0-1,0 1 0,1-1 1,-1-1-1,1 1 0,-1 0 1,1-1-1,-1 0 0,1 1 1,0-1-1,0-1 1,0 1-1,0 0 0,-2-4 1,2 4-386,1 0 1,0 0 0,0 0-1,-1 0 1,1 1-1,-1-1 1,0 1 0,0-1-1,1 1 1,-1 0 0,0 0-1,0 0 1,0 1 0,0-1-1,0 1 1,0 0-1,0-1 1,0 1 0,0 0-1,0 1 1,0-1 0,0 1-1,0-1 1,0 1 0,0 0-1,0 0 1,-4 2-1,0 0-36,1 1 0,-1 0-1,0 0 1,1 1 0,0 0-1,0 0 1,0 0 0,1 1-1,-8 10 1,9-11-66,1-1 0,0 1 0,1-1 1,-1 1-1,1 0 0,0 0 0,0 1 0,1-1 0,-1 0 1,1 1-1,0-1 0,1 0 0,-1 1 0,1-1 0,0 1 1,1-1-1,-1 1 0,1-1 0,0 0 0,0 1 0,1-1 0,-1 0 1,1 0-1,1 0 0,-1 0 0,1 0 0,-1 0 0,1-1 1,1 1-1,-1-1 0,6 6 0,-7-8-21,0 0-1,0-1 0,0 1 1,1 0-1,-1-1 1,0 0-1,1 1 1,-1-1-1,1 0 1,0 0-1,-1 0 0,1-1 1,0 1-1,0-1 1,-1 1-1,1-1 1,0 0-1,0 0 0,-1 0 1,1-1-1,0 1 1,0-1-1,-1 1 1,1-1-1,0 0 1,-1 0-1,1 0 0,-1 0 1,1 0-1,-1-1 1,1 1-1,-1-1 1,4-3-1,2-2 1,-1 1 0,0-1 0,0 0 0,-1-1 0,0 1 0,0-2 0,-1 1 0,8-16 0,5-20-89,16-67 1,-12 34 72,110-267-377,-128 338 1061,-2 7-235,-1 15-92,-5 23-109,-2-12 133,-1 0-1,-1-1 1,-13 28 0,13-37-172,1 0 0,0 0 1,1 1-1,2 0 1,0 0-1,0 0 0,2 0 1,-1 23-1,4-35-156,-1 0-1,1 0 1,0 0-1,1 0 1,0 0-1,0 0 1,0 0-1,1 0 1,-1-1 0,1 1-1,1-1 1,-1 0-1,1 0 1,0 0-1,0-1 1,0 1-1,6 4 1,-6-6-76,-1-1 1,1 0 0,0 0 0,0 0-1,0 0 1,0 0 0,0-1-1,0 0 1,0 0 0,0 0-1,0 0 1,1-1 0,-1 1 0,0-1-1,1 0 1,-1-1 0,0 1-1,1-1 1,-1 0 0,0 0 0,0 0-1,0 0 1,0-1 0,0 1-1,5-4 1,9-6-248,-1-1 0,0-1 0,-1-1 0,-1 0 0,0-1 0,-1 0 0,17-25 0,10-9-125,-39 47 1007,-4 34 9,1-26-504,0 0 0,0 0 0,1 0-1,0 0 1,0 0 0,0 0-1,1 0 1,0 0 0,0-1 0,1 1-1,-1 0 1,1 0 0,0-1 0,6 11-1,22 21 200,-28-36-260,1-1-1,0 1 1,0-1 0,0 1-1,-1-1 1,1 0-1,0 0 1,0 0-1,0 0 1,0-1-1,-1 1 1,5-2-1,-1-2-18,-1 0 0,1 0 0,-1 0 0,0-1 0,-1 0 0,1 0 0,-1 0 0,0 0 0,0-1 0,-1 1 0,4-8 0,5-7-37,12-19-139,-1-1 1,22-57-1,0 0-28,-28 55 36,-14 33 295,-5 20 256,-8 28-940,-10 77 1,18-89-3111,3 52-1,2-58-338,3-3-1973</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1.917"/>
    </inkml:context>
    <inkml:brush xml:id="br0">
      <inkml:brushProperty name="width" value="0.035" units="cm"/>
      <inkml:brushProperty name="height" value="0.035" units="cm"/>
      <inkml:brushProperty name="color" value="#008C3A"/>
    </inkml:brush>
  </inkml:definitions>
  <inkml:trace contextRef="#ctx0" brushRef="#br0">42 12 10233,'0'0'12965,"-22"-5"-24070,3-1 1996</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9.134"/>
    </inkml:context>
    <inkml:brush xml:id="br0">
      <inkml:brushProperty name="width" value="0.035" units="cm"/>
      <inkml:brushProperty name="height" value="0.035" units="cm"/>
      <inkml:brushProperty name="color" value="#008C3A"/>
    </inkml:brush>
  </inkml:definitions>
  <inkml:trace contextRef="#ctx0" brushRef="#br0">11 192 6173,'0'-9'-2476,"1"-1"4130,2-26 13747,-1 23-13782,-2 9-622,0 1-932,-1-5 8,1-1 1,0 0-1,0 1 1,1-1-1,2-10 1,-3 16-8,-1 2-77,-1 0 16,0 0 1,0 0 0,1 0-1,-1 0 1,0 0 0,1-1-1,-1 1 1,1 0 0,0-1-1,-2-1 1,11-2 12,-5 3-15,0 1 0,0-1-1,-1 0 1,1-1 0,0 1-1,-1 0 1,0-1-1,0 1 1,1-1 0,1-4-1,-3 5 24,-9 9-222,-1 4 202,7-9 10</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49.928"/>
    </inkml:context>
    <inkml:brush xml:id="br0">
      <inkml:brushProperty name="width" value="0.035" units="cm"/>
      <inkml:brushProperty name="height" value="0.035" units="cm"/>
      <inkml:brushProperty name="color" value="#008C3A"/>
    </inkml:brush>
  </inkml:definitions>
  <inkml:trace contextRef="#ctx0" brushRef="#br0">520 140 5661,'1'-14'1719,"0"0"0,6-24 1,9-26 7722,-13 55-7496,-8 28-1722,2 0 0,1 0 0,0 1 0,1-1 0,3 31 0,1-17-87,1 1 0,15 49 1,-13-60-106,1 0 1,1 0-1,2 0 1,0-1-1,18 28 1,-22-42-41,-1 0 0,1 0 0,1-1 0,0 0 0,0 0 0,0-1 0,0 0 0,1 0 0,0 0 0,1-1 0,-1-1 0,1 1 0,0-1 0,0-1 0,0 0 0,16 4 0,-19-6 5,1-1-1,0 1 0,-1-1 1,1 0-1,-1 0 1,1-1-1,-1 0 0,1 0 1,-1-1-1,1 0 1,-1 0-1,7-3 0,-3 0-2,0-1-1,0 0 1,0 0-1,-1-1 0,0-1 1,11-11-1,-1-1-2,-2-1-1,0-1 1,-2 0-1,0-1 1,11-27-1,2-15 19,-20 44 178,1 0 0,21-35 0,-28 53 335,-16 26 660,3 0-845,0 1-1,1 1 0,2 0 1,1 0-1,0 0 0,-4 46 0,-1 162 852,11-141-785,-30 355 582,19-361-911,-4-1 0,-4-1 0,-35 96 0,30-116-153,-2-1 1,-3-1-1,-61 91 1,62-111 2,-2-2 1,-2-1-1,-2-2 0,-1-1 1,-61 47-1,-65 25-60,135-92 112,-1-2 0,-1-1 0,0-1 1,-35 8-1,56-17 20,0-2 1,0 1-1,0-1 1,0-1-1,-1 1 1,1-1-1,-13-2 0,18 2 3,0-1 0,1 0-1,-1 1 1,0-1-1,1 0 1,-1 0-1,1-1 1,0 1-1,-1 0 1,1-1 0,0 0-1,0 1 1,0-1-1,0 0 1,0 0-1,0 0 1,0 0-1,1 0 1,-1-1 0,1 1-1,-1 0 1,1-1-1,0 1 1,0-1-1,0 0 1,0-3-1,0-3-30,0 1 0,0-1 0,2 0 0,-1 0 0,1 0 0,0 0 0,1 1 0,-1-1 0,2 0 0,0 1 0,0 0 0,0-1 0,7-10-1,7-12-390,2 0-1,22-28 0,22-21-1025,3 3 1,83-74-1,165-124-3368,-76 82 696,-77 69-1995,-80 63-61</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0.560"/>
    </inkml:context>
    <inkml:brush xml:id="br0">
      <inkml:brushProperty name="width" value="0.035" units="cm"/>
      <inkml:brushProperty name="height" value="0.035" units="cm"/>
      <inkml:brushProperty name="color" value="#008C3A"/>
    </inkml:brush>
  </inkml:definitions>
  <inkml:trace contextRef="#ctx0" brushRef="#br0">0 89 7017,'0'0'1892,"2"-2"-203,-1 1-1515,0 0 1,1-1-1,-1 1 1,0 0-1,0-1 1,0 1 0,0-1-1,-1 1 1,1-1-1,0 1 1,0-1-1,-1 1 1,1-1-1,-1 0 1,0 1-1,1-1 1,-1 0 0,0 1-1,0-1 1,0 0-1,0 0 1,0 1-1,-1-1 1,1 0-1,0 1 1,-1-1 0,1 0-1,-1 1 1,0-1-1,0-1 1,0 1-141,1 0-953,0 1 830,0-1 0,1 1 1,-1-1-1,1 1 1,-1-1-1,1 1 1,-1 0-1,1-1 1,0 1-1,0 0 0,0 0 1,0-1-1,0 1 1,0 0-1,0 0 1,0 0-1,0 0 1,0 0-1,0 0 0,1 1 1,-1-1-1,0 0 1,1 1-1,-1-1 1,1 1-1,-1-1 1,0 1-1,1 0 0,-1-1 1,1 1-1,-1 0 1,3 0-1,4-2 188,-5 1 823,-17 17 125,6-11-7821,-8 0 2263</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1.080"/>
    </inkml:context>
    <inkml:brush xml:id="br0">
      <inkml:brushProperty name="width" value="0.035" units="cm"/>
      <inkml:brushProperty name="height" value="0.035" units="cm"/>
      <inkml:brushProperty name="color" value="#008C3A"/>
    </inkml:brush>
  </inkml:definitions>
  <inkml:trace contextRef="#ctx0" brushRef="#br0">108 665 6329,'-35'31'8558,"32"-26"-8107,0-1 1,-1 1 0,2-1 0,-1 1 0,0 0 0,1 0 0,0 0-1,0 0 1,-2 10 0,-10 18 867,5-18-171,2 9-106,7-21-863,-1 0 0,0 0 0,1 0 0,-1 0 1,-1 0-1,1 0 0,0-1 0,-4 6 0,2-3 2291,6-5-1027,13-7-670,21-17-863,37-33 201,84-84 0,52-77 193,101-91-51,-279 281-282,57-37-1,-86 63 30,0 1 0,0-1 0,-1 1 0,1 0 0,0 0 0,0 0 0,0 0 0,0 0 0,0 0 0,0 1 0,1 0 0,-1-1 0,0 1 0,0 1 0,0-1 0,0 0 0,0 1 0,0-1 0,0 1 0,0 0 0,0 0 0,0 0 0,0 0 0,0 1 0,3 2 0,-1-1-5,-1 0 0,0 1 1,0 0-1,0-1 1,0 2-1,-1-1 0,0 0 1,0 1-1,0-1 1,0 1-1,-1 0 1,1 0-1,1 6 0,4 24 24,-1 0 0,-2 0-1,-1 1 1,-2 66 0,1 5 15,0-62-66,13 139 107,-10-146-516,1 0-1,22 65 1,-19-72-649,30 71-1512,-22-68-1459,5-1-3411,3 2-2943</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2.462"/>
    </inkml:context>
    <inkml:brush xml:id="br0">
      <inkml:brushProperty name="width" value="0.035" units="cm"/>
      <inkml:brushProperty name="height" value="0.035" units="cm"/>
      <inkml:brushProperty name="color" value="#008C3A"/>
    </inkml:brush>
  </inkml:definitions>
  <inkml:trace contextRef="#ctx0" brushRef="#br0">106 21 4836,'16'0'11637,"-14"-1"-10426,9-4-1274,1-1 4788,-12 6-4643,0-1 0,0 1 1,0 0-1,0-1 0,0 1 0,0 0 1,-1-1-1,1 1 0,0 0 1,0-1-1,0 1 0,0 0 0,0-1 1,-1 1-1,1 0 0,0 0 0,0-1 1,-1 1-1,1 0 0,0 0 1,0-1-1,-1 1 0,1 0 0,0 0 1,0 0-1,-1 0 0,1-1 1,0 1-1,-1 0 0,1 0 0,0 0 1,-1 0-1,1 0 0,0 0 1,-1 0-1,1 0 0,-1 0 0,-4 3 2194,4 10-992,5 30-431,1 1-100,-9 11-470,-3 0-1,-1-1 1,-17 56-1,17-79-443,-24 87-2852,16-66-3995,-15 92-1,22-66-4584</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5.491"/>
    </inkml:context>
    <inkml:brush xml:id="br0">
      <inkml:brushProperty name="width" value="0.035" units="cm"/>
      <inkml:brushProperty name="height" value="0.035" units="cm"/>
      <inkml:brushProperty name="color" value="#008C3A"/>
    </inkml:brush>
  </inkml:definitions>
  <inkml:trace contextRef="#ctx0" brushRef="#br0">0 35 5160,'2'0'289,"14"1"199,-16-1-404,1 0 1,-1 0-1,0 0 1,1 0-1,-1 0 1,1 0-1,-1 0 1,0 0-1,1 0 1,-1 0-1,1 0 1,-1 0-1,0-1 1,1 1 0,-1 0-1,0 0 1,1 0-1,-1-1 1,0 1-1,1 0 1,-1 0-1,0-1 1,0 1-1,1 0 1,-1 0-1,0-1 1,0 1-1,1 0 1,-1-1-1,0 1 1,0 0-1,0-1 1,0 1-1,1-1 1,18 1 1012,-9-1-202,-3-2 5841,-8-3 385,-1 0-5542,-3-4 495,2 10-1967,-9-1-186,-1-1 1404,13 3-1304,0-1 0,0 0 0,0 1-1,-1-1 1,1 0 0,0 0 0,0 1 0,0-1 0,0 0 0,0 1-1,0-1 1,0 0 0,1 0 0,-1 1 0,0-1 0,0 0 0,0 0-1,0 1 1,0-1 0,0 0 0,0 0 0,1 1 0,-1-1-1,0 0 1,0 0 0,0 0 0,0 1 0,1-1 0,-1 0 0,0 0-1,0 0 1,1 0 0,-1 1 0,0-1 0,0 0 0,1 0-1,-1 0 1,0 0 0,0 0 0,1 0 0,-1 0 0,0 0 0,1 0-1,5 5 177,1 0-45,0 0 0,0 0 0,-1 1 0,1 0 1,-2 0-1,1 1 0,-1-1 0,1 1 0,-2 0 0,1 0 1,6 16-1,-5-6-138,-1 0 0,-1 1 0,-1 0 0,0-1 0,0 20 0,-3 95-16,-1-63-3,-11 335-5766,12-368 1886,2 0-1,7 44 0,1-5-8469</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6.919"/>
    </inkml:context>
    <inkml:brush xml:id="br0">
      <inkml:brushProperty name="width" value="0.035" units="cm"/>
      <inkml:brushProperty name="height" value="0.035" units="cm"/>
      <inkml:brushProperty name="color" value="#008C3A"/>
    </inkml:brush>
  </inkml:definitions>
  <inkml:trace contextRef="#ctx0" brushRef="#br0">134 107 5208,'0'0'1583,"-1"-3"13,-2-7-145,0 0-1,1-1 0,0 1 1,0-14-1,2 21-149,0-1-106,-1-2-233,-2-16-848,0 19 1664,-3 10 3009,5-5-4677,0 0 0,1 1 1,-1-1-1,0 1 0,1-1 0,-1 0 0,1 1 0,0-1 0,0 1 0,0 0 0,0-1 0,1 4 0,0 21 360,-1-1-107,1 21 450,-5 50-1,-19 157-2774,19-227 412,-2 0 0,0 0 0,-14 33 0,-7 33-5749,11 1-3921</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1.274"/>
    </inkml:context>
    <inkml:brush xml:id="br0">
      <inkml:brushProperty name="width" value="0.035" units="cm"/>
      <inkml:brushProperty name="height" value="0.035" units="cm"/>
      <inkml:brushProperty name="color" value="#008C3A"/>
    </inkml:brush>
  </inkml:definitions>
  <inkml:trace contextRef="#ctx0" brushRef="#br0">282 145 5288,'14'2'1086,"-1"-9"5056,-5-8-587,-5 1-5514,6-39 4440,-10 49-4113,0 0-1,0 0 1,0 0 0,-1 0 0,0 1-1,0-1 1,0 1 0,0-1 0,0 1 0,-1 0-1,0 0 1,-3-4 0,4 6-270,1 0 1,-1 0-1,0 0 0,0 0 1,1 1-1,-1-1 0,0 1 1,0-1-1,0 1 0,1-1 1,-1 1-1,0 0 0,0 0 1,0 0-1,0 0 0,0 0 1,0 1-1,0-1 0,1 0 1,-1 1-1,0 0 0,0-1 1,0 1-1,1 0 0,-1 0 1,-2 1-1,-2 2-36,-1-1 0,1 1 0,0 0 1,0 1-1,1 0 0,-6 5 0,-24 33 519,2 1-1,-32 55 1,49-73-446,8-14-109,1 1-1,1-1 1,0 2 0,0-1-1,1 1 1,1-1 0,1 1-1,0 1 1,-2 18-1,4-23-12,1 1-1,1-1 0,0 1 0,0-1 0,1 0 0,0 0 0,1 0 0,0 0 0,0 0 1,1 0-1,0-1 0,1 0 0,11 16 0,-6-11-28,1 0 0,1-1 0,0 0 0,1-1 0,0 0 0,1-1 0,1-1 0,-1 0 0,19 8 0,-8-6-24,0-1 0,0-2 0,1-1 0,0-1-1,35 6 1,-42-10-8,1-1-1,-1-1 0,1-1 1,-1 0-1,1-2 0,-1 0 0,0-1 1,0-1-1,30-10 0,-39 10 32,0 0 0,0 0 0,0-1 0,-1-1 0,0 1 0,0-2 0,0 1 0,-1-1 0,0 0 0,0-1 0,0 0 0,-1 0 0,-1-1 0,0 0 0,0 0 0,0 0 0,-1-1 0,5-14 0,-5 9-90,-1 1-1,-1-1 1,-1-1-1,0 1 0,-1 0 1,0 0-1,-2-1 1,1 1-1,-2 0 1,0 0-1,-1 0 1,-1 0-1,0 0 0,0 1 1,-2-1-1,0 1 1,-1 0-1,0 1 1,-1 0-1,0 0 1,-11-12-1,14 18-175,-1 0 1,0 1-1,0 0 0,-1 0 1,1 0-1,-1 1 0,-1 0 1,1 0-1,0 1 0,-1 0 1,0 1-1,0-1 0,0 1 1,-1 1-1,1 0 0,-1 0 1,1 0-1,-1 1 0,0 1 1,-15 0-1,4 2-1199,0 0 0,1 2 0,-1 0 0,1 2 0,0 0 0,1 1 0,-36 18 0,-2 9-6932</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2.439"/>
    </inkml:context>
    <inkml:brush xml:id="br0">
      <inkml:brushProperty name="width" value="0.035" units="cm"/>
      <inkml:brushProperty name="height" value="0.035" units="cm"/>
      <inkml:brushProperty name="color" value="#008C3A"/>
    </inkml:brush>
  </inkml:definitions>
  <inkml:trace contextRef="#ctx0" brushRef="#br0">51 7 22803,'-47'21'0,"141"-21"0,-141-21 0</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9.466"/>
    </inkml:context>
    <inkml:brush xml:id="br0">
      <inkml:brushProperty name="width" value="0.035" units="cm"/>
      <inkml:brushProperty name="height" value="0.035" units="cm"/>
      <inkml:brushProperty name="color" value="#008C3A"/>
    </inkml:brush>
  </inkml:definitions>
  <inkml:trace contextRef="#ctx0" brushRef="#br0">169 14 11669,'3'-6'-1745,"3"-2"10921,-4 15-2246,1 4-5947,1 18-518,0-1 0,-2 1 0,-2 0 0,0 0-1,-8 49 1,-39 145-1035,34-169-351,-34 101-4558,8-54-2376,1-5-4138</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1.336"/>
    </inkml:context>
    <inkml:brush xml:id="br0">
      <inkml:brushProperty name="width" value="0.035" units="cm"/>
      <inkml:brushProperty name="height" value="0.035" units="cm"/>
      <inkml:brushProperty name="color" value="#008C3A"/>
    </inkml:brush>
  </inkml:definitions>
  <inkml:trace contextRef="#ctx0" brushRef="#br0">382 47 8133,'8'-30'2419,"-7"23"1934,-20-2-40,10 8 759,6 3-4876,0 0 0,0-1 0,1 1 0,-1 0 1,1 1-1,-1-1 0,1 0 0,0 1 0,0-1 1,0 1-1,0-1 0,1 1 0,-1 0 0,1 0 1,-1 0-1,1 0 0,-1 4 0,-2 8 313,0 1 0,-2 23 0,-1 3 224,-24 88-697,-60 153 0,66-212-1446,9-24-1785,-36 72 1,10-42-4073,-4 9-4836</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6.792"/>
    </inkml:context>
    <inkml:brush xml:id="br0">
      <inkml:brushProperty name="width" value="0.035" units="cm"/>
      <inkml:brushProperty name="height" value="0.035" units="cm"/>
      <inkml:brushProperty name="color" value="#008C3A"/>
    </inkml:brush>
  </inkml:definitions>
  <inkml:trace contextRef="#ctx0" brushRef="#br0">89 29 5432,'3'-2'932,"19"-14"-822,-15 5 9324,2 40-8623,-9-25-764,-1 2-426,0-5 465,1 0 0,-1 0 0,1 1 0,0-1 0,0 0-1,-1 0 1,1 0 0,0 1 0,0-1 0,0 0 0,0 0 0,0 0-1,1 1 1,-1-1 0,0 0 0,1 0 0,-1 0 0,0 0 0,1 0-1,-1 1 1,1-1 0,0 0 0,-1 0 0,1 0 0,0 0-1,0-1 1,0 1 0,1 1 0,-2-1-91,1-1 0,-1 0 0,1 1 0,0-1 0,-1 0 0,1 1 0,0-1 0,-1 0 0,1 0-1,0 1 1,0-1 0,-1 0 0,1 0 0,0 0 0,-1 0 0,1 0 0,0 0 0,0 0 0,-1 0 0,1 0 0,0-1 0,-1 1 0,1 0 0,0 0 0,0-1-1,-1 1 1,1 0 0,-1-1 0,1 1 0,0-1 0,-1 1 0,1-1 0,-1 1 0,1-1 0,-1 1 0,1-1 0,-1 1 0,0-1 0,1 0 0,-1 1 0,0-1-1,1-1 1,3-2 76,-3 2 159,-1 4-640,-1 1 432,0-1-1,1 1 1,-1-1 0,-1 0 0,1 0-1,0 0 1,-3 4 0,2-10-98,-1 0-1,0 1 1,0-1 0,0 1 0,-1 0-1,1 0 1,-1 0 0,0 1 0,1-1 0,-1 1-1,-1 0 1,1 0 0,0 0 0,0 1-1,-8-3 1,-54-21-6244,44 20 2894,18 4-1348</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3.061"/>
    </inkml:context>
    <inkml:brush xml:id="br0">
      <inkml:brushProperty name="width" value="0.035" units="cm"/>
      <inkml:brushProperty name="height" value="0.035" units="cm"/>
      <inkml:brushProperty name="color" value="#008C3A"/>
    </inkml:brush>
  </inkml:definitions>
  <inkml:trace contextRef="#ctx0" brushRef="#br0">47 89 3308,'0'0'8313,"-3"-1"-8179,-19-4 0,16 0 2933,5 6-3038,1 0 0,-1 1 0,0-1 1,1 0-1,-1 0 0,0 1 0,0-1 0,0 0 0,0 0 0,0 0 0,0 0 0,0 0 1,-2 1-1,1 1 671,14-9-481,-11 6-294,0-1 0,0 0 0,0 0-1,0 0 1,0 0 0,0 0 0,0 0-1,0 0 1,-1 0 0,1-1 0,0 1-1,-1 0 1,1 0 0,-1-1 0,1 1-1,-1 0 1,0 0 0,1-1 0,-1 1-1,0-1 1,0 1 0,0 0 0,0-1-1,0 1 1,0 0 0,-1-2 0,-9-38-6290,1 23 1462</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3.187"/>
    </inkml:context>
    <inkml:brush xml:id="br0">
      <inkml:brushProperty name="width" value="0.035" units="cm"/>
      <inkml:brushProperty name="height" value="0.035" units="cm"/>
      <inkml:brushProperty name="color" value="#008C3A"/>
    </inkml:brush>
  </inkml:definitions>
  <inkml:trace contextRef="#ctx0" brushRef="#br0">3 29 5320,'2'0'372,"1"0"0,-1-1 0,0 1 0,0-1 0,0 0 0,0 1 0,0-1 0,0 0 0,-1 0 0,1-1 0,0 1 0,0 0 0,-1 0 0,1-1 0,-1 1 0,1-1 0,-1 0 0,3-3 0,-1 2-1218,-1 1 1156,-5 3-259,-37 31 1365,38-31-558,2 0-886,1 1 27,-1-1 1,0 1-1,1-1 0,-1 0 1,1 1-1,-1-1 0,1 0 0,0 1 1,-1-1-1,1 0 0,0 0 0,0 0 1,0 0-1,0 0 0,0 0 0,0 0 1,1 1-1,0 0 0,-2-1-58,0-1 49,0 1 1,0 0-1,0 0 1,0 0-1,1-1 0,-1 1 1,0 0-1,0 0 1,1-1-1,-1 1 1,1 0-1,-1-1 1,0 1-1,1 0 0,-1-1 1,1 1-1,-1 0 1,2 0-1,-1-1-398,0 1 0,0 0 1,0-1-1,0 1 0,0-1 0,1 1 0,-1-1 0,0 0 0,0 1 0,1-1 0,-1 0 0,0 0 1,0 0-1,1 0 0,-1 0 0,2 0 0,16-3-3568</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59.558"/>
    </inkml:context>
    <inkml:brush xml:id="br0">
      <inkml:brushProperty name="width" value="0.035" units="cm"/>
      <inkml:brushProperty name="height" value="0.035" units="cm"/>
      <inkml:brushProperty name="color" value="#008C3A"/>
    </inkml:brush>
  </inkml:definitions>
  <inkml:trace contextRef="#ctx0" brushRef="#br0">578 174 4776,'0'0'67,"0"1"-1,-1 0 1,1-1-1,0 1 1,0 0-1,0-1 1,0 1-1,0 0 1,0-1-1,-1 1 1,2 0-1,-1-1 1,0 1-1,0 0 1,0-1-1,0 1 1,0-1-1,0 1 1,1 0-1,-1-1 1,0 1-1,0 0 1,1-1-1,-1 1 1,1-1-1,0 1 1,18-8 3200,-15 5 535,-5-4-3309,-1-18 47,1 17 214,1 5-623,-5-24 186,4 23 624,2 0-801,2-8 61,1-1 0,0 1 0,9-16 1,-4 8 303,-8 16-194,5-24 1490,-7 49-1562,-1 0 0,-1 1 0,-1-1 0,-2 0-1,0-1 1,-10 25 0,-64 127 909,31-89-671,-4-2-1,-81 98 0,16-25-178,74-98-110,28-38-162,1 2-1,0 0 1,-16 31 0,13-23 109,14-23-131,0 1-1,0-1 0,0 1 0,-3 10 0,6-15-45,5-2-18,0-1-1,0 1 0,0-1 1,0 0-1,0 0 1,-1-1-1,1 1 0,0-1 1,-1 0-1,1 1 0,-1-2 1,0 1-1,1 0 1,-1-1-1,4-4 0,3-3-684,-1 0 0,-1-1 1,8-12-1,-13 18-214,-1 0 0,1 0 0,-1 0 0,-1 0 0,3-9 0,-1 2-3225</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12.185"/>
    </inkml:context>
    <inkml:brush xml:id="br0">
      <inkml:brushProperty name="width" value="0.035" units="cm"/>
      <inkml:brushProperty name="height" value="0.035" units="cm"/>
      <inkml:brushProperty name="color" value="#008C3A"/>
    </inkml:brush>
  </inkml:definitions>
  <inkml:trace contextRef="#ctx0" brushRef="#br0">1 17 6709,'0'0'4812,"15"-5"-8832,27-7-497</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16.059"/>
    </inkml:context>
    <inkml:brush xml:id="br0">
      <inkml:brushProperty name="width" value="0.035" units="cm"/>
      <inkml:brushProperty name="height" value="0.035" units="cm"/>
      <inkml:brushProperty name="color" value="#008C3A"/>
    </inkml:brush>
  </inkml:definitions>
  <inkml:trace contextRef="#ctx0" brushRef="#br0">712 328 5400,'35'-8'7206,"-36"-7"-6218,1 12-821,0 0 0,-1 0 0,1 0-1,0 1 1,1-1 0,-1 0 0,0 0 0,1 0-1,0 1 1,0-1 0,-1 0 0,2 0 0,0-2-1,22-39 2141,-22 42-1347,-6-12-65,4 12-848,0 1 0,-1 0-1,1 0 1,-1 0 0,1-1 0,-1 1 0,1 0 0,-1 0 0,0 0 0,1 0 0,-1 0 0,0 0 0,0 1 0,0-1 0,0 0 0,0 0 0,0 0 0,0 1 0,0-1 0,0 1 0,0-1 0,0 1 0,0-1 0,-3 0 0,-16-9 393,-99-70 4199,118 79-4590,-1 1 1,1-1 0,0 0 0,-1 0-1,1 1 1,0-1 0,0 0 0,0-1-1,0 1 1,0 0 0,0 0 0,0 0-1,0 0 1,0-1 0,0 1 0,1 0-1,-1-1 1,1 1 0,-1-1 0,0-1-1,1 2-29,0-1 0,1 1 0,-1 0-1,0 0 1,1 0 0,-1-1-1,0 1 1,1 0 0,-1 0-1,1 0 1,0 0 0,-1 0-1,1 0 1,0 0 0,0 0-1,0 0 1,0 0 0,0 0 0,1-1-1,3-2 8,1 1-1,0-1 1,0 1 0,1 0-1,-1 0 1,1 0 0,10-2-1,5 1 1,0 0-1,1 1 1,-1 1 0,1 1-1,0 1 1,-1 1-1,1 2 1,31 6 0,-43-7-105,0 1 0,1 0 0,-2 1 0,1 1 1,0-1-1,-1 2 0,0-1 0,0 1 0,0 1 1,-1 0-1,0 0 0,-1 1 0,1 0 1,-1 1-1,-1-1 0,0 2 0,12 18 0,-17-24 33,-1 0-1,1 0 0,-1 0 0,0 0 0,0 0 0,0 0 0,-1 0 0,0 0 0,1 0 0,-1 0 0,-1 1 0,0 5 0,-14 47-253,11-47 210,-5 15-18,-1 0-1,-1 0 1,-1-1 0,-1 0 0,-2-1-1,0 0 1,-1-2 0,-33 35 0,-27 23-118,74-76 227,0 0 0,1-1 0,0 1 0,-1 0 0,1-1 0,0 1 0,1 0 0,-1 0 0,0 0 1,1 3-1,7-3-22,7 2 22,-4 0-14,0-1 1,0 0 0,1-1-1,0 0 1,11 2 0,-31 17 294,6-18-268,0 0 1,0 0-1,-1-1 1,1 1-1,-1-1 1,0 1-1,0-1 0,0 0 1,0-1-1,-1 1 1,1-1-1,-1 0 1,0 0-1,-5 2 1,-14 3 69,-40 8 1,44-12-49,-208 35 119,-21 3-1495,87 3-3262,105-21-1656,8 0-4037</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9.956"/>
    </inkml:context>
    <inkml:brush xml:id="br0">
      <inkml:brushProperty name="width" value="0.035" units="cm"/>
      <inkml:brushProperty name="height" value="0.035" units="cm"/>
      <inkml:brushProperty name="color" value="#008C3A"/>
    </inkml:brush>
  </inkml:definitions>
  <inkml:trace contextRef="#ctx0" brushRef="#br0">22 37 3492,'-19'-3'3237,"16"-14"-3581,3 0-1541</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38.249"/>
    </inkml:context>
    <inkml:brush xml:id="br0">
      <inkml:brushProperty name="width" value="0.035" units="cm"/>
      <inkml:brushProperty name="height" value="0.035" units="cm"/>
      <inkml:brushProperty name="color" value="#008C3A"/>
    </inkml:brush>
  </inkml:definitions>
  <inkml:trace contextRef="#ctx0" brushRef="#br0">26 29 3200,'-14'5'801,"14"0"407,26-1 1233,-18-34-969,-13 27-1795,3 2 57,0 0 1,1 0-1,-1 0 0,0 0 1,0 0-1,1 0 0,-1 0 1,0 1-1,0-1 0,0 1 1,-3-1-1,-11 1-2361</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2.644"/>
    </inkml:context>
    <inkml:brush xml:id="br0">
      <inkml:brushProperty name="width" value="0.035" units="cm"/>
      <inkml:brushProperty name="height" value="0.035" units="cm"/>
      <inkml:brushProperty name="color" value="#008C3A"/>
    </inkml:brush>
  </inkml:definitions>
  <inkml:trace contextRef="#ctx0" brushRef="#br0">39 0 4296,'0'0'6291,"-7"13"-5398,2 0-437,4-10 921,-16 23-1353,12-11-4039,2 7-2323</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125"/>
    </inkml:context>
    <inkml:brush xml:id="br0">
      <inkml:brushProperty name="width" value="0.035" units="cm"/>
      <inkml:brushProperty name="height" value="0.035" units="cm"/>
      <inkml:brushProperty name="color" value="#008C3A"/>
    </inkml:brush>
  </inkml:definitions>
  <inkml:trace contextRef="#ctx0" brushRef="#br0">16 112 11941,'0'17'2188,"-6"-31"-232,-4 2-99,16-2-189,1 6 1016,2-10-1684,20 1-176,3 3-188,6 5-160,3 4-144,13 2-492,9 0-376,1-3-580,3 1-968,-1 5-936,7 5-2545,7 1-4532</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9.400"/>
    </inkml:context>
    <inkml:brush xml:id="br0">
      <inkml:brushProperty name="width" value="0.035" units="cm"/>
      <inkml:brushProperty name="height" value="0.035" units="cm"/>
      <inkml:brushProperty name="color" value="#008C3A"/>
    </inkml:brush>
  </inkml:definitions>
  <inkml:trace contextRef="#ctx0" brushRef="#br0">77 22 10357,'-11'-1'1620,"0"0"1,0 1 0,0 0-1,-21 4 6232,47-10-6596,-5 3-1117,0-1 0,0 2 0,0-1 0,0 1 0,0 1 0,14-1 0,65 3-28,-83 0-112,224-2-2985,-113-1-1166,0 4-3458,-23 3-1688</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9.730"/>
    </inkml:context>
    <inkml:brush xml:id="br0">
      <inkml:brushProperty name="width" value="0.035" units="cm"/>
      <inkml:brushProperty name="height" value="0.035" units="cm"/>
      <inkml:brushProperty name="color" value="#008C3A"/>
    </inkml:brush>
  </inkml:definitions>
  <inkml:trace contextRef="#ctx0" brushRef="#br0">43 309 5300,'3'0'16377,"-3"-3"-15939,-1 1-201,1-1 0,-1 1 1,1-1-1,-1 1 0,0-1 0,0 1 0,0 0 0,0 0 0,0-1 0,-1 1 0,1 0 0,-1 0 0,0 0 0,1 0 0,-1 0 0,0 1 0,0-1 0,0 0 0,-3-1 0,3 2 716,-12-16 987,21 4-74,-2 7-2311,-3 5 1093,17-18-362,-45 5-176,23 12 430,2 0-1446,1 1 2,-1-1 1,0 0 0,1 0-1,-1 0 1,1 0-1,0 0 1,0 0 0,0 0-1,0 0 1,0 0 0,0-2-1,16-7 90,0 0 0,-1-1 0,0 0 0,-1-2 0,-1 1 0,13-18 0,16-15-7000,-30 35 3303</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0.257"/>
    </inkml:context>
    <inkml:brush xml:id="br0">
      <inkml:brushProperty name="width" value="0.035" units="cm"/>
      <inkml:brushProperty name="height" value="0.035" units="cm"/>
      <inkml:brushProperty name="color" value="#008C3A"/>
    </inkml:brush>
  </inkml:definitions>
  <inkml:trace contextRef="#ctx0" brushRef="#br0">269 129 6877,'10'-8'3023,"-11"-2"5735,-2-6-5949,-1 17-2139,-6 4-360,0 0 1,1 0 0,0 1-1,0 0 1,0 0 0,1 1-1,0 0 1,0 1 0,0 0-1,-8 12 1,-11 17 767,-24 41 0,38-56-828,1 0 0,1 1 0,0 0 0,2 0 0,1 1 0,1 0 0,-7 50 0,12-63-214,1 0 0,1 1 0,0-1 0,0 1 0,1-1 0,1 0 1,0 0-1,0 1 0,1-1 0,1-1 0,0 1 0,0 0 0,1-1 0,0 0 0,1 0 0,0 0 0,1-1 0,0 0 0,13 13 0,-12-15-33,0-1-1,1 0 1,-1-1-1,1 0 0,1 0 1,-1-1-1,1 0 1,-1-1-1,1 0 0,0 0 1,1-1-1,-1 0 0,0-1 1,0 0-1,1-1 1,-1 0-1,0-1 0,14-2 1,-9 1-14,0-1-1,0 0 1,-1-1 0,1-1-1,-1 0 1,0-1 0,0-1 0,0 0-1,-1 0 1,-1-2 0,23-17-1,-22 11 6,0 1 0,0-1 0,-2-1 0,0 0-1,-1-1 1,0 0 0,-1-1 0,-1 0 0,-1 0-1,-1 0 1,0-1 0,-2 0 0,0 0 0,2-24-1,-4 11-7,0 0-1,-3 0 1,0 0-1,-2 0 0,-2 0 1,0 0-1,-20-58 0,22 81-57,0 0-1,0 0 0,-1 0 0,-1 0 0,0 1 0,0-1 0,0 1 0,-1 1 0,0-1 0,0 1 0,-1 0 0,-8-6 0,12 11-81,-1 0-1,1 0 0,-1 1 0,0-1 0,0 1 1,0 0-1,1 0 0,-1 0 0,0 0 0,0 1 1,0 0-1,0 0 0,-7 0 0,-44 11-1464,41-6 529,0 1 0,1 1 0,0 0 0,0 1 1,1 0-1,0 1 0,0 1 0,-12 12 0,13-12-908,-37 32-8608</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0.663"/>
    </inkml:context>
    <inkml:brush xml:id="br0">
      <inkml:brushProperty name="width" value="0.035" units="cm"/>
      <inkml:brushProperty name="height" value="0.035" units="cm"/>
      <inkml:brushProperty name="color" value="#008C3A"/>
    </inkml:brush>
  </inkml:definitions>
  <inkml:trace contextRef="#ctx0" brushRef="#br0">226 38 9057,'-1'1'140,"0"-1"-1,0 0 1,0 0 0,0 1 0,0-1 0,0 0 0,0 0-1,0 0 1,0 0 0,0 0 0,0 0 0,0-1 0,0 1-1,0 0 1,1 0 0,-1-1 0,0 1 0,0 0 0,0-1-1,0 1 1,-1-2 0,2 1 99,0 0 0,0-1 1,1 1-1,-1 0 0,1 0 0,-1-1 0,0 1 0,1 0 1,0 0-1,-1 0 0,1 0 0,0 0 0,-1 0 0,1 0 0,0 0 1,2-1-1,-2 0 1752,-1 2-1769,-1-1 0,0 1 0,0 0 0,0 0 0,0 0 0,0-1 1,0 1-1,0 0 0,1-1 0,-1 1 0,0-1 0,0 1 0,1-1 0,-1 1 0,0-1 1,0 0-1,1 1 0,-2-2 0,-4-1 2222,0 18-1144,-15 88 675,1 3-1215,9-61-604,-33 155-1964,4-43-2753,2-14-4910,25-60-750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4.052"/>
    </inkml:context>
    <inkml:brush xml:id="br0">
      <inkml:brushProperty name="width" value="0.035" units="cm"/>
      <inkml:brushProperty name="height" value="0.035" units="cm"/>
      <inkml:brushProperty name="color" value="#008C3A"/>
    </inkml:brush>
  </inkml:definitions>
  <inkml:trace contextRef="#ctx0" brushRef="#br0">121 169 8277,'16'-23'9058,"-17"21"-7623,-2-9-1110,3 10-207,0 1-1,0-1 0,0 1 0,0-1 1,0 0-1,-1 1 0,1-1 0,0 1 1,0-1-1,0 1 0,0-1 0,-1 1 1,1-1-1,0 1 0,-1-1 0,1 1 1,0-1-1,-1 1 0,1-1 0,0 1 1,-1 0-1,1-1 0,-1 1 0,1-1 1,-1 1-1,1 0 0,-1 0 0,1-1 1,-1 1-1,1 0 0,-1 0 0,1 0 1,-1 0-1,1-1 0,-1 1 0,0 0 1,1 0-1,-1 0 0,1 0 0,-1 0 1,0 0-1,1 1 0,-1-1 0,1 0 1,-1 0-1,1 0 0,-1 0 0,1 1 1,-1-1-1,1 0 0,-1 0 0,1 1 1,-1-1-1,1 1 0,-1-1 0,1 0 1,0 1-1,-1-1 0,0 1 0,-3 3 43,-1 0 0,1 0-1,-1 0 1,1 1 0,1-1-1,-1 1 1,1 0 0,-1 0-1,1 0 1,1 0-1,-1 1 1,-2 6 0,-3 13 426,-8 36 0,13-50-431,-7 32 126,2 1 1,2 0-1,2 0 1,1 0-1,3 1 1,6 51 0,-3-75-234,1-1 0,1 1 0,0-1 1,2 0-1,0-1 0,16 30 1,-15-36-33,0-1 0,0 0 0,1 0 1,1-1-1,0 0 0,0-1 0,1 0 1,0-1-1,1 0 0,17 10 0,-18-13-16,-1 0 1,1-1-1,1 0 0,-1-1 0,1 0 0,-1-1 1,1 0-1,0-1 0,0 0 0,1-1 0,-1 0 0,0-1 1,0 0-1,0-1 0,1-1 0,-1 0 0,0 0 1,-1-1-1,1-1 0,0 0 0,-1-1 0,0 0 0,0 0 1,0-1-1,-1-1 0,0 0 0,0 0 0,-1-1 1,0 0-1,0 0 0,-1-1 0,13-17 0,-11 10-11,-1-1 0,-1 0 0,0-1 0,-1 1 0,-1-2 0,-1 1 0,0 0 0,-1-1 0,-1 0 0,-1 0 0,-1 0 0,-1 0 0,0 0 0,-1 0 0,-1 0 0,-9-35 0,3 21-58,-2 1 1,-1 0-1,-2 1 1,-1 1-1,-1 0 1,-2 1-1,0 0 1,-38-45-1,30 45-295,-1 0 0,-55-46 0,71 66 58,-1 2 0,0-1-1,-1 1 1,0 1 0,0 0 0,0 1 0,0 0 0,-1 1 0,0 0 0,0 1 0,-25-3 0,33 6 64,-1 0 0,0 0-1,1 1 1,-1-1 0,1 1 0,-1 0 0,1 1-1,-1 0 1,1-1 0,0 2 0,-1-1 0,1 1-1,1-1 1,-1 1 0,0 1 0,1-1 0,-6 5-1,5-2-513,0-1-1,0 1 0,0 0 1,1 1-1,0-1 0,1 1 1,-1-1-1,1 1 0,0 0 1,1 0-1,-1 1 0,-1 11 0,-3 41-8519</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4.460"/>
    </inkml:context>
    <inkml:brush xml:id="br0">
      <inkml:brushProperty name="width" value="0.035" units="cm"/>
      <inkml:brushProperty name="height" value="0.035" units="cm"/>
      <inkml:brushProperty name="color" value="#008C3A"/>
    </inkml:brush>
  </inkml:definitions>
  <inkml:trace contextRef="#ctx0" brushRef="#br0">258 105 9205,'1'-1'108,"0"1"-1,0-1 1,0 0 0,-1 1 0,1-1-1,0 0 1,0 0 0,0 1 0,-1-1-1,1 0 1,0 0 0,-1 0 0,1 0-1,-1 0 1,1 0 0,-1 0 0,1 0 0,-1 0-1,0 0 1,1 0 0,-1 0 0,0-1-1,0 1 1,0 0 0,0 0 0,0 0-1,0 0 1,0 0 0,0 0 0,-1 0-1,1-1 1,0 1 0,-1-1 0,-2-3 404,1 0 0,-1 0 0,0 0 1,0 1-1,-6-8 0,7 10 193,2 2-678,-1-1-1,1 1 1,-1 0 0,1-1-1,0 1 1,-1-1 0,1 1-1,0 0 1,-1-1 0,1 1-1,0-1 1,0 1 0,0-1-1,-1 1 1,1-1 0,0 1 0,0-1-1,0 0 1,0 1 0,0-1-1,0 1 1,0-2 0,0 1 129,0 1 1,0-1 0,0 0 0,0 0-1,0 1 1,0-1 0,0 0 0,0 0-1,-1 1 1,1-1 0,0 0 0,-1 0-1,1 1 1,0-1 0,-1 0 0,1 1-1,-1-1 1,1 1 0,-1-1 0,1 0-1,-1 1 1,1-1 0,-2 0 0,-5 0 25,3 0 55,0 1 1,0-1 0,0 1 0,0-1 0,0 1 0,0 1-1,0-1 1,0 1 0,0-1 0,0 1 0,0 0 0,0 0 0,0 1-1,-5 2 1,-21 15 1244,-51 44-1,73-57-1465,5-3-366,-1 1 1,1 0 0,0 0 0,0 0 0,0 0 0,1 0 0,-1 0 0,1 1 0,-2 4 0,-5 24-10152,8-17-274</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6.099"/>
    </inkml:context>
    <inkml:brush xml:id="br0">
      <inkml:brushProperty name="width" value="0.035" units="cm"/>
      <inkml:brushProperty name="height" value="0.035" units="cm"/>
      <inkml:brushProperty name="color" value="#008C3A"/>
    </inkml:brush>
  </inkml:definitions>
  <inkml:trace contextRef="#ctx0" brushRef="#br0">129 0 3676,'0'0'2008,"-3"0"-1848,-78 0 1112,77 0-861,0 0-36,3 0-313,-27 1-46,20 1-1015,20 1-889,7 0-221</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27.787"/>
    </inkml:context>
    <inkml:brush xml:id="br0">
      <inkml:brushProperty name="width" value="0.035" units="cm"/>
      <inkml:brushProperty name="height" value="0.035" units="cm"/>
      <inkml:brushProperty name="color" value="#008C3A"/>
    </inkml:brush>
  </inkml:definitions>
  <inkml:trace contextRef="#ctx0" brushRef="#br0">145 11 6477,'-3'35'3549,"10"-40"-1024,5 0-1172,-10-3 7242,-2-4-8595,-2-2 838,1 14-807,1-1 1,0 1-1,-1 0 0,1 0 1,0 0-1,-1 0 0,1 0 1,0 0-1,-1 0 0,1-1 1,-1 1-1,1 0 0,0 0 1,-1 0-1,1 0 0,0 1 1,-1-1-1,1 0 0,-1 0 1,1 0-1,0 0 0,-1 0 1,1 0-1,0 0 0,-1 1 1,1-1-1,0 0 0,-1 0 1,1 1-1,0-1 0,0 0 1,-1 0-1,1 1 0,0-1 1,0 0-1,-1 1 0,-3 3 152,0 1-1,1-1 1,0 1-1,-1 0 1,2 0-1,-1 0 1,0 0-1,1 1 1,0-1-1,0 0 1,1 1-1,-2 7 1,-5 16 375,-60 183 1180,58-170-2509,1-1-1,3 1 1,-2 54-1,6-41-1394,2 101-8703,11-78 809</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0.104"/>
    </inkml:context>
    <inkml:brush xml:id="br0">
      <inkml:brushProperty name="width" value="0.035" units="cm"/>
      <inkml:brushProperty name="height" value="0.035" units="cm"/>
      <inkml:brushProperty name="color" value="#008C3A"/>
    </inkml:brush>
  </inkml:definitions>
  <inkml:trace contextRef="#ctx0" brushRef="#br0">95 0 6861,'0'0'18045,"-12"9"-16654,6-2-1213,0 0-1,0 0 1,1 1-1,0 0 1,1 0-1,0 0 1,0 1-1,0-1 1,1 1-1,-3 16 1,5-22-141,-7 25-386,1 1 0,2 0 0,1 0 0,1 1 0,1-1 0,2 1-1,6 53 1,-1-51-2127,2-1-1,1 1 1,1-2-1,15 34 1,9 4-7652</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0.843"/>
    </inkml:context>
    <inkml:brush xml:id="br0">
      <inkml:brushProperty name="width" value="0.035" units="cm"/>
      <inkml:brushProperty name="height" value="0.035" units="cm"/>
      <inkml:brushProperty name="color" value="#008C3A"/>
    </inkml:brush>
  </inkml:definitions>
  <inkml:trace contextRef="#ctx0" brushRef="#br0">168 248 4024,'31'-29'1098,"-24"24"-137,-7-3 266,1 1 1,1 0 0,-1 0 0,5-12 0,3-13 1949,-9 30-3029,0 1 0,1-1-1,-1 1 1,0-1 0,0 1 0,0 0 0,0-1 0,0 1 0,-1-1 0,1 1 0,0 0-1,-1-1 1,1 1 0,-1 0 0,1-1 0,-1 1 0,0 0 0,1-1 0,-1 1 0,0 0 0,0 0-1,-1-1 1,0 0 38,-1 0-1,1 1 0,-1-1 0,1 1 0,-1 0 1,1-1-1,-1 1 0,0 1 0,1-1 0,-6-1 1,0 1 69,-1 0 1,1 1 0,-1 0 0,1 0 0,-1 1 0,-16 3 0,21-3-130,-1 1 0,1 1 0,0-1 0,-1 1 0,1-1 0,0 1 0,0 0 0,1 1 1,-1-1-1,1 1 0,0-1 0,-6 8 0,0 3 198,0 0-1,-10 21 1,16-25-235,0 1 0,1-1 0,-1 1 0,2-1 0,0 1 0,0 0 0,1-1 0,0 1 0,3 12 0,-3-14 3,1-1-55,0-1-1,1 1 1,0-1-1,0 0 1,0 0 0,1 0-1,0 0 1,1 0 0,0-1-1,0 0 1,0 1-1,0-1 1,1-1 0,9 10-1,-7-9-9,-1 0 0,1-1 0,0 1 1,0-1-1,1-1 0,0 0 0,-1 0 0,1 0 0,1-1 0,-1 0 0,17 3 0,-13-4-20,0-1-1,-1 0 1,1-1 0,0-1-1,0 0 1,0 0 0,-1-1-1,1 0 1,0-1 0,-1-1-1,0 0 1,0 0 0,0-1-1,-1-1 1,1 1 0,-1-2-1,18-14 1,-17 11-26,-1 0 1,0-1 0,-1 0-1,0-1 1,-1 0-1,-1 0 1,1-1-1,-2 0 1,0 0 0,-1-1-1,0 1 1,0-1-1,-2 0 1,3-17-1,-5 24-35,-1-1 0,1 0 0,-1 1 0,-1-1 0,1 0 0,-2 0 0,1 1 0,-1-1 0,0 1 0,0-1 0,-1 1 0,0 0 0,0 0 0,-1 0 0,0 0 0,0 1 0,0 0 0,-1-1 0,0 2 0,0-1 0,-1 0 0,-11-8 0,8 7-258,-1 0 1,0 1-1,0 1 1,-1-1-1,1 2 1,-1-1-1,0 2 0,0-1 1,-1 2-1,1-1 1,0 1-1,-1 1 1,0 0-1,-20 2 1,14 1-1420,0 0 0,0 2 0,1 0 0,-19 7 0,-18 13-7653</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088"/>
    </inkml:context>
    <inkml:brush xml:id="br0">
      <inkml:brushProperty name="width" value="0.035" units="cm"/>
      <inkml:brushProperty name="height" value="0.035" units="cm"/>
      <inkml:brushProperty name="color" value="#008C3A"/>
    </inkml:brush>
  </inkml:definitions>
  <inkml:trace contextRef="#ctx0" brushRef="#br0">96 52 13897,'-1'-4'396,"-1"0"0,0 0-1,0 0 1,0 1 0,0-1 0,-1 0-1,1 1 1,-1 0 0,0 0 0,0 0-1,0 0 1,-10-7 10007,14 13-10208,1 1 0,-1-1 1,0 0-1,0 1 0,-1-1 0,1 1 0,0-1 0,-1 5 0,3 19 109,-2-22-272,10 46 470,-2 0-1,3 96 1,-20 21-2837,1-90-440,-3-1-1,-3 0 1,-24 76-1,24-103-3451,3-3-3771</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365"/>
    </inkml:context>
    <inkml:brush xml:id="br0">
      <inkml:brushProperty name="width" value="0.035" units="cm"/>
      <inkml:brushProperty name="height" value="0.035" units="cm"/>
      <inkml:brushProperty name="color" value="#008C3A"/>
    </inkml:brush>
  </inkml:definitions>
  <inkml:trace contextRef="#ctx0" brushRef="#br0">0 80 11469,'6'-31'1895,"-6"30"-1795,0 1 0,0-1 1,0 0-1,1 1 0,-1-1 0,0 1 1,0-1-1,1 0 0,-1 1 0,1-1 0,-1 1 1,0-1-1,1 1 0,-1 0 0,1-1 1,-1 1-1,1-1 0,-1 1 0,1 0 0,0-1 1,-1 1-1,1 0 0,-1 0 0,1-1 1,0 1-1,-1 0 0,1 0 0,0 0 1,0 0-1,1-1 313,9-4-72,0-1-1,0 2 0,0-1 1,1 1-1,-1 1 0,1 0 1,0 1-1,0 0 0,0 1 1,0 0-1,18 2 1,-3 1-177,0 2 0,0 1 0,0 1 0,-1 1 0,0 1 0,48 23 0,-56-22-126,0 0 1,0 2-1,-1 0 0,-1 1 0,0 0 1,-1 2-1,0 0 0,-1 0 0,0 2 1,11 16-1,-21-25-28,1 0-1,-1 1 1,-1-1-1,1 1 1,-1 0 0,-1 0-1,1 0 1,-2 0-1,1 1 1,-1-1-1,0 0 1,-1 17 0,-1-13-1,0-1 1,-2 1 0,1 0 0,-2-1 0,1 0 0,-1 1 0,-1-2 0,-8 15 0,-5 3-5,-2 0 1,0-1-1,-2 0 1,-1-2-1,-37 31 1,3-10-633,-9 7-2269,29-10-5962,28-29 1538</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5.781"/>
    </inkml:context>
    <inkml:brush xml:id="br0">
      <inkml:brushProperty name="width" value="0.035" units="cm"/>
      <inkml:brushProperty name="height" value="0.035" units="cm"/>
      <inkml:brushProperty name="color" value="#008C3A"/>
    </inkml:brush>
  </inkml:definitions>
  <inkml:trace contextRef="#ctx0" brushRef="#br0">48 3 12989,'-39'0'1744,"31"0"2131,11 1-3095,39 18 279,74 46 0,-101-54-991,1 1 1,-1 0-1,-1 1 1,0 0-1,-1 1 1,0 0-1,14 23 0,-17-22-28,-5-9-24,-1 0 1,0 0-1,-1 1 1,0-1-1,0 1 1,0 0-1,0 0 1,0 8-1,11 67 148,-13-75-143,0 1 0,0 0 0,-1-1 0,0 1 0,-1 0 0,-2 11 1,1-8 32,2-8 212,1-8-241,5-22-65,2 1-1,0 0 1,2 0 0,24-43-1,66-92-179,-45 78 115,-53 80 100,0 0 0,0 1 0,0-1 0,1 0 0,-1 1 0,1-1 0,0 1 0,-1 0-1,1 0 1,0 0 0,1 0 0,4-2 0,-6 4 3,1 0 0,-1 1 0,1-1 0,-1 1 0,0-1 0,1 1 0,-1 0 0,0 0 0,1 0 0,-1 0 0,0 0 0,0 0 0,3 3 0,-4-3-1,5 3-9,0 1-1,0 0 1,-1 1-1,0-1 1,0 1 0,7 11-1,-8-12 18,0 1-1,1 0 0,-1-1 0,1 0 1,0 0-1,0-1 0,7 6 0,5-1 22,-9-5-22,-1 0 0,1 1-1,-1 0 1,0 1-1,-1 0 1,10 9 0,-12-9-197,0-1 0,0 1 1,0-1-1,5 13 0,0 0-1322,-7-16-181,19 6-5676,-4 1-370</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5.513"/>
    </inkml:context>
    <inkml:brush xml:id="br0">
      <inkml:brushProperty name="width" value="0.035" units="cm"/>
      <inkml:brushProperty name="height" value="0.035" units="cm"/>
      <inkml:brushProperty name="color" value="#008C3A"/>
    </inkml:brush>
  </inkml:definitions>
  <inkml:trace contextRef="#ctx0" brushRef="#br0">249 91 14989,'-3'-1'500,"1"-1"-1,-1 1 0,0-1 0,1 0 1,-1 0-1,1 0 0,0 0 1,-1 0-1,1-1 0,0 1 0,0 0 1,1-1-1,-1 0 0,0 1 0,1-1 1,0 0-1,0 0 0,0 0 1,0 0-1,-1-5 0,-7-15 3908,9 21-4070,-7-10 1889,-3 23-1903,5 2-323,1 0 0,0 1 0,1-1 0,0 1 0,1 0 0,1 0 0,1 27 0,-4 22 0,-29 278 0,-25 181 0,-1 127 0,54-572-455,4 0 0,3 0 0,25 151 0,-25-204-7172,-2-23 7310,0-1 1,0 1-1,-1 0 1,1-1-1,0 1 1,0-1-1,0 1 1,0-1-1,0 1 1,0 0-1,0-1 1,1 1-1,-1-1 1,0 1-1,0-1 1,0 1-1,0-1 1,1 1-1,-1-1 0,0 1 1,1-1-1,-1 1 1,1 0-1,5-15-12422</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6.274"/>
    </inkml:context>
    <inkml:brush xml:id="br0">
      <inkml:brushProperty name="width" value="0.035" units="cm"/>
      <inkml:brushProperty name="height" value="0.035" units="cm"/>
      <inkml:brushProperty name="color" value="#008C3A"/>
    </inkml:brush>
  </inkml:definitions>
  <inkml:trace contextRef="#ctx0" brushRef="#br0">791 105 8133,'1'-1'247,"0"-1"1,-1 1-1,1 0 0,0 0 1,-1 0-1,1-1 1,-1 1-1,0 0 1,1-1-1,-1 1 0,0 0 1,0-1-1,1 1 1,-1 0-1,0-1 0,-1 1 1,1-1-1,0 1 1,0 0-1,0-1 1,-1 1-1,1 0 0,-1 0 1,1-1-1,-1 1 1,0 0-1,1 0 1,-3-2-1,-30-35 5736,18 22-5384,12 15-389,1-1 1,-1 1-1,1 0 0,-1-1 1,0 1-1,1 1 0,-1-1 1,0 0-1,0 1 0,0-1 1,1 1-1,-7 0 0,3 0 0,-1 1-1,1 0 1,-1 1 0,1-1-1,0 1 1,0 1-1,0-1 1,0 1-1,-11 6 1,5-1 125,0 0 0,1 1 0,-17 16 0,-6 13 28,1 1 0,3 2 0,1 1 0,2 1 0,1 2 0,-24 62-1,-1 21 722,-36 146-1,49-132-1083,5 3 0,-21 236 0,48-295 0,4-1 0,4 1 0,3 0 0,4-1 0,39 161 0,-39-212-11,2-1 0,1 0 0,2-1 0,1-1 0,1 0 0,2-1 0,1-1 0,31 36 0,-38-51-11,2 0-1,0-1 0,0-1 0,1 0 1,0-1-1,1 0 0,1-2 0,-1 0 1,1 0-1,1-2 0,0 0 0,0-1 1,0-1-1,1-1 0,-1 0 0,36 1 1,-18-5-236,0-1 0,0-3 1,0-1-1,-1-1 1,0-2-1,0-2 0,-1-1 1,54-25-1,-35 11-90,-2-3 0,-1-2 0,-1-2 0,72-63 0,-62 40 272,-2-1 0,-3-3-1,-2-2 1,-3-3-1,-3-1 1,-3-3 0,-2-1-1,-4-2 1,-3-2 0,47-148-1,-69 177 238,-3 0-1,-1-1 1,-3 0 0,-1 0-1,-2-1 1,-3 1-1,-11-87 1,5 94-11,-1 0-1,-3 0 1,0 1 0,-3 0-1,-1 1 1,-2 1 0,-1 1-1,-1 0 1,-37-46 0,16 32 26,-2 2 0,-1 2-1,-3 2 1,-93-67 0,79 69-48,-1 3 0,-3 3-1,-125-50 1,151 71-307,0 1 0,-1 2 0,0 2 1,0 1-1,-1 2 0,0 2 0,0 2 0,0 1 1,0 2-1,1 2 0,-1 1 0,1 3 0,0 1 1,0 1-1,-49 22 0,44-13-1606,-67 38 0,93-46 363,0 1 0,1 1-1,0 1 1,1 0-1,0 1 1,-13 18-1,-28 52-10568,56-84 11799</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7.457"/>
    </inkml:context>
    <inkml:brush xml:id="br0">
      <inkml:brushProperty name="width" value="0.035" units="cm"/>
      <inkml:brushProperty name="height" value="0.035" units="cm"/>
      <inkml:brushProperty name="color" value="#008C3A"/>
    </inkml:brush>
  </inkml:definitions>
  <inkml:trace contextRef="#ctx0" brushRef="#br0">245 130 7873,'5'-30'2759,"-7"16"198,-1 5-1182,-1 0-1,-1 0 1,0 0-1,-8-11 1,11 18 177,2-2-80,-4-19-355,4 23-1463,0 0 1,0 0-1,-1 0 0,1 0 1,0 0-1,-1-1 0,1 1 0,0 0 1,0 0-1,-1 0 0,1 0 1,0 1-1,0-1 0,-1 0 1,1 0-1,0 0 0,-1 0 0,1 0 1,0 0-1,0 0 0,0 0 1,-1 0-1,1 1 0,0-1 0,0 0 1,-1 0-1,1 0 0,0 1 1,0-1-1,0 0 0,0 0 1,-1 0-1,1 1 0,0-1 0,0 0 1,0 0-1,0 1 0,0-1 1,0 1-1,-22 43 2738,4 6-2792,-13 58 0,3-7 0,2-24 0,4 1 0,4 1 0,3 1 0,-8 127 0,22-154 0,3 1 0,1-1 0,3 0 0,3-1 0,1 1 0,25 71 0,-25-97 0,0-1 0,2 0 0,0-1 0,2 0 0,1 0 0,1-2 0,0 0 0,2-1 0,1-1 0,1 0 0,0-2 0,2 0 0,40 27 0,-48-38 0,0-1 0,1-1 0,-1 0 0,2 0 0,-1-2 0,0 0 0,1 0 0,0-2 0,0 0 0,0-1 0,0 0 0,0-1 0,0-1 0,-1-1 0,1 0 0,0-1 0,0 0 0,-1-2 0,0 0 0,0 0 0,0-2 0,-1 0 0,1 0 0,-2-1 0,1-1 0,-1 0 0,-1-1 0,13-12 0,0-5 0,0 0 0,-2-2 0,-1-1 0,-1-1 0,-2 0 0,-1-2 0,21-51 0,-14 18 0,-3-2 0,27-138 0,-19-52 0,-30 258 0,0 0 0,0 0 0,0 0 0,0 0 0,0 0 0,0 0 0,0 0 0,0 0 0,0 0 0,0 0 0,0 0 0,1 0 0,-1 0 0,0 0 0,0 0 0,0 0 0,0 0 0,0 0 0,0 0 0,0 0 0,0 0 0,0 0 0,0 0 0,0 0 0,0 0 0,0 0 0,1 0 0,-1 0 0,0 0 0,0 0 0,0 0 0,0 0 0,0 0 0,0 0 0,0 0 0,0 0 0,4 15 0,1 26 0,3 68 0,42 203 0,-46-291 0,2-1 0,0 0 0,1 0 0,1 0 0,0-1 0,18 27 0,-20-36 0,0-1 0,1-1 0,0 1 0,1-1 0,0 0 0,0-1 0,0 0 0,1 0 0,1-1 0,-1 0 0,1 0 0,0-1 0,16 6 0,-19-10 0,0 0 0,0-1 0,0 1 0,0-1 0,0-1 0,0 1 0,0-1 0,-1 0 0,1-1 0,0 0 0,0 0 0,-1 0 0,13-7 0,-11 4 0,0 0 0,-1 0 0,1 0 0,-1-1 0,0 0 0,-1-1 0,0 1 0,0-1 0,0-1 0,-1 1 0,0-1 0,0 0 0,0 0 0,-2 0 0,1 0 0,3-13 0,1-5 0,-1 0 0,-1-1 0,-1 0 0,1-32 0,-5 32 0,-2 0 0,0-1 0,-2 1 0,-1 0 0,-1 0 0,-1 0 0,-1 1 0,-2 0 0,0 0 0,-2 1 0,-1 0 0,-29-44 0,29 51 0,0 1 0,-1 1 0,-1 0 0,0 1 0,-1 0 0,-1 2 0,-1 0 0,1 0 0,-2 2 0,0 0 0,0 1 0,-1 0 0,0 2 0,-1 0 0,1 1 0,-2 2 0,-29-6 0,37 10-292,1 0 0,-1 1 0,0 1 0,0 0 1,1 1-1,-1 0 0,1 1 0,-1 0 0,1 1 0,0 0 0,0 1 0,1 0 0,-1 1 0,1 1 1,1 0-1,-1 0 0,1 1 0,0 0 0,1 1 0,-13 14 0,18-18-568,1 0 1,-1 0-1,1 1 1,0-1-1,0 1 0,1 0 1,0 0-1,0 0 1,0 0-1,1 0 0,-1 0 1,1 11-1,-1 36-11618</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7.903"/>
    </inkml:context>
    <inkml:brush xml:id="br0">
      <inkml:brushProperty name="width" value="0.035" units="cm"/>
      <inkml:brushProperty name="height" value="0.035" units="cm"/>
      <inkml:brushProperty name="color" value="#008C3A"/>
    </inkml:brush>
  </inkml:definitions>
  <inkml:trace contextRef="#ctx0" brushRef="#br0">47 157 11221,'-1'-1'276,"-2"-1"169,1 1-1,-1-1 1,1 0 0,-1 0 0,1 0-1,-1 0 1,-3-6 0,3-4 4238,-4 6-706,-3-1-2340,9 0 4375,5-4-4996,-3 10-1008,-1 0 0,0 1 0,0-1 0,0 1 0,1-1 0,-1 1 0,0-1 1,0 1-1,1-1 0,-1 1 0,1 0 0,-1-1 0,0 1 0,1-1 0,-1 1 0,1 0 1,-1-1-1,1 1 0,-1 0 0,1 0 0,-1-1 0,1 1 0,-1 0 0,1 0 0,-1 0 1,1-1-1,-1 1 0,1 0 0,0 0 0,-1 0 0,1 0 0,-1 0 0,1 0 0,-1 0 1,1 1-1,-1-1 0,1 0 0,0 0 0,-1 0 0,1 0 0,-1 1 0,1-1 0,-1 0 1,1 1-1,-1-1 0,1 0 0,0 1 0,0 0-10,9 3 2,0 1 0,1 1 0,-2-1 0,1 1 0,-1 1 0,0 0 0,0 0 0,-1 1 0,0 0 0,0 1 0,6 9 0,-5-6 0,0 1 0,-1 1 0,0-1 0,-1 1 0,-1 1 0,0-1 0,6 25 0,-7-15 0,0 1 0,-2 0 0,-1-1 0,-2 31 0,-18 120 0,13-135 0,4-12 0,4-24 0,5-13 0,18-36 0,-7 13 0,17-39 0,75-172 0,-80 184 0,3 1 0,41-54 0,-69 104 0,0 0 0,1 1 0,0 0 0,0 1 0,1-1 0,0 1 0,0 1 0,0-1 0,0 2 0,1-1 0,10-3 0,-17 7 0,1 0 0,-1 1 0,1-1 0,0 1 0,0 0 0,-1 0 0,1 0 0,0 0 0,-1 0 0,1 1 0,0-1 0,-1 1 0,1-1 0,-1 1 0,1 0 0,-1 0 0,5 2 0,32 26 0,-36-26 0,9 9 0,0 0 0,-1 0 0,-1 2 0,0-1 0,-1 1 0,0 0 0,10 25 0,37 112 0,-52-139 0,64 231-1932,42 117-4769,-86-310-1264,12-6-5220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031"/>
    </inkml:context>
    <inkml:brush xml:id="br0">
      <inkml:brushProperty name="width" value="0.035" units="cm"/>
      <inkml:brushProperty name="height" value="0.035" units="cm"/>
      <inkml:brushProperty name="color" value="#008C3A"/>
    </inkml:brush>
  </inkml:definitions>
  <inkml:trace contextRef="#ctx0" brushRef="#br0">45 1520 9273,'0'2'341,"-1"0"0,1 0 1,-1 0-1,0 0 0,0 0 1,0 0-1,0 0 0,0-1 1,0 1-1,-1-1 0,1 1 1,0-1-1,-1 1 0,1-1 1,-1 1-1,0-1 0,1 0 1,-4 1-1,4-1-121,0-1 14,0-1 0,0 0 0,0 0-1,0 0 1,0 0 0,1 0 0,-1 0 0,0 0-1,1 0 1,-1 0 0,0 0 0,1 0 0,-1-2 112,-1-3 91,0 1 0,1 0 1,0-1-1,0 1 0,1-1 0,-1 0 1,1 1-1,0-1 0,0 1 0,1-1 1,0 1-1,0-1 0,0 1 0,3-8 1,1 1-171,0-1 0,0 1 1,1 0-1,15-22 0,132-198 1129,-126 185-1315,-3-1 0,-1-1 0,19-65 0,-21 37-29,22-157 0,-15-83 480,-9 86 506,-16 215-157,2 32 113,-2-4-995,42 183 80,-8 3-1,14 264 1,-50 408-75,-139 326-4,129-1136 0,-19 148 0,24-160 0,1 1 0,6 56 0,-2-90 0,0-1 0,1 1 0,1-1 0,6 21 0,-8-32 0,0 0 0,0-1 0,0 1 0,1-1 0,-1 1 0,1-1 0,-1 0 0,1 0 0,0 1 0,0-1 0,0 0 0,0 0 0,0-1 0,0 1 0,0 0 0,1-1 0,-1 1 0,1-1 0,-1 0 0,1 0 0,-1 0 0,1 0 0,0 0 0,-1-1 0,1 1 0,0-1 0,0 0 0,5 0 0,3-1-126,1-1 1,-1 0-1,0-1 0,1 0 1,-1-1-1,-1 0 0,1-1 1,-1 0-1,14-9 0,84-65-1860,-105 77 1941,27-22-431,-2-1-1,-1-1 0,-1-1 1,-1-2-1,-1 0 0,-2-2 1,28-50-1,-41 65 381,-1-1 1,-1 1 0,-1-1-1,0-1 1,-1 1-1,-1-1 1,-1 0-1,-1 0 1,0 0-1,-1 0 1,-1-1-1,0 1 1,-2 0-1,0 0 1,-1 0-1,-1 0 1,-9-26 0,0 13 64,-2 1 1,-1 0 0,-1 1 0,-1 0 0,-2 2-1,0 0 1,-40-37 0,7 13 91,-3 2 0,-86-57 0,-40-7-44,-21-15 205,190 119-211,0-1 1,1-1-1,0 0 1,0 0-1,-14-20 1,23 26-12,-1 0 0,1-1 0,0 1 0,0-1 1,0 0-1,1 0 0,0 0 0,0 0 0,1 0 1,-1 0-1,2 0 0,-1-1 0,0 1 1,1 0-1,0-1 0,2-10 0,1 5 3,0 1 0,1 0-1,0-1 1,1 1 0,1 1 0,-1-1-1,1 1 1,1 0 0,0 0 0,1 1-1,-1 0 1,2 0 0,-1 1-1,1 0 1,11-7 0,18-12 1,1 2 0,66-30-1,-64 34 0,70-32 350,3 4 0,155-42 0,-259 88-299,1 0-1,-1 1 1,16-1 0,-24 2-60,0 1 0,-1 0 0,1 0-1,-1 0 1,1 0 0,-1 0 0,1 0 0,0 0 0,-1 0-1,1 1 1,-1-1 0,1 1 0,-1-1 0,1 1 0,-1-1-1,1 1 1,-1 0 0,0 0 0,1 0 0,-1 0 0,0 0-1,0 0 1,0 0 0,0 0 0,0 0 0,0 0 0,0 1-1,0-1 1,0 1 0,1 1 0,2 18-306,-2-11 169,1 0 0,-1 1 0,9 16 0,-10-24 125,0-1 0,0 0 1,1 0-1,-1 1 0,1-1 0,-1 0 0,1 0 0,0 0 0,0-1 0,0 1 0,0 0 1,0-1-1,0 1 0,0-1 0,1 0 0,-1 0 0,0 0 0,1 0 0,-1 0 0,5 1 1,3-1 26,1-1 1,-1 0 0,0-1 0,1 1 0,-1-2 0,0 0 0,12-3 0,6-3 397,37-17 1,60-45 3095,-124 70-3474,0-1-1,1 1 1,-1-1-1,0 1 1,0-1-1,1 1 0,-1 0 1,0 0-1,0 0 1,1-1-1,-1 1 1,0 1-1,0-1 1,1 0-1,-1 0 0,0 0 1,1 1-1,-1-1 1,0 0-1,0 1 1,0-1-1,0 1 1,1 0-1,-1-1 0,0 1 1,0 0-1,0 0 1,0-1-1,0 1 1,-1 0-1,1 0 1,0 0-1,0 0 0,0 0 1,-1 1-1,1-1 1,-1 0-1,1 0 1,-1 0-1,1 0 1,-1 1-1,0-1 0,1 0 1,-1 3-1,2 5 22,-1 0 1,1 0-1,-2 1 0,0 16 0,-1 7 47,1 1 0,2-1 0,1 1 0,12 50 0,-13-73-84,1-1-1,0 1 0,1-1 1,0 0-1,1 0 0,0 0 1,0 0-1,1-1 0,0 0 0,1 0 1,0-1-1,0 1 0,1-2 1,0 1-1,1-1 0,-1 0 1,14 7-1,-15-11-9,0-1 0,-1-1 0,1 1 1,0-1-1,0 0 0,-1-1 0,1 0 1,0 0-1,0 0 0,0-1 0,0 0 0,-1 0 1,1-1-1,0 0 0,-1 0 0,1-1 1,11-5-1,2-6 6,-1 0 1,-1 0-1,0-2 1,0 0-1,-2-2 1,0 1-1,20-32 0,-11 17 439,39-39 0,-13 18 510,-34 43-900,-15 10-58,1 1 0,0 0 1,-1 0-1,1 0 0,-1 0 0,0 0 1,1 0-1,-1 1 0,0-1 1,0 1-1,0 0 0,0-1 1,0 1-1,0 0 0,0 0 0,0 0 1,2 4-1,-4-5 0,9 13-920,0 0 0,-2 1 0,0 0 0,0 0 0,-1 1 0,-1 0 0,5 29 0,9 23-2994,-2-21-3055,0 0-4571</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562"/>
    </inkml:context>
    <inkml:brush xml:id="br0">
      <inkml:brushProperty name="width" value="0.035" units="cm"/>
      <inkml:brushProperty name="height" value="0.035" units="cm"/>
      <inkml:brushProperty name="color" value="#008C3A"/>
    </inkml:brush>
  </inkml:definitions>
  <inkml:trace contextRef="#ctx0" brushRef="#br0">50 513 13305,'-7'-7'686,"7"5"-517,-1 1 0,0-1-1,0 1 1,0-1 0,0 1-1,-1 0 1,1-1 0,0 1-1,0 0 1,-1 0 0,1 0-1,-1 0 1,1 0 0,-1 1 0,1-1-1,-1 0 1,1 1 0,-1-1-1,0 1 1,1-1 0,-1 1-1,0 0 1,0-1 0,1 1-1,-3 1 1,1-1 2051,3-2-401,-1-4-1478,1 1-1,0 0 0,0 0 1,0 0-1,1 0 1,0-1-1,0 1 1,0 0-1,1 0 1,0 0-1,-1 1 1,2-1-1,-1 0 1,1 1-1,4-8 1,9-9 124,0 1 1,21-19 0,9-13 542,-14 7-384,-2-2 1,-2-1-1,27-65 1,-55 113-625,0-1 0,0 0 0,0 1 0,1-1 0,-1 1 0,0-1 0,1 1 0,-1-1 0,0 1 0,1-1 0,-1 1 0,0 0 0,1-1 0,-1 1 0,1-1 0,-1 1 0,1 0 0,-1-1 0,1 1 0,-1 0 0,1 0 0,0-1 0,4 3 0,0-1 0,-1 1 0,1 0 0,0 0 0,-1 1 0,0 0 0,1-1 0,-1 1 0,0 1 0,4 4 0,5 4 0,0 1 0,-2 1 0,19 26 0,4 6 0,-24-33 0,40 46 0,-3 3 0,57 97 0,-92-135 0,0 1 0,-2-1 0,-1 2 0,9 35 0,-15-44 0,0 0 0,-1 1 0,-1-1 0,-1 1 0,0-1 0,-1 1 0,-6 28 0,3-29 0,-2 0 0,0 0 0,-1-1 0,-1 0 0,0 0 0,-1 0 0,-1-1 0,0-1 0,-1 0 0,0 0 0,-2-1 0,-19 17 0,-17 11 0,-2-3 0,-60 34 0,108-70 0,-113 69 0,116-71 0,0 0 0,0-1 0,0 1 0,0 0 0,0 0 0,0 0 0,0 0 0,0-1 0,0 1 0,0 0 0,0 0 0,0 0 0,0 0 0,0-1 0,-1 1 0,1 0 0,0 0 0,0 0 0,0 0 0,0 0 0,0 0 0,0-1 0,0 1 0,0 0 0,-1 0 0,1 0 0,0 0 0,0 0 0,0 0 0,0 0 0,0 0 0,-1-1 0,1 1 0,0 0 0,0 0 0,0 0 0,0 0 0,-1 0 0,1 0 0,0 0 0,0 0 0,0 0 0,0 0 0,-1 0 0,14-17 0,45-38-301,87-65-1,-44 39-12,260-213 745,-344 280-310,1 1 1,1 0-1,32-16 1,-32 25-122,-16 6 0,1 1 0,0-1 0,-1 1 0,0 0 0,0 0 0,0 1 0,0-1 0,0 1 0,0-1 0,-1 1 0,3 5 0,-1 0-4,0 0-1,-1 1 1,0-1 0,-1 0-1,0 1 1,0 0 0,-1-1 0,0 19-1,0-15-135,0 0 0,1 1 0,5 18 0,17 25-3607,-4-19-2668,-8-16 272,9 18-6736</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5:59.688"/>
    </inkml:context>
    <inkml:brush xml:id="br0">
      <inkml:brushProperty name="width" value="0.035" units="cm"/>
      <inkml:brushProperty name="height" value="0.035" units="cm"/>
      <inkml:brushProperty name="color" value="#008C3A"/>
    </inkml:brush>
  </inkml:definitions>
  <inkml:trace contextRef="#ctx0" brushRef="#br0">45 20 15157,'-45'-20'12081,"70"26"-12337,14 5-728,-11 6-1004,-15-5-1060,9 8-3161,23 20-5560</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0"/>
    </inkml:context>
    <inkml:brush xml:id="br0">
      <inkml:brushProperty name="width" value="0.035" units="cm"/>
      <inkml:brushProperty name="height" value="0.035" units="cm"/>
      <inkml:brushProperty name="color" value="#008C3A"/>
    </inkml:brush>
  </inkml:definitions>
  <inkml:trace contextRef="#ctx0" brushRef="#br0">5 112 13189,'-5'-2'7232,"6"13"-3623,6 34-2022,0-7 453,1 5-1018,3 0 0,1-1 0,2 0 0,34 70 0,-31-77-1022,2 0 0,2-1 0,1 0 0,31 35 0,-49-64 0,0-1 0,1 0 0,0 1 0,0-2 0,0 1 0,0 0 0,1-1 0,-1 0 0,1-1 0,0 1 0,9 2 0,-12-4 0,-1-1 0,0 0 0,1 1 0,-1-1 0,1 0 0,-1 0 0,1 0 0,-1 0 0,0-1 0,1 1 0,-1-1 0,1 1 0,-1-1 0,0 0 0,0 0 0,1 0 0,-1 0 0,0 0 0,0-1 0,0 1 0,0-1 0,0 1 0,0-1 0,-1 0 0,1 0 0,-1 1 0,1-1 0,-1 0 0,1 0 0,-1-1 0,2-3 0,5-15 0,0 0 0,-1 0 0,-2-1 0,0 0 0,-1 0 0,-1 0 0,0-31 0,-3 10 0,-2 1 0,-14-83 0,8 89 0,0 0 0,-16-38 0,18 60 0,0 0 0,-1 0 0,0 1 0,-1 0 0,0 0 0,-1 1 0,-18-19 0,25 29-61,0 0-1,0 1 1,0-1-1,0 0 1,0 1-1,0 0 1,0-1-1,-1 1 1,1 0-1,-1 0 1,1 0-1,-1 1 1,1-1-1,-1 0 1,1 1-1,-1 0 1,0 0-1,1 0 1,-3 0-1,1 0-184,0 1-1,0 0 1,0 1-1,0-1 1,0 1-1,0-1 1,1 1-1,-1 0 1,1 1-1,0-1 1,-4 4-1,-1 1-499,0 1 0,1-1 0,0 2 0,0-1 0,1 1-1,0 0 1,1 1 0,-6 12 0,1 19-6375,9 8-4638</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0.331"/>
    </inkml:context>
    <inkml:brush xml:id="br0">
      <inkml:brushProperty name="width" value="0.035" units="cm"/>
      <inkml:brushProperty name="height" value="0.035" units="cm"/>
      <inkml:brushProperty name="color" value="#008C3A"/>
    </inkml:brush>
  </inkml:definitions>
  <inkml:trace contextRef="#ctx0" brushRef="#br0">4 46 15521,'-3'-38'3047,"2"31"5339,5 8-7285,6 5-901,0 0 0,0 0 1,0 1-1,-1 1 0,0 0 1,0 0-1,-1 0 0,0 1 1,-1 1-1,0-1 0,0 1 1,-1 0-1,0 0 0,-1 1 1,0 0-1,5 17 0,-1 0-214,-2 1-1,-1-1 1,-1 1-1,-1 0 0,0 49 1,-6-39-251,-2 0-1,-11 47 1,5-26 7,14-73 258,0 1 0,1 0 0,0 1 0,13-21 0,-8 13 16,12-16 96,0 0 0,3 1-1,0 2 1,44-43 0,-60 66-48,0 1 1,1 1-1,0-1 0,0 1 0,1 1 1,0 0-1,15-6 0,-23 11-51,1 0 0,0 0 0,0 0 0,-1 0 0,1 1 0,0 0-1,0 0 1,0 0 0,0 0 0,0 0 0,-1 1 0,1 0 0,0 0 0,0 0-1,-1 0 1,7 3 0,-4-1 7,0 0 1,-1 0-1,1 1 0,0 0 0,-1 0 0,0 0 1,0 1-1,7 8 0,-2 2-38,0 0 0,-1 0 0,-1 1 0,0 0 0,-2 1 1,0 0-1,0 0 0,3 21 0,2 22-1458,3 63 1,-8-18-1813,-2-18-813,7-3-3337,1-17-3448</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1.647"/>
    </inkml:context>
    <inkml:brush xml:id="br0">
      <inkml:brushProperty name="width" value="0.035" units="cm"/>
      <inkml:brushProperty name="height" value="0.035" units="cm"/>
      <inkml:brushProperty name="color" value="#008C3A"/>
    </inkml:brush>
  </inkml:definitions>
  <inkml:trace contextRef="#ctx0" brushRef="#br0">1 703 16946,'10'-14'1235,"-7"8"-197,1 0 0,1 1 0,-1 0-1,11-10 8720,-11 16-9161,3 1-589,0 1 0,0 1-1,-1-1 1,1 1 0,-1 1 0,0-1 0,0 1 0,-1 0-1,1 0 1,-1 1 0,0-1 0,-1 1 0,1 0 0,6 13-1,-1-1-10,-1-1 0,0 2 0,-2-1 0,10 36 0,-8-21 4,0 2 0,-1 0 0,5 55 0,-4-47 0,-3-20 0,0-3 0,-5-19 0,0 0 0,0 0 0,0 0 0,0 0 0,0 0 0,0-1 0,0 1 0,0 0 0,1-1 0,-1 1 0,0-1 0,0 1 0,0-1 0,1 0 0,-1 0 0,0 1 0,1-1 0,-1 0 0,0 0 0,1 0 0,-1 0 0,0 0 0,0-1 0,1 1 0,-1 0 0,0 0 0,0-1 0,1 1 0,-1-1 0,0 1 0,0-1 0,0 0 0,0 0 0,0 1 0,0-1 0,2-1 0,4-4 0,1 0 0,-1-1 0,10-12 0,-15 17 0,118-146 0,52-55 0,-148 179 0,1 1 0,1 1 0,1 2 0,1 0 0,57-29 0,-77 45 0,-1 1 0,1 0 0,0 0 0,0 1 0,0 0 0,0 0 0,0 1 0,1 0 0,-1 0 0,0 1 0,1 0 0,-1 1 0,15 2 0,-15 0 0,1-1 0,0 2 0,-1-1 0,0 1 0,0 1 0,0-1 0,0 1 0,-1 1 0,1-1 0,-2 1 0,1 1 0,7 8 0,11 17 0,-2 0 0,-2 1 0,-1 2 0,18 42 0,-19-37 0,1-2 0,2 0 0,29 37 0,-49-71 0,1 0 0,0 0 0,1-1 0,-1 1 0,1-1 0,-1 0 0,1 0 0,0 0 0,0 0 0,1-1 0,-1 0 0,0 0 0,1 0 0,-1 0 0,1-1 0,0 1 0,-1-1 0,1 0 0,0-1 0,0 1 0,0-1 0,6 0 0,3-3 0,0 0 0,-1-1 0,0-1 0,1 0 0,-2-1 0,21-11 0,72-55 0,-8 5 0,-27 31-86,1 3 0,1 4 0,86-24 1,-25 9-41,-120 39 88,1 0 0,-1-1 1,-1 0-1,1-1 1,-1-1-1,14-10 0,-20 12 17,1 0-1,-1 0 1,-1 0-1,1-1 1,-1 0-1,0 0 0,-1 0 1,0-1-1,0 0 1,0 0-1,3-12 1,16-45-53,-22 62 66,0 1-1,-1 0 1,1-1-1,-1 1 1,1 0 0,-1-1-1,0 1 1,0-1-1,0 1 1,-1-1-1,0-2 1,1-1-12,-2 6 9,1-1 1,-1 1 0,0 0-1,1 0 1,-1-1-1,0 1 1,1 0-1,-1 1 1,0-1-1,1 0 1,-3 1 0,0 0 5,0 0 0,-1 0 0,1 0 1,0 1-1,0 0 0,0 0 1,0 0-1,1 0 0,-1 0 0,1 1 1,-7 5-1,-32 39-243,18-17-112,-45 52-1646,61-71 1609,0 0 0,1 1-1,1 0 1,0 0-1,1 0 1,-5 15 0,9-26 356,1 1 1,0-1-1,-1 1 1,1-1-1,0 1 1,0-1-1,0 1 1,0 0 0,0-1-1,0 1 1,0-1-1,0 1 1,1-1-1,-1 1 1,1 1-1,0-2 14,-1-1 0,1 1 0,-1 0 0,1 0-1,-1-1 1,1 1 0,0-1 0,-1 1 0,1-1 0,0 1 0,0-1-1,-1 1 1,1-1 0,0 1 0,0-1 0,0 0 0,0 0-1,0 1 1,1-1 0,3 0-21,1 0-1,-1 0 1,1-1-1,-1 1 1,1-1 0,9-3-1,20-7 132,43-19 0,-51 18 141,1 1 0,32-7 0,-49 15-134,1 1 0,-1 1 0,0 0 1,0 0-1,1 2 0,-1-1 1,0 1-1,1 1 0,13 3 0,-10 0 12,-1 0-1,1 1 0,-1 0 0,0 1 0,22 15 1,60 53 210,-24-17-310,-63-52-113,0 0 0,0-1 0,1 0 0,0 0 0,0-1 0,0 0 0,0-1 0,0 0 0,13 2 1,-5-1-124,-10-3 147,0 1 0,0-1 0,1-1 0,-1 1 1,0-1-1,0-1 0,0 1 0,0-2 0,0 1 0,0-1 0,0 0 0,0-1 1,-1 1-1,1-2 0,8-4 0,-3 0 21,0 0 1,-1-1-1,0-1 1,0 0-1,-1 0 1,13-17-1,10-16 22,-2-1 0,-2-2 0,-2-1 0,31-73 0,67-211 1909,-86 217-326,-39 110-1490,4-9 262,0 0 0,1 1 0,6-13 0,-11 24-272,-1 0-1,1 0 1,-1 0 0,1 1 0,0-1 0,-1 0 0,1 0-1,0 0 1,0 1 0,-1-1 0,1 0 0,0 1 0,0-1 0,0 1-1,0-1 1,0 1 0,0-1 0,0 1 0,0 0 0,0-1 0,1 1-1,-1 1-5,1-1 0,-1 1-1,0 0 1,0-1 0,0 1-1,0 0 1,0 0 0,0 0-1,0 0 1,0 0 0,0 0-1,-1 0 1,1 1 0,0-1-1,-1 0 1,1 0 0,-1 0-1,1 1 1,-1-1 0,0 0-1,1 1 1,-1 1 0,3 11 77,0 0 1,-1 1-1,0-1 1,-1 1-1,-2 15 1,2 20 95,1-15-104,1 31-925,2 1-1,24 106 0,-8-84-2390,8 34-8430,-16-83 959</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1.819"/>
    </inkml:context>
    <inkml:brush xml:id="br0">
      <inkml:brushProperty name="width" value="0.035" units="cm"/>
      <inkml:brushProperty name="height" value="0.035" units="cm"/>
      <inkml:brushProperty name="color" value="#008C3A"/>
    </inkml:brush>
  </inkml:definitions>
  <inkml:trace contextRef="#ctx0" brushRef="#br0">0 118 14181,'96'0'2132,"-49"-20"-327,10 8-273,13 6-244,-3-5-228,3 2-232,12-5-228,1 0 100,0 5-412,-7 6-344,-10-5-260,-15-1-556,-10 6-796,-21 3-960</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281"/>
    </inkml:context>
    <inkml:brush xml:id="br0">
      <inkml:brushProperty name="width" value="0.035" units="cm"/>
      <inkml:brushProperty name="height" value="0.035" units="cm"/>
      <inkml:brushProperty name="color" value="#008C3A"/>
    </inkml:brush>
  </inkml:definitions>
  <inkml:trace contextRef="#ctx0" brushRef="#br0">1 150 12745,'8'-22'566,"-2"7"475,0 0 1,0 0 0,2 1-1,14-22 1,-19 33-781,0 1-1,1-1 1,-1 0-1,1 1 1,0-1-1,0 1 1,0 0-1,0 1 1,0-1-1,0 1 1,8-2-1,-2 1 21,0 0 1,-1 1-1,1 0 1,11 1-1,-14 0-201,0 1-1,0 0 1,0 0-1,-1 1 1,1 0-1,0 0 1,-1 0-1,1 1 1,-1 0-1,0 0 1,0 1-1,0 0 1,0 0-1,-1 0 1,1 0-1,-1 1 1,8 9-1,-6-5-14,-1 1 0,0 0 0,0 0 0,-1 1 0,0 0 0,-1-1-1,0 2 1,-1-1 0,0 0 0,1 12 0,-2-4-31,-1 0 0,0 0 0,-2 0-1,0 0 1,-1 0 0,-1 0 0,-1 0 0,-9 29 0,-9 13-1,-34 67 0,50-115-36,-15 21 52,19-33 137,5-2-220,4-5 19,0-1 0,0-1-1,-1 1 1,0-1 0,0 0 0,5-9 0,14-19 5,90-90 20,-90 97-64,38-35 0,-53 55 49,0 1-1,1 0 1,0 0 0,0 1-1,1 1 1,0 0 0,16-6 0,-25 11 2,0 0 1,0 0-1,1 1 1,-1 0 0,0-1-1,1 1 1,-1 0-1,0 0 1,1 1-1,-1-1 1,0 1 0,1 0-1,-1-1 1,0 1-1,0 1 1,0-1-1,0 0 1,0 1 0,0 0-1,0 0 1,0 0-1,0 0 1,-1 0-1,1 0 1,-1 0 0,0 1-1,3 3 1,4 7-408,0 1-1,0 0 1,-2 0 0,9 21 0,-6-13-949,15 36-7658,-17-41-1014</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425"/>
    </inkml:context>
    <inkml:brush xml:id="br0">
      <inkml:brushProperty name="width" value="0.035" units="cm"/>
      <inkml:brushProperty name="height" value="0.035" units="cm"/>
      <inkml:brushProperty name="color" value="#008C3A"/>
    </inkml:brush>
  </inkml:definitions>
  <inkml:trace contextRef="#ctx0" brushRef="#br0">1 12 13381,'28'-12'4717,"-15"26"-3789,3 4-316,0-1-664,19 14-788,-10 1-1048,4 2-3081,-4 3-3936</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632"/>
    </inkml:context>
    <inkml:brush xml:id="br0">
      <inkml:brushProperty name="width" value="0.035" units="cm"/>
      <inkml:brushProperty name="height" value="0.035" units="cm"/>
      <inkml:brushProperty name="color" value="#008C3A"/>
    </inkml:brush>
  </inkml:definitions>
  <inkml:trace contextRef="#ctx0" brushRef="#br0">0 29 17242,'19'-23'3048,"-3"17"-44,3 12-384,-3 0-567,3 2-397,19 12-320,-9 0-268,9 6-328,7 11-740,2 6 0,10 8 0,0 1 0,1-1-1644,-11 1-472,-6-7-793,-12 4-967,0 0-2685,-1-9-6116</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797"/>
    </inkml:context>
    <inkml:brush xml:id="br0">
      <inkml:brushProperty name="width" value="0.035" units="cm"/>
      <inkml:brushProperty name="height" value="0.035" units="cm"/>
      <inkml:brushProperty name="color" value="#008C3A"/>
    </inkml:brush>
  </inkml:definitions>
  <inkml:trace contextRef="#ctx0" brushRef="#br0">353 1 17062,'-19'14'5904,"0"-2"-3232,-10 19-547,7 0-313,3 9-352,-7 12-288,-2 5-612,2 12-560,-2 2 0,2 6 0,1 9-888,0-6-1380,2-9-981,4 1-39,3 2-3513,13-8-6488</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02.951"/>
    </inkml:context>
    <inkml:brush xml:id="br0">
      <inkml:brushProperty name="width" value="0.035" units="cm"/>
      <inkml:brushProperty name="height" value="0.035" units="cm"/>
      <inkml:brushProperty name="color" value="#008C3A"/>
    </inkml:brush>
  </inkml:definitions>
  <inkml:trace contextRef="#ctx0" brushRef="#br0">45 0 14425,'-28'0'6197,"18"9"-10161,4 2-941</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4.661"/>
    </inkml:context>
    <inkml:brush xml:id="br0">
      <inkml:brushProperty name="width" value="0.035" units="cm"/>
      <inkml:brushProperty name="height" value="0.035" units="cm"/>
      <inkml:brushProperty name="color" value="#008C3A"/>
    </inkml:brush>
  </inkml:definitions>
  <inkml:trace contextRef="#ctx0" brushRef="#br0">1 178 14605,'0'0'5257,"3"-20"-3769,3 0 1672,-3 6-2532,0 0-104,26 2-192,-7 4-516,19 2-424,26-8-816,-3-4-1088,15-2 96,35 9-3201,17-9-4632</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5.164"/>
    </inkml:context>
    <inkml:brush xml:id="br0">
      <inkml:brushProperty name="width" value="0.035" units="cm"/>
      <inkml:brushProperty name="height" value="0.035" units="cm"/>
      <inkml:brushProperty name="color" value="#008C3A"/>
    </inkml:brush>
  </inkml:definitions>
  <inkml:trace contextRef="#ctx0" brushRef="#br0">0 197 12213,'111'3'2040,"-66"-6"-260,2-5-239,-2-1-317,50-14 436,-35 12-1016,7 0-212,3-7-260,3-4-740,-3-7-1144,-1 3-796,1 9-2481,-6-6-3956</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5.991"/>
    </inkml:context>
    <inkml:brush xml:id="br0">
      <inkml:brushProperty name="width" value="0.035" units="cm"/>
      <inkml:brushProperty name="height" value="0.035" units="cm"/>
      <inkml:brushProperty name="color" value="#008C3A"/>
    </inkml:brush>
  </inkml:definitions>
  <inkml:trace contextRef="#ctx0" brushRef="#br0">156 206 7665,'-9'-2'687,"0"1"0,0 0 1,0 0-1,0 1 0,-12 1 0,20-1-587,0 0 0,0 0-1,0 0 1,0 0-1,0 0 1,0 0 0,0 0-1,0-1 1,1 1-1,-1 0 1,0-1 0,0 1-1,0-1 1,0 1-1,0-1 1,1 0 0,-1 1-1,0-1 1,1 0-1,-1 1 1,-1-2 0,-13-9 3115,0 6-2714,-21-10 7160,33 13-5523,76-12-1422,1 2 1,85 0-1,-17 1-1582,339-55-7020,-289 47 1125,7-7-4386</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6.258"/>
    </inkml:context>
    <inkml:brush xml:id="br0">
      <inkml:brushProperty name="width" value="0.035" units="cm"/>
      <inkml:brushProperty name="height" value="0.035" units="cm"/>
      <inkml:brushProperty name="color" value="#008C3A"/>
    </inkml:brush>
  </inkml:definitions>
  <inkml:trace contextRef="#ctx0" brushRef="#br0">122 238 14101,'-45'-49'2509,"26"35"-93,-9-12-372,21 15-300,-2-3-324,-4-6-252,16 2-268,-3-2-208,22 0-239,16-5-453,10 16-821,16 3-335,5 4-996,8-1-800,2 6-3089,7 17-5300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6.790"/>
    </inkml:context>
    <inkml:brush xml:id="br0">
      <inkml:brushProperty name="width" value="0.035" units="cm"/>
      <inkml:brushProperty name="height" value="0.035" units="cm"/>
      <inkml:brushProperty name="color" value="#008C3A"/>
    </inkml:brush>
  </inkml:definitions>
  <inkml:trace contextRef="#ctx0" brushRef="#br0">0 249 12461,'6'-4'596,"-5"4"-363,1-1-1,-1 0 0,0 1 0,1-1 1,-1 0-1,1 0 0,-1 0 0,0 0 0,0 0 1,0 0-1,0-1 0,0 1 0,0 0 0,0 0 1,0-1-1,0 1 0,0-1 0,-1 1 0,1-1 1,-1 1-1,1-1 0,-1 1 0,1-1 0,-1 0 1,0 1-1,0-1 0,0 1 0,0-1 1,0 0-1,0 1 0,0-1 0,-1-1 0,1-9 1824,0 8-1857,0 0-1,0 1 1,1-1-1,-1 1 1,1-1-1,0 0 0,0 1 1,0 0-1,0-1 1,1 1-1,-1 0 1,1-1-1,0 1 1,0 0-1,0 0 1,1 0-1,-1 1 1,1-1-1,-1 1 1,1-1-1,0 1 1,5-4-1,7-2-52,0 0-1,0 1 0,1 1 1,-1 0-1,1 1 1,1 0-1,-1 2 0,29-4 1,-14 2-294,323-32-5080,-115 29-3082,-217 8 7209,143-7-9778</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7.070"/>
    </inkml:context>
    <inkml:brush xml:id="br0">
      <inkml:brushProperty name="width" value="0.035" units="cm"/>
      <inkml:brushProperty name="height" value="0.035" units="cm"/>
      <inkml:brushProperty name="color" value="#008C3A"/>
    </inkml:brush>
  </inkml:definitions>
  <inkml:trace contextRef="#ctx0" brushRef="#br0">45 168 13609,'-3'-2'510,"0"0"0,0 0 1,1 0-1,-1 0 0,1 0 0,0 0 0,-1-1 0,1 0 0,0 1 0,0-1 1,1 0-1,-1 0 0,0 0 0,1 0 0,0 0 0,0 0 0,-2-6 0,-3-5 1181,6 11-1581,0 1 0,0 0 1,-1 0-1,1 0 1,0 0-1,1 0 0,-1 0 1,0 0-1,1 0 0,-1 0 1,1 0-1,-1 0 1,1 0-1,0 0 0,0 0 1,0 0-1,0 0 1,0 1-1,0-1 0,1 0 1,-1 1-1,1-1 1,-1 1-1,1-1 0,-1 1 1,1 0-1,2-2 1,10-4-280,0-1 1,1 2-1,-1 0 1,1 1-1,0 1 1,1 0-1,-1 1 1,1 0 0,0 2-1,28-1 1,19 4-5248,83 13 1,-129-12 3839,59 8-8753</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7.816"/>
    </inkml:context>
    <inkml:brush xml:id="br0">
      <inkml:brushProperty name="width" value="0.035" units="cm"/>
      <inkml:brushProperty name="height" value="0.035" units="cm"/>
      <inkml:brushProperty name="color" value="#008C3A"/>
    </inkml:brush>
  </inkml:definitions>
  <inkml:trace contextRef="#ctx0" brushRef="#br0">83 271 7309,'7'-4'800,"1"0"-1,-1 0 1,0 0 0,-1-1 0,1 0 0,-1 0 0,0-1 0,-1 0 0,1 0 0,-1 0 0,0-1 0,0 0-1,-1 0 1,0 0 0,4-10 0,3-9 1872,-10 23-1353,-1 0-141,-3-26 651,3 27-579,-2 3-660,-4 3-424,1-1 1,0 1 0,1 1 0,-1-1-1,0 1 1,1 0 0,0 0 0,1 0-1,-1 0 1,1 1 0,0-1 0,-5 12-1,-3 5 113,-7 10-163,1 0 1,2 2 0,1 0-1,1 0 1,3 1-1,-13 68 1,20-82-74,2 1 0,0 0 0,1-1 0,1 1 0,1-1 0,1 1 1,1-1-1,0 0 0,2 0 0,1-1 0,0 1 0,20 36 0,-15-37-43,1 1 0,2-2 0,-1 0 0,2-1 0,1 0 0,0-1 0,1-1 0,1-1 0,20 14 0,-27-22 0,0 0 0,0-1 0,1 0 0,-1-1 0,1-1 0,1 0 0,20 4 0,-25-7 0,1 0 0,-1-1 0,1 0 0,-1-1 0,0 1 0,1-2 0,-1 1 0,0-1 0,0-1 0,0 0 0,17-7 0,-17 4 0,0 1 0,0-2 0,-1 1 0,0-1 0,0 0 0,0-1 0,-1 0 0,0 0 0,-1 0 0,1-1 0,-2 0 0,1 0 0,-1-1 0,-1 0 0,0 0 0,5-18 0,0-4 0,-2 0 0,-2-1 0,0 0 0,-1-37 0,-3 22 0,-3-1 0,-1 1 0,-3 0 0,-14-58 0,11 71 0,-1 1 0,-2 0 0,-1 0 0,-2 1 0,-1 1 0,-28-41 0,37 63-15,0 0-1,0 1 1,-1 0-1,-1 0 1,1 1-1,-2 0 1,1 1 0,-1 0-1,-17-10 1,21 14-27,-1 1 1,1-1-1,-1 1 1,1 1-1,-1-1 1,0 1-1,0 0 1,1 1-1,-1-1 1,0 1-1,0 1 1,0-1-1,0 1 1,1 0-1,-1 1 1,0 0-1,1 0 1,-8 3-1,0 2-534,1 0-1,0 1 1,1 0-1,0 1 1,0 1-1,1 0 1,0 0-1,1 1 1,-13 17-1,10-10-1405,0 0-1,2 1 0,0 1 1,1 0-1,-13 34 1,5 20-9198</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8.271"/>
    </inkml:context>
    <inkml:brush xml:id="br0">
      <inkml:brushProperty name="width" value="0.035" units="cm"/>
      <inkml:brushProperty name="height" value="0.035" units="cm"/>
      <inkml:brushProperty name="color" value="#008C3A"/>
    </inkml:brush>
  </inkml:definitions>
  <inkml:trace contextRef="#ctx0" brushRef="#br0">1188 137 6897,'-1'-4'436,"-1"-1"1,0 1 0,1-1-1,0 1 1,0-1-1,0-8 1,1 12-199,0-1 0,0 1 1,1-1-1,-1 0 0,1 1 0,-1-1 1,1 1-1,0-1 0,0 1 0,0-1 0,0 1 1,0 0-1,0-1 0,0 1 0,0 0 0,0 0 1,0 0-1,1 0 0,-1 0 0,3-2 0,-2 1 107,0 0-1,-1-1 1,1 1-1,-1-1 0,1 1 1,-1-1-1,0 0 1,0 1-1,0-1 0,-1 0 1,2-5-1,-1 3 464,-1 4-600,1 0 0,-1 1-1,0-1 1,1 0-1,-1 0 1,0 0-1,0 0 1,0 0 0,0 0-1,0 0 1,0 0-1,0 0 1,0 0-1,0 0 1,0 1 0,-1-1-1,1 0 1,0 0-1,-1 0 1,1 0-1,0 0 1,-1 0 0,1 1-1,-1-1 1,0-1-1,0 2-81,1 0-1,-1-1 0,0 1 1,1 0-1,-1 0 0,1 0 1,-1 0-1,0 0 0,1 0 1,-1 0-1,1 0 0,-1 0 1,0 0-1,1 0 0,-1 0 1,1 0-1,-1 0 0,0 0 1,1 1-1,-1-1 0,1 0 1,-1 0-1,1 1 0,-1-1 1,1 0-1,-1 1 0,1-1 1,-1 1-1,1-1 0,0 1 1,-1-1-1,1 1 0,0-1 1,-1 2-1,-10 14 239,2 1 1,0 0-1,1 1 0,0 0 0,2 0 1,-7 29-1,-11 27 173,-16 25-537,-82 145 0,-77 85 0,80-136 0,-17 28 0,-175 313 0,276-464-1781,3 1-1,3 2 1,4 1 0,-24 108-1,46-159-2105,-3 37 0,10 13-9215</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29.748"/>
    </inkml:context>
    <inkml:brush xml:id="br0">
      <inkml:brushProperty name="width" value="0.035" units="cm"/>
      <inkml:brushProperty name="height" value="0.035" units="cm"/>
      <inkml:brushProperty name="color" value="#008C3A"/>
    </inkml:brush>
  </inkml:definitions>
  <inkml:trace contextRef="#ctx0" brushRef="#br0">293 83 5881,'0'0'4142,"21"-22"437,-18 17-5107,-1 1 1364,0 0-1,1 1 1,-1-1-1,1 1 1,0 0-1,-1 0 0,1 0 1,1 0-1,-1 1 1,6-5-1,-11 4-327,1 2-357,0 0-1,0 0 1,1 0-1,-1 0 0,0 0 1,0 0-1,0 0 0,0 0 1,-1 0-1,1 1 0,0-1 1,0 0-1,0 1 0,-2-2 1,-3 27 224,-2 0 1,0-1-1,-22 45 0,-3 9 68,-7 26-110,-69 203-1309,82-220-3237,-23 142-1,32-140-3690,14-52-110</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30.014"/>
    </inkml:context>
    <inkml:brush xml:id="br0">
      <inkml:brushProperty name="width" value="0.035" units="cm"/>
      <inkml:brushProperty name="height" value="0.035" units="cm"/>
      <inkml:brushProperty name="color" value="#008C3A"/>
    </inkml:brush>
  </inkml:definitions>
  <inkml:trace contextRef="#ctx0" brushRef="#br0">480 1 6957,'0'0'98,"0"1"-1,0-1 1,1 0 0,-1 1 0,0-1 0,0 0 0,1 0 0,-1 1 0,0-1 0,0 0 0,1 0 0,-1 1 0,0-1-1,1 0 1,-1 0 0,0 0 0,1 1 0,-1-1 0,0 0 0,1 0 0,-1 0 0,1 0 0,-1 0 0,0 0 0,1 0-1,-1 0 1,0 0 0,1 0 0,-1 0 0,1 0 0,-1 0 0,0 0 0,1 0 0,-1 0 0,0-1 0,1 1 0,-1 0 0,0 0-1,1 0 1,-1-1 0,0 1 0,1 0 0,-1 0 0,0-1 0,2-1 2959,3 2-1986,4 0-760,1 1 1,0 1-1,0-1 1,-1 2-1,1-1 0,-1 1 1,0 0-1,14 8 1,9 6 206,31 24 1,-43-27-323,-11-9-125,-2 1-1,1 1 1,-1-1-1,0 1 0,0 0 1,0 1-1,-1 0 1,-1 0-1,8 13 1,-11-16-31,0-1 0,0 1 0,0-1 0,-1 1 0,0 0 0,0-1 0,0 1 0,0 0 0,-1 0 0,0 0-1,0 0 1,0-1 0,-1 1 0,1 0 0,-1 0 0,0 0 0,-1-1 0,1 1 0,-1-1 0,0 1 0,0-1 0,0 1 0,-1-1 0,0 0 0,1 0 0,-5 4 0,-2 2 41,-1 0 0,0-1 0,0 0-1,-1-1 1,0 0 0,0-1 0,-24 11 0,-7 0 79,-1-1 0,-81 19 1,-94 6-1351,33-8-7914,130-20-57</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1.726"/>
    </inkml:context>
    <inkml:brush xml:id="br0">
      <inkml:brushProperty name="width" value="0.035" units="cm"/>
      <inkml:brushProperty name="height" value="0.035" units="cm"/>
      <inkml:brushProperty name="color" value="#008C3A"/>
    </inkml:brush>
  </inkml:definitions>
  <inkml:trace contextRef="#ctx0" brushRef="#br0">0 161 4728,'0'0'106,"0"0"0,0-1 0,0 1 0,0 0 0,0-1-1,0 1 1,0 0 0,0-1 0,0 1 0,0 0-1,1-1 1,-1 1 0,0 0 0,0-1 0,0 1 0,0 0-1,0-1 1,1 1 0,-1 0 0,0 0 0,0-1 0,1 1-1,-1 0 1,0 0 0,0-1 0,1 1 0,-1 0-1,0 0 1,1 0 0,-1 0 0,0-1 0,1 1 0,-1 0-1,0 0 1,1 0 0,-1 0 0,0 0 0,1 0-1,-1 0 1,0 0 0,1 0 0,-1 0 0,0 0 0,1 0-1,-1 0 1,0 0 0,1 0 0,-1 1 0,0-1 0,1 0-1,-1 0 1,0 0 0,1 0 0,-1 1 0,0-1-1,0 0 1,1 0 0,-1 1 0,0-1 0,0 0 0,1 0-1,-1 1 1,0-1 0,0 0 0,0 1 0,1-1 0,-1 0-1,0 1 1,0-1 0,10-17 4073,-8 14-3741,1-1-1,-1 1 1,1-1 0,-1 0-1,0 0 1,-1 0 0,1 0-1,-1 0 1,0 0 0,0 0 0,0-1-1,0-4 1,7-21 2102,-7 28-1802,-1-1-600,-1 0 0,1 0-1,0 0 1,0 0 0,0 0 0,1 0 0,-1 0-1,1 0 1,0-3 0,0 2 38,0 3-126,1-1 1,-1 1-1,1-1 0,0 1 0,0 0 1,-1 0-1,1 0 0,0 0 0,0 0 1,0 0-1,0 1 0,0-1 0,0 1 1,0-1-1,4 0 0,0 1-17,1 0 0,-1 0 0,1 1 0,-1 0 0,1 0 0,-1 0 0,1 1 0,8 3 0,47 24 165,-38-16-163,-2 1 1,0 1 0,-1 1-1,0 1 1,-1 1-1,-1 0 1,-1 2-1,-1 0 1,26 40-1,-33-45-19,-1 1-1,-1-1 0,0 2 1,-1-1-1,-1 1 1,-1 0-1,0 0 0,-1 0 1,-1 1-1,0-1 0,-2 1 1,0 0-1,-1 0 1,0 0-1,-6 27 0,-11 23 25,-3-2-1,-49 108 1,60-150 45,9-22-48,2-5-6,20-35-17,24-35-570,80-99 1,-9 14 86,-30 26 660,-87 131-117,0 0 0,1 0 0,-1 0 1,1 0-1,-1 1 0,1-1 0,-1 0 0,1 0 0,0 1 1,-1-1-1,1 0 0,0 1 0,-1-1 0,1 1 0,0-1 1,0 1-1,0-1 0,1 0 0,-1 2-45,-1-1-1,0 0 1,1 0 0,-1 0-1,1 1 1,-1-1-1,0 0 1,1 1 0,-1-1-1,0 0 1,1 1 0,-1-1-1,0 1 1,1-1-1,-1 0 1,0 1 0,0-1-1,1 1 1,-1-1-1,0 1 1,0-1 0,0 1-1,0-1 1,0 0-1,0 2 1,5 44 616,-5-35-362,1 3-172,1-1 1,1 0 0,0 0-1,0 0 1,1 0-1,1-1 1,0 1 0,1-1-1,14 21 1,-9-17-116,1 0 0,1-1 0,1-1-1,0 0 1,0-1 0,21 14 0,-9-9-762,1-2-1,0-1 1,1-1-1,1-1 1,0-2-1,1 0 1,0-2-1,42 6 1,67 0-9919,-72 1-550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1.960"/>
    </inkml:context>
    <inkml:brush xml:id="br0">
      <inkml:brushProperty name="width" value="0.035" units="cm"/>
      <inkml:brushProperty name="height" value="0.035" units="cm"/>
      <inkml:brushProperty name="color" value="#008C3A"/>
    </inkml:brush>
  </inkml:definitions>
  <inkml:trace contextRef="#ctx0" brushRef="#br0">160 2 8169,'-2'-1'7624,"-4"0"-3972,-15 2-3115,15 0 5529,4 0-4894,0 0-1039,1 0-1,-1 1 0,1-1 0,0 0 0,-1 1 0,1-1 0,0 1 0,0-1 0,0 1 1,0 0-1,0-1 0,0 1 0,1 0 0,-1 0 0,0-1 0,1 1 0,0 0 0,-1 0 1,1 0-1,0 0 0,0 0 0,0-1 0,0 1 0,0 0 0,0 0 0,1 0 0,-1 0 1,2 2-1,-1 29 167,-2-16-497,-1 1 0,-1-1 1,-10 32-1,-23 50-4932,0-2-5694,20-48-798</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3.032"/>
    </inkml:context>
    <inkml:brush xml:id="br0">
      <inkml:brushProperty name="width" value="0.035" units="cm"/>
      <inkml:brushProperty name="height" value="0.035" units="cm"/>
      <inkml:brushProperty name="color" value="#008C3A"/>
    </inkml:brush>
  </inkml:definitions>
  <inkml:trace contextRef="#ctx0" brushRef="#br0">69 1 8637,'0'0'9392,"-7"12"-8008,7-11-1298,-1 1 0,1 0 0,-1-1 0,1 1 1,0 0-1,0 0 0,-1 0 0,1-1 0,1 1 0,-1 0 0,0 0 0,0 0 0,0-1 0,1 1 1,-1 0-1,1 0 0,0-1 0,-1 1 0,1 0 0,2 1 0,24 41 406,-12-22-252,-3-1-104,-1 2 0,-1-1 1,-1 1-1,-1 1 0,7 32 1,-12-39-106,-1 0 1,-1 0 0,0 0 0,-1 0 0,-1 0 0,-1 0 0,0 0 0,-7 25-1,-7 5-31,-2-2 0,-1 0 0,-47 78 0,42-81-17,19-33 11,1 0 0,0 0-1,0 1 1,-2 10 0,6-17 5,0-3 1,0 1 0,0-1 0,0 0 0,0 1 0,1-1-1,-1 1 1,0-1 0,0 1 0,1-1 0,-1 0 0,0 1 0,1-1 0,-1 1 0,0-1-1,1 0 1,-1 0 0,1 1 0,-1-1 0,0 0 0,1 0 0,-1 1 0,1-1 0,-1 0-1,1 0 1,-1 0 0,1 0 0,-1 0 0,1 0 0,-1 1 0,1-1 0,-1 0 0,1 0-1,0-1 1,0 2 0,5-1-2,0 0 0,0 0 0,0 0 0,0-1 0,0 0 0,0 0 0,0 0 0,-1-1 0,1 0 0,0 0 0,-1-1 0,0 1 0,9-6 0,13-9-24,32-27 0,-29 22-11,343-274-143,-247 193 318,-110 89-222,-9 8 271,-1 0 0,1 0 0,0 1 0,0 0 0,1 1 1,12-7-1,-18 11-118,-1 0 0,1-1 1,-1 1-1,1 0 1,-1-1-1,1 1 0,-1 0 1,1 0-1,-1 0 0,1 1 1,0-1-1,-1 0 0,1 1 1,-1-1-1,1 1 0,-1-1 1,2 1-1,-1 1 30,0 0 1,0-1-1,0 1 1,0 0-1,0 0 1,0 0-1,0 0 1,-1 0-1,1 1 1,-1-1-1,0 0 1,0 1-1,1 2 1,10 28 423,-2 0 1,-2 0 0,5 39-1,-9-45-572,1 1 0,1-2 0,1 1 0,2-1-1,0 0 1,14 26 0,-9-30-915,0 1 0,2-2 0,0 0-1,28 26 1,-22-26-4187,46 31-1,-18-20-5202</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3.299"/>
    </inkml:context>
    <inkml:brush xml:id="br0">
      <inkml:brushProperty name="width" value="0.035" units="cm"/>
      <inkml:brushProperty name="height" value="0.035" units="cm"/>
      <inkml:brushProperty name="color" value="#008C3A"/>
    </inkml:brush>
  </inkml:definitions>
  <inkml:trace contextRef="#ctx0" brushRef="#br0">119 1 11341,'25'10'655,"-15"-6"-53,-1 0 1,1 1-1,-1 0 0,1 0 1,-1 1-1,10 8 0,-10-5-31,1 0-1,-1 0 1,0 1-1,9 16 1,-14-21-452,-1 1 1,0 0-1,0 1 0,-1-1 1,1 0-1,-1 1 0,-1 0 1,1-1-1,-1 1 0,-1 0 1,1 8-1,-1 1-34,-2 0 0,1 0 0,-2 1 0,0-1 0,-1-1 0,-1 1-1,0 0 1,-11 22 0,-4-2 90,-1-1 0,-41 52-1,-62 84 424,121-166-618,-2 1 141,0 0-1,1 0 1,0 1-1,1 0 1,-4 9-1,6-15-97,1 0-1,0 0 0,-1 0 1,1 1-1,0-1 0,0 0 0,0 0 1,-1 1-1,2-1 0,-1 0 1,0 0-1,0 1 0,0-1 1,0 0-1,1 0 0,-1 1 1,1-1-1,-1 0 0,1 0 1,-1 0-1,1 0 0,0 0 1,-1 0-1,1 0 0,0 0 0,0 0 1,0 0-1,0 0 0,0 0 1,0-1-1,0 1 0,0 0 1,0-1-1,0 1 0,0-1 1,0 1-1,0-1 0,1 1 1,1-1-1,18 6-22,0-1 0,0-1-1,1-1 1,-1-1 0,1-1 0,-1-1 0,41-5 0,153-38-6152,-144 26 939,2 1-4416</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8.425"/>
    </inkml:context>
    <inkml:brush xml:id="br0">
      <inkml:brushProperty name="width" value="0.035" units="cm"/>
      <inkml:brushProperty name="height" value="0.035" units="cm"/>
      <inkml:brushProperty name="color" value="#008C3A"/>
    </inkml:brush>
  </inkml:definitions>
  <inkml:trace contextRef="#ctx0" brushRef="#br0">13 434 8129,'1'-7'1418,"-1"-1"0,1 1 0,-1 0 0,-1 0 0,-1-10 0,0-10 1907,2 24-2046,-9-24 331,14 81-1418,15 100 112,-13-97-268,-6-47-20,0 0 1,0 0-1,1 0 0,0 0 1,0 0-1,1 0 0,1-1 1,6 14-1,-2 1 458,-6-19 175,5-20-368,41-117 195,-21 34-499,-18 62-99,16-44-1,-23 76 115,113-263-739,-107 255 697,0-1 0,0 1-1,1 0 1,17-18 0,-26 30 46,1-1-1,0 0 1,-1 1-1,1-1 1,0 0-1,0 1 1,0-1-1,0 1 1,0-1-1,0 1 1,-1-1-1,1 1 1,0 0-1,0-1 1,0 1-1,0 0 1,0 0-1,1 0 1,-1 0-1,0 0 1,0 0-1,0 0 1,0 0-1,0 0 1,0 1-1,0-1 1,0 0-1,0 1 1,0-1-1,-1 0 1,1 1-1,0-1 1,0 1-1,0 0 1,0-1-1,0 1 1,-1 0-1,1-1 0,0 1 1,-1 0-1,2 1 1,3 3-4,-1 1 0,1 0 0,-1 1 0,5 9 0,12 27 14,-2 1 1,-2 0-1,11 47 0,25 144-3577,-39-168 500,-5-24-2412,-2-5-3340</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8.581"/>
    </inkml:context>
    <inkml:brush xml:id="br0">
      <inkml:brushProperty name="width" value="0.035" units="cm"/>
      <inkml:brushProperty name="height" value="0.035" units="cm"/>
      <inkml:brushProperty name="color" value="#008C3A"/>
    </inkml:brush>
  </inkml:definitions>
  <inkml:trace contextRef="#ctx0" brushRef="#br0">0 126 9401,'13'-15'7537,"9"18"-6389,0 3-352,1-20-408,18-6-500,-6 0-760,9 0-1004,7-3-2941,-3 0-3792</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9.056"/>
    </inkml:context>
    <inkml:brush xml:id="br0">
      <inkml:brushProperty name="width" value="0.035" units="cm"/>
      <inkml:brushProperty name="height" value="0.035" units="cm"/>
      <inkml:brushProperty name="color" value="#008C3A"/>
    </inkml:brush>
  </inkml:definitions>
  <inkml:trace contextRef="#ctx0" brushRef="#br0">26 1 6885,'-11'4'2296,"1"4"6490,6 7-2571,4-1-8490,0 3 2470,0 55 412,13 114-1,-11-176-640,0-1-1,0 1 0,1 0 0,0-1 0,1 1 1,0-1-1,0 0 0,10 15 0,-11-21 15,-1 0 0,1 0-1,0-1 1,-1 1 0,1 0-1,0-1 1,1 0 0,-1 1 0,0-1-1,1-1 1,-1 1 0,1 0 0,-1-1-1,1 0 1,0 0 0,0 0 0,-1 0-1,1 0 1,0-1 0,0 0-1,0 0 1,0 0 0,0 0 0,6-1-1,1-2 4,-1 0-1,1 0 0,-1-1 0,0-1 0,0 0 1,-1 0-1,1 0 0,-1-1 0,0-1 1,0 0-1,10-11 0,11-13-33,42-56 0,-32 37 108,13-18-39,-51 65-30,0 4 6,1 0 5,0 0 0,-1 0 0,1 0 1,0 1-1,-1-1 0,0 1 0,1-1 0,-1 1 0,0 0 0,0 0 0,0 0 0,0 0 1,0 0-1,0 0 0,-1 1 0,1-1 0,-1 1 0,1-1 0,-1 1 0,1 3 0,2 6-415,-1-1 0,-1 1 0,3 24-1,-5-26-480,2 1-1,-1-1 0,1 0 1,5 14-1,-4-19 78,0 2-213,-1 3-3940,0 11-1282</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0.038"/>
    </inkml:context>
    <inkml:brush xml:id="br0">
      <inkml:brushProperty name="width" value="0.035" units="cm"/>
      <inkml:brushProperty name="height" value="0.035" units="cm"/>
      <inkml:brushProperty name="color" value="#008C3A"/>
    </inkml:brush>
  </inkml:definitions>
  <inkml:trace contextRef="#ctx0" brushRef="#br0">0 590 5364,'1'-1'521,"1"-1"0,-1 0 0,0 1 0,0-1-1,1 1 1,-1-1 0,1 1 0,0 0-1,-1 0 1,1 0 0,0 0 0,1-1-1,29-8 1244,31 7-2557,-55 3 1279,-5 0-436,0 1-16,0 1-28,-1 0 0,1-1 0,-1 1 0,1 0-1,-1 0 1,0 1 0,1-1 0,-1 0 0,-1 1-1,1-1 1,0 1 0,0 0 0,1 4 0,11 43 51,-9-30-25,-3-14-15,0 1 0,0 0 0,1-1-1,0 0 1,0 0 0,0 1 0,1-2 0,5 7 0,-7-9-12,0 0 1,1-1-1,0 1 1,-1 0-1,1-1 1,0 0-1,0 0 1,1 0-1,-1 0 1,0 0-1,1 0 1,-1-1-1,1 0 1,-1 0-1,1 0 1,6 1-1,-3-1 3,1-1 0,-1 0 0,0-1 0,0 1 0,0-2 0,1 1-1,-1-1 1,-1 0 0,1 0 0,0 0 0,0-1 0,-1-1 0,1 1 0,11-9-1,-4 0-125,0-2 0,-1 1 0,0-2-1,16-24 1,-12 16-181,1 0 1,0 1 0,2 1-1,1 1 1,40-31-1,14 7-128,-73 42 415,0 1-5,0 0 43,-1-1-1,1 1 1,0-1-1,-1 1 1,1-1-1,-1 0 0,1 0 1,0-2-1,-15-5-37,5 12 269,1 24 536,5-10-508,0-6-116,1-1 0,0 0 0,1 1 1,0-1-1,1 0 0,0 1 1,0-1-1,5 15 0,-1 1 96,11 25 99,-11-39-282,-4-9 94,13 2-42,-13-5-131,0 1 0,0-1 0,0 1-1,0-1 1,0 1 0,0-1 0,0 0 0,0 1 0,0-1-1,0 0 1,0 0 0,0 0 0,0 0 0,0 0 0,0 0-1,0 0 1,0 0 0,0 0 0,1 0 0,-1-1 0,1 0-1,9-4-2,-1-1-1,0 0 0,-1-1 0,1 0 1,-1-1-1,0 0 0,10-12 0,52-73-607,-39 50-46,41-58-991,-69 96 1571,0-1 0,0 1 0,0-1 0,-1 0 0,0-1 0,0 1 0,-1 0 0,1-1 0,-1 1 0,1-11 0,-2 14 10,4-26 546,-62 135 459,38-76-849,2 1-1,-23 59 1,39-89-83,1 0 1,-1 0-1,1 0 0,-1 0 1,1 0-1,0 0 0,-1 0 1,1 0-1,0 0 1,0 0-1,-1 0 0,1 0 1,0 1-1,0-1 0,0 0 1,1 0-1,-1 0 0,0 0 1,0 0-1,0 0 1,1 0-1,-1 0 0,1 1 1,-1-1-1,1 0 0,-1-1 1,1 1-1,1 2 1,-1-3 2,1 0 0,-1 1 0,1-1 0,-1 0 0,1 0 0,-1 0 0,1 0 0,-1 0 0,1-1 0,-1 1 0,1 0 0,-1-1 0,1 1 0,-1-1 0,1 1 0,-1-1 1,2-1-1,-1 1 27,0 1 0,-1-1 0,1-1 0,-1 1 0,1 0 0,-1 0 0,1-1 0,-1 1 0,0-1 0,0 1 0,0-1 0,2-2-1,15-15 465,-14 17-464,1 0-1,-1 1 0,1 0 1,0 0-1,-1 0 1,1 1-1,0-1 1,0 1-1,-1 0 1,1 0-1,0 1 1,-1-1-1,1 1 1,0 0-1,7 3 1,33 3 70,-39-7-115,1-1 1,0 0-1,-1 0 0,1-1 0,-1 1 0,0-1 0,1-1 0,-1 1 0,0-1 0,-1 0 0,1-1 0,0 1 0,-1-1 0,0 0 0,0-1 0,0 1 0,0-1 0,-1 0 0,1 0 0,4-9 0,7-11 42,-2 0 0,0-1-1,14-40 1,-8 19 319,12-29 275,42-81 1715,-56 166-2365,-15-6 25,0-1 0,0 1 0,0 0 0,-1 0 0,1 0 0,-1 1 0,1-1 0,-1 0 0,0 1 0,-1 0 0,1-1 0,0 1 0,0 5 0,12 57-695,-11-48 305,4 13-1415,17 55 0,6-7-3900,-9-21 2</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0.177"/>
    </inkml:context>
    <inkml:brush xml:id="br0">
      <inkml:brushProperty name="width" value="0.035" units="cm"/>
      <inkml:brushProperty name="height" value="0.035" units="cm"/>
      <inkml:brushProperty name="color" value="#008C3A"/>
    </inkml:brush>
  </inkml:definitions>
  <inkml:trace contextRef="#ctx0" brushRef="#br0">0 32 9741,'7'-11'6661,"5"0"-8278,1 2-2647</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1.109"/>
    </inkml:context>
    <inkml:brush xml:id="br0">
      <inkml:brushProperty name="width" value="0.035" units="cm"/>
      <inkml:brushProperty name="height" value="0.035" units="cm"/>
      <inkml:brushProperty name="color" value="#008C3A"/>
    </inkml:brush>
  </inkml:definitions>
  <inkml:trace contextRef="#ctx0" brushRef="#br0">1 218 7101,'13'-14'2190,"-10"11"1,3-9 1780,3-2 2180,1 23-5329,-7-5-731,-1-1 1,1 1-1,-1 0 0,0 0 1,0 0-1,0 0 1,-1 0-1,0 0 0,1 1 1,0 5-1,5 50 438,-4-29-285,5 10 157,1 0-1,26 65 1,-13-41-63,-16-45 72,2 0-1,0 0 0,1-1 1,1 0-1,16 21 1,-21-40-38,6-6-293,-1-1 1,-1 0 0,1-1 0,-1 0-1,0-1 1,-1 1 0,0-2-1,0 1 1,-1-1 0,-1 0 0,1-1-1,-2 1 1,6-13 0,19-37-123,77-147-2093,15 9-4691,-105 173 5355,-11 14-17,1 1 0,1 0 0,0 0 0,13-12 0,21-4-7293</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1.324"/>
    </inkml:context>
    <inkml:brush xml:id="br0">
      <inkml:brushProperty name="width" value="0.035" units="cm"/>
      <inkml:brushProperty name="height" value="0.035" units="cm"/>
      <inkml:brushProperty name="color" value="#008C3A"/>
    </inkml:brush>
  </inkml:definitions>
  <inkml:trace contextRef="#ctx0" brushRef="#br0">0 123 9013,'53'-73'6720,"-52"72"-5677,1-2-269,0 2-860,14-14 1191,-10 5-4358,-20-1-2727,-1 2-372</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8.289"/>
    </inkml:context>
    <inkml:brush xml:id="br0">
      <inkml:brushProperty name="width" value="0.035" units="cm"/>
      <inkml:brushProperty name="height" value="0.035" units="cm"/>
      <inkml:brushProperty name="color" value="#008C3A"/>
    </inkml:brush>
  </inkml:definitions>
  <inkml:trace contextRef="#ctx0" brushRef="#br0">45 212 3616,'-28'-20'2025,"18"3"-1277,4 6 360,6-12-672,0 3-88,6 0-88,7-9-80,6 9-164,3-3-296,-3-5-480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18.629"/>
    </inkml:context>
    <inkml:brush xml:id="br0">
      <inkml:brushProperty name="width" value="0.035" units="cm"/>
      <inkml:brushProperty name="height" value="0.035" units="cm"/>
      <inkml:brushProperty name="color" value="#008C3A"/>
    </inkml:brush>
  </inkml:definitions>
  <inkml:trace contextRef="#ctx0" brushRef="#br0">118 12 12129,'-16'-11'7970,"18"14"-6022,29 30 871,42 63 0,-54-65-2436,-1-1 0,-2 2 1,-1 0-1,-1 1 0,10 38 1,-16-38-329,-1 1 0,-1 0 0,-2 0 0,-2 1 0,-1-1 0,-2 0 0,-8 59 0,1-43-1225,-3-1 0,-2 0 0,-2-1-1,-36 78 1,35-98-316,0 1 0,-3-2 0,0-1 0,-35 38 0,-1 2-3527,0 11-4134</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1.248"/>
    </inkml:context>
    <inkml:brush xml:id="br0">
      <inkml:brushProperty name="width" value="0.035" units="cm"/>
      <inkml:brushProperty name="height" value="0.035" units="cm"/>
      <inkml:brushProperty name="color" value="#008C3A"/>
    </inkml:brush>
  </inkml:definitions>
  <inkml:trace contextRef="#ctx0" brushRef="#br0">7 58 5160,'-6'-37'2145,"15"28"-1413,4-2 976,0 20-1752,-1 2-64,-5 9-488,-1 0-48,0 0-2405,-3 3 729</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9.591"/>
    </inkml:context>
    <inkml:brush xml:id="br0">
      <inkml:brushProperty name="width" value="0.035" units="cm"/>
      <inkml:brushProperty name="height" value="0.035" units="cm"/>
      <inkml:brushProperty name="color" value="#008C3A"/>
    </inkml:brush>
  </inkml:definitions>
  <inkml:trace contextRef="#ctx0" brushRef="#br0">1 1 3528,'0'0'2113,"19"5"-4770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3.698"/>
    </inkml:context>
    <inkml:brush xml:id="br0">
      <inkml:brushProperty name="width" value="0.035" units="cm"/>
      <inkml:brushProperty name="height" value="0.035" units="cm"/>
      <inkml:brushProperty name="color" value="#008C3A"/>
    </inkml:brush>
  </inkml:definitions>
  <inkml:trace contextRef="#ctx0" brushRef="#br0">11 7 5649,'-11'5'18138,"19"-7"-12516,5 0-9145,38-3 3958,0 3 0,61 4 1,-62 0-299,838 31 417,371 7-455,8-1-154,-1-32 9,-396-25 40,-564 22-35,-259 0 48,83 19 0,-119-21-37,0 0 0,1-1 0,-1-1 0,11-1 0,-9 1-79,-10-1 57,1 0 0,-1 0 1,0 0-1,0-1 0,0 1 1,-1-1-1,1 0 1,0 0-1,-1 0 0,1 0 1,-1-1-1,0 1 1,1 0-1,2-6 0,3-1-45,30-27-438,-35 33 339,0 1 0,0 0 0,0 1 0,0-1 0,0 1 0,1-1 0,-1 1 0,0 0 0,1 0 0,-1 1 0,1-1 0,-1 1 0,1-1 0,0 1 0,-1 0 0,1 0 0,-1 1 1,1-1-1,-1 1 0,1 0 0,5 2 0,-44 14-10151,6-11 1807</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6.004"/>
    </inkml:context>
    <inkml:brush xml:id="br0">
      <inkml:brushProperty name="width" value="0.035" units="cm"/>
      <inkml:brushProperty name="height" value="0.035" units="cm"/>
      <inkml:brushProperty name="color" value="#008C3A"/>
    </inkml:brush>
  </inkml:definitions>
  <inkml:trace contextRef="#ctx0" brushRef="#br0">347 15 4024,'-29'-14'13751,"32"16"-13343,-1 0-1,1 1 1,-1 0 0,1-1-1,-1 1 1,0 0 0,3 7 0,-13 37 669,7-35-870,-1 0 0,0-1 0,-1 1 0,-6 17 0,3-7 121,0 1 0,2-1 0,0 0 0,2 1 0,0 0 0,3 45 0,-1 2 332,8 234 1138,-1-185-1165,-12 166-1,-12-120-327,-11 159 134,26-262-379,3 1-1,3-1 1,14 76-1,10-1 5,30 205 26,-54-298-78,-3-1 0,-1 1 0,-3-1 0,-1 1 0,-2-1 0,-13 48-1,3-36-5,-3 0-1,-1-1 0,-32 57 0,10-29 9,4 3 1,-37 120-1,62-148-13,3 1 0,-6 117 0,13-130-38,2-21 60,0 1 0,5 38-1,-3-60 66,-7 29-36,5-29-45,1-2-19,0 1 9,-1 0 1,1 0-1,-1 0 0,0-1 0,1 1 1,-1 0-1,0-1 0,0 1 0,0-1 1,0 1-1,0-1 0,-1 0 1,-1 3-1,1-3 2,1 0-1,0 1 1,0-1 0,0 0-1,0 1 1,0-1 0,0 1 0,0-1-1,0 1 1,0 0 0,1-1 0,-1 1-1,1 0 1,-1 2 0,1-3 4,0 1 0,1-1 0,-1 0 0,1 0 1,-1 0-1,1 0 0,0 0 0,-1 0 0,1 0 0,0 0 0,0 0 1,0 0-1,0 0 0,0 0 0,0 0 0,0 0 0,0-1 0,0 1 1,0 0-1,2 0 0,23 7 17,-14-8 5,0-1-1,-1 0 0,1-1 0,0-1 0,-1 1 0,1-2 0,-1 0 0,0 0 1,-1-1-1,21-11 0,-30 15-12,88 2-3,-37 1 61,1-2 1,80-12-1,4-11-82,489-78-49,-398 69 58,358-57 66,-109-2-20,-70 13-120,55 28-92,5 40 1,-190 7 114,872-54 32,-940 40-4,309 14-1,137 46-729,-464-44-373,-177 0 456,0 0 0,0-1 0,0-1 0,25-8 0,-33 9-212,1-1 1,-1 0-1,0-1 0,9-6 1,-11 7-254,0 0 0,-1 0 0,1-1 0,-1 1 1,0-1-1,0 0 0,3-6 0,6-10-7736</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37.282"/>
    </inkml:context>
    <inkml:brush xml:id="br0">
      <inkml:brushProperty name="width" value="0.035" units="cm"/>
      <inkml:brushProperty name="height" value="0.035" units="cm"/>
      <inkml:brushProperty name="color" value="#008C3A"/>
    </inkml:brush>
  </inkml:definitions>
  <inkml:trace contextRef="#ctx0" brushRef="#br0">315 185 4500,'0'0'19170,"-1"-3"-18975,-2-12-13,-1-1 0,0 0 0,-1 1 1,-1 0-1,0 0 0,-1 1 0,-1-1 0,-17-24 0,19 30-148,-3-3-80,8 12 51,0 0-1,1 0 1,-1 0 0,0 0-1,1 0 1,-1 0-1,0 0 1,1 0 0,-1 0-1,1 1 1,-1-1-1,0 0 1,1 0 0,-1 1-1,1-1 1,-1 1-1,1-1 1,-1 0 0,1 1-1,-1-1 1,1 1-1,-1-1 1,1 1 0,0-1-1,-1 1 1,1-1-1,0 1 1,-1 1 0,-5 8 160,1 1 0,0 1 0,1-1 0,0 1 0,1-1 0,0 1 0,1 0 0,-2 23 0,0-5 142,-3 37 254,2 0 0,3 1 0,8 81-1,39 202 582,-3-36-665,-36-239-374,-3 0 1,-9 90 0,-2-89-83,-4 0 0,-31 107 0,-26 91 4,52-206 4,3 0-1,3 1 1,3 1 0,1 85-1,7-111-19,2 1-1,2-1 0,2 0 0,2-1 1,1 1-1,21 55 0,-27-92-10,-1 0-1,0-1 1,0 1-1,0 0 0,-1 0 1,-1 0-1,1 0 1,-1 0-1,-1 0 1,1 1-1,-2-1 1,1-1-1,-1 1 1,-2 8-1,-1-3 0,0-1 0,-1 1 0,-1-1 0,0 0 0,0-1 0,-1 0 0,-13 15 0,14-18 25,1 1-1,-1-1 1,2 1-1,-1 0 1,1 1-1,1-1 0,0 1 1,0 0-1,1 0 1,-3 15-1,6-22-9,0 0-50,1 1 88,0 2-147,0 0 0,0 0 1,1 0-1,0 0 0,0-1 1,5 11-1,-5-14-2,-1 0-145,1 0 215,-1 1 0,0-1 0,1 0 0,-1 1 0,0-1 0,0 1 0,-1-1 0,2 5 0,-4 2-54,-1-1 0,0 0 0,0 0-1,0 0 1,-1 0 0,-1-1 0,-8 13-1,11-18-108,29 19-2700,-26-21 2755,0 0-1,0 0 0,1-1 1,-1 1-1,0 0 0,0 0 1,0-1-1,0 1 1,0-1-1,0 1 0,1-1 1,-1 1-1,0-1 1,0 0-1,-1 1 0,1-1 1,1-1-1,1 0-327,20-17-2086,-19 15 1513,-1 0 0,-1 0 0,1 0-1,-1-1 1,0 1 0,0-1 0,0 0 0,2-6-1,10-37-8187</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1.006"/>
    </inkml:context>
    <inkml:brush xml:id="br0">
      <inkml:brushProperty name="width" value="0.035" units="cm"/>
      <inkml:brushProperty name="height" value="0.035" units="cm"/>
      <inkml:brushProperty name="color" value="#008C3A"/>
    </inkml:brush>
  </inkml:definitions>
  <inkml:trace contextRef="#ctx0" brushRef="#br0">207 108 9465,'0'0'4187,"-2"-2"-2318,-45-74 7972,45 74-8726,2 0-889,0 0-1,0 0 1,0 0-1,0 0 1,-1 0-1,1 0 1,-1 0-1,0 0 1,1 0-1,-2-2 1,1 0 3378,-16 360-3399,14-337-972,0-1-1,-10 29 1,-38 76-8091,19-49 2766,1 0-6439</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1.848"/>
    </inkml:context>
    <inkml:brush xml:id="br0">
      <inkml:brushProperty name="width" value="0.035" units="cm"/>
      <inkml:brushProperty name="height" value="0.035" units="cm"/>
      <inkml:brushProperty name="color" value="#008C3A"/>
    </inkml:brush>
  </inkml:definitions>
  <inkml:trace contextRef="#ctx0" brushRef="#br0">256 272 7205,'-1'-3'2214,"0"-2"-1387,0 0 0,0 0 0,1 1 0,-1-1-1,1 0 1,0 0 0,1 0 0,-1 0 0,1 0 0,0 1 0,3-8 0,-3 8-586,0 0 1,1 0-1,-1 1 0,-1-1 1,1 0-1,-1 0 0,1 0 1,-1 0-1,0 0 0,-1 0 1,1 0-1,-1 0 1,0 0-1,0 1 0,0-1 1,0 0-1,0 0 0,-1 1 1,-2-5-1,-2-1 350,-1-1 0,-1 1 0,0 0 1,-16-14-1,17 17-200,1 0 0,-1-1 1,1 1-1,0-1 0,1-1 1,-8-12-1,12 18 684,-3 4-493,-4 3-523,1 0 1,0 1-1,0 0 0,0 0 1,0 0-1,1 1 0,0 0 1,1 1-1,0-1 0,0 1 1,0 0-1,-4 11 0,-1 5 60,0 1 0,1 0-1,-6 33 1,9-26-119,2 1 0,1-1 0,1 1 0,2 0 0,1 0 0,2 0 0,1-1 0,9 37 0,-8-50 0,1 0 0,0-1 0,2 0 0,0 0 0,1 0 0,0-1 0,1-1 0,2 0 0,-1 0 0,2-1 0,0 0 0,0-1 0,23 17 0,-26-23 0,0 0 0,0-1 0,0-1 0,1 0 0,0 0 0,0-1 0,1 0 0,-1-1 0,1 0 0,0-1 0,0 0 0,0-1 0,0-1 0,1 0 0,-1 0 0,0-1 0,1-1 0,-1 0 0,0 0 0,1-2 0,-1 1 0,13-6 0,-15 4-5,-1 0 0,1-1 0,-1 0 1,0-1-1,0 0 0,-1 0 0,0-1 0,0 0 0,0-1 1,12-15-1,-11 10-12,-1 0 0,0-1 0,-1 0 0,0 0 0,-1 0 0,7-29 0,-7 17-4,-1 0 0,-1 0 0,-2-1 0,-1 0 0,-1 1 0,-1-1 0,-1 0 0,-8-34 0,5 36 22,-1 1 0,-1 0-1,-2 1 1,0 0 0,-1 0 0,-2 1-1,0 1 1,-1-1 0,-17-19-1,23 33-131,0 0-1,-1 1 0,0 0 0,-1 0 0,0 0 0,0 1 0,0 0 1,0 1-1,-20-8 0,20 10-228,0 1 1,-1 0-1,1 0 0,-1 1 1,1 0-1,-1 1 0,0 0 1,1 0-1,-1 1 0,0 0 0,1 1 1,-15 4-1,7-1-1305,0 2 0,-18 8 0,-9 11-4438,-14 20-6234</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3.898"/>
    </inkml:context>
    <inkml:brush xml:id="br0">
      <inkml:brushProperty name="width" value="0.035" units="cm"/>
      <inkml:brushProperty name="height" value="0.035" units="cm"/>
      <inkml:brushProperty name="color" value="#008C3A"/>
    </inkml:brush>
  </inkml:definitions>
  <inkml:trace contextRef="#ctx0" brushRef="#br0">168 117 4368,'0'0'17044,"-1"2"-16835,-2 12-496,0-4 3898,-8-15-1717,-22-27 54,45 4-1886,-4 16-14,-6 9 10,1-1-1,-1 1 1,0-1-1,0 1 1,0-1-1,0 0 1,0 0-1,-1 0 1,0 0-1,0 0 1,0 0-1,0-6 1,2 0 498,0 23 509,-1 27 436,-35 175-1501,19-141 0,-7 28 93,-8 47-825,24-120-2325,-1 1 1,-19 50 0,8-30-3468,0 18-6927</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5.107"/>
    </inkml:context>
    <inkml:brush xml:id="br0">
      <inkml:brushProperty name="width" value="0.035" units="cm"/>
      <inkml:brushProperty name="height" value="0.035" units="cm"/>
      <inkml:brushProperty name="color" value="#008C3A"/>
    </inkml:brush>
  </inkml:definitions>
  <inkml:trace contextRef="#ctx0" brushRef="#br0">318 52 3720,'0'0'17801,"-2"-1"-17321,-6-5-20,0 0 0,1 0 0,0-1 0,-8-9 2983,-11 11-846,24 4-2463,0 0-1,0 1 0,0-1 1,-1 1-1,1-1 0,0 1 0,-1 0 1,1 0-1,0 0 0,0 0 1,-1 0-1,1 0 0,0 1 1,0-1-1,-1 1 0,1 0 1,-4 1-1,1 2-101,0-1 0,0 1 0,1 1 0,0-1 0,-1 0 0,1 1 1,1 0-1,-6 8 0,-24 48 163,30-55-193,-19 42-2,1 1 0,3 1 0,-22 96 0,33-110 0,1-1 0,2 1 0,2 0 0,1 1 0,2-1 0,9 58 0,-7-78-44,1 0 0,0-1 0,1 0 0,1 0 0,0 0 0,1-1 0,1 0 0,0 0 0,1-1 0,0 0 0,21 22 0,-23-29 19,-1 0 0,1 0-1,0-1 1,0 0 0,0 0 0,1-1-1,0 0 1,0 0 0,0-1-1,0 0 1,0 0 0,1-1-1,-1 0 1,1-1 0,0 0 0,-1 0-1,1-1 1,0 0 0,0 0-1,-1-1 1,1 0 0,16-4 0,-14 1 12,0 0 0,0-1 0,0 0 0,-1-1 0,0 0 1,0-1-1,0 0 0,-1 0 0,0-1 0,0 0 0,-1 0 1,0-1-1,-1 0 0,0-1 0,0 0 0,-1 0 0,9-19 1,0-6-8,-1-1 1,-2-1-1,-1 0 1,6-44 0,-10 43 7,-3 0 0,0 0 0,-4-67 0,-1 81-76,-2 0 1,0 1 0,-2-1 0,-1 1 0,0 0 0,-2 0 0,-13-26 0,17 42-146,0-1-1,-1 1 1,1-1 0,-2 1 0,1 1 0,-1-1-1,-9-7 1,12 11 30,0 1 0,0 0 0,-1-1 0,1 1 0,-1 0 0,0 1 0,0-1-1,1 1 1,-1-1 0,0 1 0,0 0 0,0 1 0,0-1 0,-1 1 0,1-1 0,0 1 0,-7 1 0,-2 2-1019,0 0 1,1 1-1,-1 0 1,1 1 0,-1 0-1,1 1 1,1 1 0,-1 0-1,-18 15 1,-22 27-8645</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47.659"/>
    </inkml:context>
    <inkml:brush xml:id="br0">
      <inkml:brushProperty name="width" value="0.035" units="cm"/>
      <inkml:brushProperty name="height" value="0.035" units="cm"/>
      <inkml:brushProperty name="color" value="#008C3A"/>
    </inkml:brush>
  </inkml:definitions>
  <inkml:trace contextRef="#ctx0" brushRef="#br0">61 748 3812,'0'0'5476,"-3"0"-4538,-23-5 11299,24 3-11841,-1 0 19,-13-10-541,5 8 3988,13 0-3303,1-4-461,0 0 0,1 1 0,0-1 0,0 1 0,1 0 0,0 0 0,0 0 1,1 1-1,0 0 0,7-6 0,76-59 300,-68 56-315,110-77 100,280-147 0,-22 71-3014,-352 154 2032,33-12-1305,-23 15-3955,-63 28-8659</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3.220"/>
    </inkml:context>
    <inkml:brush xml:id="br0">
      <inkml:brushProperty name="width" value="0.035" units="cm"/>
      <inkml:brushProperty name="height" value="0.035" units="cm"/>
      <inkml:brushProperty name="color" value="#008C3A"/>
    </inkml:brush>
  </inkml:definitions>
  <inkml:trace contextRef="#ctx0" brushRef="#br0">286 58 6401,'5'-10'767,"3"-5"131,-6 3 3592,-3-8-344,1 20-4091,0 0 0,0 0 1,0 0-1,0 0 0,0 0 0,-1 0 0,1 0 0,0 0 0,0 0 1,0 0-1,0 0 0,0 0 0,0 0 0,0 1 0,0-1 0,0 0 1,0 0-1,0 0 0,0 0 0,0 0 0,0 0 0,-1 0 1,1 0-1,0 0 0,0 0 0,0 0 0,0 0 0,0 0 0,0 0 1,0 0-1,0 0 0,0 0 0,0 0 0,0 0 0,0 0 0,-1 0 1,1 0-1,0-1 0,0 1 0,0 0 0,0 0 0,0 0 1,0 0-1,0 0 0,0 0 0,0 0 0,0 0 0,0 0 0,0 0 1,0 0-1,0 0 0,0 0 0,0 0 0,0 0 0,0 0 0,0-1 1,0 1-1,-1 4 100,0-1 1,1 0-1,0 0 0,0 1 1,0-1-1,0 0 1,0 0-1,2 6 0,5 20 134,-4-21-205,-1 0 1,0 0-1,2 17 1,-1 30 135,0-7-119,-1 1 1,-2-1-1,-3 1 1,-9 52-1,10-94-92,-2 27 32,0 6-13,-2-6 0,6-33-29,1 0 0,-1-1 0,0 1-1,0 0 1,0 0 0,1 0-1,-1-1 1,0 1 0,1 0 0,-1 0-1,1-1 1,-1 1 0,1 0-1,-1 0 1,1-1 0,-1 1 0,1-1-1,0 1 1,-1-1 0,1 1-1,1 0 1,0 1-3,5 4-6,1 1 1,0-2 0,0 1-1,1-1 1,-1 0-1,1-1 1,0 0 0,0-1-1,1 1 1,16 2 0,-15-3-10,-1-1 0,1 2 0,-1 0 0,1 0 0,-1 1 0,0 0 0,-1 1 0,13 9 0,-17-10 15,0 0 1,-1 1-1,0-1 1,0 1-1,0 0 0,0 0 1,-1 1-1,0-1 1,-1 1-1,1-1 1,-1 1-1,0 0 1,-1 0-1,0 0 0,0 0 1,0 0-1,-1 0 1,0 0-1,0 0 1,-1 0-1,0 0 1,0 0-1,-1 0 0,-4 11 1,2-6-12,0 0 1,-1 0-1,-1 0 1,0-1-1,0 1 1,-1-1-1,-1-1 0,0 0 1,0 0-1,-1 0 1,0-1-1,-19 14 1,-21 8-27,0-3 0,-3-2 0,-57 22 0,105-47 52,1 1 1,-1-1-1,1 0 0,-1 0 0,0-1 0,1 1 0,-1-1 0,0 1 0,0-1 0,-4-1 1,6 1-11,1 0 1,0-1-1,-1 1 1,1-1 0,0 1-1,0-1 1,-1 0-1,1 0 1,0 1 0,0-1-1,0 0 1,0 0 0,0 0-1,0 0 1,0 0-1,0 0 1,1 0 0,-1-1-1,0 1 1,0 0-1,1 0 1,-1-1 0,1 1-1,-1 0 1,1-1-1,0 1 1,-1-2 0,-3-29 0,-2-33 1,4 39-8,-1-28-26,3 50 7,-2 9 13,-5 34 25,2 0-1,-2 74 1,1-1-49,-29 149 132,17-149-85,5 0-1,1 124 0,14-191-9,2 0 0,1 0 0,3 0 0,18 63 0,-22-98 2,0 1-1,1-1 1,1 1 0,-1-2 0,1 1-1,12 14 1,49 47 21,-36-41-8,-11-11-542,1-1 0,1-1 0,1-1 0,0-1 0,29 13 0,-49-26-844</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54.399"/>
    </inkml:context>
    <inkml:brush xml:id="br0">
      <inkml:brushProperty name="width" value="0.035" units="cm"/>
      <inkml:brushProperty name="height" value="0.035" units="cm"/>
      <inkml:brushProperty name="color" value="#008C3A"/>
    </inkml:brush>
  </inkml:definitions>
  <inkml:trace contextRef="#ctx0" brushRef="#br0">115 32 10929,'11'-22'1709,"-9"18"3165,35-2-1985,-33 6-1477,0 58 2223,-57 337-181,48-364-3339,-23 108 135,-17 127-1460,28-96-1501,3-27-2029,7-49-2891,4-44-2360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0.773"/>
    </inkml:context>
    <inkml:brush xml:id="br0">
      <inkml:brushProperty name="width" value="0.035" units="cm"/>
      <inkml:brushProperty name="height" value="0.035" units="cm"/>
      <inkml:brushProperty name="color" value="#008C3A"/>
    </inkml:brush>
  </inkml:definitions>
  <inkml:trace contextRef="#ctx0" brushRef="#br0">346 26 6213,'-15'-20'20994,"11"19"-20637,-31-3 169,32 4 846,-22 43 57,-54 201 341,65-199-1664,-15 67-106,5 2 0,5 0 0,6 2 0,0 116 0,-3-5 0,4-62 0,1 191 0,6-167 0,12 224 0,12-185 0,-10-3 0,-1-105 0,-4-84 0,-1-1 0,-2 1 0,-4 43 0,-2-17 0,7 121 0,-1-172 0,0 4 0,1 1 0,-2-1 0,0 1 0,0-1 0,-2 1 0,0-1 0,-1 0 0,0 0 0,-11 28 0,13-40 0,-4 8-2,1 1 0,0-1 0,0 1 0,1 0 0,-2 23 0,0-8-13,6-36-1203,0 0-1,0 1 1,-1-1 0,0 0 0,0 0 0,-3-10 0,-5-13-6029,-7-10-6735</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2.811"/>
    </inkml:context>
    <inkml:brush xml:id="br0">
      <inkml:brushProperty name="width" value="0.035" units="cm"/>
      <inkml:brushProperty name="height" value="0.035" units="cm"/>
      <inkml:brushProperty name="color" value="#008C3A"/>
    </inkml:brush>
  </inkml:definitions>
  <inkml:trace contextRef="#ctx0" brushRef="#br0">106 183 4836,'-1'0'124,"1"0"0,0 0-1,-1 0 1,1 0-1,0 0 1,-1 0-1,1 0 1,0 0-1,0 0 1,-1 1-1,1-1 1,0 0 0,0 0-1,-1 0 1,1 1-1,0-1 1,0 0-1,-1 0 1,1 1-1,0-1 1,0 0-1,0 0 1,0 1 0,-1-1-1,1 0 1,0 1-1,0-1 1,0 0-1,0 1 1,0-1-1,0 0 1,0 1-1,0-1 1,0 0 0,0 1-1,0-1 1,0 0-1,0 0 1,0 1-1,13 3 7007,0 0 558,-35-7-7518,-10 0 171,-35 0 1,64 3 461,26 12-194,-3-5-427,0 0 0,1-2 1,0 0-1,0-1 0,0-1 0,33 1 0,5 1 55,262 9 728,2-26-615,-251 9-291,94-8-5,228 0-8,-208 11-33,0 0-54,192 3 97,-229-3-48,203-9-10,-232 7-1,147-7 0,-57-15-13,61-3-6,210 4 28,-114-1-5,-258 17-17,0 5 0,130 13-1,-90 0 30,-128-10-5,419-9-54,-331 3 65,42 1-11,97-7 32,-202 4-19,21 0-43,-62 7 15,0-1 1,0 1-1,1-1 1,-1 0-1,0-1 1,0 1-1,7-4 0,23-6 22,8 5-19,1 1 1,62 1-1,-7 0 17,-18-1 89,136-6 160,-168 8-215,-44 3-41,-10 0-135,-90-8-2207,62 4-1988,4-1-4459</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23.433"/>
    </inkml:context>
    <inkml:brush xml:id="br0">
      <inkml:brushProperty name="width" value="0.035" units="cm"/>
      <inkml:brushProperty name="height" value="0.035" units="cm"/>
      <inkml:brushProperty name="color" value="#008C3A"/>
    </inkml:brush>
  </inkml:definitions>
  <inkml:trace contextRef="#ctx0" brushRef="#br0">33 14 6437,'3'-13'8365,"-10"22"-3214,-2-5-6586,-1 0 2439,1 3-3600,8-3-1622,17-9 417,14-11-2122</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7.344"/>
    </inkml:context>
    <inkml:brush xml:id="br0">
      <inkml:brushProperty name="width" value="0.035" units="cm"/>
      <inkml:brushProperty name="height" value="0.035" units="cm"/>
      <inkml:brushProperty name="color" value="#008C3A"/>
    </inkml:brush>
  </inkml:definitions>
  <inkml:trace contextRef="#ctx0" brushRef="#br0">0 100 5889,'40'-15'2563,"-35"13"1143,-2-2-3128,-1 0 0,1 0 0,-1-1 0,1 1 1,-1-1-1,2-9 0,-1 1-1175,-6-17-6988</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38.006"/>
    </inkml:context>
    <inkml:brush xml:id="br0">
      <inkml:brushProperty name="width" value="0.035" units="cm"/>
      <inkml:brushProperty name="height" value="0.035" units="cm"/>
      <inkml:brushProperty name="color" value="#008C3A"/>
    </inkml:brush>
  </inkml:definitions>
  <inkml:trace contextRef="#ctx0" brushRef="#br0">0 52 3224,'52'-36'2134,"-50"34"-1866,17 0 59,32-10 4732,-49 14-5060,-1 0 0,0 0 1,0 0-1,1 0 1,-1 1-1,-1-1 0,1 0 1,0 1-1,0 2 1,-2-3-209,0-1 1,-1 1 0,1-1 0,0 1 0,-1-1-1,1 1 1,-1-1 0,0 0 0,0 0 0,1 0-1,-1 0 1,0 0 0,0 0 0,0-1 0,0 1-1,0 0 1,0-1 0,0 0 0,0 1-1,-3-1 1,-14 0-3441</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8.467"/>
    </inkml:context>
    <inkml:brush xml:id="br0">
      <inkml:brushProperty name="width" value="0.035" units="cm"/>
      <inkml:brushProperty name="height" value="0.035" units="cm"/>
      <inkml:brushProperty name="color" value="#008C3A"/>
    </inkml:brush>
  </inkml:definitions>
  <inkml:trace contextRef="#ctx0" brushRef="#br0">0 17 3484,'0'0'3108,"4"0"-2814,6 0-1270,12 1 4696,-24 3-1238,-14 5-1835,14-9-540,2-2-2589,-6-24-1659,6 23 882</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49.906"/>
    </inkml:context>
    <inkml:brush xml:id="br0">
      <inkml:brushProperty name="width" value="0.035" units="cm"/>
      <inkml:brushProperty name="height" value="0.035" units="cm"/>
      <inkml:brushProperty name="color" value="#008C3A"/>
    </inkml:brush>
  </inkml:definitions>
  <inkml:trace contextRef="#ctx0" brushRef="#br0">160 72 4704,'2'14'3184,"6"-20"759,-1-1-4876,-5 6 1108,-5 1-205,-3 2 169,0 0-1,0 0 1,1 1-1,-1-1 1,1 1 0,-1 1-1,-5 4 1,10-7-133,-1 0 424,-1 0-378,-4 0 386,1 1 0,-1 0 0,1 0 0,-1 0-1,-9 7 1,14-8 875,-4-35-967,4 29-915,0 0-1,0-1 1,0 1-1,-1 0 1,1 0 0,-1 1-1,0-1 1,-1 0-1,1 1 1,-1 0-1,-6-6 1,2 2-1384,-5-7-3203</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19.890"/>
    </inkml:context>
    <inkml:brush xml:id="br0">
      <inkml:brushProperty name="width" value="0.035" units="cm"/>
      <inkml:brushProperty name="height" value="0.035" units="cm"/>
      <inkml:brushProperty name="color" value="#008C3A"/>
    </inkml:brush>
  </inkml:definitions>
  <inkml:trace contextRef="#ctx0" brushRef="#br0">51 3 5412,'0'0'9895,"-3"1"-9942,1-1-598,-17 5 1440,5-6-8422,1-7 2828</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8:21.821"/>
    </inkml:context>
    <inkml:brush xml:id="br0">
      <inkml:brushProperty name="width" value="0.035" units="cm"/>
      <inkml:brushProperty name="height" value="0.035" units="cm"/>
      <inkml:brushProperty name="color" value="#008C3A"/>
    </inkml:brush>
  </inkml:definitions>
  <inkml:trace contextRef="#ctx0" brushRef="#br0">32 14 4540,'-6'-13'2699,"3"19"551,2-5-2523,1 0 0,0 0 0,0 0 0,-1 0 0,1 0 0,-1 0 0,1 0 0,-1 0 0,1 0 0,-1-1 0,0 1 0,1 0 0,-1 0 0,0 0 0,-1 0 0,3 0-782,0 0 1,0 0 0,0 0-1,0 0 1,0 0 0,-1 0-1,1 0 1,0 0-1,-1 1 1,1-1 0,0 0-1,0 2 1,-1 0-2200,-4-15 577,4 8 894,-2-4-8,-2 3-4825,-10-5-1693</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3.813"/>
    </inkml:context>
    <inkml:brush xml:id="br0">
      <inkml:brushProperty name="width" value="0.035" units="cm"/>
      <inkml:brushProperty name="height" value="0.035" units="cm"/>
      <inkml:brushProperty name="color" value="#008C3A"/>
    </inkml:brush>
  </inkml:definitions>
  <inkml:trace contextRef="#ctx0" brushRef="#br0">0 14 2496,'0'0'2332,"3"-1"-2284,20-11 21,-20 11 158,13 24-2451</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4.486"/>
    </inkml:context>
    <inkml:brush xml:id="br0">
      <inkml:brushProperty name="width" value="0.035" units="cm"/>
      <inkml:brushProperty name="height" value="0.035" units="cm"/>
      <inkml:brushProperty name="color" value="#008C3A"/>
    </inkml:brush>
  </inkml:definitions>
  <inkml:trace contextRef="#ctx0" brushRef="#br0">121 0 2852,'0'0'860,"-13"6"-664,-2 0-60,-8-6-68,1 3-56,0-3-460,-3 5-636</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28.593"/>
    </inkml:context>
    <inkml:brush xml:id="br0">
      <inkml:brushProperty name="width" value="0.035" units="cm"/>
      <inkml:brushProperty name="height" value="0.035" units="cm"/>
      <inkml:brushProperty name="color" value="#008C3A"/>
    </inkml:brush>
  </inkml:definitions>
  <inkml:trace contextRef="#ctx0" brushRef="#br0">118 370 3736,'-1'-1'333,"0"-1"-1,0 0 0,0 1 1,0-1-1,0 1 0,0-1 1,-1 1-1,1-1 0,0 1 1,-1 0-1,1-1 0,-1 1 1,0 0-1,1 0 0,-1 0 1,0 1-1,1-1 0,-4-1 1,-11-1-479,16 3 115,-3 0 641,-29 14 2253,29-15-2730,0 0 0,0 0 1,0 0-1,0 0 1,1 0-1,-1-1 0,-4-3 1,2 2 84,2 2 155,3-2-55,-1-2-253,0 0-1,1 0 0,-1 0 0,1 0 0,0 0 0,1-1 0,-1 1 0,1 0 1,0 0-1,2-5 0,1 1 31,0-1-1,1 1 1,0 1 0,10-14-1,-1 2 31,-8 9-66,2 0 0,-1 1 0,1 0 0,1 0 0,0 1 0,0 0 0,19-13 1,-6 8 37,-6 2-42,1 1-1,0 1 0,1 1 0,0 0 1,0 1-1,1 1 0,23-5 1,-27 9 8,-1 0-39,1 0-1,1 1 1,-1 1-1,21 1 1,-28 1-31,-1 0 0,0 1 0,0 0 0,0 0 0,0 1 0,-1-1 0,1 2 1,-1-1-1,1 1 0,-1 0 0,0 0 0,7 7 0,-3-2-1,-1 0 1,-1 0-1,0 1 1,0 1-1,-1-1 1,11 22-1,29 77-67,-9-19 164,-32-77-88,0 0 1,-1 1 0,0-1-1,-1 1 1,-1 0 0,0 1-1,-1-1 1,-1 0 0,0 22-1,-2-31-3,0 0 1,0 0-1,-1-1 0,1 1 0,-1-1 0,0 1 1,0-1-1,-1 1 0,0-1 0,1 0 0,-1 0 1,-1-1-1,1 1 0,0-1 0,-1 1 0,0-1 1,0 0-1,-6 3 0,-9 6 38,0-1-1,-35 14 1,2-5 40,-66 16 0,-35 12 141,117-27 47,34-19-40,3 1-162,1-1-1,0 1 1,0 0-1,0 0 1,0-1-1,0 1 1,0-1-1,1 0 1,-1 0-1,1 0 1,5 4-1,-6-5-12,0 0-24,0 1 0,1-1 0,-1 0 0,0 0 0,1 0 0,-1 0 0,1-1 0,-1 1 0,1-1 0,0 1 0,-1-1-1,1 0 1,-1 0 0,5 0 0,11 0 64,117 5 219,219-19-1,-167 2-253,-38 3 211,-146 9-236,19 0 21,-18 1-844,7 1 1902,-7-2-5014,9-12-10411</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30.998"/>
    </inkml:context>
    <inkml:brush xml:id="br0">
      <inkml:brushProperty name="width" value="0.035" units="cm"/>
      <inkml:brushProperty name="height" value="0.035" units="cm"/>
      <inkml:brushProperty name="color" value="#008C3A"/>
    </inkml:brush>
  </inkml:definitions>
  <inkml:trace contextRef="#ctx0" brushRef="#br0">45 3 2380,'-45'-3'1584</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45.957"/>
    </inkml:context>
    <inkml:brush xml:id="br0">
      <inkml:brushProperty name="width" value="0.035" units="cm"/>
      <inkml:brushProperty name="height" value="0.035" units="cm"/>
      <inkml:brushProperty name="color" value="#008C3A"/>
    </inkml:brush>
  </inkml:definitions>
  <inkml:trace contextRef="#ctx0" brushRef="#br0">340 115 3884,'-35'8'6056,"67"2"6315,-36-7-12349,0-1 1,0 1-1,0 0 1,0 1-1,0-1 1,1 1-1,-1-1 1,1 1-1,0 0 1,0 0-1,0 1 1,1-1-1,0 1 1,-4 7-1,4-6 5,-12 23 138,-15 52 0,-3 10-57,23-65-67,1 0-1,1 0 1,-5 40 0,8-40-54,-1-1-1,-1 0 1,-16 41 0,-3 5 21,24-68 12,-5 17-11,5-15 65,8-13 12,5-8-88,-1-1 0,0-1 0,-1 0 1,8-23-1,12-20 8,45-79-288,-67 122 253,0 1 0,-1-1 0,-2-1-1,5-21 1,8-25-19,22-42-176,-35 95 163,1 1 0,0 1-1,0-1 1,1 1 0,0 0-1,1 1 1,9-10 0,-14 15 55,0 1 1,0-1-1,-1 0 0,0 0 1,0-1-1,0 1 1,0 0-1,0-1 1,-1 1-1,0-1 0,0 0 1,0 1-1,-1-1 1,0 0-1,0 1 1,0-1-1,-1-5 0,1 4 11,0 3 7,-2 5-171,-5 2 159,1 1 0,0 0-1,0 1 1,0-1 0,1 1 0,-1 0 0,2 1-1,-1-1 1,-6 12 0,-55 108 23,-57 94 45,113-203-64,-123 235-4,123-224 15,-10 39 1,14-40-132,-18 41 1,23-65-357,10-23-4551,-5-5 2846,-6 1-2529,1-5-1809</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47.187"/>
    </inkml:context>
    <inkml:brush xml:id="br0">
      <inkml:brushProperty name="width" value="0.035" units="cm"/>
      <inkml:brushProperty name="height" value="0.035" units="cm"/>
      <inkml:brushProperty name="color" value="#008C3A"/>
    </inkml:brush>
  </inkml:definitions>
  <inkml:trace contextRef="#ctx0" brushRef="#br0">10 32 3820,'-7'-14'424,"4"-3"-1020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0.969"/>
    </inkml:context>
    <inkml:brush xml:id="br0">
      <inkml:brushProperty name="width" value="0.035" units="cm"/>
      <inkml:brushProperty name="height" value="0.035" units="cm"/>
      <inkml:brushProperty name="color" value="#008C3A"/>
    </inkml:brush>
  </inkml:definitions>
  <inkml:trace contextRef="#ctx0" brushRef="#br0">175 186 3864,'0'0'1904,"2"-2"-1257,9-9-52,-11 6-302,-26 6-431,13 8-301,5-2 1218,1-7 2616,-3-3-2960,7 3-355,1-1 0,0 0 0,0 1 0,0-1 0,-1 0 0,1 0 0,0 0 0,0 0 0,0-1 0,1 1 0,-1 0 0,0-1 0,0 1 0,1-1 0,-1 0 0,1 0 0,-3-3 0,3 3 56,-10-4-12,10 5-152,0 0 0,1 1-1,-1-1 1,0 1 0,1-1 0,-1 0 0,0 1 0,0 0-1,0-1 1,1 1 0,-1-1 0,0 1 0,0 0 0,0 0-1,0-1 1,0 1 0,0 0 0,0 0 0,1 0 0,-1 0-1,0 0 1,-2 1 0,-26 10-185,26-9 139,2 0-91,-1 0-365,-11 11 2362,8-13 122,5-11-1371,0 8-482,1 0 0,0 0 0,0 1 0,1-1 0,-1 0 0,0 1 0,1-1 0,0 0 1,-1 1-1,5-5 0,-4 5-201,-1 0 876,20-17 148,-19 16-890,0 0 1,1 0-1,-1 1 1,1-1-1,0 0 1,0 1-1,0 0 1,0-1-1,0 1 1,0 1-1,5-3 1,-6 3 183,-1-1-202,1-1-1,-1 1 1,1 0-1,-1 0 1,1 0-1,0 0 1,0 0-1,0 1 1,0-1-1,1 0 1,-1 1-1,0 0 1,1-1-1,-1 1 1,0 0-1,1 0 0,0 0 1,2 0-1,-3 1 16,-1-3-190,1 0 162,-1 0 0,1 0 0,0 0 0,0 1 0,0-1 0,0 1 0,0-1 0,0 1 1,1 0-1,-1 0 0,1 0 0,0 0 0,5-2 0,-7 3-35</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2.926"/>
    </inkml:context>
    <inkml:brush xml:id="br0">
      <inkml:brushProperty name="width" value="0.035" units="cm"/>
      <inkml:brushProperty name="height" value="0.035" units="cm"/>
      <inkml:brushProperty name="color" value="#008C3A"/>
    </inkml:brush>
  </inkml:definitions>
  <inkml:trace contextRef="#ctx0" brushRef="#br0">272 129 5036,'9'-5'531,"4"-2"76,-3 5 2536,4-24 1425,-11 16-3554,10-23 1072,-2 16 2805,-12 16-4826,1 0-1,-1 1 1,1-1-1,-1 0 1,1 0-1,-1 0 1,1 0-1,0 0 1,-1 0-1,1 1 1,0-1 0,0 0-1,-1 0 1,1 0-1,0 0 1,0 0-1,0-2 1,-2-6 2861,-13 7-1483,10 3-956,0 1-1,-1 0 1,1-1-1,0 2 1,0-1-1,-9 6 1,12-2-267,-27 409 1514,2-261-1734,-6 52 0,14-27 0,14-151 0,3-23 0,1 0 0,0 0 0,1 0 0,-1 0 0,1 1 0,0-1 0,0 0 0,1 0 0,-1 1 0,3 6 0,-3-11 0,0-1 0,0 0 0,0 0 0,0 0 0,0 0 0,0 0 0,0 1 0,0-1 0,0 0 0,1 0 0,-1 0 0,0 0 0,0 0 0,0 0 0,0 1 0,0-1 0,0 0 0,0 0 0,1 0 0,-1 0 0,0 0 0,0 0 0,0 0 0,0 0 0,0 0 0,1 0 0,-1 0 0,0 0 0,0 0 0,0 0 0,0 0 0,1 0 0,-1 0 0,0 0 0,0 0 0,0 0 0,0 0 0,1 0 0,-1 0 0,0 0 0,0 0 0,0 0 0,0 0 0,0 0 0,1 0 0,-1 0 0,0 0 0,0 0 0,0-1 0,0 1 0,0 0 0,0 0 0,0 0 0,1 0 0,-1 0 0,0 0 0,0-1 0,14-14 0,20-34 0,-21 30 0,40-61 0,-3-1 0,70-159 0,-100 185-105,-1-2-1,13-77 1,5-15-44,-21 77 16,-15 68 131,6-18-124,-22 41 107,2 0 0,0 2 0,2 0 0,-18 42 1,11-23 9,-272 518-240,228-443 141,6 10-1568,21-42-2070,25-61-742,-21 32 1</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3.563"/>
    </inkml:context>
    <inkml:brush xml:id="br0">
      <inkml:brushProperty name="width" value="0.035" units="cm"/>
      <inkml:brushProperty name="height" value="0.035" units="cm"/>
      <inkml:brushProperty name="color" value="#008C3A"/>
    </inkml:brush>
  </inkml:definitions>
  <inkml:trace contextRef="#ctx0" brushRef="#br0">366 105 7453,'0'0'1799,"1"-3"-82,12-26 1320,-12 27-1686,0-2-47,1-1-1191,13-46 4516,-14 41-2145,-14 32-1745,-88 233 791,90-222-1637,-6 9-789,-2 0 1,-38 63-1,-60 71-8398,107-161 7983,-45 65-8462</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7.796"/>
    </inkml:context>
    <inkml:brush xml:id="br0">
      <inkml:brushProperty name="width" value="0.035" units="cm"/>
      <inkml:brushProperty name="height" value="0.035" units="cm"/>
      <inkml:brushProperty name="color" value="#008C3A"/>
    </inkml:brush>
  </inkml:definitions>
  <inkml:trace contextRef="#ctx0" brushRef="#br0">169 81 12189,'0'0'5693,"-1"-4"-3886,-1 0-1411,0 1-1,0-1 1,0 0 0,-1 1-1,0-1 1,1 1 0,-1 0-1,0 0 1,0 0 0,-1 0-1,1 1 1,-1-1 0,-6-3-1,2 2 103,0-1-17,0 1 1,0 0-1,-1 1 1,-8-4-1,15 7-453,1 0-1,-1-1 0,1 1 1,-1 0-1,0-1 0,1 1 0,-1 0 1,1 0-1,-1 0 0,1 0 0,-1 1 1,0-1-1,1 0 0,-1 1 0,1-1 1,-1 1-1,1-1 0,-1 1 0,1 0 1,0 0-1,-1 0 0,1-1 0,0 1 1,0 1-1,0-1 0,-1 0 1,1 0-1,0 0 0,-1 2 0,-1 3-103,1 0-1,-1 1 1,1-1-1,0 0 1,-1 12-1,2-15-42,1 20-37,-2-6 137,0 21 16,2-36 19,1 0 1,-1-1-1,0 1 0,1 0 0,0-1 0,-1 1 0,1 0 0,0-1 0,0 1 0,-1-1 0,1 0 0,0 1 1,1-1-1,-1 0 0,0 1 0,0-1 0,1 0 0,-1 0 0,0 0 0,3 1 0,14 5 50,0 0 0,1-2 0,0 0-1,1-1 1,-1-1 0,0 0-1,22-1 1,4 2 4,238 17-307,-209-20-1247,139-16 0,-88-6-815,61-8-1527,-2 16-2552,12-5-4059</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688"/>
    </inkml:context>
    <inkml:brush xml:id="br0">
      <inkml:brushProperty name="width" value="0.035" units="cm"/>
      <inkml:brushProperty name="height" value="0.035" units="cm"/>
      <inkml:brushProperty name="color" value="#008C3A"/>
    </inkml:brush>
  </inkml:definitions>
  <inkml:trace contextRef="#ctx0" brushRef="#br0">0 1 4628,'19'6'632,"-12"-1"-476,2 7-616</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18.937"/>
    </inkml:context>
    <inkml:brush xml:id="br0">
      <inkml:brushProperty name="width" value="0.035" units="cm"/>
      <inkml:brushProperty name="height" value="0.035" units="cm"/>
      <inkml:brushProperty name="color" value="#008C3A"/>
    </inkml:brush>
  </inkml:definitions>
  <inkml:trace contextRef="#ctx0" brushRef="#br0">184 0 6009,'-2'1'556,"0"-1"-415,0 0 1,0 1 0,0 0 0,0 0-1,0-1 1,0 1 0,0 0 0,0 0 0,-3 3-1,1 5 7694,-2-10-6236,4 0-1374,0 0 1,0 1 0,0-1 0,-1 1-1,1 0 1,0 0 0,0-1 0,0 1 0,0 1-1,-4-1 1,-8 19 840,10-14-553,0 1-1,0-1 1,0 0 0,-1 0 0,1-1-1,-1 0 1,-9 7 0,-39 24 3277,51-33-1637,-4 10-905,6-12-1241,-1 0 0,1 0 1,0 0-1,0 1 0,0-1 1,-1 0-1,1 0 0,0 1 1,0-1-1,0 0 0,0 0 1,0 1-1,0-1 0,-1 0 1,1 0-1,0 1 0,0-1 1,0 0-1,0 0 0,0 1 1,0-1-1,0 0 0,0 1 1,0-1-1,0 0 1,0 0-1,0 1 0,0-1 1,1 0-1,-1 0 0,0 1 1,0-1-1,0 0 0,0 0 1,0 1-1,1-1 0,-1 0 1,0 0-1,0 1 0,0-1 1,1 0-1,-1 0 0,0 0 1,0 0-1,0 1 0,1-1 1,-1 0-1,1 0 0,11 0 137,-11 0-138,482-48-6747,-252 30-3338,-217 17 9047,119-6-10899</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5.074"/>
    </inkml:context>
    <inkml:brush xml:id="br0">
      <inkml:brushProperty name="width" value="0.035" units="cm"/>
      <inkml:brushProperty name="height" value="0.035" units="cm"/>
      <inkml:brushProperty name="color" value="#008C3A"/>
    </inkml:brush>
  </inkml:definitions>
  <inkml:trace contextRef="#ctx0" brushRef="#br0">674 0 5509,'0'0'8114,"2"2"-7389,16 10 553,-10-8-400,0 1 0,-1 0 0,0 0 0,0 1 1,7 8-1,-12-12 120,-3 0-843,0 1 1,0-1 0,0 1-1,1-1 1,-1 1-1,1 0 1,-1-1 0,1 1-1,0 3 1,0 5 279,-20 153 2320,-61 242 0,-94 220-1312,-15 55-869,25 5-2235,72-28-3985,84-571 4159,6-67 923,-1 33-1271,7-17-2416,-3-35 4064,0-1 0,0 1 0,0-1 0,0 1 0,0-1 1,0 1-1,0 0 0,0-1 0,1 1 0,-1-1 0,0 1 0,0-1 0,1 1 0,-1-1 1,0 0-1,1 1 0,-1-1 0,0 1 0,1-1 0,-1 0 0,0 1 0,1-1 1,-1 0-1,1 1 0,-1-1 0,1 1 0,24-8-7750</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5.811"/>
    </inkml:context>
    <inkml:brush xml:id="br0">
      <inkml:brushProperty name="width" value="0.035" units="cm"/>
      <inkml:brushProperty name="height" value="0.035" units="cm"/>
      <inkml:brushProperty name="color" value="#008C3A"/>
    </inkml:brush>
  </inkml:definitions>
  <inkml:trace contextRef="#ctx0" brushRef="#br0">281 37 5008,'-15'-2'596,"0"0"0,1-2 0,0 1 0,-1-2 0,-19-9-1,33 14-549,-3-2 145,-1 1 0,0 0-1,0 0 1,0 0-1,0 1 1,0 0-1,-8 0 1,-2 0 57,8 0-133,0 0 1,0 1-1,0 0 1,0 0-1,0 0 1,-10 4-1,5-1 60,8-3-184,-30 8 2516,33-5-770,17-3-733,357 20 3021,-312-16-3744,681 62 690,266 20-634,-764-69-294,1285 87 53,0-36-147,-376-65 11,-914-21 17,250-48 0,-421 51-453,88-30 1,-152 42-43,-9 2-3097,-41-4-3252,21 11-438</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6.827"/>
    </inkml:context>
    <inkml:brush xml:id="br0">
      <inkml:brushProperty name="width" value="0.035" units="cm"/>
      <inkml:brushProperty name="height" value="0.035" units="cm"/>
      <inkml:brushProperty name="color" value="#008C3A"/>
    </inkml:brush>
  </inkml:definitions>
  <inkml:trace contextRef="#ctx0" brushRef="#br0">1 0 5184,'20'17'8191,"0"-4"-3415,25 8-2222,-6-10-2631,43 8-1,405 49 1391,1338 13-516,1-120-862,-1238 14 11,656-18 8,-1198 42 40,955 4 17,-6 81 0,-832-55-18,68 10-2921,-241-59-941,-16-12-1020,-10-7-2945</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8.403"/>
    </inkml:context>
    <inkml:brush xml:id="br0">
      <inkml:brushProperty name="width" value="0.035" units="cm"/>
      <inkml:brushProperty name="height" value="0.035" units="cm"/>
      <inkml:brushProperty name="color" value="#008C3A"/>
    </inkml:brush>
  </inkml:definitions>
  <inkml:trace contextRef="#ctx0" brushRef="#br0">1606 1 3440,'-197'51'4337,"196"-51"-4271,0 0 1,-1 0-1,1 0 1,0 0-1,0 0 1,0 1 0,0-1-1,0 0 1,0 1-1,0-1 1,0 1-1,0-1 1,0 1-1,0 0 1,0-1 0,0 1-1,0 0 1,0 0-1,1 0 1,-1-1-1,0 1 1,0 0-1,0 2 1,1-2 1,0 1 0,0-1 0,0 0 0,0 0 0,0 1 0,0-1 1,1 0-1,-1 0 0,0 1 0,1-1 0,-1 0 0,1 0 0,-1 0 0,1 0 0,0 0 0,-1 0 0,3 2 0,5 6 443,0-1 0,0 0 0,16 11 0,-16-13 150,-5-4-319,0 0 0,0 0 0,0 0 0,1 0 1,-1-1-1,1 1 0,-1-1 0,1 0 0,0 0 0,5 1 1,4 1-388,-10-2 838,-2 1-3356,-1-2 2477,1 1 1,-1 0-1,1-1 0,0 1 0,-1 0 0,1-1 0,-1 1 0,1-1 1,0 1-1,-1-1 0,1 0 0,0 1 0,0-1 0,-1 0 1,1 1-1,1-1 0,-1 1-37,0-1 1,0 0-1,0 1 0,1 0 1,-1-1-1,0 1 0,0 0 0,0-1 1,0 1-1,-1 0 0,1 0 1,0 0-1,0 0 0,0 1 1,-1 8-422,0 0 0,-1 0 0,0-1 0,-1 1 0,0 0 0,-1-1 1,-6 15-1,8-21 310,-26 15 486,3-27-140,23 8-98,1 1 0,-1-1 1,0 1-1,1-1 1,-1 0-1,0 1 0,1-1 1,-1 0-1,1 0 1,-1 1-1,1-1 0,0 0 1,-1 0-1,1 0 1,0 1-1,0-1 0,-1 0 1,1-1-1,-1 0 34,-22-47 781,22 46-505,-3-20 307,4 20-568,-1 0 0,0 0 1,0 0-1,-1 1 1,1-1-1,-1 0 0,1 0 1,-1 1-1,0-1 1,0 1-1,0-1 0,0 1 1,-1 0-1,1 0 1,0 0-1,-1 0 0,0 0 1,1 1-1,-1-1 1,0 1-1,0 0 0,0-1 1,0 1-1,0 1 1,0-1-1,0 0 0,-5 0 1,-12-1 311,0 0 0,0 1 0,-25 1 0,20 1 1,-10 1-80,31-1-224,-5 4-8,9-5-57,-1 0-1,0 0 1,0 0 0,1 0 0,-1 1 0,0-1 0,0 0-1,1 0 1,-1 1 0,0-1 0,1 1 0,-1-1 0,0 0-1,1 1 1,-1-1 0,1 1 0,-1-1 0,1 1 0,-1 0-1,1-1 1,-1 1 0,1 0 0,-1-1 0,1 1 0,0 0-1,-1 0 1,1 4 3,-1 0 0,1 0 0,1 0-1,-1 0 1,1 0 0,0 0 0,0 0-1,0 0 1,0-1 0,1 1 0,0 0-1,0-1 1,0 1 0,1-1 0,0 0 0,5 7-1,-6-9 151,7 6 328,-8-7-393,-1 0-1,1 0 1,-1-1-1,1 1 1,0 0-1,0 0 1,-1 0-1,1-1 1,0 1-1,0 0 1,0-1-1,0 1 1,0-1-1,0 1 0,0-1 1,0 0-1,0 1 1,0-1-1,1 0 1,1-2-30,-1 0 0,0-1-1,0 1 1,0-1 0,0 0 0,0 0 0,-1 0 0,1 0-1,-1 0 1,0 0 0,0 0 0,0 0 0,0-1 0,0 1 0,-1 0-1,1-1 1,-1 1 0,0 0 0,0-1 0,0 1 0,-2-5 0,2 2-112,-1-40 328,-13-74-1,14 117 40,-2 3-281,1 0 0,0 1 1,-1-1-1,1 1 0,0-1 1,0 1-1,-1 0 0,1-1 1,0 1-1,0 0 0,0 0 1,0 0-1,0 0 0,0 0 1,0 0-1,0 0 1,0 0-1,1 0 0,-1 0 1,-1 3-1,-11 24 244,4 5 109,1 0 0,-6 56 0,6-30-92,-131 593 1652,-54-40-1412,-41-13-345,101-269-89,125-309-110,-184 488 53,43 14-43,56 68-580,79-485 100,19-75-484,-5-30 907,0-1 0,0 1 1,0-1-1,0 0 0,0 1 1,0-1-1,0 1 0,0-1 0,0 1 1,1-1-1,-1 1 0,0-1 1,0 1-1,0-1 0,1 1 1,-1-1-1,0 0 0,1 1 0,-1-1 1,0 0-1,1 1 0,-1-1 1,1 0-1,-1 1 0,0-1 0,1 0 1,-1 0-1,1 0 0,-1 1 1,1-1-1,-1 0 0,1 0 1,-1 0-1,1 0 0,-1 0 0,1 0 1,-1 0-1,1 0 0,-1 0 1,1 0-1,2-5-297,0-1 1,0 1-1,0-1 0,-1 0 1,0 1-1,-1-1 1,1 0-1,-1 0 0,0 0 1,0-9-1,2-3-705,13-51-3860,13-2-2727</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9:59.482"/>
    </inkml:context>
    <inkml:brush xml:id="br0">
      <inkml:brushProperty name="width" value="0.035" units="cm"/>
      <inkml:brushProperty name="height" value="0.035" units="cm"/>
      <inkml:brushProperty name="color" value="#008C3A"/>
    </inkml:brush>
  </inkml:definitions>
  <inkml:trace contextRef="#ctx0" brushRef="#br0">801 449 4224,'4'1'398,"1"-1"0,0 0-1,0 0 1,-1 0-1,1 0 1,0-1-1,-1 0 1,1 0 0,4-2-1,-6 3 1984,-1-2-1389,6-3-565,0 0 1,-1 0-1,0-1 0,0 0 0,-1 0 1,1-1-1,-1 0 0,-1 0 0,1 0 1,-1-1-1,6-13 0,-4 10-148,-1 0 0,-1 0 0,1-1 0,-2 0-1,0 0 1,-1 0 0,0-1 0,0 1 0,-1-1-1,-1 1 1,0-1 0,-1 0 0,-1 0 0,-1-14 0,-1 7 17,1 0 1,2-1-1,0 1 0,1-1 1,5-31-1,-23 75 181,-21 45 426,3 2 0,-39 108 0,55-130-604,-99 300 1289,111-326-1503,-134 578 1140,114-466-1060,-273 1375 659,148-788-1490,123-487-1356,10-64-237,17-162 2009,0 8-440,0 0 0,0 0 0,3 31 1,-1-43 249,1 1 1,0-1-1,0 0 1,0 0 0,0 0-1,1 0 1,0 0 0,3 6-1,-3-7-33,-1-1 0,1 0-1,0 0 1,-1-1 0,1 1 0,0 0-1,0 0 1,0-1 0,1 0-1,-1 1 1,0-1 0,1 0-1,-1 0 1,0 0 0,5 1 0,11 1-7093</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0.513"/>
    </inkml:context>
    <inkml:brush xml:id="br0">
      <inkml:brushProperty name="width" value="0.035" units="cm"/>
      <inkml:brushProperty name="height" value="0.035" units="cm"/>
      <inkml:brushProperty name="color" value="#008C3A"/>
    </inkml:brush>
  </inkml:definitions>
  <inkml:trace contextRef="#ctx0" brushRef="#br0">4 38 5328,'-2'-10'565,"1"-1"330,1 1 4335,31 5-1003,-23 4-3789,-1 1 1,1-1 0,0 2-1,-1-1 1,10 3-1,12 0 0,412 1 1862,168 7-1770,1248 102-297,-140 40-1339,118 8-655,-1258-133 1363,-4-41 86,-363-11 230,-179 18 80,0-1-1,0-1 1,-1-1 0,45-22-1,-63 25-24,-1 0-1,0-1 1,0-1-1,14-13 0,-23 20-54,-4-1-1586,0 1 1481,0 1 0,1-1 1,-1 0-1,0 0 0,0 1 1,1-1-1,-1 1 1,0-1-1,0 1 0,0 0 1,0-1-1,0 1 1,0 0-1,0 1 0,1-1 1,-1 0-1,0 0 0,0 1 1,0-1-1,0 1 1,1 0-1,-1-1 0,0 1 1,0 0-1,1 0 1,-1 0-1,-1 2 0,-19 7-3646,3-2-942</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465"/>
    </inkml:context>
    <inkml:brush xml:id="br0">
      <inkml:brushProperty name="width" value="0.035" units="cm"/>
      <inkml:brushProperty name="height" value="0.035" units="cm"/>
      <inkml:brushProperty name="color" value="#008C3A"/>
    </inkml:brush>
  </inkml:definitions>
  <inkml:trace contextRef="#ctx0" brushRef="#br0">591 190 6513,'-125'217'7688,"-83"94"-3951,3-46-2032,155-201-120,48-61-986,16-18-197,137-183 38,-87 109-372,1 2-34,221-284 16,-241 316-28,84-93 46,-127 146-71,10-10 33,0 0 0,1 0 1,0 1-1,25-14 0,-36 23-14,0 0-1,1 1 1,-1 0-1,1 0 1,-1-1 0,1 2-1,0-1 1,-1 0-1,1 0 1,0 1-1,0-1 1,0 1 0,-1 0-1,1 0 1,0 0-1,0 0 1,0 1 0,-1-1-1,1 1 1,0 0-1,0-1 1,-1 1-1,1 0 1,-1 1 0,1-1-1,-1 0 1,1 1-1,-1-1 1,0 1-1,0 0 1,0 0 0,0 0-1,0 0 1,0 0-1,0 0 1,2 4 0,1 4 50,-1-1 1,1 1-1,-2-1 1,1 1 0,-1 0-1,-1 0 1,0 1 0,0-1-1,-1 12 1,1 8 176,-6 58 0,-13 21 4,-5-1 0,-40 120 0,12-46-932,-29 75-2827,25-87-1881,26-95-1332,20-55 495</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800"/>
    </inkml:context>
    <inkml:brush xml:id="br0">
      <inkml:brushProperty name="width" value="0.035" units="cm"/>
      <inkml:brushProperty name="height" value="0.035" units="cm"/>
      <inkml:brushProperty name="color" value="#008C3A"/>
    </inkml:brush>
  </inkml:definitions>
  <inkml:trace contextRef="#ctx0" brushRef="#br0">5 154 7029,'0'0'84,"0"1"0,-1-1 0,1 0 0,0 0 0,0 0 0,0 0 0,0 0 0,-1 0 0,1 0-1,0 0 1,0 0 0,0 0 0,0 0 0,-1 0 0,1 0 0,0 1 0,0-1 0,0 0 0,0 0 0,0 0 0,0 0 0,-1 0 0,1 1 0,0-1 0,0 0 0,0 0 0,0 0 0,0 0 0,0 1 0,0-1 0,0 0 0,0 0 0,0 0 0,0 0 0,0 1 0,0-1 0,0 0 0,0 0 0,0 0 0,0 0 0,0 1 0,0-1 0,0 0 0,0 0 0,0 0 0,0 0 0,0 1 0,0-1 0,1 0 0,-1 0 0,0 0 0,0 0 0,0 0 0,0 1 0,0-1 0,0 0 0,1 0 0,26-4 942,1 1 1,0 1-1,40 3 0,0-1-447,25-2-64,332-21-2375,-335 11 942,367-62-2999,-399 60 3812,-29 6 143,0 1 0,0 1 1,42-2-1,-69 8-27,-1 0 0,1 0 0,-1 0 0,1 1 0,-1-1 0,1 0 0,0 1 0,-1-1 0,0 1 0,1-1 0,-1 1 0,1 0 0,-1 0-1,0-1 1,1 1 0,-1 0 0,0 0 0,0 0 0,0 1 0,0-1 0,1 0 0,-2 0 0,1 1 0,0-1 0,0 0 0,0 1 0,-1-1 0,1 1 0,-1-1 0,1 1-1,0 1 1,2 5-64,-2-6-110</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2.949"/>
    </inkml:context>
    <inkml:brush xml:id="br0">
      <inkml:brushProperty name="width" value="0.035" units="cm"/>
      <inkml:brushProperty name="height" value="0.035" units="cm"/>
      <inkml:brushProperty name="color" value="#008C3A"/>
    </inkml:brush>
  </inkml:definitions>
  <inkml:trace contextRef="#ctx0" brushRef="#br0">1 104 4728,'0'0'4513,"6"-17"-3857,-3 2 160,4 1-744,-1-3-256,1 5-608,-1 1-2116,-3-6-1009</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4.909"/>
    </inkml:context>
    <inkml:brush xml:id="br0">
      <inkml:brushProperty name="width" value="0.035" units="cm"/>
      <inkml:brushProperty name="height" value="0.035" units="cm"/>
      <inkml:brushProperty name="color" value="#008C3A"/>
    </inkml:brush>
  </inkml:definitions>
  <inkml:trace contextRef="#ctx0" brushRef="#br0">61 472 7817,'0'0'7846,"4"0"-7509,30 0-72,-31 0-10,11-5 644,2-14-3875,-4 6 5325,-4 23-2140,2 5 4355,-5-12-4513,-3-1-24,-1-1-1,1 1 1,0-1-1,0 0 1,0 0 0,0 1-1,0-2 1,0 1-1,0 0 1,0 0 0,0-1-1,0 1 1,0-1-1,0 1 1,1-1 0,-1 0-1,4 0 1,12-4-25,0 0 0,-1-1 0,0 0 1,30-15-1,61-40-620,-96 51 523,0-1-1,0 0 1,-1-1 0,0 0-1,17-25 1,-4 7-76,-15 19 156,-1 1 0,-1-1 0,1 0 0,-2 0 0,1-1 1,-1 0-1,-1-1 0,0 1 0,-1-1 0,0 0 1,0 0-1,-1 0 0,-1 0 0,0 0 0,-1-1 0,-1-19 1,1 29 38,-1 1 0,-1 0 0,1-1 0,0 1 1,0 0-1,-1 0 0,0-1 0,1 1 1,-1 0-1,0 0 0,0 0 0,0 0 1,0 0-1,0 0 0,-1 0 0,1 0 1,-1 1-1,1-1 0,-1 0 0,1 1 1,-4-3-1,3 3 13,-1 0 0,0 0 0,1 0 0,-1 1 0,0-1 0,0 1 0,0-1 0,0 1 0,0 0 0,1 0 0,-1 0 0,0 1 0,0-1 0,-4 2 0,-8 2 113,0 1 0,1 1 0,0 0 1,0 1-1,-15 10 0,6-3 142,0 2 1,1 1-1,0 0 0,1 2 0,2 0 1,-26 32-1,42-48-261,-36 40 434,-69 82 672,92-103-966,1 0 1,1 0-1,1 2 0,-12 29 1,24-52-170,-8 20 87,1 0 1,1 0-1,1 0 1,0 1-1,-2 24 1,8-40-85,0 0 0,0-1 1,0 1-1,1 0 1,-1 0-1,1 0 0,1-1 1,-1 1-1,1 0 0,0-1 1,0 1-1,1-1 0,-1 0 1,1 0-1,1 0 0,-1 0 1,1-1-1,-1 1 0,1-1 1,0 0-1,1 0 0,-1 0 1,1 0-1,8 4 1,-2-2-150,-1-1 0,2 0 0,-1-1 1,0 0-1,1 0 0,0-1 1,0-1-1,0 0 0,16 0 0,-5-1-337,0-2 0,0 0 0,46-9-1,-43 4-181,-1-1 0,0-2 0,0 0 0,0-2-1,31-19 1,-16 5-2323,-1-2 0,42-37 0,-14 5-5421</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5.379"/>
    </inkml:context>
    <inkml:brush xml:id="br0">
      <inkml:brushProperty name="width" value="0.035" units="cm"/>
      <inkml:brushProperty name="height" value="0.035" units="cm"/>
      <inkml:brushProperty name="color" value="#008C3A"/>
    </inkml:brush>
  </inkml:definitions>
  <inkml:trace contextRef="#ctx0" brushRef="#br0">331 804 7505,'0'0'1366,"-9"28"3542,-66 70-730,-2-2-2352,42-55-1064,-52 80 1,42-37-468,42-81-251,11 6-353,-8-9 298,1 1 1,-1-1-1,0 1 0,0-1 1,0 1-1,1-1 0,-1 1 0,0-1 1,1 1-1,-1-1 0,0 1 0,1-1 1,-1 0-1,1 1 0,-1-1 1,0 0-1,1 1 0,-1-1 0,1 0 1,-1 1-1,1-1 0,-1 0 0,1 0 1,-1 0-1,2 1 0,3-4-67,1 1 0,-1-1 1,0 0-1,0 0 0,0 0 0,0-1 0,8-8 0,-9 9 18,14-14-226,-1 0 0,-1-1 0,-1-1 0,0 0 0,-2-1 0,12-21-1,59-137-1358,-59 120 1288,209-618 1231,-181 500 1341,-47 160-1622,-5 14 599,0 6-583,1 36-295,-2-1-1,-2 1 1,-1 0-1,-9 39 1,-6 73 54,15-72-438,-5 122-1509,9-71-2604,-4-43-4600,10-66 2592</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5.551"/>
    </inkml:context>
    <inkml:brush xml:id="br0">
      <inkml:brushProperty name="width" value="0.035" units="cm"/>
      <inkml:brushProperty name="height" value="0.035" units="cm"/>
      <inkml:brushProperty name="color" value="#008C3A"/>
    </inkml:brush>
  </inkml:definitions>
  <inkml:trace contextRef="#ctx0" brushRef="#br0">0 0 12853,'0'0'8669,"3"15"-10629,1 2-148</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7.440"/>
    </inkml:context>
    <inkml:brush xml:id="br0">
      <inkml:brushProperty name="width" value="0.035" units="cm"/>
      <inkml:brushProperty name="height" value="0.035" units="cm"/>
      <inkml:brushProperty name="color" value="#008C3A"/>
    </inkml:brush>
  </inkml:definitions>
  <inkml:trace contextRef="#ctx0" brushRef="#br0">13 15 7373,'0'0'3675,"-13"-9"4331,21 7-5006,24-1-1449,43 2-1777,539 41 1430,-371-20-1020,328 32-75,-300-26-434,-212-18-184,-55-8 120,-7 2-2171,-9 2 1490,-1-1-1,1 0 0,-1 0 1,0-1-1,1-1 1,-22 0-1,-6 1-2589,-11 3-3295</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7.788"/>
    </inkml:context>
    <inkml:brush xml:id="br0">
      <inkml:brushProperty name="width" value="0.035" units="cm"/>
      <inkml:brushProperty name="height" value="0.035" units="cm"/>
      <inkml:brushProperty name="color" value="#008C3A"/>
    </inkml:brush>
  </inkml:definitions>
  <inkml:trace contextRef="#ctx0" brushRef="#br0">388 114 7537,'0'0'5536,"-1"-3"-3900,-1-84 5574,2 66-6564,0 18 2570,-8 29-1745,-15 68 122,14-55-1101,-1 0 1,-17 40-1,-120 224-1207,37-106-8563,81-142 2632,8-1-4053</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9.117"/>
    </inkml:context>
    <inkml:brush xml:id="br0">
      <inkml:brushProperty name="width" value="0.035" units="cm"/>
      <inkml:brushProperty name="height" value="0.035" units="cm"/>
      <inkml:brushProperty name="color" value="#008C3A"/>
    </inkml:brush>
  </inkml:definitions>
  <inkml:trace contextRef="#ctx0" brushRef="#br0">277 57 10793,'-1'0'113,"1"0"-1,-1 0 1,0 0-1,0 0 1,1 0-1,-1 0 1,0 0 0,1 0-1,-1 0 1,0 0-1,1 0 1,-1-1-1,0 1 1,1 0 0,-1-1-1,0 1 1,1 0-1,-1-1 1,1 1-1,-1-1 1,1 1 0,-1-1-1,1 1 1,-1-1-1,1 1 1,-1-1-1,1 1 1,-1-1-1,1 0 1,0 1 0,0-1-1,-1 0 1,1 1-1,0-1 1,0 0-1,0 1 1,0-1 0,-1-1-1,1 0 268,-1 0 0,1 1 0,-1-1 0,0 0-1,0 0 1,0 1 0,0-1 0,0 0 0,0 1 0,0-1-1,-1 1 1,-2-3 0,1 2 434,-1 0-1,1 0 1,-1 0 0,1 0-1,-1 1 1,0-1-1,0 1 1,0 0 0,-7-1-1,7 22 428,-31 123 704,15-74-1680,-7 22-684,13-51-992,-11 57 0,-15 61-6575,22-94 1528,4 8-4581</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09.432"/>
    </inkml:context>
    <inkml:brush xml:id="br0">
      <inkml:brushProperty name="width" value="0.035" units="cm"/>
      <inkml:brushProperty name="height" value="0.035" units="cm"/>
      <inkml:brushProperty name="color" value="#008C3A"/>
    </inkml:brush>
  </inkml:definitions>
  <inkml:trace contextRef="#ctx0" brushRef="#br0">210 3 12473,'0'0'2009,"4"-1"-195,1 0-1541,1 1 0,0-1 0,0 1-1,-1 0 1,1 1 0,0-1 0,-1 1-1,1 0 1,0 0 0,-1 1 0,1 0 0,-1 0-1,0 0 1,1 1 0,-1-1 0,9 8 0,4 2 45,-1 1 1,0 0-1,22 24 0,-23-19-197,0 0 0,-1 1-1,0 1 1,-2 0-1,-1 1 1,0 0 0,-2 1-1,14 38 1,-19-45-97,-1 0-1,-1 1 1,0-1 0,-2 1-1,1 0 1,-2 0 0,0-1-1,-1 1 1,0 0 0,-1 0-1,-1-1 1,-1 0 0,0 1-1,-9 20 1,-3 2-54,-3-1-1,0-1 0,-3-1 1,0 0-1,-44 49 1,49-66-667,-1-1 0,0 0 0,-1-1 1,0-2-1,-2 0 0,1-1 0,-2-1 0,0 0 1,0-2-1,-41 13 0,9-8-4248,3-1-2926</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204"/>
    </inkml:context>
    <inkml:brush xml:id="br0">
      <inkml:brushProperty name="width" value="0.035" units="cm"/>
      <inkml:brushProperty name="height" value="0.035" units="cm"/>
      <inkml:brushProperty name="color" value="#008C3A"/>
    </inkml:brush>
  </inkml:definitions>
  <inkml:trace contextRef="#ctx0" brushRef="#br0">309 37 4272,'0'0'7764,"-2"0"-7447,0-1 0,1 0 0,-1 0 0,0 0 0,1 0 0,-1 0-1,1 0 1,-1-1 0,1 1 0,0 0 0,-1-1 0,0-2-1,7-15 3654,-14 37 1835,-2 3-5985,2-3 782,1 0-1,0 0 1,-6 27-1,2-8-61,-85 302 905,88-303-1948,-2 16-1723,-3 0-1,-2-1 0,-23 51 0,38-101 2161,-7 16-4306,-14 35-1,18-30-4563</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390"/>
    </inkml:context>
    <inkml:brush xml:id="br0">
      <inkml:brushProperty name="width" value="0.035" units="cm"/>
      <inkml:brushProperty name="height" value="0.035" units="cm"/>
      <inkml:brushProperty name="color" value="#008C3A"/>
    </inkml:brush>
  </inkml:definitions>
  <inkml:trace contextRef="#ctx0" brushRef="#br0">1 63 9093,'41'-20'4380,"-38"3"-2592,0 0 897,20 11-1757,-4 3-228,6 6-200,23 6-20,-10-1-252,-3 4-456,0-1-592,-7 6-708,-12-8-761,6 11-2363,-3-3-3629</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561"/>
    </inkml:context>
    <inkml:brush xml:id="br0">
      <inkml:brushProperty name="width" value="0.035" units="cm"/>
      <inkml:brushProperty name="height" value="0.035" units="cm"/>
      <inkml:brushProperty name="color" value="#008C3A"/>
    </inkml:brush>
  </inkml:definitions>
  <inkml:trace contextRef="#ctx0" brushRef="#br0">36 263 8237,'0'0'2188,"-7"-20"-240,1 0 1524,-4 6-2039,-2-3 655,12-3-1368,0 3-132,12 2-156,14-13-136,-1 5-376,17 6-456,2 0-680,4-3-584,6 2-529,9 7-2159,7 5-3481</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1.763"/>
    </inkml:context>
    <inkml:brush xml:id="br0">
      <inkml:brushProperty name="width" value="0.035" units="cm"/>
      <inkml:brushProperty name="height" value="0.035" units="cm"/>
      <inkml:brushProperty name="color" value="#008C3A"/>
    </inkml:brush>
  </inkml:definitions>
  <inkml:trace contextRef="#ctx0" brushRef="#br0">100 1 10525,'-9'5'888,"-7"7"3102,9-18 153,6 5-3934,0 0 0,1 0 0,-1 0 0,0 0 0,1 1 0,-1-1 0,0 0 0,0 0 0,0 1 0,1-1 0,-1 1 0,0-1 1,0 1-1,0-1 0,-2 0 0,-2 7 118,0 0 0,0-1 0,0 2 0,1-1 0,0 1-1,0-1 1,1 1 0,0 0 0,0 0 0,0 1 0,1-1 0,0 0 0,1 1 0,-1-1 0,2 1 0,-1 8 0,1 16-605,1 0-1,8 51 1,-3-37-560,2 75-3248,-8-42-1567,0-48 1994,2 27-6735</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2.025"/>
    </inkml:context>
    <inkml:brush xml:id="br0">
      <inkml:brushProperty name="width" value="0.035" units="cm"/>
      <inkml:brushProperty name="height" value="0.035" units="cm"/>
      <inkml:brushProperty name="color" value="#008C3A"/>
    </inkml:brush>
  </inkml:definitions>
  <inkml:trace contextRef="#ctx0" brushRef="#br0">432 71 12333,'1'-4'328,"-1"1"0,0-1 0,1 0-1,0 0 1,0 0 0,0 1 0,0-1 0,1 0 0,-1 1-1,1 0 1,4-7 0,-4 8-140,0 0 0,0 1-1,0-1 1,0 0 0,0 1 0,1-1-1,-1 1 1,1 0 0,-1 0 0,1 0 0,-1 0-1,1 0 1,-1 0 0,1 1 0,0-1-1,0 1 1,-1 0 0,1 0 0,3 0 0,4 1 17,0 0 1,0 1 0,0 0 0,0 0 0,-1 1 0,1 1 0,-1 0 0,11 5 0,71 45 655,-66-36-758,0 0-1,-1 2 0,-1 1 0,-1 0 1,-1 2-1,-1 0 0,32 50 0,-47-65-90,-1 0 0,0 0-1,-1 0 1,0 0-1,0 1 1,-1-1-1,0 1 1,-1 0 0,1 0-1,-2-1 1,1 1-1,-1 0 1,-1 0-1,1 0 1,-1 0 0,-5 16-1,3-15-7,-1-1 0,0 1 0,-1-1 0,0 0 0,-1 0 0,0 0 1,0-1-1,0 0 0,-1 0 0,-1-1 0,1 0 0,-1 0 0,-17 11 0,-2-1 7,0-2 1,-1-2-1,-50 19 1,-94 18-37,91-28-60,-30 6-509,-50 15-2640,135-34-720,-46 23-1,32-9-5069</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2.960"/>
    </inkml:context>
    <inkml:brush xml:id="br0">
      <inkml:brushProperty name="width" value="0.035" units="cm"/>
      <inkml:brushProperty name="height" value="0.035" units="cm"/>
      <inkml:brushProperty name="color" value="#008C3A"/>
    </inkml:brush>
  </inkml:definitions>
  <inkml:trace contextRef="#ctx0" brushRef="#br0">0 151 9937,'0'0'4552,"1"-3"-2677,-1 1-1653,1-1 0,-1 0 0,1 0 0,0 1 0,0-1 1,1 1-1,-1-1 0,0 1 0,1-1 0,-1 1 0,1 0 0,0 0 0,0-1 0,0 1 0,0 1 0,0-1 0,0 0 0,3-1 0,2-1 34,0 1 0,1 0 0,-1 0 0,1 1 0,15-3 0,291-36 1812,4 27-1550,-162 9-426,34 2-61,114-8-2220,-319 5-1110,3 5 1958,0 0 0,-1 1 0,1 0 0,-1 1-1,-13 2 1,-31 12-6968</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182"/>
    </inkml:context>
    <inkml:brush xml:id="br0">
      <inkml:brushProperty name="width" value="0.035" units="cm"/>
      <inkml:brushProperty name="height" value="0.035" units="cm"/>
      <inkml:brushProperty name="color" value="#008C3A"/>
    </inkml:brush>
  </inkml:definitions>
  <inkml:trace contextRef="#ctx0" brushRef="#br0">140 61 12969,'11'-50'2446,"-9"40"7685,1 10-9911,-1 0 0,1 0 0,0 0 0,-1 0 0,1 1 0,-1-1 0,1 1 0,-1 0 0,1-1 0,-1 1 0,1 1-1,-1-1 1,0 0 0,1 0 0,3 4 0,-4-3-133,0 1 1,0 0-1,0-1 0,-1 1 0,1 0 1,-1 0-1,1 0 0,-1 0 0,0 0 1,0 0-1,0 0 0,-1 1 1,1 4-1,1 8-35,-2 0 1,0 0-1,-1 1 0,0-1 1,-1 0-1,-7 27 0,-38 95-2415,16-53-4,19-53-102,-30 56 0,-5 11-5329,22-18-2405</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426"/>
    </inkml:context>
    <inkml:brush xml:id="br0">
      <inkml:brushProperty name="width" value="0.035" units="cm"/>
      <inkml:brushProperty name="height" value="0.035" units="cm"/>
      <inkml:brushProperty name="color" value="#008C3A"/>
    </inkml:brush>
  </inkml:definitions>
  <inkml:trace contextRef="#ctx0" brushRef="#br0">0 1 11381,'0'43'4212,"0"46"631,9 45-3100,4 8-3075,-7-72-3006,-5-26-2148,-1-21-553</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3.803"/>
    </inkml:context>
    <inkml:brush xml:id="br0">
      <inkml:brushProperty name="width" value="0.035" units="cm"/>
      <inkml:brushProperty name="height" value="0.035" units="cm"/>
      <inkml:brushProperty name="color" value="#008C3A"/>
    </inkml:brush>
  </inkml:definitions>
  <inkml:trace contextRef="#ctx0" brushRef="#br0">30 1 12053,'0'0'2187,"-3"0"-219,2 0-1820,0 0-1,0 0 0,0-1 1,1 1-1,-1 0 0,0 0 1,0 0-1,0 0 1,0 0-1,0 0 0,0 1 1,1-1-1,-1 0 0,0 0 1,0 1-1,0-1 1,0 0-1,1 1 0,-1-1 1,0 1-1,0-1 0,1 1 1,-1-1-1,0 1 1,1-1-1,-1 1 0,1 0 1,-1 0-1,0-1 0,1 1 1,0 0-1,-1 0 1,1-1-1,-1 1 0,1 0 1,0 0-1,-1 1 0,2 2 91,0 0-1,0 0 0,0-1 0,0 1 0,0 0 0,1-1 1,0 1-1,-1-1 0,4 4 0,8 10 141,0 0-1,2-1 1,0 0-1,0-1 1,2-1-1,18 12 0,213 158-2232,-91-69-2007,-139-102 2445,0-1 0,37 18 0,-48-27 1006,0 0 0,0 0-1,0 0 1,1-1 0,-1-1 0,1 1 0,0-1 0,-1 0 0,1-1 0,0 0 0,10-1-1,-12 0 320,0-1 1,0 0-1,0-1 0,-1 0 0,1 0 0,-1 0 0,0 0 0,0-1 0,0 0 0,0 0 0,-1 0 0,0 0 0,1-1 0,-2 0 0,1 0 0,0 0 0,-1 0 0,0 0 0,0-1 0,2-7 1,3-6 363,-1 0 0,-2 0 1,1-1-1,-2 0 1,2-20-1,1-6 799,-4 32-410,0 0 1,-1 1 0,-1-1-1,-1 0 1,-1-19 0,-8-102 5680,9 135-6319,0 0 0,0 0 0,0 0 0,0 0 0,0 0 0,0-1-1,0 1 1,0 0 0,0 0 0,0 0 0,0 0 0,0 0-1,0 0 1,0 0 0,0-1 0,0 1 0,-1 0 0,1 0-1,0 0 1,0 0 0,0 0 0,0 0 0,0 0 0,0 0 0,0 0-1,0-1 1,0 1 0,0 0 0,-1 0 0,1 0 0,0 0-1,0 0 1,0 0 0,0 0 0,0 0 0,0 0 0,0 0 0,0 0-1,-1 0 1,1 0 0,0 0 0,0 0 0,0 0 0,0 0-1,0 0 1,0 0 0,-1 0 0,1 0 0,0 0 0,0 0 0,0 0-1,0 0 1,0 0 0,0 0 0,0 0 0,-1 0 0,-3 1 121,-1-1 1,1 0 0,-1 1 0,1 0 0,-1 0 0,1 0 0,0 1 0,-1-1-1,1 1 1,0 0 0,0 1 0,0-1 0,0 0 0,1 1 0,-1 0 0,1 0-1,-1 0 1,1 1 0,0-1 0,0 1 0,0-1 0,1 1 0,-3 4 0,-63 106 1006,30-46-938,-34 67-1501,47-82-1584,-63 93 0,52-98 405,-30 43-4759,20-14-2216</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461"/>
    </inkml:context>
    <inkml:brush xml:id="br0">
      <inkml:brushProperty name="width" value="0.035" units="cm"/>
      <inkml:brushProperty name="height" value="0.035" units="cm"/>
      <inkml:brushProperty name="color" value="#008C3A"/>
    </inkml:brush>
  </inkml:definitions>
  <inkml:trace contextRef="#ctx0" brushRef="#br0">347 55 4400,'-1'-1'89,"1"1"0,0 0 0,-1 0 0,1 0 0,-1 0 0,1 0-1,0 0 1,-1 0 0,1-1 0,0 1 0,-1 0 0,1 0 0,0-1-1,-1 1 1,1 0 0,0 0 0,0-1 0,-1 1 0,1 0 0,0-1-1,0 1 1,-1 0 0,1-1 0,0 1 0,0 0 0,0-1 0,0 1-1,0-1 1,0 1 0,0 0 0,0-1 0,-1 1 0,1-1 0,1 1-1,-1-1 1,14-14 17490,-18 4-17029,4 10-594,0 0 0,0 1 0,0-1 0,0 0 1,0 0-1,0 1 0,0-1 0,-1 0 0,1 0 0,0 1 1,0-1-1,-1 0 0,1 1 0,0-1 0,-1 0 0,1 1 1,-1-1-1,1 0 0,-1 1 0,1-1 0,-1 1 1,1-1-1,-1 1 0,0-1 0,0 0 0,-34 1 58,32 0 3235,-3 2-2926,-11 3-217,17-5-93,-1 0 0,1 0-1,0 0 1,0 0 0,-1 0 0,1 0-1,0 0 1,-1 0 0,1 0 0,0 1-1,0-1 1,-1 0 0,1 0 0,0 0-1,0 0 1,-1 1 0,1-1 0,0 0-1,0 0 1,0 0 0,-1 1 0,1-1-1,0 0 1,0 0 0,0 1 0,0-1-1,-1 0 1,1 1 0,0-1 0,0 0-1,0 0 1,0 1 0,0-1 0,0 0-1,0 1 1,0 0 0,4 6 157,-1 0 0,0 1-1,-1-1 1,1 1 0,-2 0 0,1 0-1,-1 0 1,0 0 0,0 0 0,-1 0-1,-2 15 1,-2 5 245,-1 0 1,-10 29-1,4-13 106,-102 294-309,86-267-213,8-19-421,-73 226-9035,91-272 8214,0 0 0,0-1 0,0 1 0,1 0 0,-1 0-1,1-1 1,2 10 0,3 26-8716</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663"/>
    </inkml:context>
    <inkml:brush xml:id="br0">
      <inkml:brushProperty name="width" value="0.035" units="cm"/>
      <inkml:brushProperty name="height" value="0.035" units="cm"/>
      <inkml:brushProperty name="color" value="#008C3A"/>
    </inkml:brush>
  </inkml:definitions>
  <inkml:trace contextRef="#ctx0" brushRef="#br0">7 143 12617,'-6'-28'2104,"18"16"-307,-5-11-221,5 3-324,4 3-128,13-6-344,3 12-164,-1 5-152,14 6-288,6-3-280,-4 3-644,10 6-668,1 3-624,-11 8-3385,-2 6-4364</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6.832"/>
    </inkml:context>
    <inkml:brush xml:id="br0">
      <inkml:brushProperty name="width" value="0.035" units="cm"/>
      <inkml:brushProperty name="height" value="0.035" units="cm"/>
      <inkml:brushProperty name="color" value="#008C3A"/>
    </inkml:brush>
  </inkml:definitions>
  <inkml:trace contextRef="#ctx0" brushRef="#br0">80 146 9917,'-19'6'2156,"0"-6"-112,0 5 5753,10-13-6249,-4-1-320,35 1-324,13-4-144,13 1-284,9-1-716,9-5-472,11 3-576,8-3-736,7-6-868,4 6-2961,8 8-4984</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7.731"/>
    </inkml:context>
    <inkml:brush xml:id="br0">
      <inkml:brushProperty name="width" value="0.035" units="cm"/>
      <inkml:brushProperty name="height" value="0.035" units="cm"/>
      <inkml:brushProperty name="color" value="#008C3A"/>
    </inkml:brush>
  </inkml:definitions>
  <inkml:trace contextRef="#ctx0" brushRef="#br0">492 2 8573,'-22'-1'1643,"22"1"-1559,0 0 0,0 0 0,0 0 0,-1 0 0,1 0 0,0 0 0,0 0 0,0 0 0,-1 0 0,1 0 0,0 0 0,0 0 0,0 0 0,-1 0 0,1 0 0,0 0 0,0 0 0,0 0 0,-1 1 0,1-1 0,0 0 0,0 0 0,0 0 0,0 0 0,-1 0 1,1 0-1,0 1 0,0-1 0,0 0 0,0 0 0,0 0 0,-1 0 0,1 1 0,0-1 0,0 0 0,0 0 0,0 0 0,0 1 0,0-1 0,0 0 0,-5 9 1482,0-3-873,0-1 0,-1 1 0,1-1 0,-8 6 0,-20 21 1885,-1 21-709,2 1 0,3 1 0,-25 66-1,40-90-1538,-80 200 318,52-121-2799,32-77-542,-2-1 1,-26 50-1,19-46-3610,5 6-3904</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7.981"/>
    </inkml:context>
    <inkml:brush xml:id="br0">
      <inkml:brushProperty name="width" value="0.035" units="cm"/>
      <inkml:brushProperty name="height" value="0.035" units="cm"/>
      <inkml:brushProperty name="color" value="#008C3A"/>
    </inkml:brush>
  </inkml:definitions>
  <inkml:trace contextRef="#ctx0" brushRef="#br0">1 1 12437,'0'3'2107,"4"73"3866,-2-62-5404,1 0-1,0 0 1,7 19 0,6 6-469,2-1-1,1 0 1,2-2 0,2 0-1,52 63 1,-49-70-1345,2 0-1,1-2 1,2-1-1,0-2 1,1-1-1,49 27 1,-70-45-9,-1 0 0,1 0-1,0-1 1,21 5 0,-7-5-4163</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8.124"/>
    </inkml:context>
    <inkml:brush xml:id="br0">
      <inkml:brushProperty name="width" value="0.035" units="cm"/>
      <inkml:brushProperty name="height" value="0.035" units="cm"/>
      <inkml:brushProperty name="color" value="#008C3A"/>
    </inkml:brush>
  </inkml:definitions>
  <inkml:trace contextRef="#ctx0" brushRef="#br0">457 23 9345,'1'-1'172,"-1"1"0,0-1 0,1 0 1,-1 0-1,0 0 0,0 0 0,1 0 1,-1 1-1,0-1 0,0 0 0,0 0 0,0 0 1,0 0-1,0 0 0,0 0 0,-1 1 0,1-1 1,0 0-1,0 0 0,-1 0 0,1 0 0,0 1 1,-1-1-1,1 0 0,-2-1 0,1 2 26,-1 0-1,1 0 1,0 0 0,-1 0-1,1 1 1,-1-1 0,1 0-1,0 1 1,-1-1-1,1 1 1,0-1 0,-1 1-1,1 0 1,0-1-1,0 1 1,0 0 0,-1 0-1,0 2 1,-12 8 596,1 0 0,1 1-1,-1 0 1,2 1 0,0 1 0,1 0 0,-11 19-1,-53 117 1804,55-110-2092,-16 37-361,3 0 0,-33 128 0,29-64-2763,9-48-1876,10-33-1515,-2 6-5343</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0:18.264"/>
    </inkml:context>
    <inkml:brush xml:id="br0">
      <inkml:brushProperty name="width" value="0.035" units="cm"/>
      <inkml:brushProperty name="height" value="0.035" units="cm"/>
      <inkml:brushProperty name="color" value="#008C3A"/>
    </inkml:brush>
  </inkml:definitions>
  <inkml:trace contextRef="#ctx0" brushRef="#br0">35 12 12749,'-12'-11'5045,"-11"16"-19855</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1.749"/>
    </inkml:context>
    <inkml:brush xml:id="br0">
      <inkml:brushProperty name="width" value="0.035" units="cm"/>
      <inkml:brushProperty name="height" value="0.035" units="cm"/>
      <inkml:brushProperty name="color" value="#008C3A"/>
    </inkml:brush>
  </inkml:definitions>
  <inkml:trace contextRef="#ctx0" brushRef="#br0">109 124 5881,'2'-9'765,"0"0"0,1 0 0,0 0 1,1 0-1,5-9 0,-7 15-324,-1 0-1,0 0 0,0 0 0,0 0 1,0 0-1,-1 0 0,1 0 0,-1 0 1,1-4-1,1-10 996,1 7 68,-6 23-1324,2-7-278,-1 0-1,0 0 0,-1-1 0,1 1 0,-4 5 0,1-6-161,0 0 1,0-1 0,0 1 0,-1-1-1,0 0 1,1-1 0,-10 5 0,13-7-139,-1 0 1,0 1-1,1-1 1,-1 0-1,0 0 1,0-1-1,0 1 1,0-1-1,0 1 1,0-1-1,0 0 1,0 0-1,0 0 1,0 0-1,0-1 1,0 1-1,0-1 1,-4-1-1,-8-7-4393</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4.548"/>
    </inkml:context>
    <inkml:brush xml:id="br0">
      <inkml:brushProperty name="width" value="0.035" units="cm"/>
      <inkml:brushProperty name="height" value="0.035" units="cm"/>
      <inkml:brushProperty name="color" value="#008C3A"/>
    </inkml:brush>
  </inkml:definitions>
  <inkml:trace contextRef="#ctx0" brushRef="#br0">13 809 5136,'0'0'1494,"-2"-4"137,-6-15 508,5 14 250,3-15-451,6-34 955,-5 51-2113,9-25-152,-5 23-605,-1-1 1,1 1-1,-1 1 0,2-1 0,-1 1 0,0 0 0,1 0 0,0 0 0,9-4 0,23-16-51,158-155-1100,-9 8-860,-146 139 1384,154-132-4483,-158 132 1900,-2 8-1066</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4.733"/>
    </inkml:context>
    <inkml:brush xml:id="br0">
      <inkml:brushProperty name="width" value="0.035" units="cm"/>
      <inkml:brushProperty name="height" value="0.035" units="cm"/>
      <inkml:brushProperty name="color" value="#008C3A"/>
    </inkml:brush>
  </inkml:definitions>
  <inkml:trace contextRef="#ctx0" brushRef="#br0">33 192 8353,'-32'25'3568,"41"-39"-3136,1 0-36,9 2-100,0 4-88,6-4-168,26-5-200,-9 3-212,8 2-204,11-8-280,-4-8-508,13-6-1600,12 2-1053</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7.155"/>
    </inkml:context>
    <inkml:brush xml:id="br0">
      <inkml:brushProperty name="width" value="0.035" units="cm"/>
      <inkml:brushProperty name="height" value="0.035" units="cm"/>
      <inkml:brushProperty name="color" value="#008C3A"/>
    </inkml:brush>
  </inkml:definitions>
  <inkml:trace contextRef="#ctx0" brushRef="#br0">0 48 3360,'0'0'6451,"13"-3"-6191,27-14-96,-36 14-75,-5-15-1039,2 11 679,8 22 102,-8-13 42,2 32-592,-3-32 601,0-1-1,0 1 1,0-1-1,0 1 1,-1-1-1,1 1 1,0-1-1,-1 1 1,1-1-1,-1 0 1,0 1-1,1-1 1,-1 1-1,0-1 1,0 0-1,0 0 1,0 0-1,0 1 1,0-1-1,0 0 1,0 0 0,0 0-1,-1 0 1,1-1-1,0 1 1,-3 1-1,-9 6-1786</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6:59.621"/>
    </inkml:context>
    <inkml:brush xml:id="br0">
      <inkml:brushProperty name="width" value="0.035" units="cm"/>
      <inkml:brushProperty name="height" value="0.035" units="cm"/>
      <inkml:brushProperty name="color" value="#008C3A"/>
    </inkml:brush>
  </inkml:definitions>
  <inkml:trace contextRef="#ctx0" brushRef="#br0">281 181 4732,'-35'-17'17337,"47"-26"-16624,-12 28-673,0 13 413,1-1-393,0-5 91,-1 1-1,0-1 0,0 1 1,-1-1-1,1 1 0,-3-9 1,2 14 382,1 1-463,0-1 0,-1 1 0,1 0 0,0-1 0,-1 1 0,1 0 0,-1-1 0,1 1 0,-1 0 0,0 0 0,1 0 0,-1 0 0,0 0 0,0 0 0,0 0 0,0 0 0,0 0 0,0 0 0,0 0 0,0 0 0,0 1 0,-1-1 0,1 0 0,-2 0 0,0 0 73,0-1-1,-1 0 0,1 1 1,-1 0-1,1 0 0,-1 0 1,-5 0-1,6 1-90,1 1-1,-1-1 1,1 1-1,-1 0 1,0-1 0,1 1-1,-1 1 1,1-1-1,0 0 1,-1 1 0,1-1-1,0 1 1,0-1 0,0 1-1,0 0 1,0 0-1,-2 4 1,-28 41 452,28-39-395,-16 27 165,1 2 0,2 0 0,-12 42-1,23-61-195,-1-2-23,2 1-1,0 0 0,1 0 1,1 0-1,0 0 0,2 1 1,0-1-1,1 21 0,2-21-28,0-1 1,2 1-1,0-1 0,0 1 0,2-1 1,0 0-1,0-1 0,2 0 0,0 0 1,1 0-1,0-1 0,1 0 0,21 21 1,-15-20-5,2-2 1,0 0 0,1-2 0,0 1-1,0-2 1,1-1 0,1-1 0,40 12 0,-46-16-22,1-1 1,0 0 0,0-1 0,0-1 0,0 0 0,0-1 0,0-1 0,0-1-1,0 0 1,0-1 0,0-1 0,27-10 0,-34 10-6,1-1 1,-2 0-1,1-1 0,-1 0 1,0 0-1,0-1 1,0 0-1,-1 0 0,0-1 1,-1 0-1,1 0 0,-2-1 1,1 0-1,-1 0 1,0 0-1,-1 0 0,0-1 1,4-16-1,-4 9-1,-1 0-1,0 0 1,-1 0 0,-1 0-1,0-1 1,-2 1-1,0 0 1,0 0 0,-2 0-1,-6-24 1,0 10 6,-1 0 0,-2 0-1,-24-46 1,31 69-52,0-1-1,0 1 0,-1 0 1,0 0-1,0 1 1,-1 0-1,1 0 0,-2 0 1,1 1-1,-1 0 1,0 0-1,0 1 0,-1 0 1,1 1-1,-1 0 0,-16-5 1,24 8-41,-1 0 0,1 1 1,0 0-1,-1-1 0,1 1 1,-1 0-1,1 0 0,-1-1 1,1 1-1,-1 0 0,1 1 1,-1-1-1,1 0 0,-1 0 1,1 1-1,0-1 0,-1 0 1,1 1-1,-1 0 0,1-1 1,0 1-1,0 0 0,-1 0 0,1-1 1,0 1-1,0 0 0,0 0 1,0 0-1,0 1 0,0-1 1,0 0-1,0 0 0,0 0 1,1 1-1,-1-1 0,0 0 1,1 1-1,-1-1 0,1 1 1,0-1-1,-1 0 0,1 1 1,0-1-1,0 1 0,0-1 0,0 3 1,0 8-1939,1-1 1,0 0-1,1 1 0,5 18 1,-5-22-282,2 13-8546</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47:00.988"/>
    </inkml:context>
    <inkml:brush xml:id="br0">
      <inkml:brushProperty name="width" value="0.035" units="cm"/>
      <inkml:brushProperty name="height" value="0.035" units="cm"/>
      <inkml:brushProperty name="color" value="#008C3A"/>
    </inkml:brush>
  </inkml:definitions>
  <inkml:trace contextRef="#ctx0" brushRef="#br0">62 80 4000,'0'0'49,"1"1"0,-1 0-1,0-1 1,0 1 0,0 0-1,0 0 1,0-1 0,0 1-1,0 0 1,0 0 0,0-1-1,-1 1 1,1 0 0,0-1 0,0 1-1,-1 0 1,1-1 0,0 1-1,-1 0 1,1-1 0,-1 1-1,1-1 1,0 1 0,-1-1-1,0 1 1,0 0 0,0 1 130,-1 0 3079,1-3-3136,0 0 0,1 0-1,-1 0 1,0 0 0,0 0 0,0 0 0,1 0-1,-1 0 1,0 0 0,0 0 0,-1 0 0,1 1-1,0-1 1,0 0 0,0 1 0,-2-1-1,-21-10 2316,24 11-2434,-1 0 13,1 0 1,0 0 0,-1 0-1,1 0 1,-1 0-1,1 0 1,0 0-1,-1 0 1,1-1-1,0 1 1,-1 0-1,1 0 1,0 0 0,-1 0-1,1-1 1,0 1-1,-1 0 1,1 0-1,0-1 1,-1 1-1,1 0 1,0 0-1,0-1 1,-1 1 0,1 0-1,0-1 1,0 1-1,0 0 1,0-1-1,-1 1 1,1-1-1,0 1 1,0 0-1,0-1 1,0 1 0,0 0-1,0-1 1,0 1-1,0-1 1,0 1-1,0 0 1,0-1-1,0 1 1,0-1 0,0 1-1,1 0 1,-1-1-1,0 1 1,0 0-1,0-1 1,0 1-1,1 0 1,-1-1-1,0 1 1,0 0 0,1 0-1,-1-1 1,0 1-1,1 0 1,-1 0-1,0-1 1,1 1-1,-1 0 1,0 0-1,1 0 1,-1 0 0,1-1-1,34-14 757,-26 12-490,12-5 172,-1 0 0,2 2 0,-1 1 0,1 1 0,33-3-1,-48 6-399,1 1-1,0 0 0,-1 0 0,1 1 1,-1 0-1,1 0 0,-1 1 1,0-1-1,1 2 0,-1-1 0,0 1 1,0 0-1,-1 1 0,1-1 0,-1 2 1,1-1-1,-1 0 0,-1 1 0,11 11 1,-4-1-139,-1 1 0,0 0 0,-1 1 0,-1 0 1,-1 0-1,12 37 0,-7 7-3088,-10-19-2505,-3-13-1161</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18.652"/>
    </inkml:context>
    <inkml:brush xml:id="br0">
      <inkml:brushProperty name="width" value="0.035" units="cm"/>
      <inkml:brushProperty name="height" value="0.035" units="cm"/>
      <inkml:brushProperty name="color" value="#008C3A"/>
    </inkml:brush>
  </inkml:definitions>
  <inkml:trace contextRef="#ctx0" brushRef="#br0">0 10 3700,'9'-9'1841,"-5"17"-131,-4-8-1499,1 1 0,-1 0 0,0 0 1,0 0-1,1-1 0,-1 1 0,0 0 0,1 0 1,-1-1-1,1 1 0,-1 0 0,1-1 0,-1 1 1,1-1-1,0 1 0,-1-1 0,1 1 0,0-1 1,-1 1-1,1-1 0,0 1 0,0-1 0,-1 0 1,1 1-1,0-1 0,1 0 0,29 5 1599,-27-4 810,31-4 841,-19 12-2943,1-3-459,1-1 0,0 0 0,0-2 0,23 3 0,12 1-219,101 22-1422,126 20-7298,-146-36 829</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0.824"/>
    </inkml:context>
    <inkml:brush xml:id="br0">
      <inkml:brushProperty name="width" value="0.035" units="cm"/>
      <inkml:brushProperty name="height" value="0.035" units="cm"/>
      <inkml:brushProperty name="color" value="#008C3A"/>
    </inkml:brush>
  </inkml:definitions>
  <inkml:trace contextRef="#ctx0" brushRef="#br0">0 292 4112,'55'-52'5204,"-54"51"-5099,0-1 0,0 1 0,0 0 0,0-1 0,0 1 0,0-1-1,0 0 1,-1 1 0,1-1 0,0 1 0,-1-1 0,0 0 0,1 0 0,-1 1 0,0-1-1,0 0 1,0 0 0,0 1 0,0-1 0,0 0 0,0 1 0,-1-1 0,1 0 0,-2-2-1,0-21 2309,3 18-2391,3-9 282,-4 15-295,1 1 0,-1 0 0,1-1 0,-1 1 0,1 0 0,-1-1 0,0 1 0,1 0 0,0 0 0,-1-1 0,1 1 0,-1 0 0,1 0 0,-1 0 1,1 0-1,-1 0 0,1 0 0,-1-1 0,1 1 0,0 1 0,-1-1 0,1 0 0,-1 0 0,1 0 0,-1 0 0,1 0 0,-1 0 0,1 1 0,-1-1 0,2 1 0,8 3 95,1 1-1,-1 1 0,1 0 1,11 10-1,-16-11-38,-1-1 0,0 0 0,1 0-1,0 0 1,0-1 0,0 0 0,0 0 0,1-1 0,-1 1 0,1-1-1,-1-1 1,1 1 0,0-1 0,0 0 0,-1-1 0,1 0 0,13-1 0,62-16 268,121-43 1,-78 21-561,-51 17-498,164-44-6044,-141 46 165</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8.164"/>
    </inkml:context>
    <inkml:brush xml:id="br0">
      <inkml:brushProperty name="width" value="0.035" units="cm"/>
      <inkml:brushProperty name="height" value="0.035" units="cm"/>
    </inkml:brush>
  </inkml:definitions>
  <inkml:trace contextRef="#ctx0" brushRef="#br0">40 196 7749,'-4'0'2031,"-31"-6"7958,39 7-9380,9 2-316,1-1 1,0 0-1,0-1 0,22-1 1,61-10 324,-42 4-251,815-64 1099,-245 20-1304,133-11-1,-754 60-182,-1 1 1,1-1-1,0 1 0,-1 0 1,1 0-1,-1 1 1,1-1-1,0 1 0,-1-1 1,1 1-1,-1 0 0,0 1 1,7 2-1,-24 7-646,8-6 285,0-1 0,-1 0 0,0 0 0,-13 5 0,-22 11-2249,11 2-36,-3 6-4103,16-9 69</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8.540"/>
    </inkml:context>
    <inkml:brush xml:id="br0">
      <inkml:brushProperty name="width" value="0.035" units="cm"/>
      <inkml:brushProperty name="height" value="0.035" units="cm"/>
    </inkml:brush>
  </inkml:definitions>
  <inkml:trace contextRef="#ctx0" brushRef="#br0">86 102 8465,'-40'26'2039,"37"-24"-1619,0 1-1,1-1 1,-1 0-1,1 1 1,0-1-1,0 1 0,0 0 1,0-1-1,-2 7 1,-6 7 1672,9-15-1993,0 0 0,0-1 0,0 1 1,1 0-1,-1 0 0,0 0 0,0 0 0,1 0 1,-1 0-1,1 0 0,-1 0 0,1 0 0,0 0 0,-1 0 1,1 0-1,0 0 0,0 1 0,-1-1 0,1 0 0,0 0 1,0 0-1,0 0 0,0 0 0,1 1 0,-1-1 1,0 0-1,0 0 0,1 0 0,-1 0 0,1 0 0,-1 0 1,2 2-1,-1-1-1,0 1 0,1 0 0,-1-1 0,1 0 0,0 1 0,0-1 0,0 0 0,0 0 0,0 0 1,0 0-1,1 0 0,-1-1 0,0 1 0,6 1 0,38 14 638,-35-14-582,34 9 431,0-3 1,72 7 0,93-5 274,-203-11-838,233-1 721,399-52 0,-587 46-544,0-2 0,-1-2 0,78-29 0,-120 36-344,-1-1 0,0 0 0,0 0 0,0-1 1,0 0-1,8-10 0,-5 6-388,-11 10 506,1 0-1,-1-1 1,0 1-1,0 0 1,0 0-1,0 0 1,1 0-1,-1-1 1,0 1-1,0 0 1,0 0 0,0 0-1,0-1 1,0 1-1,1 0 1,-1 0-1,0 0 1,0-1-1,0 1 1,0 0-1,0 0 1,0-1 0,0 1-1,0 0 1,0 0-1,0 0 1,0-1-1,0 1 1,0 0-1,0 0 1,0-1-1,-1 1 1,-11-59-4068,0 8-5304,9 34 984</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49.039"/>
    </inkml:context>
    <inkml:brush xml:id="br0">
      <inkml:brushProperty name="width" value="0.035" units="cm"/>
      <inkml:brushProperty name="height" value="0.035" units="cm"/>
    </inkml:brush>
  </inkml:definitions>
  <inkml:trace contextRef="#ctx0" brushRef="#br0">47 7 9589,'-39'-6'1615,"32"5"3049,10 3-3663,103 81 2047,-48-49-2352,107 46-1,-130-65-608,194 78 392,-21-10-230,-68-21-64,246 150 0,-329-174-155,-1 2-1,-3 3 0,-1 2 1,-2 2-1,-3 3 0,68 90 1,-84-94-23,-1 3 0,-3 0 0,-2 1 0,-2 2 0,-2 1 1,-3 0-1,-2 1 0,-3 1 0,-1 0 0,-4 1 0,-1 0 0,-2 94 0,-11-11 8,-6-1-1,-33 155 0,-94 262 9,128-517-20,-124 399 12,-34-17 5,49-164-2176,118-253 792,-15-18-7749,2 2 1835</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0.935"/>
    </inkml:context>
    <inkml:brush xml:id="br0">
      <inkml:brushProperty name="width" value="0.035" units="cm"/>
      <inkml:brushProperty name="height" value="0.035" units="cm"/>
    </inkml:brush>
  </inkml:definitions>
  <inkml:trace contextRef="#ctx0" brushRef="#br0">432 19 8077,'18'-6'11011,"-21"5"-10052,-3-1-356,0-1 1,0 2-1,0-1 1,-1 1-1,1 0 1,0 0 0,-1 1-1,1-1 1,-11 2-1,11 1-420,1-1-1,0 0 0,0 1 0,0 0 0,1 0 0,-1 1 0,0 0 0,1-1 0,0 1 1,0 1-1,0-1 0,-8 8 0,-3 7 291,0 0 0,0 1 0,2 0 0,-21 40 1,-32 93 949,53-119-1169,-15 34-215,4 1 0,3 1 0,3 1 1,3 1-1,3 0 0,-4 93 0,16-115-41,2 0 1,2 0-1,2 0 0,2-1 1,2 0-1,3 0 0,1-1 1,2-1-1,3-1 0,1 0 1,3-1-1,33 48 1,-34-59-10,2-2 0,1 0 0,1-1 0,2-2 1,1-1-1,1-1 0,1-2 0,1 0 0,1-3 1,1-1-1,1-1 0,1-2 0,0-1 1,1-2-1,60 14 0,-75-23-131,0-2-1,0 0 1,0-1-1,0-2 1,0 0 0,1-1-1,-1-2 1,28-6-1,-34 5 74,1-1 0,-1 0-1,-1-1 1,1-1-1,-1-1 1,0 0 0,-1-1-1,0-1 1,-1 0 0,1 0-1,16-20 1,-8 5 24,-1-1 0,-2-1 0,-1-1 0,-1-1 1,-1 0-1,-2-1 0,-1-1 0,16-54 0,-5-11 56,17-159 0,-36 228 214,0-1-1,2 1 0,17-47 0,-22 70 101,-2 9-195,1 0 0,0-1 0,0 1 0,0 0 1,1 0-1,1 4 0,5 14 87,62 247 123,1-69-340,-57-171 0,1 0 0,1 0 0,2-2 0,27 35 0,-28-43 0,1 0 0,0-1 0,2-2 0,0 0 0,0 0 0,2-2 0,0-1 0,32 15 0,-41-23 0,1 0 0,0-1 0,1 0 0,-1-1 0,1-1 0,0-1 0,0 0 0,0 0 0,0-2 0,0 0 0,0-1 0,0 0 0,0-1 0,-1-1 0,29-8 0,-33 7 0,-1 0 0,0 0 0,0-1 0,0 0 0,-1 0 0,1-1 0,-1 0 0,-1-1 0,1 0 0,-1 0 0,0 0 0,-1-1 0,0 0 0,0 0 0,-1-1 0,0 0 0,7-16 0,-7 12 0,-1-1 0,0 1 0,-1-1 0,-1 0 0,0 0 0,-1 0 0,0-1 0,-1 1 0,-1 0 0,0 0 0,-1 0 0,-4-15 0,0 4 0,-2 2 0,0-1 0,-1 1 0,-2 1 0,0-1 0,-2 2 0,0 0 0,-1 0 0,-1 2 0,-1-1 0,-1 2 0,0 0 0,-2 1 0,0 1 0,-1 1 0,0 1 0,-23-13 0,-2 3 0,-1 2 0,-1 1 0,-1 3 0,0 2 0,-1 2 0,-1 2 0,-93-10 0,137 21-9,-7-1-393,0 1 1,-1 0 0,1 0 0,-1 1-1,1 1 1,-1 1 0,1-1 0,0 2 0,-15 4-1,26-6 241,1-1-1,0 1 0,0-1 1,0 1-1,0-1 1,0 1-1,0 0 0,0-1 1,0 1-1,1 0 1,-1 0-1,0 0 0,-1 1 1,2-2 32,0 1 1,0-1 0,-1 1-1,1-1 1,0 0-1,0 1 1,0-1-1,0 1 1,0-1-1,0 1 1,0-1 0,0 1-1,0-1 1,1 0-1,-1 1 1,0-1-1,0 1 1,0-1-1,0 0 1,1 1 0,-1-1-1,0 1 1,0-1-1,1 0 1,-1 1-1,4 3-1231,0-1 0,0 0-1,1 0 1,-1 0-1,9 4 1,33 15-10637</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1.434"/>
    </inkml:context>
    <inkml:brush xml:id="br0">
      <inkml:brushProperty name="width" value="0.035" units="cm"/>
      <inkml:brushProperty name="height" value="0.035" units="cm"/>
    </inkml:brush>
  </inkml:definitions>
  <inkml:trace contextRef="#ctx0" brushRef="#br0">27 353 13193,'3'-2'194,"-1"0"-1,0 0 1,0 0-1,0 0 1,-1-1-1,1 1 1,0-1-1,-1 1 1,0-1-1,2-3 1,-3 5-119,0 1 0,0-1 0,0 1 0,0 0 0,0-1 0,-1 1 0,1-1 0,0 1 0,0-1 0,0 1 0,0 0 0,-1-1 1,1 1-1,0-1 0,0 1 0,-1 0 0,1-1 0,0 1 0,-1 0 0,1-1 0,0 1 0,-1 0 0,-18-8 2027,15 7 1461,3 0-3299,0 0 0,-1 0 1,1 1-1,0-1 0,0 0 1,-1 0-1,1 0 0,0 0 0,0 0 1,0 0-1,0-1 0,1 1 1,-1 0-1,0 0 0,0-1 1,0-1-1,0 1 597,2 7-244,3 6-329,24 56 753,-17-43-727,14 45 0,49 181 322,-65-219-505,1-1-1,26 56 1,-35-85-126,-1 0 0,0 0 0,1 0 0,-1 0 0,1 0 0,-1-1 0,1 1 0,-1 0 1,1 0-1,0-1 0,-1 1 0,1-1 0,0 1 0,0 0 0,-1-1 0,1 1 0,0-1 0,0 1 0,0-1 0,0 0 0,0 1 0,0-1 0,-1 0 1,1 0-1,0 0 0,0 0 0,0 1 0,0-1 0,0 0 0,0-1 0,0 1 0,0 0 0,0 0 0,0 0 0,0 0 0,0-1 0,-1 1 0,1 0 1,0-1-1,0 1 0,0-1 0,0 1 0,1-2 0,2-2 14,1 0-1,-1 0 1,0-1 0,0 1-1,4-7 1,-6 8-37,6-9 13,-1 0-1,-1 0 1,10-23-1,3-7-1,-6 12 15,-2 0 0,0-1-1,8-45 1,1-1 34,101-299 695,-116 359-737,2 0 0,11-20 0,-18 35 0,1 1 0,0-1 0,0 0 0,0 1 0,0-1 0,0 1 0,0-1 0,0 1 0,1-1 0,-1 1 0,0 0 0,1 0 0,-1 0 0,1 0 0,-1 0 0,1 0 0,0 0 0,-1 0 0,1 1 0,0-1 0,0 0 0,-1 1 0,1 0 0,0-1 0,0 1 0,0 0 0,0 0 0,-1 0 0,1 0 0,0 0 0,0 1 0,0-1 0,0 0 0,-1 1 0,3 0 0,1 2 0,-1-1 0,1 1 0,-1 0 0,0 0 0,0 0 0,0 0 0,0 1 0,-1 0 0,1 0 0,4 7 0,1 3 0,-1-1 0,-1 2 0,-1-1 0,8 22 0,13 66 0,-17-58 0,96 260-2848,-66-202 1450,24 37-4426,-16-51-2112,-5-17-3841</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2.400"/>
    </inkml:context>
    <inkml:brush xml:id="br0">
      <inkml:brushProperty name="width" value="0.035" units="cm"/>
      <inkml:brushProperty name="height" value="0.035" units="cm"/>
    </inkml:brush>
  </inkml:definitions>
  <inkml:trace contextRef="#ctx0" brushRef="#br0">579 1300 7577,'-7'7'1053,"4"-4"-370,0-1 0,0 1 1,1 0-1,-1 0 0,1 0 0,-1 0 0,1 0 1,0 0-1,0 1 0,0-1 0,1 1 0,-3 6 1,3-7-334,-1 0 0,0-1 0,0 1 1,0-1-1,0 1 0,-4 3 1,2-2 3910,1-5-4004,1-1 1,-1 1 0,0 0-1,1 0 1,-1 0-1,0 1 1,0-1-1,0 1 1,-4-1 0,4 1 45,-3-4 370,2-5-517,0 0 1,0-1 0,0 0 0,2 1-1,-1-1 1,1 0 0,0-1-1,1 1 1,1 0 0,0-13 0,-1-139 283,2-201-186,-11-147-218,10 457-48,0 29 5,0 1 1,-2 0-1,-8-40 1,3 38 193,7 58 82,20 905 875,-50 5-170,21-567-974,54 510 0,-24-710 0,47 181 0,-41-253 0,4-1 0,5-2 0,50 98 0,-68-164-137,1-1 0,2 0 1,46 55-1,-49-68-8,2-1 0,0-1 1,1-1-1,1 0 0,0-2 1,31 17-1,-31-21-437,0 0-1,1-2 1,0 0 0,1-1-1,0-2 1,50 9-1,-69-15 459,0-1-1,-1 0 0,1 0 0,0 0 0,0 0 0,-1-1 0,1 0 0,0 0 0,-1 0 0,1-1 0,-1 1 0,0-1 0,1 0 0,6-5 0,-9 6 79,1-1 0,-1-1 0,0 1 0,0 0 0,0 0-1,0-1 1,-1 1 0,1-1 0,0 1 0,-1-1 0,0 0 0,0 0 0,0 1 0,0-1-1,0 0 1,0 0 0,-1 0 0,1 0 0,-1 0 0,0 0 0,0-4 0,-1-2-32,0 1 1,-1 0 0,0 0-1,0 0 1,-1 0 0,-6-13 0,-26-43-249,34 63 320,-33-48-231,-2 1-1,-2 3 0,-49-47 1,42 45 111,1 1 26,-312-337-537,22-20 643,255 292 66,-101-188 0,172 285-74,2 0 1,-1-1-1,2 0 1,0 0-1,1 0 0,-5-32 1,8 39 0,1-1 0,0 0 0,0 1 1,1-1-1,0 0 0,1 1 0,0-1 0,0 1 1,1 0-1,0-1 0,0 1 0,1 1 0,0-1 0,7-10 1,0 3 1,1 1 0,1 1 0,0 0 0,1 0 0,0 2-1,22-15 1,102-53-2,-123 71-7,308-142 50,-53 27-195,-253 113-192,0 0-1,15-12 1,25-25-5479</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434"/>
    </inkml:context>
    <inkml:brush xml:id="br0">
      <inkml:brushProperty name="width" value="0.035" units="cm"/>
      <inkml:brushProperty name="height" value="0.035" units="cm"/>
    </inkml:brush>
  </inkml:definitions>
  <inkml:trace contextRef="#ctx0" brushRef="#br0">39 743 6601,'-21'6'1760,"21"-6"-1730,0-1 1,0 1-1,0 0 0,0 0 1,0 0-1,0 0 0,0 0 1,0 0-1,0 0 1,0 0-1,0 0 0,0-1 1,0 1-1,0 0 0,0 0 1,0 0-1,0 0 1,0 0-1,0 0 0,0 0 1,0 0-1,0 0 0,0 0 1,0-1-1,0 1 1,0 0-1,-1 0 0,1 0 1,0 0-1,0 0 0,0 0 1,0 0-1,0 0 1,0 0-1,0 0 0,0 0 1,0 0-1,0 0 0,0 0 1,-1 0-1,1 0 1,0 0-1,0 0 0,0 0 1,0 0-1,0 0 0,0 0 1,0 0-1,0 0 1,0 0-1,-1 0 0,1 0 1,0 0-1,0 0 1,0 0-1,0 0 0,3-10 1391,0 0-1,1 1 0,0 0 0,11-17 1,-13 24-242,-2-2-176,-1-7 70,1 0 0,-1 0 0,-1 0-1,-4-15 1,5 23 865,0 2-1836,1-1-1,-1 1 1,0 0 0,1 0-1,-1 0 1,0 0 0,0 0 0,0 0-1,0 0 1,0 0 0,0 0-1,0 0 1,-2-1 0,-4-4 1815,-7 178 807,20 82-2694,-1-201-32,3-1 0,26 92 0,-27-125 2,0 1 0,1-1 0,1-1 0,1 0 0,14 21 0,-17-29 0,0-1 0,1 0 0,-1-1 0,2 0 0,-1 0 0,1-1 0,0 0 0,1 0 0,0-1 0,16 8 0,-21-12-15,0 0 1,-1-1-1,1 0 1,0 1-1,0-1 1,0-1-1,0 1 1,0-1-1,0 0 0,0 0 1,0 0-1,0-1 1,0 0-1,9-3 1,-7 2-35,-1-1 1,1 0-1,-1 0 1,0-1-1,0 0 1,-1 0-1,1 0 1,-1-1-1,8-9 1,-2 1-46,-1-1 1,0 0-1,-1-1 1,-1 0-1,0-1 1,-1 1 0,9-32-1,4-26-51,20-150-1,-9-59 223,-30 281-71,-1 1 0,0-1 0,1 0 0,-1 1 0,1-1 0,-1 0 0,0 1 0,1-1 0,0 1 0,-1-1 0,1 1 0,-1-1 0,1 1 0,0 0 0,-1-1 0,1 1 1,0 0-1,-1-1 0,1 1 0,0 0 0,-1 0 0,1-1 0,0 1 0,0 0 0,-1 0 0,2 0 0,0 0 19,-1-1-11,1 1 0,0 0 0,0 0 0,0-1 0,0 1 0,0 0 0,0 1-1,-1-1 1,1 0 0,0 0 0,0 1 0,0-1 0,-1 1 0,1 0 0,0-1 0,0 1 0,-1 0-1,1 0 1,-1 0 0,1 0 0,2 3 0,4 3 62,0 1-1,12 14 1,-9-9 23,73 89 399,-4-3-285,-60-77-196,-5-3 3,2 0-1,0-2 1,1 0-1,1-1 1,37 24-1,-53-38-23,0 0 1,0-1-1,1 0 1,-1 0-1,0 0 1,1 0-1,-1 0 1,1-1-1,-1 1 0,1-1 1,-1 0-1,1 0 1,-1 0-1,1-1 1,4 0-1,-2-1-10,-1 0 0,1 0-1,-1 0 1,1-1 0,-1 0-1,0 0 1,0 0 0,7-6-1,0-2-16,-1-1-1,0 0 1,0-1-1,-1 0 1,-1-1-1,9-15 1,-8 9-6,-1 0 0,-1-1-1,-1 0 1,0 0 0,6-39 0,4-114-183,-14 121 154,7-366-147,-10 416 208,-3-170-107,3 168 226,2 5-110,-1 1 1,1-1 0,0 1 0,0-1 0,-1 1-1,1 0 1,0 0 0,-1-1 0,1 1-1,0 0 1,2 3 0,3 1 2,8 6-4,0 1 1,-1 1 0,-1 0-1,0 1 1,14 20 0,13 14-36,8 4 43,11 11-185,99 136 0,-158-198 174,24 35-58,-1 2 0,-2 1 1,19 46-1,-36-74 50,0 0 1,-1 0-1,0 0 0,0 1 0,-1-1 1,-1 1-1,0-1 0,-1 1 0,0 0 1,0 0-1,-2-1 0,1 1 0,-1-1 1,-1 1-1,0-1 0,-1 0 1,-5 12-1,-3 1 8,-2-1 0,-1 0 1,-1-1-1,0 0 0,-2-1 1,-1-1-1,0-1 0,-31 23 1,46-39-10,8-5-280,13-8 130,0-1-1,-1 0 1,0-1 0,-1-1-1,14-16 1,69-81-639,-79 88 675,83-121-413,-28 39 264,45-66 643,-114 164-288,0 1 0,0-1 1,0 1-1,1 0 0,0 1 1,0 0-1,0 0 0,1 0 0,0 0 1,8-2-1,-15 5-78,0 1 0,1 0 0,-1 0-1,0 0 1,0 0 0,0 0 0,1 0 0,-1 0-1,0 0 1,0 0 0,0 0 0,1 0 0,-1-1 0,0 1-1,0 0 1,0 0 0,1 0 0,-1 1 0,0-1 0,0 0-1,1 0 1,-1 0 0,0 0 0,0 0 0,0 0 0,0 0-1,1 0 1,-1 0 0,0 0 0,0 1 0,0-1 0,1 0-1,-1 0 1,0 0 0,0 0 0,0 1 0,6 4 38,0 0 1,0 1-1,0 0 1,-1 0-1,0 0 0,8 13 1,20 48-129,-13-24-644,-6-19-865,0-1-1,21 25 1,-22-30-244,-9-14 757,0 0 0,0 0 0,0 0 0,0 0 0,6 3 0,5 5-3788,2 2-3130</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610"/>
    </inkml:context>
    <inkml:brush xml:id="br0">
      <inkml:brushProperty name="width" value="0.035" units="cm"/>
      <inkml:brushProperty name="height" value="0.035" units="cm"/>
    </inkml:brush>
  </inkml:definitions>
  <inkml:trace contextRef="#ctx0" brushRef="#br0">7 35 8497,'-7'-35'10153,"7"64"-9985,4 0-528,6-13-688,12 19-581,2-3-2975,1 0-3589</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3.949"/>
    </inkml:context>
    <inkml:brush xml:id="br0">
      <inkml:brushProperty name="width" value="0.035" units="cm"/>
      <inkml:brushProperty name="height" value="0.035" units="cm"/>
    </inkml:brush>
  </inkml:definitions>
  <inkml:trace contextRef="#ctx0" brushRef="#br0">131 81 11057,'-8'24'1118,"-2"4"965,2 1 1,-6 35 0,-3 18 1373,11-58-2619,1 0 0,1 1 1,1 0-1,1-1 0,2 35 0,4-23-67,1 0 0,2-1 1,16 48-1,-15-61-518,1 0 1,0 0-1,2-1 0,1-1 1,0 1-1,19 21 0,-23-33-182,1 0 0,0-1 0,1 1 0,0-2 0,0 0 0,1 0 0,0-1 0,0 0 0,0 0 0,0-2 0,19 6 0,-23-8-64,0-1 0,0 0 0,0 0 1,0-1-1,0 0 0,0 0 1,0-1-1,0 0 0,0 0 0,0 0 1,0-1-1,-1 0 0,1-1 0,-1 1 1,1-1-1,-1 0 0,0-1 0,0 0 1,7-5-1,-6 2-7,1-1 0,-1 0 0,-1-1 0,1 0 0,-1 0 0,-1 0 0,0 0 0,0-1 0,-1 0 0,0 0 0,-1 0 0,0-1 0,-1 1 0,0-1 0,0 1 0,-1-14 0,1-5 0,-3 0 0,0 0 0,-2 0 0,-11-52 0,2 32 0,-21-58 0,24 84 0,-1 1 0,-1 0 0,-1 1 0,-25-35 0,14 28-152,-1 2 0,-1 0 0,-1 2 0,-1 0 0,-1 2-1,-1 1 1,-45-23 0,67 40-294,1 1 0,-1 1 1,0-1-1,-1 1 0,1 0 0,0 1 0,-1 0 0,1 0 0,-13 0 0,17 2 2,0-1 0,-1 0 0,1 1 0,0 0-1,-1 0 1,1 0 0,0 0 0,0 0 0,-4 3-1,5-3-86,1 0 0,-1 0 0,1 0 0,-1 1 0,1-1 0,-1 0 0,1 1 0,0 0 0,0-1 0,0 1 0,0 0 0,0-1 0,0 1 0,0 0 0,1 0 0,-1 2 0,-6 19-10107</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4.291"/>
    </inkml:context>
    <inkml:brush xml:id="br0">
      <inkml:brushProperty name="width" value="0.035" units="cm"/>
      <inkml:brushProperty name="height" value="0.035" units="cm"/>
    </inkml:brush>
  </inkml:definitions>
  <inkml:trace contextRef="#ctx0" brushRef="#br0">0 86 12269,'0'0'3911,"1"3"-2314,5 23-155,0-1-1,13 30 1,-11-31-992,6 33 0,0-1-138,74 303 785,-82-319-1054,5 19 86,-10-55-50,2-8-39,13-21 164,-1 0 0,-2-1-1,0-1 1,-2 0 0,0-1 0,7-34-1,-13 40-45,42-154 865,-35 140-677,1 1 0,32-61 0,-34 79-216,0 0 0,1 0 0,1 2 1,1-1-1,0 1 0,1 1 0,24-17 1,-29 23-75,0 1 0,1 0 0,0 1 0,1 0 0,-1 1 0,1 0 0,0 1 0,1 0 0,-1 1 0,1 0 0,-1 1 0,25-1 0,-28 4-37,0 0 0,0 1-1,0 0 1,0 1 0,0 0-1,0 0 1,-1 0-1,1 1 1,-1 1 0,0 0-1,0 0 1,-1 0 0,12 11-1,3 5-130,-1 0-1,33 47 1,-21-22-921,-3 2 1,-1 1 0,30 75 0,46 167-11379,-73-185 1894</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4.997"/>
    </inkml:context>
    <inkml:brush xml:id="br0">
      <inkml:brushProperty name="width" value="0.035" units="cm"/>
      <inkml:brushProperty name="height" value="0.035" units="cm"/>
    </inkml:brush>
  </inkml:definitions>
  <inkml:trace contextRef="#ctx0" brushRef="#br0">9 40 12917,'1'-2'243,"-1"0"1,0 0-1,0-1 0,0 1 0,0 0 0,0 0 0,0 0 1,0-1-1,-1 1 0,1 0 0,-2-3 0,-5-5 4304,11 14-3961,0 1 1,-1 0-1,0-1 1,0 1 0,0 1-1,0-1 1,-1 0-1,0 1 1,0-1-1,1 9 1,1 0-458,109 458 5675,-69-271-5804,13 70 0,-48-221-7,38 190-344,-36-200 43,1 0-1,1-1 0,37 69 0,-37-85-554,43 72-3449,-48-82 2329,1-1-1,0-1 1,1 0 0,0 0 0,15 11 0,16 3-9133</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465"/>
    </inkml:context>
    <inkml:brush xml:id="br0">
      <inkml:brushProperty name="width" value="0.035" units="cm"/>
      <inkml:brushProperty name="height" value="0.035" units="cm"/>
    </inkml:brush>
  </inkml:definitions>
  <inkml:trace contextRef="#ctx0" brushRef="#br0">3 212 12669,'0'-2'131,"-1"1"1,1-1-1,-1 1 0,1-1 0,0 0 0,0 1 0,0-1 1,0 0-1,0 1 0,0-1 0,0 0 0,1 1 1,-1-1-1,0 1 0,1-1 0,-1 0 0,1 1 1,1-3-1,1 1 200,0 1-1,0-1 1,0 1 0,0 0 0,0 0 0,0 0-1,1 1 1,-1-1 0,5 0 0,-6 1-187,5-2 335,-1 0 0,1 0 0,0 1 0,1 0 0,-1 1 0,0-1 0,0 1 0,1 1 0,13 0 0,9 4 21,0 1 0,0 1 0,0 2-1,-1 1 1,0 2 0,-1 0 0,0 2 0,-1 1-1,30 21 1,-29-16-343,0 1-1,-1 2 1,-1 1 0,-2 1-1,0 1 1,-1 1-1,-2 0 1,20 33-1,-27-35-112,-2 1-1,0 0 0,-2 1 0,0 0 1,-2 1-1,-1 0 0,-1 0 0,-2 0 1,0 1-1,-2-1 0,-1 1 1,-1 0-1,-2 0 0,0-1 0,-2 1 1,-9 31-1,2-6 3,6-27-7,-1 0 1,-12 32-1,-3-23 32,18-32-47,-1-38 28,3 29-41,0 0 1,0 0-1,1 0 0,-1 0 1,2-6-1,2-9-17,1 1 0,1 0 0,11-32 1,32-59-82,-27 63 51,-5 13-5,168-348-564,-157 336 530,2 2-1,2 0 1,1 3-1,3 0 1,74-67-1,-97 98 82,1 2-1,-1 0 0,2 0 0,-1 1 1,1 1-1,0 0 0,1 1 1,-1 0-1,1 2 0,1-1 0,20-2 1,-24 6 41,1 0 1,-1 1 0,1 0-1,-1 1 1,1 1 0,-1 0 0,0 0-1,0 1 1,0 1 0,0 0-1,0 1 1,-1 0 0,1 0-1,15 12 1,-7-2 112,0 0 1,-2 2-1,0 0 1,0 1-1,-2 1 0,0 1 1,15 25-1,6 15 298,36 83 1,164 464-352,-207-523-2592,76 151-1,-90-205 1670,2-2-1,0 0 1,2-1-1,1-1 1,1-1-1,1-1 1,1-1-1,38 27 1,-49-41-1398,1 0-1,21 9 1,37 9-8607</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764"/>
    </inkml:context>
    <inkml:brush xml:id="br0">
      <inkml:brushProperty name="width" value="0.035" units="cm"/>
      <inkml:brushProperty name="height" value="0.035" units="cm"/>
    </inkml:brush>
  </inkml:definitions>
  <inkml:trace contextRef="#ctx0" brushRef="#br0">483 0 12809,'-118'36'4187,"96"-28"-3277,1 1 1,-1 0 0,-27 19 0,28-13-564,0 1 0,1 0 0,1 2-1,1 1 1,0 0 0,1 1 0,1 1-1,-21 36 1,26-32-236,0 0-1,2 1 0,1 0 1,1 0-1,1 1 1,-3 37-1,6 44-498,4-73 179,-1-28 96,0 1 0,1-1 0,0 0 0,0 0 0,1 0 0,2 7 0,-4-13 94,0 1 0,1-1 0,-1 0-1,1 1 1,-1-1 0,1 0 0,0 0 0,0 1-1,-1-1 1,1 0 0,0 0 0,0 0 0,0 0-1,0 0 1,0 0 0,0 0 0,1-1-1,-1 1 1,0 0 0,0-1 0,1 1 0,-1-1-1,0 1 1,1-1 0,-1 1 0,0-1-1,1 0 1,-1 0 0,1 0 0,-1 0 0,0 0-1,1 0 1,-1 0 0,2 0 0,7-3 0,0-1 0,0 0 0,0 0 1,-1-1-1,1 0 0,-1-1 0,10-8 1,-3 3 67,143-108 2165,-155 117-2110,0 0-1,-1 0 0,1 0 1,0 0-1,0 0 0,0 1 1,0 0-1,0 0 0,0 0 1,1 0-1,-1 1 0,0-1 1,0 1-1,0 0 1,1 1-1,-1-1 0,0 1 1,0-1-1,0 1 0,1 1 1,-1-1-1,4 2 0,6 5-6,1 0 0,-1 1 0,-1 0 0,19 16 0,10 8-341,91 51-2323,-102-66-55,0-2 0,52 18-1,-39-18-2770,4 0-3000</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5.966"/>
    </inkml:context>
    <inkml:brush xml:id="br0">
      <inkml:brushProperty name="width" value="0.035" units="cm"/>
      <inkml:brushProperty name="height" value="0.035" units="cm"/>
    </inkml:brush>
  </inkml:definitions>
  <inkml:trace contextRef="#ctx0" brushRef="#br0">33 0 14725,'-32'125'3049,"53"-49"-481,-10-2-380,-4 2-152,0-2-352,0 5-363,0 7-253,0 4-228,-3 2-296,3 1-332,7-7-428,3-3-856,8-13-272,0-6-717,-4-16-823,1-10 280,13 0-3357,8-6-5148</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141"/>
    </inkml:context>
    <inkml:brush xml:id="br0">
      <inkml:brushProperty name="width" value="0.035" units="cm"/>
      <inkml:brushProperty name="height" value="0.035" units="cm"/>
    </inkml:brush>
  </inkml:definitions>
  <inkml:trace contextRef="#ctx0" brushRef="#br0">29 383 14557,'0'1'92,"0"-1"0,0 1 0,-1-1 0,1 0-1,0 1 1,0-1 0,-1 0 0,1 1-1,0-1 1,0 0 0,-1 1 0,1-1 0,-1 0-1,1 0 1,0 1 0,-1-1 0,1 0 0,0 0-1,-1 0 1,1 1 0,-1-1 0,1 0 0,-1 0-1,1 0 1,0 0 0,-1 0 0,1 0 0,-1 0-1,1 0 1,-1 0 0,1 0 0,-1 0-1,1 0 1,0-1 0,-1 1 0,1 0 0,-1 0-1,1 0 1,0 0 0,-1-1 0,-9-16 2831,8 13-2417,1 1 1148,3 0-279,3-3-1169,-1 0-1,1 0 1,0 1-1,0 0 1,1 0-1,-1 1 1,1-1-1,0 1 1,0 0 0,1 1-1,9-5 1,11-2 171,47-12 0,-28 9-120,127-38-250,108-35-2762,-97 17-3586,-125 44 164,1 2-3830</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590"/>
    </inkml:context>
    <inkml:brush xml:id="br0">
      <inkml:brushProperty name="width" value="0.035" units="cm"/>
      <inkml:brushProperty name="height" value="0.035" units="cm"/>
    </inkml:brush>
  </inkml:definitions>
  <inkml:trace contextRef="#ctx0" brushRef="#br0">0 192 13945,'4'0'346,"-1"-1"-1,1 1 1,-1-1-1,1 0 1,-1 0-1,0 0 1,0-1-1,1 1 1,-1-1-1,0 0 1,0 0 0,5-4-1,-6 4 1761,16 11 1459,-2-1-2835,0 2 0,0 0-1,-1 0 1,24 22 0,-15-12-252,17 15-42,-1 2 0,-2 1-1,-2 2 1,36 50 0,-55-66-374,-1 1 0,-2 0 0,0 1 0,-2 0 0,0 1-1,-2 1 1,-1 0 0,-2 0 0,7 39 0,-7 56 115,-7-117-1,0-9-160,-2-10-23,1-1 1,1 1-1,0-1 0,1 1 1,1 0-1,0-1 0,6-21 0,-1 2-6,-6 28 13,43-197-8,-31 151-2,40-94 1,-47 130 3,72-147 61,-65 139 13,1 0 0,1 1 0,1 0 1,30-31-1,-37 46-36,0-1 1,1 2-1,0-1 1,0 1-1,0 1 1,12-5 0,-19 9-28,0 0 1,0 0-1,0 0 1,0 1 0,0-1-1,0 1 1,0 0-1,0 0 1,0 0 0,0 0-1,0 1 1,0-1-1,0 1 1,0 0 0,6 2-1,0 1 5,0 0 0,0 1-1,8 5 1,-15-8 1,5 3-11,0 0 0,-1 0-1,0 0 1,0 1 0,0 0 0,-1 1 0,0-1 0,0 1 0,-1 0-1,5 8 1,2 9-286,14 47 0,2 1-765,0-9-432,31 62-2552,-44-98 86,21 28 1,-18-29-1583,-2 0-2979</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6.746"/>
    </inkml:context>
    <inkml:brush xml:id="br0">
      <inkml:brushProperty name="width" value="0.035" units="cm"/>
      <inkml:brushProperty name="height" value="0.035" units="cm"/>
    </inkml:brush>
  </inkml:definitions>
  <inkml:trace contextRef="#ctx0" brushRef="#br0">0 1 11393,'0'0'8849,"32"12"-10329,18 7-536,-8 4-2917,8 2-3896</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7.075"/>
    </inkml:context>
    <inkml:brush xml:id="br0">
      <inkml:brushProperty name="width" value="0.035" units="cm"/>
      <inkml:brushProperty name="height" value="0.035" units="cm"/>
    </inkml:brush>
  </inkml:definitions>
  <inkml:trace contextRef="#ctx0" brushRef="#br0">305 0 13945,'-19'15'1181,"1"0"0,0 1-1,1 1 1,1 1-1,1 0 1,0 1 0,1 0-1,2 2 1,-17 32 0,-1 14 1157,4 2 1,-27 110-1,45-148-2338,3 0 0,0 0 0,2 1 0,2 0 0,0-1 0,2 1 0,2-1 0,10 53 0,-10-75-127,0 0 0,1 0 0,0 0 0,1 0 0,0-1 0,0 0 0,0 0 0,1 0 0,1 0 0,-1-1 1,1 0-1,0-1 0,1 1 0,-1-1 0,1-1 0,1 0 0,-1 0 0,18 7 0,3 0-548,1-2 1,0-1-1,1-1 0,48 5 1,-16-6-1079,0-3 0,1-2 1,95-11-1,188-44-2007,-269 40 3401,141-35 1223,-188 39-228,-1-2 0,1-1 0,-2-1 0,53-33 0,-74 41-544,-1 0-1,0 0 0,0-1 1,-1 0-1,0-1 0,0 0 0,10-13 1,-13 15-354,-1 0-1,1-1 1,-1 1 0,0-1 0,0 1 0,0-1-1,-1 0 1,1-9 0,-1 6-398,1-20-1139,-5 2-3319,0 0-2588</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8.963"/>
    </inkml:context>
    <inkml:brush xml:id="br0">
      <inkml:brushProperty name="width" value="0.035" units="cm"/>
      <inkml:brushProperty name="height" value="0.035" units="cm"/>
    </inkml:brush>
  </inkml:definitions>
  <inkml:trace contextRef="#ctx0" brushRef="#br0">38 11 5084,'-3'18'941,"3"-16"-461,0-4 21,0 1-386,0-1 0,0 1 1,0 0-1,0 0 1,-1 0-1,1 0 0,0-1 1,-1 1-1,1 0 0,-1 0 1,1 0-1,-1 0 0,1 0 1,-1 0-1,0 0 0,0 0 1,1 0-1,-1 0 0,0 1 1,-2-2-1,-8-3 10082,4 7-4045,7-1-5872,-1 0 0,0 0 0,1 0 0,-1 0 0,1 1 0,-1-1 0,1 0 0,0 0 0,0 0 0,-1 1 1,1-1-1,0 0 0,0 3 0,1 8-76,0 0 1,4 17-1,3 2-49,2-1-1,0 0 0,2 0 0,2-1 1,0-1-1,2 0 0,1-1 0,1-1 1,28 31-1,5 0 150,3-3 1,108 84-1,-95-86-591,3-3 0,81 42 0,-117-73 12,1-2 1,0-1-1,1-2 0,0-2 1,1-1-1,76 10 0,-59-16-3707,0-2-1,83-9 1,-96 4-1916,-17 2-3256</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07:17:59.154"/>
    </inkml:context>
    <inkml:brush xml:id="br0">
      <inkml:brushProperty name="width" value="0.035" units="cm"/>
      <inkml:brushProperty name="height" value="0.035" units="cm"/>
    </inkml:brush>
  </inkml:definitions>
  <inkml:trace contextRef="#ctx0" brushRef="#br0">966 1 12913,'-44'1'1518,"14"-1"158,0 2 0,0 1 0,-39 9 0,46-5-937,1 2 0,1 0 0,0 2 0,0 0 0,1 2-1,1 0 1,0 1 0,0 1 0,-23 24 0,8-1 162,0 1 0,3 1 1,-34 57-1,28-32-717,2 1 0,-47 133-1,-23 155-96,29 47-4084,56-215-2532,4 239 1,21-249-6201</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172"/>
    </inkml:context>
    <inkml:brush xml:id="br0">
      <inkml:brushProperty name="width" value="0.035" units="cm"/>
      <inkml:brushProperty name="height" value="0.035" units="cm"/>
      <inkml:brushProperty name="color" value="#008C3A"/>
    </inkml:brush>
  </inkml:definitions>
  <inkml:trace contextRef="#ctx0" brushRef="#br0">401 706 10533,'-5'-3'456,"0"-1"0,1 1 0,-1 0 0,1-1 0,0 0 0,0 0 0,1 0-1,-1-1 1,1 1 0,0-1 0,0 0 0,0 0 0,1 0 0,0 0 0,0 0 0,0 0 0,-1-6 0,-9-21 2435,-1 2 4167,13 35-6457,2 29-94,-1-1 0,-2 1 0,-2-1 0,-12 66 0,2-50-196,-1-1 1,-36 82-1,-33 47-301,-44 101-12,115-250 2,67-157 0,-39 88 0,37-92 0,152-361 0,-133 337 0,102-158 0,-166 301 0,14-21 0,1 0 0,31-34 0,-48 61 0,1 1 0,1-1 0,0 1 0,0 0 0,0 1 0,0 0 0,1 1 0,0-1 0,1 2 0,-1-1 0,1 1 0,-1 1 0,20-5 0,-24 7 0,1 1 0,-1 0 0,1 0 0,-1 0 0,1 0 0,-1 1 0,1 0 0,-1 0 0,1 1 0,-1 0 0,0 0 0,0 0 0,9 5 0,-6-2 0,1 1 0,-1 0 0,0 1 0,-1 0 0,0 0 0,13 16 0,-3 2 0,-1 1 0,-2 1 0,0 0 0,10 31 0,6 27-126,-5 1 1,-3 1-1,-4 2 1,-4 0-1,5 160 1,-42 455-1566,14-561 1291,-16 62-6723,13-130-1757,9-50-2056</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374"/>
    </inkml:context>
    <inkml:brush xml:id="br0">
      <inkml:brushProperty name="width" value="0.035" units="cm"/>
      <inkml:brushProperty name="height" value="0.035" units="cm"/>
      <inkml:brushProperty name="color" value="#008C3A"/>
    </inkml:brush>
  </inkml:definitions>
  <inkml:trace contextRef="#ctx0" brushRef="#br0">39 86 13877,'-38'-12'10729,"60"7"-9509,38-7-312,20 7-307,9 2-537,25-3-637,13 0-331,13-2-632,9 2-768,0-3-380,4 1-3089,-4 2-4868</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625"/>
    </inkml:context>
    <inkml:brush xml:id="br0">
      <inkml:brushProperty name="width" value="0.035" units="cm"/>
      <inkml:brushProperty name="height" value="0.035" units="cm"/>
      <inkml:brushProperty name="color" value="#008C3A"/>
    </inkml:brush>
  </inkml:definitions>
  <inkml:trace contextRef="#ctx0" brushRef="#br0">349 71 13577,'-14'-20'950,"12"16"-630,0 0-1,0 0 0,-1 1 0,0-1 0,0 1 0,0-1 0,0 1 1,0 0-1,-1 0 0,0 0 0,1 1 0,-9-5 0,-6 3 3395,-6 6-2386,17-1-578,4-1-523,1 0-1,-1 1 1,0 0 0,1 0-1,-1 0 1,1 0-1,-1 0 1,1 0-1,-1 1 1,1-1 0,0 1-1,0 0 1,0-1-1,-4 5 1,1-1 278,-13 9-276,2 1-1,0 1 1,0 0 0,2 1-1,0 0 1,1 2 0,1-1-1,1 2 1,0-1 0,-13 36-1,18-36-83,0-1 0,1 1-1,1 0 1,1 1-1,1-1 1,0 0 0,1 1-1,1-1 1,1 1-1,1-1 1,1 1-1,7 25 1,-3-20-484,1 0 0,1 0 0,1-1 0,2-1 0,0 1 0,1-2 0,2 0 0,0 0 0,1-2 0,1 0 0,1 0 0,1-2 0,0 0 0,1-2 0,1 0 0,1-1-1,45 23 1,-44-27-583,0-2-1,0 0 0,1-2 1,0 0-1,1-2 0,-1-1 1,1-1-1,40 1 0,-48-5 383,0 0 0,0-1-1,-1-1 1,1 0 0,0-1-1,-1-1 1,0-1 0,0 0-1,-1-1 1,0-1 0,0 0-1,0-1 1,19-16 0,23-26-2733,3-8-1266</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7.785"/>
    </inkml:context>
    <inkml:brush xml:id="br0">
      <inkml:brushProperty name="width" value="0.035" units="cm"/>
      <inkml:brushProperty name="height" value="0.035" units="cm"/>
      <inkml:brushProperty name="color" value="#008C3A"/>
    </inkml:brush>
  </inkml:definitions>
  <inkml:trace contextRef="#ctx0" brushRef="#br0">289 17 10921,'0'0'94,"1"-1"-1,-1 0 1,0 1-1,0-1 1,0 0-1,0 0 1,-1 1 0,1-1-1,0 0 1,0 1-1,0-1 1,0 0-1,-1 1 1,1-1-1,0 0 1,-1 1 0,1-1-1,0 0 1,-1 1-1,1-1 1,-1 1-1,1-1 1,-1 1 0,0-2-1,-12 14 2712,-9 10-114,1-3-1854,1 1 0,2 1 0,0 0 0,0 2 0,2 0 0,1 0 0,1 2-1,1 0 1,2 0 0,-14 39 0,11-15-378,1 0 1,2 1-1,3 0 0,-4 100 1,12-136-499,0 1 0,1-1 0,5 24 0,28 90-1223,-31-116 785,1-1 1,0 1 0,1-1-1,0-1 1,1 1 0,0-1 0,1 0-1,0 0 1,1-1 0,0 0-1,0 0 1,1-1 0,0 0 0,0 0-1,1-1 1,0 0 0,0-1-1,18 8 1,-24-13-45,-1 1 0,1-1 0,-1 0 0,1 0 0,-1 0 1,1-1-1,0 0 0,0 1 0,-1-1 0,1 0 0,0-1 0,-1 1 0,6-1 0,1-1-875,44-4-6722</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192"/>
    </inkml:context>
    <inkml:brush xml:id="br0">
      <inkml:brushProperty name="width" value="0.035" units="cm"/>
      <inkml:brushProperty name="height" value="0.035" units="cm"/>
      <inkml:brushProperty name="color" value="#008C3A"/>
    </inkml:brush>
  </inkml:definitions>
  <inkml:trace contextRef="#ctx0" brushRef="#br0">1 6 10689,'0'0'81,"0"0"0,0 0 0,0-1-1,0 1 1,0 0 0,0-1 0,1 1 0,-1 0 0,0 0-1,0-1 1,0 1 0,1 0 0,-1 0 0,0 0 0,0-1 0,1 1-1,-1 0 1,0 0 0,1 0 0,-1 0 0,0-1 0,0 1 0,1 0-1,-1 0 1,0 0 0,1 0 0,-1 0 0,0 0 0,1 0 0,-1 0-1,0 0 1,1 0 0,-1 0 0,0 0 0,1 0 0,-1 0-1,0 0 1,0 1 0,1-1 0,-1 0 0,0 0 0,1 0 0,-1 0-1,0 0 1,0 1 0,1-1 0,-1 0 0,0 0 0,0 1 0,1-1-1,-1 0 1,0 0 0,0 1 0,2 22 2017,-1 1-701,3 1-112,-1 1 0,-2 47 0,-1-30-653,0 8 244,-8 54-1,4-77-682,1 1 0,1 0 1,2-1-1,1 1 0,1 0 1,10 45-1,-11-68-229,1 0 1,1 0-1,-1 0 0,1 0 1,0 0-1,0-1 0,0 1 1,1-1-1,0 0 0,0 0 1,0 0-1,1-1 0,-1 0 1,1 1-1,0-2 0,0 1 1,1 0-1,-1-1 1,1 0-1,0 0 0,0-1 1,0 0-1,0 0 0,0 0 1,0-1-1,9 2 0,-3-2-79,-1-1 0,1 0 1,0 0-1,0-1 0,-1-1 0,1 0 0,-1-1 0,1 0 0,-1 0 1,0-1-1,0-1 0,-1 0 0,12-6 0,-4-2-10,-1 0-1,-1-1 1,0 0-1,0-1 1,-2-1-1,0-1 1,0 0-1,19-35 1,0-6-61,36-95 0,-3-30 1068,-65 180-79,1 23 234,-3 8-232,-8 41 0,-2 22 187,9-56-746,2 1 0,1 0 0,2-1 0,14 68 0,-11-80-857,14 37 0,0-23-2740,10-4-6933,-17-19-498</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521"/>
    </inkml:context>
    <inkml:brush xml:id="br0">
      <inkml:brushProperty name="width" value="0.035" units="cm"/>
      <inkml:brushProperty name="height" value="0.035" units="cm"/>
      <inkml:brushProperty name="color" value="#008C3A"/>
    </inkml:brush>
  </inkml:definitions>
  <inkml:trace contextRef="#ctx0" brushRef="#br0">17 146 13617,'-13'-26'2534,"10"21"21,4 3-363,0 1-2020,0 0 0,0 0 0,0 0 0,0 0 1,0 1-1,0-1 0,0 0 0,0 1 0,0-1 0,1 0 0,-1 1 1,0-1-1,0 1 0,0 0 0,1-1 0,-1 1 0,0 0 0,0 0 1,1 0-1,-1 0 0,3 0 0,-1 1 12,0-1 1,0 1-1,0 0 1,1 0 0,-1 1-1,0-1 1,0 1-1,4 2 1,3 4 124,0 0 1,0 1-1,16 18 1,-10-8-183,-1 1 0,0 1 0,-2 0 0,0 1-1,-2 0 1,0 1 0,-1 0 0,-2 0 0,0 1 0,-1 0 0,-2 1 0,-1 0 0,3 36 0,-6-19-60,-1-1 0,-1 1 0,-3 0 0,-2-1 0,-1 0 1,-23 75-1,21-78 817,8-35 217,3-7-615,33-94-485,4 2 0,87-151-1,-83 178-1854,2 2 1,59-64-1,47-26-6275,-108 123 2117,1 12-3606</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8.851"/>
    </inkml:context>
    <inkml:brush xml:id="br0">
      <inkml:brushProperty name="width" value="0.035" units="cm"/>
      <inkml:brushProperty name="height" value="0.035" units="cm"/>
      <inkml:brushProperty name="color" value="#008C3A"/>
    </inkml:brush>
  </inkml:definitions>
  <inkml:trace contextRef="#ctx0" brushRef="#br0">614 55 10433,'-30'-53'9657,"24"52"-8586,-6 3-761,-1 1 1,1 0-1,0 1 0,0 1 0,0 0 0,1 0 1,-1 1-1,1 1 0,-10 7 0,-95 81 918,88-70-1056,-29 24-141,3 4-1,2 1 1,-50 69 0,96-115-57,1 1-1,-1 0 1,2 0 0,-1 0 0,1 1 0,-3 11 0,6-19 23,1-1 1,-1 1 0,1-1 0,-1 1 0,1-1 0,-1 1 0,1 0-1,0-1 1,0 1 0,0 0 0,0-1 0,0 1 0,1 0 0,-1-1-1,0 1 1,1-1 0,-1 1 0,1-1 0,-1 1 0,1-1-1,0 1 1,0-1 0,0 1 0,-1-1 0,1 0 0,1 1 0,-1-1-1,0 0 1,0 0 0,0 0 0,1 0 0,-1 0 0,0 0-1,1 0 1,-1 0 0,1-1 0,-1 1 0,1-1 0,-1 1 0,1-1-1,0 1 1,-1-1 0,1 0 0,0 0 0,1 0 0,15 1 110,0-1 0,0-1 0,0 0 0,0-2 0,23-5 0,90-33 1050,4 0 228,-133 40-1418,0 1 0,0-1 0,0 1 0,0 0 0,0-1 1,0 1-1,0 0 0,0 0 0,0 0 0,0 0 0,1 1 0,-1-1 0,-1 1 0,1-1 0,0 1 0,0-1 1,0 1-1,0 0 0,0 0 0,0 0 0,-1 0 0,1 0 0,-1 1 0,1-1 0,0 0 0,-1 1 0,0-1 1,1 1-1,-1 0 0,0-1 0,0 1 0,0 0 0,0 0 0,0-1 0,0 1 0,-1 0 0,1 0 0,-1 0 1,1 0-1,-1 0 0,0 3 0,4 19-2522,-2 0-1,-1 27 1,0-17-2986,2 5-5629</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478"/>
    </inkml:context>
    <inkml:brush xml:id="br0">
      <inkml:brushProperty name="width" value="0.035" units="cm"/>
      <inkml:brushProperty name="height" value="0.035" units="cm"/>
      <inkml:brushProperty name="color" value="#008C3A"/>
    </inkml:brush>
  </inkml:definitions>
  <inkml:trace contextRef="#ctx0" brushRef="#br0">54 1 10945,'2'15'731,"-1"1"0,-1-1 0,0 1 0,-1-1 0,-1 0 0,0 1 0,-2-1 0,1 0 0,-8 18 0,3-7 479,-7 51 0,9-34-705,3 0 1,1 0-1,2 0 0,9 63 0,-7-95-513,0 1 0,1-1-1,0 0 1,1 1 0,0-2-1,1 1 1,0 0-1,1-1 1,0 0 0,0 0-1,1-1 1,0 0 0,1 0-1,0 0 1,1-1 0,0 0-1,0-1 1,0 0 0,1 0-1,0-1 1,15 6-1,-16-8-15,1 0-1,0 0 0,0-2 1,0 1-1,0-1 0,0 0 1,1-1-1,-1-1 0,1 1 1,-1-2-1,0 1 1,1-2-1,-1 1 0,0-1 1,19-6-1,-14 1 79,0 0 0,0 0 0,0-1 0,-1-1 0,0-1 0,-1 0 0,0 0 0,0-2 0,11-13 0,-16 16 18,-1 1 0,1 0 0,0 1 0,1 0 0,15-10 0,-22 17-62,0 1-1,-1-1 1,1 1-1,-1 0 1,0 0-1,1 0 1,-1-1-1,0 1 0,1 0 1,-1 1-1,0-1 1,0 0-1,0 0 1,0 0-1,0 1 0,0-1 1,0 1-1,0-1 1,0 3-1,3 5-12,4 11 33,2-1 1,-1 1 0,2-1 0,1-1 0,0 0 0,1-1 0,21 21 0,-24-29-6,0 0 1,1-1 0,1 0 0,-1 0 0,2-2-1,-1 1 1,0-1 0,1-1 0,0-1 0,0 1 0,1-2-1,-1 0 1,1-1 0,0 0 0,-1-1 0,1 0-1,0-1 1,0-1 0,0 0 0,-1-1 0,26-7 0,-28 6 219,-1-1 0,0 0 1,-1-1-1,1 0 1,-1-1-1,0 1 1,9-9-1,56-54 1452,-42 37-1012,80-73 1893,-109 102-2562,-1 0 0,1 0 0,0 0 0,0 0 1,-1 0-1,1 1 0,1-1 0,-1 1 0,0 0 0,0 0 0,0 0 1,1 0-1,-1 1 0,0-1 0,1 1 0,-1 0 0,0 0 0,1 0 1,-1 0-1,4 1 0,-2 1 18,0 0 1,0 0-1,-1 0 1,1 1-1,-1-1 0,1 1 1,-1 0-1,0 1 1,0-1-1,0 0 1,6 9-1,1 3 37,0 0 0,-1 1 0,0 0-1,-2 1 1,0 0 0,7 23 0,6 21-71,-4 1 0,-2 1 0,10 93 0,-14-19 0,-10 229 0,-9-272 0,-3 0 0,-4-1 0,-38 124 0,19-108 0,-4-2 0,-5-2 0,-94 165 0,106-220 0,-2-2 0,-3-1 0,-59 61 0,65-79 0,-1-1 0,-2-1 0,-1-2 0,0-2 0,-60 31 0,65-41 0,0-1 0,0-1 0,-62 14 0,77-22 0,0-1 0,-1 0 0,1-1 0,-1 0 0,0-2 0,1 1 0,-1-2 0,1 0 0,-1-1 0,-23-7 0,34 8 0,0 0 0,0 0 0,0 0 0,0 0 0,0 0 0,0-1 0,1 0 0,-1 0 0,1 0 0,0 0 0,0-1 0,0 1 0,0-1 0,1 1 0,-1-1 0,-3-7 0,4 4 0,0 1 0,0-1 0,1 0 0,-1 0 0,1 0 0,1 0 0,0 0 0,0 0 0,1-13 0,3-2 0,1-1 0,1 1 0,1 1 0,1 0 0,18-36 0,13-14 0,4 2 0,3 2 0,63-73 0,182-168 0,32 15-311,-219 211-252,145-88 0,-5 30-4160,-79 55-6291,-89 47-1595</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632"/>
    </inkml:context>
    <inkml:brush xml:id="br0">
      <inkml:brushProperty name="width" value="0.035" units="cm"/>
      <inkml:brushProperty name="height" value="0.035" units="cm"/>
      <inkml:brushProperty name="color" value="#008C3A"/>
    </inkml:brush>
  </inkml:definitions>
  <inkml:trace contextRef="#ctx0" brushRef="#br0">23 89 13133,'-23'-34'3645,"33"17"-2345,0 0-372,9 8-764,19-2-788,9 11-1108,20 8-3221,19 4-3924</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29.788"/>
    </inkml:context>
    <inkml:brush xml:id="br0">
      <inkml:brushProperty name="width" value="0.035" units="cm"/>
      <inkml:brushProperty name="height" value="0.035" units="cm"/>
      <inkml:brushProperty name="color" value="#008C3A"/>
    </inkml:brush>
  </inkml:definitions>
  <inkml:trace contextRef="#ctx0" brushRef="#br0">127 200 15405,'-104'-28'15066,"91"19"-13002,3 0-1832,26-8-232,13-6 0,9 6 0,13 3 0,15-3-2648,-2-6-1809,9 0-3067,13 3-7630</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290"/>
    </inkml:context>
    <inkml:brush xml:id="br0">
      <inkml:brushProperty name="width" value="0.035" units="cm"/>
      <inkml:brushProperty name="height" value="0.035" units="cm"/>
      <inkml:brushProperty name="color" value="#008C3A"/>
    </inkml:brush>
  </inkml:definitions>
  <inkml:trace contextRef="#ctx0" brushRef="#br0">1 409 11745,'1'4'416,"2"6"1228,-4-8-459,-1-5 542,0-6 1776,7-5-2762,-4 12-220,2-3-283,0 1 0,0-1 0,0 1 0,0 0 0,0 0 0,1 1 0,0-1 0,0 1 0,0-1 0,0 1 1,1 1-1,-1-1 0,1 0 0,-1 1 0,7-2 0,16-6 529,44-11 1,-47 15-469,710-139 3236,11 59-2382,-475 58-896,153-12-970,-400 38-876,0 1 0,0 0 0,37 5 1,-59 0-1130,-9 3 577,-17 9-2080,18-12 2320,-30 19-9136</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507"/>
    </inkml:context>
    <inkml:brush xml:id="br0">
      <inkml:brushProperty name="width" value="0.035" units="cm"/>
      <inkml:brushProperty name="height" value="0.035" units="cm"/>
      <inkml:brushProperty name="color" value="#008C3A"/>
    </inkml:brush>
  </inkml:definitions>
  <inkml:trace contextRef="#ctx0" brushRef="#br0">194 6 14205,'0'-1'114,"0"1"-1,0 0 1,0 0-1,1 0 1,-1 0-1,0 0 1,0 0-1,0 0 0,0-1 1,0 1-1,0 0 1,0 0-1,0 0 1,0 0-1,0 0 1,0 0-1,0-1 1,0 1-1,0 0 1,0 0-1,0 0 0,0 0 1,0 0-1,0-1 1,0 1-1,0 0 1,0 0-1,0 0 1,0 0-1,-1 0 1,1 0-1,0 0 1,0-1-1,0 1 0,0 0 1,0 0-1,0 0 1,0 0-1,0 0 1,0 0-1,-1 0 1,1 0-1,0 0 1,0 0-1,0 0 1,0 0-1,0 0 0,0-1 1,-1 1-1,1 0 1,0 0-1,0 0 1,0 0-1,0 0 1,0 0-1,-1 0 1,1 0-1,0 1 1,0-1-1,0 0 0,0 0 1,0 0-1,0 0 1,-1 0-1,1 0 1,0 0-1,0 0 1,-3 13 2530,2 21-809,8 2 722,15 53 1,4 14-1387,-18-56-1161,-2 1 0,-2-1 0,-2 1 0,-2 1 0,-2-1 1,-2-1-1,-20 86 0,1-44-2779,-4-1-1,-59 130 1,37-119-5255,3 1-5427</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708"/>
    </inkml:context>
    <inkml:brush xml:id="br0">
      <inkml:brushProperty name="width" value="0.035" units="cm"/>
      <inkml:brushProperty name="height" value="0.035" units="cm"/>
      <inkml:brushProperty name="color" value="#008C3A"/>
    </inkml:brush>
  </inkml:definitions>
  <inkml:trace contextRef="#ctx0" brushRef="#br0">225 1 17826,'-12'2'1357,"11"-2"-1166,-1 0 0,1 0 0,-1 0 0,0 0 1,1 1-1,-1-1 0,1 1 0,-1-1 0,0 1 0,1-1 0,0 1 0,-1 0 0,1 0 0,-1-1 0,1 1 0,0 0 0,-1 0 0,1 1 0,0-1 0,0 0 1,0 0-1,0 1 0,0-1 0,0 0 0,0 1 0,1-1 0,-2 2 0,-76 237 7090,7-21-7414,63-190-1024,1 1-1,2 0 1,-2 54 0,8-25-3296,4-3-3834,1-26-3041</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2.944"/>
    </inkml:context>
    <inkml:brush xml:id="br0">
      <inkml:brushProperty name="width" value="0.035" units="cm"/>
      <inkml:brushProperty name="height" value="0.035" units="cm"/>
      <inkml:brushProperty name="color" value="#008C3A"/>
    </inkml:brush>
  </inkml:definitions>
  <inkml:trace contextRef="#ctx0" brushRef="#br0">127 74 15493,'-23'-34'3027,"21"24"981,3 8-3786,0 1 1,0 0 0,0-1 0,0 1-1,0 0 1,0 0 0,0 0 0,0 0-1,1 0 1,-1 0 0,0 0 0,3-1 0,-3 2 228,3-2-136,0 0-1,0 0 1,1 0 0,-1 1-1,1 0 1,0 0 0,-1 0 0,1 0-1,0 1 1,-1 0 0,10 0-1,50 11 459,-43-6-404,11 2-228,0 2 0,-1 1 0,0 1 0,0 2 0,-1 0 0,-1 3 0,-1 0 0,0 2 0,-1 1 0,-1 1 0,0 1 0,-2 1 0,36 43 0,-53-56-170,-1 0 0,1 0 0,-1 1 1,-1 0-1,0 1 0,0-1 0,-1 1 0,-1 0 0,0 0 1,0 0-1,2 18 0,-5-20-8,0 0 0,0-1 0,-1 1-1,0 0 1,0-1 0,-1 1 0,0-1 0,-1 0 0,0 0 0,0 0 0,-1 0 0,0 0 0,0 0 0,-1-1 0,-10 13 0,-2-1-319,-2-1 0,0 0-1,-1-2 1,-1 0 0,0-1 0,-1-2 0,-35 17 0,-1-3-1922,-115 34 0,89-38-395,-33 10-4974,31-2-3472</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3.568"/>
    </inkml:context>
    <inkml:brush xml:id="br0">
      <inkml:brushProperty name="width" value="0.035" units="cm"/>
      <inkml:brushProperty name="height" value="0.035" units="cm"/>
      <inkml:brushProperty name="color" value="#008C3A"/>
    </inkml:brush>
  </inkml:definitions>
  <inkml:trace contextRef="#ctx0" brushRef="#br0">1 266 16594,'3'-2'4388,"9"-6"-3171,0 1 1,0 0-1,1 0 0,14-4 0,124-26 1581,252-28 0,-349 58-2695,667-62-103,-365 39 0,-80 15-3047,-240 14 2342,-7 3-3231,-12 8-5153,-14-8 7264</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3.775"/>
    </inkml:context>
    <inkml:brush xml:id="br0">
      <inkml:brushProperty name="width" value="0.035" units="cm"/>
      <inkml:brushProperty name="height" value="0.035" units="cm"/>
      <inkml:brushProperty name="color" value="#008C3A"/>
    </inkml:brush>
  </inkml:definitions>
  <inkml:trace contextRef="#ctx0" brushRef="#br0">172 3 16682,'1'1'190,"-1"-1"0,1 0 0,0 0 1,-1 0-1,1 1 0,0-1 1,-1 0-1,1 0 0,0 0 1,-1 0-1,1 0 0,-1 0 1,1 0-1,0 0 0,-1 0 1,1 0-1,0 0 0,-1-1 1,1 1-1,-1 0 0,1 0 1,0-1-1,-1 1 0,1 0 1,0-1-1,4 0 3889,0 15-1396,4 24-2296,38 197 2233,-43-201-2346,-2 1-1,-1-1 1,-1 1-1,-10 68 1,-63 185-4282,-24-6-4686,53-159 4646,7-22-8985</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5.547"/>
    </inkml:context>
    <inkml:brush xml:id="br0">
      <inkml:brushProperty name="width" value="0.035" units="cm"/>
      <inkml:brushProperty name="height" value="0.035" units="cm"/>
      <inkml:brushProperty name="color" value="#008C3A"/>
    </inkml:brush>
  </inkml:definitions>
  <inkml:trace contextRef="#ctx0" brushRef="#br0">279 193 7877,'0'0'13212,"0"-3"-12700,8-25 352,-7 25 2463,-3 0-2713,0 1-474,-1 0 0,1 0 0,-1-1 0,0 2 1,0-1-1,0 0 0,0 1 0,0-1 0,0 1 0,0 0 1,0 0-1,-1 0 0,1 0 0,0 1 0,-1-1 0,1 1 1,-7 0-1,7 0 774,-1 0-868,-27-3 28,28 3 1362,2-12-1519,1 6 118,0-1 0,0 0 0,1 1 1,0-1-1,0 0 0,2-7 0,-2 12 413,-1-1-285,6-46 431,-5 40-594,-4 10 0,-5 10 0,-3 10 0,2 1 0,0-1 0,2 2 0,-8 34 0,4-14 0,-87 389-1667,86-348 850,4 1 1,3 0-1,7 102 1,8-111-4184,2-28-1751,7 5-6348</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5.781"/>
    </inkml:context>
    <inkml:brush xml:id="br0">
      <inkml:brushProperty name="width" value="0.035" units="cm"/>
      <inkml:brushProperty name="height" value="0.035" units="cm"/>
      <inkml:brushProperty name="color" value="#008C3A"/>
    </inkml:brush>
  </inkml:definitions>
  <inkml:trace contextRef="#ctx0" brushRef="#br0">19 252 12673,'-3'-4'324,"1"-1"0,-1 1 1,1 0-1,1-1 0,-1 0 0,1 1 0,-1-1 0,2 0 0,-1 0 1,0 0-1,1 0 0,0 0 0,0 0 0,0 1 0,1-1 0,-1 0 1,1 0-1,1 0 0,-1 0 0,0 1 0,1-1 0,0 1 0,0-1 1,1 1-1,-1 0 0,1 0 0,0 0 0,0 0 0,4-4 0,0 2-53,-1 0 0,1 1 1,0 0-1,0 0 0,1 0 0,0 1 0,-1 1 0,12-5 0,74-19 1097,-76 22-1160,28-5 210,2 2 0,-1 2 0,85-1 0,-54 9-941,118 19 0,-160-16-427,-1 2-1,42 14 0,-63-16-28,0 0-1,-1 1 0,18 11 1,-23-12-184,0 0 1,0 1-1,-1 0 0,1 0 1,-1 0-1,7 11 0,10 20-7983</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6.452"/>
    </inkml:context>
    <inkml:brush xml:id="br0">
      <inkml:brushProperty name="width" value="0.035" units="cm"/>
      <inkml:brushProperty name="height" value="0.035" units="cm"/>
      <inkml:brushProperty name="color" value="#008C3A"/>
    </inkml:brush>
  </inkml:definitions>
  <inkml:trace contextRef="#ctx0" brushRef="#br0">115 175 6333,'0'-1'278,"0"0"1,-1 1-1,1-1 1,-1 1-1,1-1 1,-1 0-1,1 1 1,-1-1-1,1 1 1,-1 0-1,1-1 1,-1 1 0,0-1-1,1 1 1,-1 0-1,0 0 1,1-1-1,-1 1 1,0 0-1,1 0 1,-1 0-1,0 0 1,1-1-1,-1 1 1,0 0 0,0 1-1,1-1 1,-1 0-1,0 0 1,1 0-1,-1 0 1,0 0-1,0 1 1,1-1-1,-1 0 1,1 1-1,-2-1 1,-7 10 556,8-9-687,0-1-1,0 0 0,0 0 0,0 0 0,0 0 1,-1 0-1,1 0 0,0 0 0,0 0 1,0 0-1,0-1 0,0 1 0,0 0 1,0-1-1,0 1 0,-1-1 0,0 0 197,-29-3 2708,1-1 923,33 1-2539,21-4-743,51-7-357,152-10 0,-97 14-1040,470-62-8390,-430 54 2399,-1 8-4255</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6.827"/>
    </inkml:context>
    <inkml:brush xml:id="br0">
      <inkml:brushProperty name="width" value="0.035" units="cm"/>
      <inkml:brushProperty name="height" value="0.035" units="cm"/>
      <inkml:brushProperty name="color" value="#008C3A"/>
    </inkml:brush>
  </inkml:definitions>
  <inkml:trace contextRef="#ctx0" brushRef="#br0">194 75 13593,'-42'-37'3037,"41"36"-2809,0-1 0,0 1 0,0 0 0,0-1 0,0 1 0,1-1 0,-1 1 0,0-1 0,1 1 0,0-1 0,-1 1 0,1-1 0,0 1 0,0-1 0,-1 0 0,1 1 0,1-1 0,-1-9 10278,0 16-9339,-15 100-1047,-4-1 0,-38 116 0,46-180-2156,-10 69 0,4 119-10758,15-184 10734,1-10-8797</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7.172"/>
    </inkml:context>
    <inkml:brush xml:id="br0">
      <inkml:brushProperty name="width" value="0.035" units="cm"/>
      <inkml:brushProperty name="height" value="0.035" units="cm"/>
      <inkml:brushProperty name="color" value="#008C3A"/>
    </inkml:brush>
  </inkml:definitions>
  <inkml:trace contextRef="#ctx0" brushRef="#br0">0 280 10405,'9'18'611,"-4"-7"60,0 1 0,1-1 0,0 0 0,1-1 0,16 20-1,186 241 8982,-141-174-8220,96 102 0,-135-167-1502,2-3 0,1 0 1,44 30-1,-65-51-119,1-1 0,0 0 1,0-1-1,0 0 0,1-1 0,0 0 1,0-1-1,0-1 0,0 0 0,1 0 0,-1-1 1,1-1-1,-1-1 0,19-1 0,-24 0 126,-1-1 1,1 0-1,-1 0 0,0-1 0,0 0 1,1-1-1,-2 1 0,1-1 0,0-1 0,-1 1 1,0-1-1,0 0 0,0-1 0,-1 1 1,0-1-1,0 0 0,0 0 0,4-10 0,8-13-53,-1 0-1,22-64 1,-25 61 64,80-234-26,-56 156 168,31-157 1480,-16 49 2606,-44 192-2186,-11 36-583,-11 45-694,-177 816-1008,132-660-4951,12-74-4405,2-27-4893</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37.998"/>
    </inkml:context>
    <inkml:brush xml:id="br0">
      <inkml:brushProperty name="width" value="0.035" units="cm"/>
      <inkml:brushProperty name="height" value="0.035" units="cm"/>
      <inkml:brushProperty name="color" value="#008C3A"/>
    </inkml:brush>
  </inkml:definitions>
  <inkml:trace contextRef="#ctx0" brushRef="#br0">432 653 10473,'-150'-12'1725,"111"7"144,-52-14 0,51 10-372,-71-22 5713,111 30-7092,1-1 1,0 1-1,-1 0 0,1-1 0,0 1 1,0 0-1,0 0 0,0-1 1,0 1-1,0 0 0,0 0 1,0 0-1,0 0 0,0 0 0,3-1 1,10-5 15,0 0 0,0 1 0,1 0 1,0 2-1,0-1 0,0 2 0,0 0 1,24-1-1,-34 3-115,837-59 1194,-757 57-1153,2647-86-85,-2168 68-176,1630-66-449,-4-36 867,-1521 62 101,8 0-26,-555 55-267,1 6 1,212 28-1,-172-1-172,239 72 0,-140-18-8,152 45-140,5-31 172,-363-87 136,0-1-1,86-2 1,-117-6-7,-1-1 1,1-1-1,0-1 0,-1-2 1,0 0-1,0-1 0,0-2 0,24-12 1,-46 20-28,0 0 1,0 0-1,0-1 1,-1 1-1,1-1 1,0 1-1,-1-1 1,1 1-1,-1-1 1,0 0-1,0 0 1,1 0 0,-1 0-1,0 0 1,-1 0-1,1 0 1,0 0-1,0 0 1,-1 0-1,0 0 1,1-1-1,-1 1 1,0 0-1,0-4 1,0 3-43,0 1 10,0 1 1,-1 0-1,1-1 1,0 1-1,-1 0 1,1-1-1,-1 1 1,1 0-1,-1 0 1,0 0-1,1-1 1,-1 1-1,0 0 1,0 0-1,0 0 1,0 0-1,0 0 1,0 0-1,0 1 1,0-1-1,-1 0 1,1 1-1,0-1 1,0 0-1,-1 1 1,1-1-1,-2 1 1,-40-10-1049,36 9 752,-12-2-870,1 0 0,-1 2 0,-30 1 0,-21 5-6441,29-1-1616</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033"/>
    </inkml:context>
    <inkml:brush xml:id="br0">
      <inkml:brushProperty name="width" value="0.035" units="cm"/>
      <inkml:brushProperty name="height" value="0.035" units="cm"/>
      <inkml:brushProperty name="color" value="#008C3A"/>
    </inkml:brush>
  </inkml:definitions>
  <inkml:trace contextRef="#ctx0" brushRef="#br0">80 521 9001,'-66'-15'6765,"52"12"-3947,15-1 2716,12-4-970,2 2-5996,-15 6 1396,64-20 738,-1 3-1,105-15 1,-71 16-398,460-86 655,290-55-780,-524 86-604,-127 17-4599,-189 50 652,-8 1 2241,-10 0-712,9 3 1574,-32-6-10444</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238"/>
    </inkml:context>
    <inkml:brush xml:id="br0">
      <inkml:brushProperty name="width" value="0.035" units="cm"/>
      <inkml:brushProperty name="height" value="0.035" units="cm"/>
      <inkml:brushProperty name="color" value="#008C3A"/>
    </inkml:brush>
  </inkml:definitions>
  <inkml:trace contextRef="#ctx0" brushRef="#br0">226 0 14073,'-46'8'5867,"45"-8"-5559,0 1 1,0-1-1,0 0 0,0 1 1,0 0-1,0-1 1,0 1-1,0-1 0,1 1 1,-1 0-1,0 0 0,0-1 1,1 1-1,-1 0 1,-1 2-1,-8 23 2068,9-24-1924,-3 11 343,2 1 1,-1 0-1,2 0 0,-1 24 1,0 17 111,-12 100-708,-28 205-217,5-166-3451,-2 98-9061,32-206-1254</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456"/>
    </inkml:context>
    <inkml:brush xml:id="br0">
      <inkml:brushProperty name="width" value="0.035" units="cm"/>
      <inkml:brushProperty name="height" value="0.035" units="cm"/>
      <inkml:brushProperty name="color" value="#008C3A"/>
    </inkml:brush>
  </inkml:definitions>
  <inkml:trace contextRef="#ctx0" brushRef="#br0">1 1 16217,'0'12'1319,"0"1"0,0-1 0,1 1 0,0-1 0,4 14-1,3 30 1674,-11 169 2450,1 17-6399,4-178-881,4 53-2626,-4-97 1003,11 38-1,-2-27-2548,12 8-3378</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652"/>
    </inkml:context>
    <inkml:brush xml:id="br0">
      <inkml:brushProperty name="width" value="0.035" units="cm"/>
      <inkml:brushProperty name="height" value="0.035" units="cm"/>
      <inkml:brushProperty name="color" value="#008C3A"/>
    </inkml:brush>
  </inkml:definitions>
  <inkml:trace contextRef="#ctx0" brushRef="#br0">271 32 12705,'-1'-1'83,"0"1"-1,1-1 1,-1 0-1,1 1 1,-1-1-1,0 0 1,1 0-1,0 1 1,-1-1-1,1 0 1,-1 0-1,1 0 1,0 0-1,0 0 1,0 0-1,-1 0 1,1 0-1,0 1 0,0-1 1,0 0-1,0 0 1,1-2-1,-1 3 47,1-1-1,-1 0 0,1 0 0,0 1 0,-1-1 1,1 1-1,0-1 0,-1 1 0,1-1 0,0 1 0,0-1 1,0 1-1,-1 0 0,1-1 0,0 1 0,0 0 0,0 0 1,0-1-1,1 1 0,6-1 568,0 1 0,0 0 0,0 0-1,15 3 1,-5 1-333,0 0-1,-1 1 1,0 1-1,0 1 1,0 1-1,-1 0 1,0 1-1,0 0 0,15 14 1,-19-15-206,-2 2-1,1-1 1,-1 1 0,0 0-1,-1 1 1,-1 1 0,0-1 0,0 1-1,-1 0 1,0 1 0,-1 0-1,7 22 1,-12-28-120,0 0 0,0 0 0,-1 0 0,0 0 0,0 0 1,0 0-1,-1 0 0,0 0 0,-1 0 0,1 0 0,-1 0 0,-1 0 0,1 0 0,-1-1 0,-1 0 0,1 1 0,-1-1 1,0 0-1,-5 5 0,-8 10 8,-1-1 0,-1-1 0,-37 29-1,5-9-840,-1-3-1,-65 34 0,-40 10-4781,94-45-638,13 2-3844</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2.847"/>
    </inkml:context>
    <inkml:brush xml:id="br0">
      <inkml:brushProperty name="width" value="0.035" units="cm"/>
      <inkml:brushProperty name="height" value="0.035" units="cm"/>
      <inkml:brushProperty name="color" value="#008C3A"/>
    </inkml:brush>
  </inkml:definitions>
  <inkml:trace contextRef="#ctx0" brushRef="#br0">26 264 15205,'-26'6'8289,"30"-21"-5761,-1 1-603,22 8-381,32-8-316,10 3-244,12-4-152,17-2-600,5 0-552,10-3-764,7-6-708,-4 1-825,-6-10-1079,-3 4-3152,-4 8-6578</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3.037"/>
    </inkml:context>
    <inkml:brush xml:id="br0">
      <inkml:brushProperty name="width" value="0.035" units="cm"/>
      <inkml:brushProperty name="height" value="0.035" units="cm"/>
      <inkml:brushProperty name="color" value="#008C3A"/>
    </inkml:brush>
  </inkml:definitions>
  <inkml:trace contextRef="#ctx0" brushRef="#br0">13 1 13889,'0'0'2521,"-6"26"35,0-1-172,12-10-132,3 2-160,-5 6-415,2 2-257,0-2-264,1 0-228,-1 6-180,4 16-208,-7-27-608,0 10-788,0-2-1028,0 0-845,-6 16-1183,-6-30-2789,-1 11-6328</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4.787"/>
    </inkml:context>
    <inkml:brush xml:id="br0">
      <inkml:brushProperty name="width" value="0.035" units="cm"/>
      <inkml:brushProperty name="height" value="0.035" units="cm"/>
      <inkml:brushProperty name="color" value="#008C3A"/>
    </inkml:brush>
  </inkml:definitions>
  <inkml:trace contextRef="#ctx0" brushRef="#br0">7 397 3204,'1'0'193,"0"-1"0,0 1 1,1-1-1,-1 1 0,0-1 0,0 0 0,0 1 0,0-1 0,0 0 0,1 0 0,-2 0 0,1 0 0,0 0 0,0 0 1,0 0-1,0 0 0,0 0 0,-1 0 0,1 0 0,-1-1 0,1 1 0,-1 0 0,1 0 0,-1-1 0,0 1 1,1 0-1,-1-1 0,0 1 0,0-2 0,2-9 3693,-27 8-2167,18 3 3709,20 4-5022,-1-1 0,1 0 0,0-1 0,0 0 0,0-1 0,0 0 0,14-3 0,97-21 1438,-97 18-1406,558-150 2796,-414 106-2779,-38 10-182,113-29-7,-177 59-1933,-69 13 1216,0-1 0,0 0 0,0 1 0,-1-1 0,1 0 1,-1 1-1,0-1 0,0 0 0,0 0 0,-1 3 0,-3 1-403,0-1 0,0 0 0,-1 0-1,0 0 1,0-1 0,0 1 0,0-2 0,-1 1 0,-8 3 0,2 0-2180,-3 3-5568</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5.005"/>
    </inkml:context>
    <inkml:brush xml:id="br0">
      <inkml:brushProperty name="width" value="0.035" units="cm"/>
      <inkml:brushProperty name="height" value="0.035" units="cm"/>
      <inkml:brushProperty name="color" value="#008C3A"/>
    </inkml:brush>
  </inkml:definitions>
  <inkml:trace contextRef="#ctx0" brushRef="#br0">162 9 13045,'-7'-8'6352,"19"23"-2423,21 26-111,-19-20-3443,-1 2 0,-1-1 0,-1 2 0,-1-1 0,-1 1-1,-1 1 1,-1 0 0,-2 0 0,0 0 0,-2 1 0,0-1 0,-2 1-1,-1 0 1,-4 38 0,-4-16-633,-1-1 0,-27 78 0,-47 89-2091,72-187 1925,-47 109-5211,18-45-1203,-12 23-6925</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6.987"/>
    </inkml:context>
    <inkml:brush xml:id="br0">
      <inkml:brushProperty name="width" value="0.035" units="cm"/>
      <inkml:brushProperty name="height" value="0.035" units="cm"/>
      <inkml:brushProperty name="color" value="#008C3A"/>
    </inkml:brush>
  </inkml:definitions>
  <inkml:trace contextRef="#ctx0" brushRef="#br0">0 74 13789,'5'-13'1042,"8"-25"4569,-12 15 6148,16 53-11193,-16-16-566,0 0 0,-2 28 0,0 8 0,24 251 105,-3-85-669,-19-183-1749,-3 40 1,-5-5-3903,4-33 1562,-1 29-9178</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145"/>
    </inkml:context>
    <inkml:brush xml:id="br0">
      <inkml:brushProperty name="width" value="0.035" units="cm"/>
      <inkml:brushProperty name="height" value="0.035" units="cm"/>
      <inkml:brushProperty name="color" value="#008C3A"/>
    </inkml:brush>
  </inkml:definitions>
  <inkml:trace contextRef="#ctx0" brushRef="#br0">1 284 14225,'41'-109'2397,"-22"75"39,7 11-408,-1-6-356,7 6-340,9 6-268,13-3-288,9 9-288,14-1-816,-1 10-420,-3-1-656,-6 6-920,-17 11-916,-8 14-2245,-1 7-4420</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286"/>
    </inkml:context>
    <inkml:brush xml:id="br0">
      <inkml:brushProperty name="width" value="0.035" units="cm"/>
      <inkml:brushProperty name="height" value="0.035" units="cm"/>
      <inkml:brushProperty name="color" value="#008C3A"/>
    </inkml:brush>
  </inkml:definitions>
  <inkml:trace contextRef="#ctx0" brushRef="#br0">55 186 12149,'-35'-14'9349,"25"-1"-7857,1 4-456,28-3-748,22-9-528,0 3-556,16 0-864,13-3-656,10 3-3433,5-6-4820</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476"/>
    </inkml:context>
    <inkml:brush xml:id="br0">
      <inkml:brushProperty name="width" value="0.035" units="cm"/>
      <inkml:brushProperty name="height" value="0.035" units="cm"/>
      <inkml:brushProperty name="color" value="#008C3A"/>
    </inkml:brush>
  </inkml:definitions>
  <inkml:trace contextRef="#ctx0" brushRef="#br0">14 0 15965,'-14'13'13735,"23"-7"-10045,0 4-4912,-6-4 1321,-1 1 0,0 0 1,0 0-1,-1-1 0,1 13 1,0-5-97,1 17 4,-2 1-1,-1 0 1,-2 0 0,-7 40-1,-1 45-211,8-73-932,1 97-4312,10-48-5333,0-47-1461</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7.695"/>
    </inkml:context>
    <inkml:brush xml:id="br0">
      <inkml:brushProperty name="width" value="0.035" units="cm"/>
      <inkml:brushProperty name="height" value="0.035" units="cm"/>
      <inkml:brushProperty name="color" value="#008C3A"/>
    </inkml:brush>
  </inkml:definitions>
  <inkml:trace contextRef="#ctx0" brushRef="#br0">267 104 12225,'0'-11'504,"-1"4"331,1-1 0,0 0 0,1 0 0,0 0 0,0 1 0,1-1 0,3-12-1,-4 19-661,-1 0 0,1 0 0,0 0 0,-1 0 0,1-1 0,0 1 0,0 0 0,0 1-1,0-1 1,0 0 0,0 0 0,0 0 0,0 0 0,0 1 0,0-1 0,1 1 0,-1-1-1,0 1 1,0-1 0,3 0 0,-1 1 32,1-1-1,-1 1 1,0 0-1,1 0 1,-1 1-1,0-1 1,1 1-1,3 1 1,6 2 100,0 1-1,0 0 1,12 8 0,-20-10-166,12 6 28,-1 1 1,0 0-1,-1 2 0,0 0 1,0 0-1,-1 2 1,-1 0-1,-1 0 0,0 1 1,0 0-1,-2 1 1,16 31-1,-20-35-134,-1 1 1,0-1-1,-1 1 0,-1-1 1,0 1-1,-1 1 0,0-1 1,-1 0-1,0 0 0,-1 0 1,-1 1-1,0-1 0,-1 0 1,0 0-1,-1 0 0,-1 0 1,0 0-1,0-1 0,-7 13 1,0-5-87,-1-1 1,-1 0 0,-1-1 0,0-1 0,-2 0-1,0-1 1,-20 16 0,-7 2-996,-84 50-1,67-51-2518,-86 35-1,95-44-2722,15 1-3867</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8.054"/>
    </inkml:context>
    <inkml:brush xml:id="br0">
      <inkml:brushProperty name="width" value="0.035" units="cm"/>
      <inkml:brushProperty name="height" value="0.035" units="cm"/>
      <inkml:brushProperty name="color" value="#008C3A"/>
    </inkml:brush>
  </inkml:definitions>
  <inkml:trace contextRef="#ctx0" brushRef="#br0">74 284 14957,'-24'-7'1083,"-2"1"540,3 4 9129,36-13-7539,-3 9-3104,0 0-1,0 1 1,1 0 0,0 0-1,0 2 1,0-1 0,0 1-1,1 1 1,12-2 0,15-4-57,623-129-2306,-478 101 1392,-96 16-2762,-69 16-693,1-1-3495</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48.252"/>
    </inkml:context>
    <inkml:brush xml:id="br0">
      <inkml:brushProperty name="width" value="0.035" units="cm"/>
      <inkml:brushProperty name="height" value="0.035" units="cm"/>
      <inkml:brushProperty name="color" value="#008C3A"/>
    </inkml:brush>
  </inkml:definitions>
  <inkml:trace contextRef="#ctx0" brushRef="#br0">80 32 17274,'5'-11'1185,"0"1"290,-2-1 2525,9 29 2729,-10-16-6499,0 0 0,0 0 0,0 0 0,0 0 0,-1 0 0,1 0 0,-1 0 0,2 4 0,5 24-210,7 43 1,-4-15-28,-5-24-20,-1-1 0,-3 1 0,0-1 0,-2 1 0,-1 0 0,-2-1 0,-2 1 0,-9 35 0,8-48-780,-1-1 0,-1 0 1,-1-1-1,0 0 0,-16 22 1,-20 42-8242,7 10-6604</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323"/>
    </inkml:context>
    <inkml:brush xml:id="br0">
      <inkml:brushProperty name="width" value="0.035" units="cm"/>
      <inkml:brushProperty name="height" value="0.035" units="cm"/>
      <inkml:brushProperty name="color" value="#008C3A"/>
    </inkml:brush>
  </inkml:definitions>
  <inkml:trace contextRef="#ctx0" brushRef="#br0">36 94 13197,'-1'-55'2473,"-7"16"2635,1 77 886,-2 45 1,-1 312-5995,10-311 0,8 129-1689,-7-123-2743,2 12-7417,1-59 36</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481"/>
    </inkml:context>
    <inkml:brush xml:id="br0">
      <inkml:brushProperty name="width" value="0.035" units="cm"/>
      <inkml:brushProperty name="height" value="0.035" units="cm"/>
      <inkml:brushProperty name="color" value="#008C3A"/>
    </inkml:brush>
  </inkml:definitions>
  <inkml:trace contextRef="#ctx0" brushRef="#br0">0 183 14125,'45'-86'2429,"-14"61"43,11 7-364,5 4-364,4 3-348,6 2-316,13 1-204,6-1-292,10 6-616,-4 6-684,-2 3-508,-4 2-864,-9 1-684,-10 5-3165,-13 9-5124</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637"/>
    </inkml:context>
    <inkml:brush xml:id="br0">
      <inkml:brushProperty name="width" value="0.035" units="cm"/>
      <inkml:brushProperty name="height" value="0.035" units="cm"/>
      <inkml:brushProperty name="color" value="#008C3A"/>
    </inkml:brush>
  </inkml:definitions>
  <inkml:trace contextRef="#ctx0" brushRef="#br0">4 86 13761,'-3'-35'6201,"18"24"-4985,-2 0-316,16 8-560,22-3-336,-7 3-624,7 0-692,6 0-772,0-2-3409,3-1-4436</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0.778"/>
    </inkml:context>
    <inkml:brush xml:id="br0">
      <inkml:brushProperty name="width" value="0.035" units="cm"/>
      <inkml:brushProperty name="height" value="0.035" units="cm"/>
      <inkml:brushProperty name="color" value="#008C3A"/>
    </inkml:brush>
  </inkml:definitions>
  <inkml:trace contextRef="#ctx0" brushRef="#br0">176 0 13017,'-51'40'2280,"35"-20"-75,-6 18-421,9-4-384,-3 0-240,-3 0-264,6 6-160,7 3-472,3 0-516,-7-3-696,7 3-832,3 0-596,-3-6-3113,6 0-4424</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1.112"/>
    </inkml:context>
    <inkml:brush xml:id="br0">
      <inkml:brushProperty name="width" value="0.035" units="cm"/>
      <inkml:brushProperty name="height" value="0.035" units="cm"/>
      <inkml:brushProperty name="color" value="#008C3A"/>
    </inkml:brush>
  </inkml:definitions>
  <inkml:trace contextRef="#ctx0" brushRef="#br0">1 1 12453,'1'2'2208,"8"18"202,2 0 1,18 25-1,35 35 958,82 64-1097,-146-143-2259,285 221-2294,-185-150-3464,-99-71 5607,0 0 0,0 0 0,1 0 0,-1-1 1,1 1-1,-1 0 0,1 0 0,-1-1 0,1 1 0,-1-1 0,1 0 0,-1 1 0,1-1 0,0 0 0,-1 0 0,1 0 0,-1 0 1,1 0-1,0 0 0,-1-1 0,1 1 0,-1 0 0,3-2 0,-1 1-8,0-1 1,-1 0-1,1 0 1,-1 0-1,1 0 0,-1 0 1,0 0-1,0-1 1,0 1-1,0-1 0,2-4 1,2-3-2,-1 0 0,-1-1 0,0 0 0,0 0 0,-1 0 0,3-15 1,1-32 1368,1-63 0,-8 92 83,-1 1 1,-2-1 0,-1 0-1,-9-34 1,11 56-1019,2 2 187,-2 0 1,1 0-1,-1 1 0,1-1 0,-1 0 0,-1 1 0,-4-8 0,6 11-370,0 0 1,0 0-1,0 1 0,0-1 0,0 0 0,0 1 0,-1-1 1,1 1-1,0-1 0,0 1 0,-1 0 0,1-1 0,0 1 0,-1 0 1,1 0-1,0 0 0,-1 0 0,1 0 0,0 0 0,-1 0 0,1 0 1,0 1-1,-1-1 0,1 1 0,0-1 0,0 1 0,-1-1 0,1 1 1,0-1-1,0 1 0,0 0 0,0 0 0,0 0 0,-1 1 0,-6 4 32,1 0 0,-1 1 0,1 0 0,1 1 0,-1 0 0,1-1 0,1 2 0,0-1 0,0 1 0,0 0-1,1 0 1,-4 14 0,-6 19 343,-11 64 0,21-84-454,-15 103-2477,7 64-7014,8-108 4882,-2 4-8693</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1.954"/>
    </inkml:context>
    <inkml:brush xml:id="br0">
      <inkml:brushProperty name="width" value="0.035" units="cm"/>
      <inkml:brushProperty name="height" value="0.035" units="cm"/>
      <inkml:brushProperty name="color" value="#008C3A"/>
    </inkml:brush>
  </inkml:definitions>
  <inkml:trace contextRef="#ctx0" brushRef="#br0">411 795 7433,'-124'-61'10037,"46"25"-7329,29 3-1835,46 31-936,1 0-267,-1-1 245,0 1 0,-1 0 0,1 0 1,0 0-1,-7-3 0,6 4-35,0 0 0,-1 0 0,1 1-1,0 0 1,0-1 0,0 1 0,0 1-1,-1-1 1,1 1 0,0-1 0,0 1 0,-8 3-1,10-3-409,2-6-1302,-1 0 2054,1 0 0,-1 0 0,0 0 1,-1 0-1,1 0 0,-1 1 0,0-1 1,0 0-1,-1 1 0,1 0 0,-1-1 1,0 1-1,-5-5 0,-11-19 1092,17 25-1235,0 1 0,1-1 1,-1 0-1,1 1 0,0-1 0,0 0 0,0 0 0,0 1 0,0-1 0,1 0 0,-1 0 0,1 0 0,0 0 1,0 0-1,0 0 0,0 0 0,0 0 0,1 0 0,-1 0 0,1 0 0,0 0 0,0 0 0,0 1 0,0-1 1,0 0-1,1 1 0,-1-1 0,1 1 0,0-1 0,0 1 0,0 0 0,0-1 0,0 1 0,4-3 0,6-3 107,0 0 0,0 1 1,1 0-1,0 1 0,0 0 0,16-3 0,66-21 631,151-26 0,106 4-200,-268 41-507,1315-124 692,-472 54-363,-682 50-1254,-241 30 182,-7 5-2117,2-3 2538,0 1-1,0-1 1,0 1 0,0 0-1,0-1 1,0 1-1,1 0 1,-1 0-1,0-1 1,1 1-1,0 0 1,-1 2 0,8 1-255,1-1 1,0 0 0,0-1-1,0 0 1,0 0-1,0-1 1,0 0 0,1 0-1,-1-1 1,1 0 0,14-1-1,-15 0-1119,1-1 0,-1 1-1,18-5 1,-5-1-4851</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2.828"/>
    </inkml:context>
    <inkml:brush xml:id="br0">
      <inkml:brushProperty name="width" value="0.035" units="cm"/>
      <inkml:brushProperty name="height" value="0.035" units="cm"/>
      <inkml:brushProperty name="color" value="#008C3A"/>
    </inkml:brush>
  </inkml:definitions>
  <inkml:trace contextRef="#ctx0" brushRef="#br0">1 495 16125,'13'-8'2435,"-13"8"-2329,0 0-1,1-1 1,-1 1-1,0 0 1,0 0-1,0-1 1,1 1-1,-1 0 1,0-1-1,0 1 0,0 0 1,0-1-1,0 1 1,0 0-1,0-1 1,0 1-1,0 0 1,0-1-1,0 1 1,0-1-1,0 1 1,0 0-1,0-1 1,0 1-1,0 0 1,0-1-1,0 1 0,-1 0 1,1 0-1,0-1 1,-1-1 2918,9-11 1075,-5 7-3411,2-1-505,1 1 0,-1 0 0,1 0 0,0 1 0,1 0 0,-1 0-1,1 0 1,0 1 0,0 0 0,8-3 0,15-6 373,39-10 1,-65 22-556,567-134-360,13 42-578,-92 17-155,-340 47-3983,-85 11-6083,-42 10-4</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3.001"/>
    </inkml:context>
    <inkml:brush xml:id="br0">
      <inkml:brushProperty name="width" value="0.035" units="cm"/>
      <inkml:brushProperty name="height" value="0.035" units="cm"/>
      <inkml:brushProperty name="color" value="#008C3A"/>
    </inkml:brush>
  </inkml:definitions>
  <inkml:trace contextRef="#ctx0" brushRef="#br0">128 12 14497,'-43'-9'2932,"35"7"-224,9 7 1539,4 22-644,-4 190 363,-2-114-3152,-17 215-841,13-259-55,-21 103-4641,8-70-4127,3 8-7251</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4.716"/>
    </inkml:context>
    <inkml:brush xml:id="br0">
      <inkml:brushProperty name="width" value="0.035" units="cm"/>
      <inkml:brushProperty name="height" value="0.035" units="cm"/>
      <inkml:brushProperty name="color" value="#008C3A"/>
    </inkml:brush>
  </inkml:definitions>
  <inkml:trace contextRef="#ctx0" brushRef="#br0">1 472 13833,'12'-32'11685,"-11"29"-10241,0-1-1279,1 0 0,-1 0 0,1-1 0,0 1-1,0 1 1,1-1 0,-1 0 0,1 0 0,0 1-1,0 0 1,0-1 0,0 1 0,1 1-1,-1-1 1,1 0 0,0 1 0,5-3 0,12-7 110,1 2 1,25-8 0,-21 7-11,480-142 1343,-387 122-1470,-102 26-138,477-122 0,-476 122-157,-16 4-786,-14 13-3237,-92 47-9628,68-38 3113</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4.905"/>
    </inkml:context>
    <inkml:brush xml:id="br0">
      <inkml:brushProperty name="width" value="0.035" units="cm"/>
      <inkml:brushProperty name="height" value="0.035" units="cm"/>
      <inkml:brushProperty name="color" value="#008C3A"/>
    </inkml:brush>
  </inkml:definitions>
  <inkml:trace contextRef="#ctx0" brushRef="#br0">0 14 14485,'5'-12'1952,"-1"11"1612,5 19 4182,4 12-6133,7 3-1308,11 21 707,40 91-1,-63-124-891,-1 0 0,-1 0 0,0 0 0,-2 1 0,-1-1-1,-1 1 1,0 0 0,-3 32 0,-1-28-914,-2 0 0,-9 32 0,-40 96-8255,15-52 2872,9-8-5998</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5.269"/>
    </inkml:context>
    <inkml:brush xml:id="br0">
      <inkml:brushProperty name="width" value="0.035" units="cm"/>
      <inkml:brushProperty name="height" value="0.035" units="cm"/>
      <inkml:brushProperty name="color" value="#008C3A"/>
    </inkml:brush>
  </inkml:definitions>
  <inkml:trace contextRef="#ctx0" brushRef="#br0">37 108 10561,'0'-2'489,"-1"1"-1,1-1 1,0 1-1,0-1 1,-1 1-1,1-1 1,-1 1-1,1-1 1,-1 1-1,0-1 1,1 1 0,-1 0-1,0 0 1,0-1-1,0 1 1,0 0-1,0 0 1,0 0-1,0 0 1,-2-1-1,-11-5 1369,13 5-1558,0 1 1,0-1-1,1 1 0,-1-1 1,0 1-1,1-1 1,-1 0-1,1 1 1,0-1-1,0 0 1,-1 1-1,1-1 0,0 0 1,0 0-1,1 1 1,-1-1-1,0-2 1,1-2 2997,-1-9-2127,0 14-1161,0 1-1,0-1 0,0 0 1,0 1-1,0-1 0,0 1 0,0-1 1,0 0-1,0 1 0,0-1 1,0 0-1,0 1 0,0-1 1,0 1-1,1-1 0,-1 1 1,0-1-1,0 0 0,1 1 1,-1-1-1,0 1 0,1-1 0,-1 1 1,1-1-1,-1 1 0,0 0 1,1-1-1,-1 1 0,1-1 1,-1 1-1,1 0 0,0 0 1,-1-1-1,1 1 0,6 4-66,-5-3 58,1 1 0,-1-1 0,0 1 0,0-1 0,0 1 0,0 0 0,0 0 0,0 0 0,0 0 0,0 0 0,-1 0 0,0 1 0,1-1 0,1 4 0,15 43 0,-11-29 0,11 33-238,72 185-4122,-81-220 2348,-1-2-1677,-2-3-2413,-2 8-7280</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1:55.638"/>
    </inkml:context>
    <inkml:brush xml:id="br0">
      <inkml:brushProperty name="width" value="0.035" units="cm"/>
      <inkml:brushProperty name="height" value="0.035" units="cm"/>
      <inkml:brushProperty name="color" value="#008C3A"/>
    </inkml:brush>
  </inkml:definitions>
  <inkml:trace contextRef="#ctx0" brushRef="#br0">1 365 14117,'0'0'4418,"1"2"-2250,6 6-1575,-1 0 0,1-1 1,0 0-1,1 0 0,0 0 0,0-1 1,0-1-1,17 9 0,81 34 686,-74-35-867,94 35-1244,175 42-1,-263-82-479,1-2 0,0-2 0,52-1 0,-87-3 1192,0 0 0,1 0 1,-1-1-1,0 1 0,0-1 0,0 0 0,0 0 1,0-1-1,0 1 0,0-1 0,-1 0 1,1 0-1,0 0 0,-1-1 0,0 1 0,1-1 1,-1 0-1,0 0 0,0 0 0,-1 0 0,1 0 1,-1-1-1,1 1 0,-1-1 0,0 1 1,0-1-1,-1 0 0,3-6 0,1-10-101,0 0 0,-1 0 0,-2-1 0,2-33 0,-2 19 169,10-72 637,-5 64 877,-2 0 0,-3-1 0,-3-70-1,0 106-858,-1 1-1,0-1 1,0 0-1,-4-7 1,1-1 679,5 16-1219,-1-1 1,1 1-1,0 0 0,0 0 1,-1 0-1,1 0 0,0-1 1,0 1-1,-1 0 1,1 0-1,0 0 0,0 0 1,-1 0-1,1 0 0,0 0 1,-1 0-1,1 0 1,0 0-1,0 0 0,-1 0 1,1 0-1,0 0 0,-1 0 1,1 0-1,0 0 1,0 0-1,-1 0 0,1 0 1,0 1-1,-1-1 0,1 0 1,0 0-1,0 0 1,-1 0-1,1 1 0,0-1 1,0 0-1,-1 1 0,-9 6 561,5-1-503,0 0 1,1 0-1,-1 0 0,1 0 1,1 1-1,-1-1 0,1 1 1,1 0-1,-1 0 1,1 0-1,-1 8 0,-15 92 1037,13-69-1016,-39 298-435,25-230-3929,5-37-5340,2 0-6144</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08.999"/>
    </inkml:context>
    <inkml:brush xml:id="br0">
      <inkml:brushProperty name="width" value="0.035" units="cm"/>
      <inkml:brushProperty name="height" value="0.035" units="cm"/>
      <inkml:brushProperty name="color" value="#008C3A"/>
    </inkml:brush>
  </inkml:definitions>
  <inkml:trace contextRef="#ctx0" brushRef="#br0">48 377 15433,'-22'-25'2473,"12"19"-141,1-14-300,3 3-284,6-9-300,3 3-344,9-3-243,11-16-173,8 13-144,8-2-300,11 2-384,17 0-840,9 4-293,4 5-655,5 3-716,4 5-480,0 12-2485,0 14-4616</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09.155"/>
    </inkml:context>
    <inkml:brush xml:id="br0">
      <inkml:brushProperty name="width" value="0.035" units="cm"/>
      <inkml:brushProperty name="height" value="0.035" units="cm"/>
      <inkml:brushProperty name="color" value="#008C3A"/>
    </inkml:brush>
  </inkml:definitions>
  <inkml:trace contextRef="#ctx0" brushRef="#br0">55 543 13361,'-54'-46'11661,"57"26"-9685,13-11-431,13 5-281,9-5-248,19-9-564,19-6-728,22 0-1008,17-5-388,2-3-809,7 2-1031,0 3-3001,0-2-6040</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1.264"/>
    </inkml:context>
    <inkml:brush xml:id="br0">
      <inkml:brushProperty name="width" value="0.035" units="cm"/>
      <inkml:brushProperty name="height" value="0.035" units="cm"/>
      <inkml:brushProperty name="color" value="#008C3A"/>
    </inkml:brush>
  </inkml:definitions>
  <inkml:trace contextRef="#ctx0" brushRef="#br0">928 281 6409,'-33'-10'8132,"-11"-17"-2692,-3-2-958,45 28-4357,-1 0 0,0 0 1,1 0-1,-1-1 0,1 1 0,-1-1 0,1 1 1,0-1-1,0 0 0,-1 0 0,1 0 1,1 0-1,-1 0 0,0 0 0,0 0 0,1-1 1,-1 1-1,1-1 0,0 1 0,0-1 1,0 0-1,0 1 0,0-1 0,1 0 0,-1 0 1,1 0-1,0 1 0,0-1 0,0 0 1,0 0-1,0 0 0,0 0 0,1 1 0,-1-1 1,1 0-1,0 0 0,0 1 0,0-1 1,0 1-1,1-1 0,-1 1 0,1-1 0,3-3 1,1-3-53,2 1 1,-1 1 0,1-1-1,0 1 1,0 0 0,1 1-1,0 0 1,0 1 0,1 0-1,17-7 1,-12 6-51,0 0 1,1 2-1,-1 0 0,1 1 0,0 0 0,26 0 1,-37 3-27,0 0 0,1 0 1,-1 1-1,0 0 0,0 0 1,0 0-1,0 0 0,0 1 1,-1 0-1,1 0 1,0 1-1,-1-1 0,1 1 1,-1 0-1,0 0 0,0 0 1,0 1-1,0-1 0,-1 1 1,1 0-1,-1 0 0,0 0 1,0 0-1,-1 1 1,1-1-1,-1 1 0,0 0 1,0 0-1,1 6 0,1 4-10,-1 1 0,0-1 0,-1 1 0,-1-1-1,-1 1 1,0-1 0,-1 1 0,-5 28-1,-62 201-24,8-41 9,59-199 31,-1 0-1,1 0 0,1-1 1,-1 1-1,1 0 1,0 0-1,0 0 1,0 0-1,1 0 1,-1 0-1,1-1 0,1 1 1,-1 0-1,1 0 1,-1-1-1,1 1 1,1-1-1,-1 0 1,0 0-1,1 1 0,3 3 1,4 1-15,0-1 1,0 0-1,1 0 0,0-1 1,0-1-1,19 9 0,-19-10-6,-1 0 0,0 1-1,0 0 1,0 1 0,-1 0-1,0 1 1,0 0-1,12 15 1,-18-19 16,0 1 0,0 1 0,0-1 1,-1 0-1,0 0 0,0 1 0,0 0 0,0-1 0,-1 1 0,0 0 0,0 0 0,-1-1 1,0 1-1,0 0 0,0 0 0,0 0 0,-1 0 0,0-1 0,-3 9 0,0 0 4,-1-1-1,-1 0 0,0-1 1,-1 1-1,0-1 1,0-1-1,-2 1 0,1-1 1,-2-1-1,1 1 0,-1-2 1,-1 1-1,0-1 0,-12 8 1,-12 5 1,-1-1 1,-1-1-1,-60 22 1,-13-3-1733,-160 37 0,-122 0-4076,316-65-1020,16-7-4505</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4.769"/>
    </inkml:context>
    <inkml:brush xml:id="br0">
      <inkml:brushProperty name="width" value="0.035" units="cm"/>
      <inkml:brushProperty name="height" value="0.035" units="cm"/>
      <inkml:brushProperty name="color" value="#008C3A"/>
    </inkml:brush>
  </inkml:definitions>
  <inkml:trace contextRef="#ctx0" brushRef="#br0">161 464 10365,'-55'-52'4183,"-30"-32"5491,83 82-9498,0 0-1,0 0 1,0 0-1,1 0 0,-1 0 1,1 0-1,0-1 1,-1 1-1,1 0 1,0-1-1,1 1 0,-1-1 1,0 1-1,1-1 1,-1 1-1,1-1 1,0 0-1,0 1 0,0-1 1,0 0-1,0 1 1,0-1-1,1 1 1,-1-1-1,1 0 1,0 1-1,0-1 0,0 1 1,0 0-1,0-1 1,1 1-1,-1 0 1,1 0-1,-1 0 0,1 0 1,2-3-1,5-2 89,-1 0-1,1 0 0,0 1 0,1 0 0,-1 1 0,16-7 1,-4 4-228,1 1 0,0 1 0,0 1 0,0 1 0,33-2 1,-5 0-43,490-53-1690,20-2-1556,-465 43-4769,-78 15 4406,7-1-9584</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4.966"/>
    </inkml:context>
    <inkml:brush xml:id="br0">
      <inkml:brushProperty name="width" value="0.035" units="cm"/>
      <inkml:brushProperty name="height" value="0.035" units="cm"/>
      <inkml:brushProperty name="color" value="#008C3A"/>
    </inkml:brush>
  </inkml:definitions>
  <inkml:trace contextRef="#ctx0" brushRef="#br0">45 0 14057,'-24'3'2031,"14"-1"1078,0-1 5889,22 6-5468,5 10-2616,-15-13-898,0 0 1,-1 0-1,1 0 0,-1 1 1,0-1-1,-1 0 0,1 0 1,-1 6-1,2 5-35,2 9 19,5 29 0,4 97 0,-7 93-8390,-3-180 419,3 5-5451</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5.205"/>
    </inkml:context>
    <inkml:brush xml:id="br0">
      <inkml:brushProperty name="width" value="0.035" units="cm"/>
      <inkml:brushProperty name="height" value="0.035" units="cm"/>
      <inkml:brushProperty name="color" value="#008C3A"/>
    </inkml:brush>
  </inkml:definitions>
  <inkml:trace contextRef="#ctx0" brushRef="#br0">0 1 17290,'0'0'12098,"2"3"-10143,4 13-1785,0 0-1,-1 1 1,0 0 0,-2 0 0,0 0-1,-1 0 1,0 31 0,2 8-104,1 36-2297,-5-1-1,-15 127 1,-2 75-7138,22-197-4351</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6.097"/>
    </inkml:context>
    <inkml:brush xml:id="br0">
      <inkml:brushProperty name="width" value="0.035" units="cm"/>
      <inkml:brushProperty name="height" value="0.035" units="cm"/>
      <inkml:brushProperty name="color" value="#008C3A"/>
    </inkml:brush>
  </inkml:definitions>
  <inkml:trace contextRef="#ctx0" brushRef="#br0">159 41 6981,'13'-10'836,"21"-20"16757,-37 32-16393,-5 4-893,1 0 0,1 0 0,-1 0 1,1 1-1,0 0 0,0 0 0,1 0 1,0 1-1,0 0 0,-4 11 0,-6 16 500,-13 44-1,17-47-535,-7 29-545,2 1 1,3 1-1,-6 75 0,7 83-8466,14-141 1498,11 3-4570</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6.877"/>
    </inkml:context>
    <inkml:brush xml:id="br0">
      <inkml:brushProperty name="width" value="0.035" units="cm"/>
      <inkml:brushProperty name="height" value="0.035" units="cm"/>
      <inkml:brushProperty name="color" value="#008C3A"/>
    </inkml:brush>
  </inkml:definitions>
  <inkml:trace contextRef="#ctx0" brushRef="#br0">0 2291 11713,'0'0'5453,"2"-3"-3961,-1 1-1321,0-1 0,0 1 0,1 0-1,0-1 1,-1 1 0,1 0 0,0 0 0,0 0-1,0 0 1,0 0 0,0 1 0,1-1-1,3-2 1,40-16 839,-36 16-776,666-197 3158,-613 185-3239,1095-250 728,9 38-957,989-154-590,-1329 252 505,844-137-12,-757 101 206,-18-60 1027,-626 134-530,-207 66-383,-1-2-1,61-38 1,-109 58-124,-1-1 1,0 0-1,-1-1 1,0 0-1,18-20 1,-29 29-37,0 0 1,0 0 0,0-1 0,0 1-1,0 0 1,0 0 0,0-1-1,-1 1 1,1 0 0,0-1 0,-1 1-1,0-1 1,1 1 0,-1-1 0,0 1-1,1-1 1,-1 1 0,0-1 0,0 1-1,0-1 1,0 1 0,-1-1 0,1 1-1,0-1 1,-1 1 0,1-1 0,-1 1-1,1-1 1,-2-1 0,0 1-66,1 0 0,-1 1 0,0-1 1,1 1-1,-1 0 0,0-1 0,0 1 0,0 0 1,0 0-1,0 0 0,0 1 0,0-1 1,0 0-1,0 1 0,-1-1 0,1 1 0,0 0 1,0 0-1,-3 0 0,-19 1-1087,1 1 0,0 1 0,0 1 0,-24 8 0,-45 17-5899,86-27 6434,-64 21-8790</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9.633"/>
    </inkml:context>
    <inkml:brush xml:id="br0">
      <inkml:brushProperty name="width" value="0.035" units="cm"/>
      <inkml:brushProperty name="height" value="0.035" units="cm"/>
      <inkml:brushProperty name="color" value="#008C3A"/>
    </inkml:brush>
  </inkml:definitions>
  <inkml:trace contextRef="#ctx0" brushRef="#br0">101 334 6281,'1'-24'1337,"6"-37"11945,-3 43-14332,-4 15 3637,-6 12-2384,-5 3 171,7-17-376,0 1 0,0 0-1,0 0 1,0 1 0,-1-1 0,1 1 0,-1 0-1,0 0 1,0 0 0,0 1 0,-1-1 0,-8-1-1,12 3-7,-4-1 27,5 2-2,0 0 0,1 0 1,-1 0-1,0 0 1,0 0-1,0-1 1,1 1-1,-1 0 1,0 0-1,0-1 0,1 1 1,-1 0-1,0-1 1,1 1-1,-1-1 1,0 1-1,1-1 1,-1 1-1,0-1 0,1 1 1,-1-1-1,1 0 1,-1 1-1,1-1 1,0 0-1,-1 1 1,1-1-1,-1-1 0,3-2 37,0 0 0,0 0-1,1 0 1,-1 0-1,1 0 1,0 1 0,0-1-1,0 1 1,0 0-1,1 0 1,6-5-1,49-25 245,-28 17-253,0 1-29,0 1 0,1 1-1,0 2 1,1 1 0,1 2 0,-1 1 0,1 1-1,0 3 1,1 0 0,35 3 0,-56 0-8,-1 2 0,1-1 0,0 2 0,-1 0 0,1 0 0,-1 2 0,23 9 0,-28-9-11,0 0 1,-1 0 0,1 0 0,-1 1 0,-1 0 0,1 1 0,-1 0 0,0 0-1,0 0 1,-1 0 0,0 1 0,7 14 0,-6-9 11,-1 1 0,0 0 1,-1 0-1,-1 0 0,0 0 0,-1 1 1,-1-1-1,0 19 0,-11 118-41,6-118 39,-12 52-4,9-59 39,-3 39 0,10-62 11,1 1 1,-1-1-1,1 1 0,-1 0 0,1-1 0,0 0 0,1 1 0,-1-1 1,0 0-1,1 1 0,0-1 0,0 0 0,0 0 0,0 0 1,0-1-1,1 1 0,-1 0 0,1-1 0,0 0 0,-1 1 0,1-1 1,5 2-1,8 6 55,0-1 1,0-1-1,19 6 0,-30-12-70,51 19 110,73 32 43,-113-45-166,0 0-1,-1 1 0,0 1 1,0 1-1,20 19 0,-32-28-17,0 1-1,-1 0 0,1 0 1,0 1-1,-1-1 1,0 0-1,0 1 1,0 0-1,0-1 0,-1 1 1,1 0-1,-1 0 1,0 0-1,0 0 1,0 0-1,-1 0 0,1 0 1,-1 5-1,-1-4 10,0 0 0,0 0 0,0 0 0,-1 0 0,0 0 1,0 0-1,0 0 0,-1 0 0,1-1 0,-1 1 0,0-1 0,-5 5 0,-6 6 32,0-1 0,-2-1 0,1 0 0,-2-1 0,-27 15 0,14-11-2,-1-1-1,0-1 1,-51 14 0,-95 15 28,119-31-57,7-1-135,-234 56-50,208-45-3178,-119 51-1,193-72 2528,-8 5 188</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19.950"/>
    </inkml:context>
    <inkml:brush xml:id="br0">
      <inkml:brushProperty name="width" value="0.035" units="cm"/>
      <inkml:brushProperty name="height" value="0.035" units="cm"/>
      <inkml:brushProperty name="color" value="#008C3A"/>
    </inkml:brush>
  </inkml:definitions>
  <inkml:trace contextRef="#ctx0" brushRef="#br0">1 60 11897,'6'-2'467,"1"0"1,-1 0-1,0-1 0,0 0 0,0 0 0,0-1 1,-1 1-1,1-1 0,-1 0 0,0-1 1,0 1-1,-1-1 0,8-11 7043,-8 18-5975,0 1-1353,0 1-1,0-1 1,0 1-1,0 0 1,-1 0-1,0 0 0,1 0 1,-1 0-1,-1 1 1,1 0-1,-1-1 1,0 1-1,0 0 0,2 6 1,2 13 1208,8 44-1,-10-41-1139,8 66-250,-3 0 0,-5 0 0,-4 1 0,-14 106 0,8-102-2149,-7 61-5287,7-108-131,5-4-5064</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0.139"/>
    </inkml:context>
    <inkml:brush xml:id="br0">
      <inkml:brushProperty name="width" value="0.035" units="cm"/>
      <inkml:brushProperty name="height" value="0.035" units="cm"/>
      <inkml:brushProperty name="color" value="#008C3A"/>
    </inkml:brush>
  </inkml:definitions>
  <inkml:trace contextRef="#ctx0" brushRef="#br0">13 363 13873,'10'-9'2585,"-23"-2"263,4-1-432,28 1-404,22-9-464,13 3-256,19-3-279,13 0-209,15-3-372,4-3-592,16-5-884,3-1-637,-7-5-959,-9-3-1136,3 12-2033,7 2-4920</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3.126"/>
    </inkml:context>
    <inkml:brush xml:id="br0">
      <inkml:brushProperty name="width" value="0.035" units="cm"/>
      <inkml:brushProperty name="height" value="0.035" units="cm"/>
      <inkml:brushProperty name="color" value="#008C3A"/>
    </inkml:brush>
  </inkml:definitions>
  <inkml:trace contextRef="#ctx0" brushRef="#br0">1 337 8257,'1'-7'850,"1"0"1,-1-1-1,2 1 1,-1 1-1,1-1 1,0 0-1,0 1 1,8-12 0,5-13 1810,-7 15-2159,0 0 0,0 0 1,2 1-1,0 0 0,0 1 0,2 0 0,-1 1 0,2 1 1,0 0-1,0 0 0,1 2 0,0 0 0,1 0 0,28-11 1,-31 16-428,1 0-1,0 0 1,-1 2 0,2 0 0,-1 0 0,0 2 0,0 0 0,1 0 0,-1 1-1,0 1 1,1 0 0,-1 1 0,0 1 0,0 0 0,0 1 0,0 0 0,-1 1-1,0 1 1,18 10 0,-22-12-55,0 1 1,-1 1-1,1-1 0,-1 2 0,0-1 0,0 1 1,-1 0-1,0 1 0,-1-1 0,1 1 0,-1 1 1,-1-1-1,9 19 0,-8-13-4,-1 1 1,-1 0-1,0 1 0,-1-1 0,-1 0 1,-1 1-1,0 0 0,-1-1 1,0 1-1,-1 0 0,-1-1 1,-7 28-1,-3-7-10,-3 0 0,0-2 0,-2 0 0,-2-1 0,-1-1-1,-46 56 1,-169 161 15,149-165-20,-107 105 1052,192-189-1033,1 0 1,0 1-1,-1-1 0,1 0 0,-1 0 1,1 1-1,0-1 0,0 0 1,-1 1-1,1-1 0,0 1 0,-1-1 1,1 0-1,0 1 0,0-1 1,0 1-1,0-1 0,-1 1 0,1-1 1,0 0-1,0 1 0,0-1 1,0 1-1,0-1 0,0 1 0,0-1 1,0 1-1,0-1 0,0 1 0,0-1 1,1 0-1,-1 1 0,0-1 1,0 2-1,18 5 383,30-4-4,10-8-171,-1-3-1,1-3 1,68-22 0,-54 14-167,4 0-210,458-122-3502,-183 29-4035,-239 75 1117,-9 7-4090</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6.098"/>
    </inkml:context>
    <inkml:brush xml:id="br0">
      <inkml:brushProperty name="width" value="0.035" units="cm"/>
      <inkml:brushProperty name="height" value="0.035" units="cm"/>
      <inkml:brushProperty name="color" value="#008C3A"/>
    </inkml:brush>
  </inkml:definitions>
  <inkml:trace contextRef="#ctx0" brushRef="#br0">16 351 8421,'0'0'8731,"-2"-2"-7970,0 0 0,0 0 0,1-1 0,-1 1 0,1 0 0,0-1 0,0 1 1,-2-6-1,5 4-544,0-1 1,1 1-1,0 0 1,-1 0-1,2 0 1,-1 1-1,0-1 1,1 1-1,-1-1 1,1 1-1,0 0 1,0 1-1,0-1 1,1 1-1,5-3 1,11-5 364,46-12 1,-40 14-227,318-77 1524,7 27-1288,-280 47-464,557-62-972,-602 72-1271,1 2 1,35 6 0,-74 0-2203,-3 2 2727,-23 14-4385,1-5-3575</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26.317"/>
    </inkml:context>
    <inkml:brush xml:id="br0">
      <inkml:brushProperty name="width" value="0.035" units="cm"/>
      <inkml:brushProperty name="height" value="0.035" units="cm"/>
      <inkml:brushProperty name="color" value="#008C3A"/>
    </inkml:brush>
  </inkml:definitions>
  <inkml:trace contextRef="#ctx0" brushRef="#br0">166 37 12057,'-20'-13'1053,"15"9"65,0 1 0,0 0 0,0 1 0,0-1 0,-1 1 0,1 0-1,-12-2 1,13 3 646,14 21 1461,15 39-780,17 67 0,-31-83-2291,-1 0-1,-3 1 0,-1 0 1,-1 76-1,-7-69-1260,-3 0-1,-1-1 1,-3 0 0,-2 0-1,-3-1 1,-26 65 0,-42 119-9529,46-120-692</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0.667"/>
    </inkml:context>
    <inkml:brush xml:id="br0">
      <inkml:brushProperty name="width" value="0.035" units="cm"/>
      <inkml:brushProperty name="height" value="0.035" units="cm"/>
      <inkml:brushProperty name="color" value="#008C3A"/>
    </inkml:brush>
  </inkml:definitions>
  <inkml:trace contextRef="#ctx0" brushRef="#br0">0 164 6685,'9'-8'1103,"0"0"0,1 1 0,15-8 1,22-17 4530,-44 29-5194,0 0 1,-1 0-1,1 0 1,-1-1 0,0 1-1,3-6 1,-3 4 160,0 2 2235,1-17-251,-2 17-3145,5-26 7246,-2 23-6331,-2 14-104,0 16-54,-5 32-197,-13 71 0,-2 37 0,-8 166-4084,-2 74-7451,28-293-2629</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4.615"/>
    </inkml:context>
    <inkml:brush xml:id="br0">
      <inkml:brushProperty name="width" value="0.035" units="cm"/>
      <inkml:brushProperty name="height" value="0.035" units="cm"/>
      <inkml:brushProperty name="color" value="#008C3A"/>
    </inkml:brush>
  </inkml:definitions>
  <inkml:trace contextRef="#ctx0" brushRef="#br0">105 86 5140,'10'-7'2415,"-4"-6"5358,-10-3-854,-4 4-6021,-17-24-481,24 34-221,14 37-396,-4-7 192,-8-26 113,0-1 0,0 1 0,0 0 0,0-1 0,0 1 0,0 0 0,0 0 0,-1 0 1,1 0-1,0 3 0,-2-5-114,-1-1 1,1 1-1,0 0 1,0 0-1,-1-1 1,1 1-1,0 0 1,0-1-1,0 1 1,-1-1-1,1 0 1,0 1-1,0-1 1,0 0-1,-1-1 1,2 2-23,0-1 1,0 0-1,1 0 0,-1 1 1,0-1-1,0 0 1,1 0-1,-1 1 0,1-1 1,-1 0-1,0 0 1,1 1-1,0-1 0,-1 1 1,1-1-1,-1 0 1,1 1-1,0-1 0,-1 1 1,1 0-1,0-1 1,-1 1-1,1-1 0,0 1 1,0 0-1,1-1 1,-1 0-135,-2-1-2135,-7-22 1359,8 22 341,-4 2-80,-7 2-241,0 0-1,0 1 0,0 0 0,-12 5 0,21-6-82,-3 0-1669,-13 6 1756,12-4-2819</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111"/>
    </inkml:context>
    <inkml:brush xml:id="br0">
      <inkml:brushProperty name="width" value="0.035" units="cm"/>
      <inkml:brushProperty name="height" value="0.035" units="cm"/>
      <inkml:brushProperty name="color" value="#008C3A"/>
    </inkml:brush>
  </inkml:definitions>
  <inkml:trace contextRef="#ctx0" brushRef="#br0">1 322 6821,'20'-12'11164,"8"4"-6523,32 0-4715,-27 5 1366,253-55 1135,-134 26-2058,294-66 277,-256 54-438,-152 35-518,-1-2-1,51-22 1,-117 28-1941,-2 6 108,1 2-1,0 2 1,0 0 0,-56 20-1,58-17-280,-42 12-5763</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312"/>
    </inkml:context>
    <inkml:brush xml:id="br0">
      <inkml:brushProperty name="width" value="0.035" units="cm"/>
      <inkml:brushProperty name="height" value="0.035" units="cm"/>
      <inkml:brushProperty name="color" value="#008C3A"/>
    </inkml:brush>
  </inkml:definitions>
  <inkml:trace contextRef="#ctx0" brushRef="#br0">213 54 10969,'-13'-11'1438,"-11"-10"-889,14 12 3069,-3-4 3783,-4 27-3720,12-8-3446,0 1 0,0-1-1,1 1 1,-1 0 0,2 0 0,-1 1 0,1-1 0,0 1 0,0 0-1,-2 15 1,-2 13 948,-1 42-1,6-50-1019,-14 162-1446,-19 167-3925,19-174-6013,10-86-850</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5.578"/>
    </inkml:context>
    <inkml:brush xml:id="br0">
      <inkml:brushProperty name="width" value="0.035" units="cm"/>
      <inkml:brushProperty name="height" value="0.035" units="cm"/>
      <inkml:brushProperty name="color" value="#008C3A"/>
    </inkml:brush>
  </inkml:definitions>
  <inkml:trace contextRef="#ctx0" brushRef="#br0">9 35 13549,'-9'-23'2485,"9"23"-2389,1-1 0,-1 1 0,0-1 0,0 1 0,1-1 0,-1 1 0,0-1 0,1 1 0,-1-1 0,0 1 0,1-1 0,-1 1 0,1-1 0,-1 1 0,1 0 0,-1-1 0,1 1 0,-1 0 0,1-1 0,-1 1 0,1 0 0,-1 0 0,1-1 0,-1 1 0,1 0 0,0 0 0,-1 0 0,2 0 0,2-1 3950,-5 3-2437,-1 2-1329,0 0 1,0 0-1,1 0 1,-1 0-1,1 1 1,0-1-1,1 0 1,-1 1-1,1-1 1,0 0-1,0 1 1,0-1-1,0 0 1,2 7-1,3 12 673,11 35 0,-6-24-224,94 446 685,-79-213-5054,-26-133-1286,-12 2-3442,-8-17-4443</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6.608"/>
    </inkml:context>
    <inkml:brush xml:id="br0">
      <inkml:brushProperty name="width" value="0.035" units="cm"/>
      <inkml:brushProperty name="height" value="0.035" units="cm"/>
      <inkml:brushProperty name="color" value="#008C3A"/>
    </inkml:brush>
  </inkml:definitions>
  <inkml:trace contextRef="#ctx0" brushRef="#br0">95 149 4680,'-19'-7'5476,"-3"-13"-4084,2 1-64,16 15-860,0 1 1,0-2 0,0 1-1,0 0 1,1-1 0,0 0-1,-4-6 1,6 9 1200,3-1-1106,2-1-485,1-1 0,-1 1 0,1 0 0,0 0 0,0 0-1,0 1 1,1-1 0,-1 1 0,1 1 0,-1-1 0,1 1 0,0 0 0,0 0 0,0 1 0,10-2 0,13 0 42,0 0 0,34 3 0,-27 0-17,674 16 525,-300-2-798,407 14-4059,-618-32-2371,-131-2-612</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144"/>
    </inkml:context>
    <inkml:brush xml:id="br0">
      <inkml:brushProperty name="width" value="0.035" units="cm"/>
      <inkml:brushProperty name="height" value="0.035" units="cm"/>
      <inkml:brushProperty name="color" value="#008C3A"/>
    </inkml:brush>
  </inkml:definitions>
  <inkml:trace contextRef="#ctx0" brushRef="#br0">1 272 10213,'8'-10'644,"0"1"0,0-1 1,1 1-1,1 1 0,-1 0 1,2 0-1,-1 1 0,16-8 0,98-42 3058,-107 50-3563,61-21 200,1 3 0,2 4-1,148-20 1,-130 32-2516,-90 9 1223,0 1 0,0-1 0,1 1-1,-1 1 1,0 0 0,0 0 0,0 0 0,11 6-1,-2 3-6503</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330"/>
    </inkml:context>
    <inkml:brush xml:id="br0">
      <inkml:brushProperty name="width" value="0.035" units="cm"/>
      <inkml:brushProperty name="height" value="0.035" units="cm"/>
      <inkml:brushProperty name="color" value="#008C3A"/>
    </inkml:brush>
  </inkml:definitions>
  <inkml:trace contextRef="#ctx0" brushRef="#br0">1 338 13229,'41'-43'2144,"-12"14"-91,15 6-117,1 1-608,9-1-224,9 3-348,13-3-628,20-3-484,12-2-952,15-7-1060,11-2-3197,9 9-4532</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7.720"/>
    </inkml:context>
    <inkml:brush xml:id="br0">
      <inkml:brushProperty name="width" value="0.035" units="cm"/>
      <inkml:brushProperty name="height" value="0.035" units="cm"/>
      <inkml:brushProperty name="color" value="#008C3A"/>
    </inkml:brush>
  </inkml:definitions>
  <inkml:trace contextRef="#ctx0" brushRef="#br0">242 53 10857,'0'0'119,"1"-1"0,-1 0-1,0 0 1,1 0 0,-1 0 0,0 0 0,0 0-1,0 0 1,1 0 0,-1 0 0,0 0 0,0 0-1,-1 0 1,1 0 0,0 0 0,0 1 0,0-1-1,0 0 1,-1 0 0,1 0 0,-1 0 0,1 0-1,0 0 1,-1 0 0,1 1 0,-1-1 0,0 0-1,1 0 1,-1 1 0,0-1 0,1 0 0,-1 1-1,0-1 1,0 1 0,-1-1 0,-40-16 4360,30 13-2300,8 3-1984,0 1 1,0-1-1,-1 1 1,1 0-1,0 0 1,0 1-1,0-1 1,0 1-1,0 0 1,0 0-1,0 0 1,1 1-1,-1-1 1,0 1-1,1 0 1,-1 0-1,1 0 1,-1 0-1,1 1 1,0 0-1,0-1 1,-4 6-1,-3 2 94,1 0-1,0 1 0,0 1 0,1-1 1,-9 18-1,13-19-201,0-1 0,0 1 0,1 0 0,0 0 1,0 0-1,1 1 0,1-1 0,0 1 0,0-1 0,1 0 0,2 18 0,0-12-30,2 0-1,0 0 1,0 0-1,1-1 1,1 0-1,15 27 1,-2-11-230,2 0 1,1-2-1,1-1 0,1 0 1,55 46-1,-39-41-352,2-1-1,1-2 0,2-2 1,86 40-1,-122-64 480,1-1 0,-1 0 0,1 0 0,0-1 0,0 0 0,0 0 0,0-1 0,0-1 0,0 0 0,0 0 0,1-1 0,-1 0 0,0 0 0,0-1 0,13-5 0,-11 2 36,-1 0 0,0-1 1,1-1-1,-2 1 0,1-2 0,-1 0 0,0 0 0,-1 0 0,0-1 1,0-1-1,12-18 0,2-5 393,-2-1 0,-1-1 0,-2 0 0,-1-2 0,-3 0 0,17-62 0,-4 18 664,-26 79-791,3 20 200,-4 9-352,0 1 1,-2 0-1,-1 0 1,-12 50-1,6-29-46,2-8-216,-66 339-1631,27-191-2386,-10-5-4720,13-66-3065</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8.097"/>
    </inkml:context>
    <inkml:brush xml:id="br0">
      <inkml:brushProperty name="width" value="0.035" units="cm"/>
      <inkml:brushProperty name="height" value="0.035" units="cm"/>
      <inkml:brushProperty name="color" value="#008C3A"/>
    </inkml:brush>
  </inkml:definitions>
  <inkml:trace contextRef="#ctx0" brushRef="#br0">39 520 13809,'-38'12'11013,"69"-23"-6779,3 0-3620,383-41 2274,-302 42-2731,2604-238-105,-1524 117-227,-1149 125-1193,0-2-1,85-28 1,-152 26-2953,14 7 3295,-1 2-1,0-1 1,0 1 0,1 0 0,-1 1 0,0 0 0,0 0 0,0 1 0,-13 2 0,-33 12-9895</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39.981"/>
    </inkml:context>
    <inkml:brush xml:id="br0">
      <inkml:brushProperty name="width" value="0.035" units="cm"/>
      <inkml:brushProperty name="height" value="0.035" units="cm"/>
      <inkml:brushProperty name="color" value="#008C3A"/>
    </inkml:brush>
  </inkml:definitions>
  <inkml:trace contextRef="#ctx0" brushRef="#br0">52 418 7377,'0'-2'361,"0"-1"-1,0 1 1,-1 0 0,1 0 0,0 0 0,-1 0 0,0 0-1,1 0 1,-1 0 0,0 0 0,0 0 0,0 0 0,0 1 0,-1-1-1,1 0 1,0 0 0,-1 1 0,1-1 0,-1 1 0,0 0-1,-1-2 1,-1 0 122,1 0 0,0-1 0,0 1 0,1-1 0,-1 0 0,-1-4 0,2 3-182,0-1 0,1 0 0,0 1 1,0-1-1,1 0 0,-1 0 0,1 0 1,1 0-1,-1 1 0,1-1 0,0 0 1,0 0-1,1 1 0,-1-1 0,1 1 1,1-1-1,-1 1 0,1 0 0,0 0 1,0 0-1,0 0 0,1 0 0,5-6 1,5-3-26,-1 1 1,2 1-1,0 0 1,0 1 0,31-18-1,-5 8 167,0 1 1,73-24-1,-86 36-287,0 1 0,0 1-1,1 1 1,0 1 0,38 1 0,-55 4-88,1 0 1,-1 0-1,0 1 0,0 1 1,0 0-1,-1 1 0,1 0 1,-1 1-1,0 0 0,0 0 0,0 1 1,-1 1-1,0 0 0,0 0 1,-1 1-1,0 0 0,0 1 1,-1 0-1,0 0 0,0 1 1,-1 0-1,-1 0 0,0 1 0,0 0 1,-1 0-1,0 0 0,-1 1 1,0-1-1,-1 1 0,3 17 1,-3 10 83,-1-1 0,-2 1-1,-2-1 1,-12 71 0,9-76-126,-32 155-250,21-118-1295,-11 105 0,17 65-4763,19-81-4372,0-91 1083</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0.137"/>
    </inkml:context>
    <inkml:brush xml:id="br0">
      <inkml:brushProperty name="width" value="0.035" units="cm"/>
      <inkml:brushProperty name="height" value="0.035" units="cm"/>
      <inkml:brushProperty name="color" value="#008C3A"/>
    </inkml:brush>
  </inkml:definitions>
  <inkml:trace contextRef="#ctx0" brushRef="#br0">1 258 15137,'38'-31'2449,"-10"8"-241,4 3-384,12 3-280,10-4-304,16 7-260,19-3-508,26 0-904,12 0-548,12-3-812,10 0-936,10 0-3189,9 0-5104</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1.356"/>
    </inkml:context>
    <inkml:brush xml:id="br0">
      <inkml:brushProperty name="width" value="0.035" units="cm"/>
      <inkml:brushProperty name="height" value="0.035" units="cm"/>
      <inkml:brushProperty name="color" value="#008C3A"/>
    </inkml:brush>
  </inkml:definitions>
  <inkml:trace contextRef="#ctx0" brushRef="#br0">853 361 4380,'-4'0'149,"1"-1"0,0 1 0,0-1 0,0 0 0,-1 0 0,1 0 0,0 0 0,0 0 0,0-1 0,1 1 0,-1-1-1,0 0 1,1 0 0,-1 0 0,1 0 0,-1-1 0,1 1 0,0 0 0,0-1 0,0 0 0,-2-4 0,2 4 13,-33-31 2322,29 30-2102,0-1 0,0 0 0,1-1-1,0 1 1,-8-12 0,8 7 9,0 1 0,0-1 0,1 1 0,0-1-1,1-1 1,0 1 0,0 0 0,-1-16 0,4 21-282,0 0 0,0-1 0,0 1 0,1 0 0,-1 0 1,1-1-1,0 1 0,1 0 0,-1 0 0,1 0 0,0 1 0,1-1 0,-1 0 0,1 1 0,-1-1 0,2 1 0,-1 0 0,6-7 0,-4 7-70,0 1 0,0-1-1,0 1 1,0 0 0,0 0 0,1 0-1,-1 1 1,1-1 0,-1 2-1,1-1 1,0 0 0,7 0-1,6 0 33,1 1 0,24 2 0,-26 0-35,3-1-16,-1 2 0,0 1 0,0 0 0,0 2-1,-1 0 1,1 1 0,-1 1 0,0 1-1,21 12 1,-33-16-16,1 1 0,0 0 0,-1 0 0,0 0-1,0 1 1,0 0 0,-1 1 0,0 0 0,0 0 0,-1 0-1,0 0 1,0 1 0,0 0 0,-1 0 0,-1 0 0,1 0-1,-1 1 1,-1 0 0,1-1 0,-2 1 0,1 0 0,0 16-1,-3-5 1,-1 0 0,-2 0 0,1-1 0,-2 1 0,-1-1 0,0 0 0,-1 0 0,-16 29 0,-11 12-24,-49 65 0,0-6 114,-133 257-1,203-348-76,2 1-1,0 1 1,2 0 0,1 0-1,2 0 1,1 1 0,1 0-1,0 47 1,5-60-11,0 0 0,1-1 0,1 1 0,1-1 0,0 1 0,1-1 0,1 0 0,0-1 0,2 0 0,0 0 0,0 0 0,2-1 0,0 0 0,0-1 0,2 0 0,16 16 0,-2-8 1,1 0 0,1-2 0,1-1-1,0-1 1,2-2 0,0-1 0,39 14 0,-30-16-7,1-1 0,0-1 1,0-3-1,1-1 0,63 1 1,-74-7 9,0-2 0,0-2 0,0 0-1,0-2 1,31-10 0,-46 10 14,0 0 0,-1-1-1,1-1 1,-2-1 0,1 0-1,-1-1 1,0 0 0,-1-1-1,0-1 1,-1 0 0,12-13-1,-19 18 8,0-1 0,-1 1 1,1-1-1,-2 0 0,1 0 0,-1-1 0,0 1 0,3-13 0,-5 17-11,0-1 0,0 1 0,0-1 0,-1 0 0,0 1 0,0-1 0,0 1 0,0-1 0,0 0 0,-1 1 0,1-1-1,-1 1 1,0-1 0,0 1 0,-1-1 0,1 1 0,-1 0 0,1 0 0,-1-1 0,-3-2 0,4 5-12,0 0 0,0 0 0,0 0 1,-1 0-1,1 0 0,0 1 0,-1-1 0,1 0 0,-1 1 1,1-1-1,-1 1 0,1-1 0,-1 1 0,1 0 1,-1-1-1,1 1 0,-1 0 0,0 0 0,1 0 0,-1 1 1,1-1-1,-1 0 0,1 0 0,-1 1 0,1-1 1,-1 1-1,1-1 0,-1 1 0,1 0 0,-2 1 0,-2 1 26,0 0-1,0 0 1,1 1-1,-1 0 0,1 0 1,0 0-1,0 0 1,-3 5-1,-8 13 110,2 2 1,0-1-1,2 1 0,0 1 1,2 0-1,-9 37 1,1 12 249,-6 77 0,14-25 249,10 200-1,3-196-462,-4-114-159,-6 569 616,-1-497-564,-4 0 0,-4 0 0,-4-1-1,-48 135 1,28-121 21,-100 179 1,104-222-75,-3-1 1,-2-2 0,-3-2 0,-58 57-1,45-59 5,-2-3 1,-2-2-1,-79 45 0,-209 97-161,79-46-1554,211-111 556,28-16-6050,22-11 4361,32-16-7179</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2:41.511"/>
    </inkml:context>
    <inkml:brush xml:id="br0">
      <inkml:brushProperty name="width" value="0.035" units="cm"/>
      <inkml:brushProperty name="height" value="0.035" units="cm"/>
      <inkml:brushProperty name="color" value="#008C3A"/>
    </inkml:brush>
  </inkml:definitions>
  <inkml:trace contextRef="#ctx0" brushRef="#br0">51 135 12257,'-25'0'2252,"31"-17"-307,-2 2-397,-8-7-364,1 2 452,-3 5-1224,0 4-588,-1-9-4136,-2 6-621</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1.579"/>
    </inkml:context>
    <inkml:brush xml:id="br0">
      <inkml:brushProperty name="width" value="0.035" units="cm"/>
      <inkml:brushProperty name="height" value="0.035" units="cm"/>
      <inkml:brushProperty name="color" value="#008C3A"/>
    </inkml:brush>
  </inkml:definitions>
  <inkml:trace contextRef="#ctx0" brushRef="#br0">108 1 3748,'-60'57'548,"50"-48"28,-6 5-116,7 0-79,3-2-121,-1 2-48,10 3-148,1 3 124,11-6-96,17 15-68,-3-9-48,6 3 12,6 0-192,0-6-216,1-3-1333,-1 3 597</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153"/>
    </inkml:context>
    <inkml:brush xml:id="br0">
      <inkml:brushProperty name="width" value="0.035" units="cm"/>
      <inkml:brushProperty name="height" value="0.035" units="cm"/>
      <inkml:brushProperty name="color" value="#008C3A"/>
    </inkml:brush>
  </inkml:definitions>
  <inkml:trace contextRef="#ctx0" brushRef="#br0">115 89 8277,'-5'-8'22,"-34"-72"20210,38 84-18924,-1 25-745,2 0-1,1 0 1,7 50-1,2 21 116,-8 49-678,-26 225 0,-17-62 0,19-104-3558,21-136-648,2 0 0,15 94 1,-5-106-9403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473"/>
    </inkml:context>
    <inkml:brush xml:id="br0">
      <inkml:brushProperty name="width" value="0.035" units="cm"/>
      <inkml:brushProperty name="height" value="0.035" units="cm"/>
      <inkml:brushProperty name="color" value="#008C3A"/>
    </inkml:brush>
  </inkml:definitions>
  <inkml:trace contextRef="#ctx0" brushRef="#br0">27 0 14017,'0'0'6204,"-3"1"-4412,-18 4 77,21-5-1835,0 0-1,0 0 1,0 1 0,0-1 0,-1 0-1,1 0 1,0 0 0,0 0 0,0 0-1,0 0 1,0 1 0,-1-1 0,1 0-1,0 0 1,0 0 0,0 0 0,0 1-1,0-1 1,0 0 0,0 0 0,0 0-1,0 1 1,0-1 0,0 0 0,0 0-1,0 0 1,0 0 0,0 1 0,0-1-1,0 0 1,0 0 0,0 0 0,0 1-1,0-1 1,0 0 0,0 0-1,0 0 1,0 0 0,0 1 0,0-1-1,0 0 1,1 0 0,-1 0 0,0 1-1,32 17 1657,-12-8-1640,180 78 1351,-82-40-1048,190 108 192,-247-118-448,-3 1-1,102 92 1,-113-85-61,-1 2 1,-3 1-1,71 108 1,-94-125-31,-2 1 0,-1 1-1,-2 1 1,-1 0 0,-1 1 0,-2 0-1,-2 1 1,6 49 0,-13-63-4,-1 1 1,-2 0 0,0-1-1,-1 1 1,-2-1 0,0 0-1,-1 0 1,-2 0 0,0-1-1,-1 1 1,-2-2 0,0 1-1,-14 20 1,-1-5-3,-1-1 0,-2-2-1,-1 0 1,-1-3 0,-2 0 0,-40 28 0,-578 384-3267,633-432 2981,-107 68-2754,43-27-2274,49-32 1495,-24 16-7434</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2.826"/>
    </inkml:context>
    <inkml:brush xml:id="br0">
      <inkml:brushProperty name="width" value="0.035" units="cm"/>
      <inkml:brushProperty name="height" value="0.035" units="cm"/>
      <inkml:brushProperty name="color" value="#008C3A"/>
    </inkml:brush>
  </inkml:definitions>
  <inkml:trace contextRef="#ctx0" brushRef="#br0">923 92 14849,'-5'-11'395,"2"3"500,-1 0 0,0 0 0,-1 1 0,1 0-1,-11-13 1,12 18-636,0 0-1,0-1 1,0 1-1,0 0 1,0 0-1,-1 1 1,1-1-1,0 1 0,-1 0 1,1 0-1,-1 0 1,1 0-1,-1 0 1,0 1-1,1 0 1,-1 0-1,-6 0 1,-4 1 16,0 1 0,0 1 0,1 0 1,-1 1-1,1 1 0,0 0 0,0 0 1,0 1-1,1 1 0,-19 13 1,-13 12 237,-55 53 0,64-54-298,-87 82 184,-115 136 0,218-227-455,2 1-1,-20 33 1,30-46-6,2 1 0,-1 0 0,2 0 0,-1 1 0,2 0 0,-1 0 0,2 0 0,-2 12 0,3-21 46,1 0 0,0-1 1,0 1-1,0 0 0,0 0 0,0-1 0,1 1 1,-1 0-1,1-1 0,0 1 0,0 0 0,0-1 0,0 1 1,0-1-1,1 0 0,-1 1 0,1-1 0,-1 0 1,1 0-1,0 0 0,0 0 0,0 0 0,0 0 0,0 0 1,0-1-1,0 1 0,1-1 0,-1 0 0,1 0 1,-1 1-1,1-2 0,-1 1 0,1 0 0,0 0 0,-1-1 1,1 1-1,0-1 0,0 0 0,3 0 0,6 0-16,-1 0 0,1-1-1,-1 0 1,1-1-1,-1-1 1,1 1 0,-1-2-1,13-5 1,-3-1 3,-1-1 0,0 0 1,0-2-1,34-29 0,60-71 93,-76 72 181,62-51 0,-97 90-234,0 0-1,-1 0 1,1 0 0,0 0 0,0 1-1,0-1 1,0 1 0,0 0 0,0 0-1,6-1 1,-8 2-6,0-1 1,1 1-1,-1 1 0,0-1 1,0 0-1,1 0 0,-1 0 1,0 1-1,0-1 0,1 0 1,-1 1-1,0-1 0,0 1 1,0 0-1,1-1 0,-1 1 1,0 0-1,1 1 0,2 4-41,0-1 0,0 1-1,-1 0 1,0 0 0,0 0 0,-1 0-1,0 0 1,2 8 0,1 2-219,5 17-1462,9 49-1,-6-3-4632,-8-44 1311,4 18-5883</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029"/>
    </inkml:context>
    <inkml:brush xml:id="br0">
      <inkml:brushProperty name="width" value="0.035" units="cm"/>
      <inkml:brushProperty name="height" value="0.035" units="cm"/>
      <inkml:brushProperty name="color" value="#008C3A"/>
    </inkml:brush>
  </inkml:definitions>
  <inkml:trace contextRef="#ctx0" brushRef="#br0">71 0 14561,'-10'9'2365,"4"14"151,19 5-232,3 4-184,3 10-152,-4 16-415,-5 13-257,-7 18-212,-3 2-208,-6 12-184,-7 5-140,-6 4-468,-3-1-604,3-2-796,-7-9-768,1-3-693</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410"/>
    </inkml:context>
    <inkml:brush xml:id="br0">
      <inkml:brushProperty name="width" value="0.035" units="cm"/>
      <inkml:brushProperty name="height" value="0.035" units="cm"/>
      <inkml:brushProperty name="color" value="#008C3A"/>
    </inkml:brush>
  </inkml:definitions>
  <inkml:trace contextRef="#ctx0" brushRef="#br0">2 327 13669,'0'1'77,"0"-1"-1,-1 1 1,1-1-1,0 1 1,0-1-1,0 1 0,-1-1 1,1 1-1,0-1 1,0 1-1,0 0 1,0-1-1,0 1 1,0-1-1,0 1 0,0-1 1,0 1-1,1-1 1,-1 1-1,0 0 1,0-1-1,0 1 1,1-1-1,-1 1 1,0-1-1,1 1 0,-1-1 1,0 0-1,1 1 1,-1-1-1,1 1 1,20 2 1708,35-14 447,-55 10-2194,67-13 1443,110-11 1,-73 13-946,-85 9-487,351-57-505,-297 44 20,-2-3 0,138-57 0,-167 54 229,50-34 0,-43 25 253,-120 78 7,1 4-1,2 2 1,3 4-1,3 2 1,-74 90-1,124-134 38,0-1 1,-17 31-1,27-43 126,4-1 44,-1 0-204,1 0-1,1-1 0,-1 1 0,0-1 0,0 0 0,0 0 0,0 0 1,0 0-1,0-1 0,0 1 0,0-1 0,0 1 0,4-3 1,40-19 806,-23 10-373,100-35 1442,-120 45-1891,-1 1 0,1 0 1,0 1-1,0-1 0,0 1 0,0-1 1,0 1-1,-1 0 0,1 0 1,0 1-1,8 1 0,11 4 70,-1 1 0,30 13 0,-47-18-246,-1 0-1,1 0 0,-1 1 1,0-1-1,1 1 0,-1 0 0,0 0 1,-1 0-1,1 1 0,-1-1 1,1 1-1,-1 0 0,0 0 1,0 0-1,-1 1 0,3 4 1,-3-2-982,0 0 0,0 1 0,-1 0 0,0-1-1,-1 1 1,1 0 0,-2 9 0,1 0-2385,2 17-6259</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3.832"/>
    </inkml:context>
    <inkml:brush xml:id="br0">
      <inkml:brushProperty name="width" value="0.035" units="cm"/>
      <inkml:brushProperty name="height" value="0.035" units="cm"/>
      <inkml:brushProperty name="color" value="#008C3A"/>
    </inkml:brush>
  </inkml:definitions>
  <inkml:trace contextRef="#ctx0" brushRef="#br0">26 875 10945,'-25'-2'4216,"35"-27"509,6-6-3377,-2-1 0,-2 0 0,-1-1 0,-2 0 0,9-75 0,-6-201-1056,-9 146 325,-3 162-602,0 0 0,1 0 0,-1 0 1,1 1-1,0-1 0,0 0 0,1 1 1,-1-1-1,4-5 0,-4 8-5,0 1 1,0 0-1,0-1 0,1 1 0,-1 0 0,0 0 1,1 0-1,-1 0 0,1 0 0,-1 0 0,1 0 0,-1 0 1,1 1-1,0-1 0,-1 1 0,1-1 0,0 1 1,0 0-1,-1-1 0,1 1 0,0 0 0,0 0 1,-1 0-1,1 0 0,0 1 0,0-1 0,-1 0 0,4 2 1,8 2 45,0 1 0,-1 0 0,1 1 0,-1 0 0,0 1 0,-1 0 0,0 1 0,0 1 0,0-1 0,8 11 0,9 10 132,-2 0-1,29 42 1,-35-42-56,-1 2-1,-1 0 0,-1 1 1,-2 1-1,-2 0 1,0 1-1,-3 0 0,7 37 1,-13-51-133,-1 1 1,-1 0 0,-1 0 0,-1 0-1,-1 0 1,-1 0 0,-1 0-1,0 0 1,-2-1 0,0 1-1,-1-1 1,-1-1 0,-1 1 0,-21 36-1,14-34-805,0-1 0,-24 27-1,-14 4-7241</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256"/>
    </inkml:context>
    <inkml:brush xml:id="br0">
      <inkml:brushProperty name="width" value="0.035" units="cm"/>
      <inkml:brushProperty name="height" value="0.035" units="cm"/>
      <inkml:brushProperty name="color" value="#008C3A"/>
    </inkml:brush>
  </inkml:definitions>
  <inkml:trace contextRef="#ctx0" brushRef="#br0">0 767 11737,'5'1'1813,"32"7"-121,1-2-1,0-2 1,65-1 0,-67-5-1651,0-1 0,0-2 0,0-1 0,-1-2 0,0-1 0,0-2 0,41-18 0,-60 21-44,-1 0 0,20-15 0,-31 21 17,0-1 0,-1 0 0,1 0 1,0-1-1,-1 1 0,0 0 0,0-1 1,0 0-1,0 0 0,-1 0 0,0 0 1,1 0-1,1-7 0,-4 10 6,1 0 0,-1 1 0,0-1 0,0 0 0,0 0 0,0 0 0,0 0 0,0 0 0,0 0 0,0 0-1,0 0 1,0 0 0,-1 0 0,1 0 0,0 0 0,-1 1 0,1-1 0,0 0 0,-1 0 0,1 0 0,-1 1 0,0-1 0,1 0 0,-1 0 0,1 1-1,-1-1 1,0 0 0,0 1 0,1-1 0,-1 1 0,0-1 0,-1 0 0,-1 0 17,1 1-1,0-1 1,-1 1 0,1-1 0,0 1-1,-1 0 1,1 0 0,-1 0 0,1 0-1,0 0 1,-4 1 0,-10 3 188,-1 1-1,1 0 1,1 2-1,-1 0 1,1 0-1,0 1 1,1 1-1,-24 20 1,-5 8 789,-49 55 1,82-81-883,-9 9 131,1 1-1,1 1 0,1 1 0,-23 43 0,34-57-210,1 0-1,0 0 0,0 0 1,1 1-1,1-1 0,-1 1 0,1 0 1,1 0-1,0 0 0,0 0 1,1-1-1,0 1 0,1 0 0,0 0 1,1 0-1,3 14 0,-2-18-44,1 1 1,-1-1-1,1-1 0,0 1 0,0-1 0,0 1 1,1-1-1,0 0 0,0-1 0,0 1 1,1-1-1,-1 0 0,1 0 0,0-1 0,0 0 1,1 0-1,10 3 0,4 1-205,1 0 1,0-2-1,0-1 0,24 1 1,-5-1-218,0-3 0,1-1 0,-1-2 0,0-2 0,0-1 1,0-3-1,-1-1 0,70-26 0,-78 22 217,-2-1 1,1-1-1,-2-2 0,0-1 0,-1-2 1,-2 0-1,1-2 0,-2-1 0,-1-1 0,-1-1 1,23-32-1,-24 24 201,-2 0-1,-1-2 1,-1 0-1,-2-1 1,-2 0 0,-1-2-1,-2 1 1,-1-1-1,7-65 1,-13 61 504,-2 0-1,-2-1 1,-1 1-1,-3-1 1,-9-47 0,6 54 147,-22-93 1613,28 126-2151,1 0 0,-1 1 1,0-1-1,0 0 0,0 0 1,0 0-1,-1 1 0,1-1 1,-1 1-1,0-1 1,1 1-1,-1 0 0,0 0 1,-3-3-1,0 7 988,-1 4-1010,1 0 1,0 0-1,0 1 0,1 0 1,0 0-1,0 0 0,1 0 1,0 1-1,0 0 0,0-1 1,1 1-1,0 0 0,0 9 1,-3 20 485,1 60 0,3-54-464,9 327-116,-7-335 0,3 65 0</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455"/>
    </inkml:context>
    <inkml:brush xml:id="br0">
      <inkml:brushProperty name="width" value="0.035" units="cm"/>
      <inkml:brushProperty name="height" value="0.035" units="cm"/>
      <inkml:brushProperty name="color" value="#008C3A"/>
    </inkml:brush>
  </inkml:definitions>
  <inkml:trace contextRef="#ctx0" brushRef="#br0">0 47 15857,'162'-46'2585,"-105"52"-249,3 14-484,4 2-332,-1-7-396,17-7-772,21-8-924,4-5-756,9-13-908,17 7-124,2 0-3337</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4.624"/>
    </inkml:context>
    <inkml:brush xml:id="br0">
      <inkml:brushProperty name="width" value="0.035" units="cm"/>
      <inkml:brushProperty name="height" value="0.035" units="cm"/>
      <inkml:brushProperty name="color" value="#008C3A"/>
    </inkml:brush>
  </inkml:definitions>
  <inkml:trace contextRef="#ctx0" brushRef="#br0">14 15 12753,'-13'-15'12725</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8.527"/>
    </inkml:context>
    <inkml:brush xml:id="br0">
      <inkml:brushProperty name="width" value="0.035" units="cm"/>
      <inkml:brushProperty name="height" value="0.035" units="cm"/>
      <inkml:brushProperty name="color" value="#008C3A"/>
    </inkml:brush>
  </inkml:definitions>
  <inkml:trace contextRef="#ctx0" brushRef="#br0">7 91 10565,'6'-53'1986,"-5"42"2369,-1 9-4012,0 0 0,1 0 0,-1 0 0,1 0 0,0 0-1,-1 0 1,1 1 0,0-1 0,0 0 0,0 0 0,0 0 0,2-1 0,0 5-176,0 0 1,-1 0-1,1 1 1,-1-1-1,0 1 0,0 0 1,0 0-1,0 0 0,0 0 1,-1 0-1,1 0 1,-1 0-1,0 0 0,2 5 1,6 53 1092,-5-30-745,30 262 1984,-30-203-1838,-12 147 0,-31 164 158,26-290-691,-32 417 285,43-452-327,4 0-1,3 0 1,4-1 0,35 143 0,-36-189-77,2-1 1,2 0 0,0-1 0,2 0 0,1-1 0,1 0 0,1-1 0,38 43 0,-30-43-9,1-2 1,1 0-1,0-2 1,2-1 0,0-1-1,1-2 1,46 20 0,-43-23-238,1-2 1,1-1-1,0-2 1,0-1-1,1-1 1,0-2-1,0-2 1,0-2-1,0 0 1,1-3 0,-1-1-1,0-2 1,55-14-1,-69 12-337,-1 0-1,0-2 0,-1-1 0,0 0 1,0-1-1,-1-2 0,0 1 1,-2-2-1,26-25 0,-29 26-958,-1-2 0,-1 0 1,0 0-1,-1-1 0,-1-1 0,15-32 0,-5-5-7089</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8.780"/>
    </inkml:context>
    <inkml:brush xml:id="br0">
      <inkml:brushProperty name="width" value="0.035" units="cm"/>
      <inkml:brushProperty name="height" value="0.035" units="cm"/>
      <inkml:brushProperty name="color" value="#008C3A"/>
    </inkml:brush>
  </inkml:definitions>
  <inkml:trace contextRef="#ctx0" brushRef="#br0">410 1 11813,'0'0'2070,"-1"1"-1652,-1 0 1,1 0-1,-1 1 0,1-1 0,-1 1 0,1-1 0,0 1 0,0-1 1,0 1-1,0 0 0,-1 2 0,14 20 1956,-5-10-1546,19 37 1502,57 84-1,-48-82-1790,30 62 0,-46-75-544,-3 1-1,-1 1 1,-2 0-1,-2 1 1,-1 0 0,-3 1-1,3 87 1,-10-96-294,-1 1 0,-2 0 0,-2-1 1,-1 0-1,-2 0 0,-1-1 0,-1 0 1,-3 0-1,0-1 0,-24 41 0,8-28-575,-2-1 0,-68 76 0,-90 68-2615,104-108 1112,-46 44-4274,78-63 264</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9.046"/>
    </inkml:context>
    <inkml:brush xml:id="br0">
      <inkml:brushProperty name="width" value="0.035" units="cm"/>
      <inkml:brushProperty name="height" value="0.035" units="cm"/>
      <inkml:brushProperty name="color" value="#008C3A"/>
    </inkml:brush>
  </inkml:definitions>
  <inkml:trace contextRef="#ctx0" brushRef="#br0">16 111 11641,'-15'-80'1276,"15"78"-1198,0 1 0,0 0 0,0 0 0,0 0 0,0 0 0,0-1 0,1 1 0,-1 0 0,0 0 0,1 0 0,-1 0 0,1 0 0,0 0 0,-1 0 0,1 0 0,-1 0 0,1 0 0,0 0 0,0 0-1,0 1 1,0-1 0,-1 0 0,1 0 0,0 1 0,0-1 0,0 1 0,1-1 0,-1 1 0,0-1 0,0 1 0,0-1 0,0 1 0,2 0 0,1-1 483,-2 1-322,-1 0 1,1 0-1,0 0 1,0 0-1,0 1 0,-1-1 1,1 1-1,0-1 1,-1 1-1,1 0 1,0 0-1,-1 0 1,1 0-1,-1 0 0,1 0 1,-1 0-1,0 0 1,1 1-1,-1-1 1,0 0-1,1 3 1,0 1 84,-1 1 1,0-1 0,-1 1 0,1 0 0,-1 0-1,0-1 1,-1 7 0,1 10 388,10 106 2158,1 41-1208,-22 128-2193,5-149-3643,2 1-5943,3-77-1323</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29.563"/>
    </inkml:context>
    <inkml:brush xml:id="br0">
      <inkml:brushProperty name="width" value="0.035" units="cm"/>
      <inkml:brushProperty name="height" value="0.035" units="cm"/>
      <inkml:brushProperty name="color" value="#008C3A"/>
    </inkml:brush>
  </inkml:definitions>
  <inkml:trace contextRef="#ctx0" brushRef="#br0">1 114 15389,'13'27'873,"-6"-12"-91,1 0-1,0 0 1,2-1-1,12 17 1,82 105 5485,-7 6-3541,9 32-1263,8 11-2162,-110-179 468,1-1 1,0 1-1,0-1 1,0 1-1,0-1 1,1-1-1,0 1 0,7 4 1,-12-11 141,0 0-1,0 1 1,0-1 0,0 0 0,0 0-1,0 0 1,-1 0 0,1 1 0,-1-1-1,1 0 1,-1-2 0,0 3 60,4-27-339,-2-1 0,-1 1 0,-2-1 0,-7-52 1,1-5 6,2 7 105,0 18 215,2 0 0,3 1-1,14-105 1,-13 154 89,2 1 0,-1 1-1,1-1 1,1 0 0,0 1 0,0-1 0,1 1 0,0 1 0,1-1 0,-1 1-1,2-1 1,-1 2 0,15-14 0,-14 15 38,0 1-1,1 0 1,-1 1 0,1 0-1,0 0 1,0 0 0,1 1-1,-1 0 1,1 1 0,-1 0-1,1 1 1,0-1-1,0 1 1,0 1 0,0 0-1,11 1 1,0 2 30,0 0-1,-1 1 1,1 1-1,-1 1 1,0 0 0,0 2-1,0 0 1,-1 1 0,-1 1-1,0 0 1,0 2-1,-1 0 1,0 0 0,-1 2-1,-1 0 1,18 21-1,-8-4-30,-2 0-1,-1 2 0,-2 0 1,-1 1-1,-1 1 1,-2 0-1,17 62 0,-23-66-50,0-1 0,2 0-1,2 0 1,1-1 0,28 44 0,-36-64-27,1 0 0,1-1 1,-1 0-1,1 0 0,0 0 0,1-1 1,0-1-1,15 9 0,-17-11-2,0-1-1,1 0 0,-1 0 0,1-1 1,0 0-1,0-1 0,0 1 0,0-1 0,0-1 1,0 0-1,0 0 0,0 0 0,9-3 1,-4 0-16,0 0 0,0-1 0,0-1 0,-1 0 0,1-1 0,-1 0 0,-1-1 0,1 0 0,-1-1 0,0 0 0,-1-1 0,0 0 0,0-1 0,-1 0 0,0 0 0,-1-1 0,0 0 0,-1-1 0,0 0 0,-1 0 0,0 0 0,-1-1 0,0 1 0,-1-1 0,-1 0 0,0-1 0,2-26 0,-3 24 5,-1 0 0,-1 0 0,-1 0 0,0 0 0,-2 1 0,1-1 0,-2 0 0,0 1 0,-1 0 0,0 0 0,-1 0 0,-1 0 0,0 1 0,-18-25 0,12 22-18,-1-1 1,-1 2-1,0 0 1,-1 1-1,-1 0 1,-1 1-1,-25-15 1,18 15-287,-1 1 1,0 2 0,0 0-1,-1 2 1,-1 1 0,1 1 0,-1 2-1,0 0 1,-37 0 0,39 5-1041,0 0 0,-29 6 0,32-2-1263,1 1 0,-36 12 1,-7 12-8062</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0.564"/>
    </inkml:context>
    <inkml:brush xml:id="br0">
      <inkml:brushProperty name="width" value="0.035" units="cm"/>
      <inkml:brushProperty name="height" value="0.035" units="cm"/>
      <inkml:brushProperty name="color" value="#008C3A"/>
    </inkml:brush>
  </inkml:definitions>
  <inkml:trace contextRef="#ctx0" brushRef="#br0">47 16 12601,'0'-1'345,"0"0"0,0 0 0,0 0 0,-1 0 0,1 1 0,0-1 0,-1 0 0,1 0 0,-1 0 0,1 0 0,-1 0 0,1 1 0,-1-1 0,0 0 0,1 0 0,-2 0 0,1 1-202,0 0 0,0 1 1,0-1-1,1 0 0,-1 1 0,0-1 0,0 1 1,1-1-1,-1 1 0,0 0 0,1-1 0,-1 1 1,0 0-1,1-1 0,-1 1 0,1 0 0,-1 0 1,1-1-1,-1 2 0,-3 5 190,1 0-1,0 0 1,0 0 0,0 0 0,1 0 0,0 1-1,0-1 1,1 1 0,-1 12 0,2 77 1365,1-90-1599,6 59 433,3 0 0,2 0-1,4-1 1,41 109 0,-37-123-470,3-1 0,2-1 0,2 0 0,2-2 0,2-2 0,2-1 0,2-1 0,1-2 1,3-1-1,1-3 0,49 37 0,-66-58-115,0-1 1,1-1-1,1-2 1,0 0-1,0-1 1,1-2-1,28 7 1,-44-13 36,1-1 0,0 0 0,0 0 0,0-1 0,0-1 0,0 0 1,-1-1-1,1 0 0,0 0 0,0-1 0,0 0 0,-1-1 0,1 0 0,-1-1 0,0 0 0,0-1 0,0 0 0,-1-1 0,0 0 1,13-10-1,-11 6 6,0-1 1,-1-1-1,0 0 1,-1-1-1,0 0 1,-1 0-1,0-1 1,-1 0 0,5-15-1,-5 8-7,0 0 1,-2 0-1,-1-1 1,-1 0-1,2-40 0,-7 19 7,-1-1 0,-2 1-1,-2 0 1,-2 1 0,-1 0-1,-18-42 1,0 9-32,-51-98 0,55 130-278,-2 0 0,-2 2-1,-45-53 1,64 84 35,0 1 0,0-1 0,-1 1 0,-1 1 0,0 0 0,0 1 0,0 0 0,-1 0-1,0 1 1,0 1 0,-1 0 0,1 1 0,-1 0 0,0 1 0,0 0 0,0 1 0,-17-1 0,17 4-632,-1-1 1,1 2-1,-1 0 1,1 0 0,0 1-1,0 1 1,0 0-1,0 1 1,1 1 0,-22 12-1,-31 28-8360</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141"/>
    </inkml:context>
    <inkml:brush xml:id="br0">
      <inkml:brushProperty name="width" value="0.035" units="cm"/>
      <inkml:brushProperty name="height" value="0.035" units="cm"/>
      <inkml:brushProperty name="color" value="#008C3A"/>
    </inkml:brush>
  </inkml:definitions>
  <inkml:trace contextRef="#ctx0" brushRef="#br0">735 1036 10365,'0'-16'1098,"0"0"0,-2 0 0,0 0 0,-5-20 0,5 30-777,0-1 0,0 1 0,-1 0 0,0 0 0,0 0 1,0 0-1,-1 0 0,0 1 0,0 0 0,0-1 0,-1 2 0,1-1 0,-1 0 0,-6-3 0,-19-11 308,28 18-593,1 0 1,-1 0-1,0 0 0,0 1 1,1-1-1,-1 1 0,0-1 1,0 1-1,0-1 1,1 1-1,-1 0 0,0 0 1,0 0-1,0 0 0,0 0 1,0 0-1,0 1 0,1-1 1,-1 0-1,0 1 0,0 0 1,-2 0-1,-9 4 117,-10 2-31,0 1-1,1 1 0,0 1 1,0 1-1,1 1 0,1 1 1,-28 23-1,-8 12 170,-59 65 0,90-86-247,1 1 1,2 1-1,0 1 0,2 1 0,-21 44 1,32-56-60,1 0 1,1 0 0,0 1-1,1 0 1,2 0 0,0 1-1,1 0 1,1-1 0,1 1 0,2 37-1,0-53-8,0 0-1,0 0 0,0 0 1,1 0-1,-1-1 0,1 1 1,0 0-1,0-1 0,1 0 1,-1 1-1,1-1 0,0 0 1,5 5-1,-5-6 5,0-1 1,-1 0-1,1 0 0,0 0 1,0 0-1,1 0 0,-1-1 1,0 1-1,1-1 0,-1 0 1,0 0-1,1 0 1,-1-1-1,1 1 0,0-1 1,-1 1-1,1-1 0,-1-1 1,7 0-1,4-2-3,-1-1-1,1 0 1,-1-1-1,0 0 0,-1-1 1,1-1-1,-1 0 1,-1-1-1,1 0 1,-1-1-1,-1 0 1,1 0-1,-1-1 1,11-16-1,9-12-5,-2-1 1,43-83-1,-28 36-14,-4-2-1,-4-2 1,40-165 0,-39 85-45,17-206-1,-34 110 37,-17 248 230,3 35-42,2 27-25,2 67 1,-1-1 12,3-14-41,5-1 1,4-1-1,50 145 0,-55-200-73,2-2 0,2 0-1,1 0 1,36 47 0,-38-62-2,0 0 0,1-2 0,1 0 0,1-1 0,1-2-1,0 0 1,36 20 0,-42-28-25,1-1 0,-1 0 0,1-2 0,1 0 0,-1-1 0,1 0 0,0-2 0,0 0 0,0-1 0,0-1 0,0 0 0,0-1 0,0-2 0,0 0 0,0 0 0,0-2 0,0 0 0,0-1 0,-1-1 0,0 0 0,0-2 0,-1 0 0,0 0 0,-1-2 0,1 0 0,15-14 0,-11 6-225,0-1 0,-1-1-1,-1 0 1,-1-2 0,-1 0-1,23-41 1,-17 20-559,-3 0-1,28-87 1,-45 123 660,-1 1 1,0-1-1,0 0 0,0 0 1,-1 0-1,-1-14 0,1 5-120,0 16 255,0 0 0,0 0 1,0 0-1,0 0 0,0 0 0,0-1 0,0 1 0,0 0 0,0 0 0,0 0 0,0 0 0,0 0 0,0-1 0,0 1 0,0 0 0,0 0 0,0 0 1,0 0-1,0 0 0,0 0 0,0-1 0,-1 1 0,1 0 0,0 0 0,0 0 0,0 0 0,0 0 0,0 0 0,0 0 0,0 0 0,0-1 0,0 1 0,-1 0 1,1 0-1,0 0 0,0 0 0,0 0 0,0 0 0,0 0 0,0 0 0,-1 0 0,1 0 0,0 0 0,0 0 0,0 0 0,0 0 0,0 0 0,-1 0 1,1 0-1,0 0 0,0 0 0,0 0 0,0 0 0,0 0 0,0 0 0,-1 0 0,1 0 0,0 0 0,0 0 0,0 0 0,0 1 0,0-1 0,0 0 1,-1 0-1,-12 4-127,-1 0 1,1 1-1,0 0 1,0 1 0,0 1-1,1 0 1,0 1-1,1 0 1,-1 0-1,1 2 1,-11 11 0,-17 21-965,-48 64 1,26-16 167,59-86 977,0-1 0,-1 1-1,1-1 1,1 1 0,-1 0 0,0 0 0,1 0 0,0-1-1,0 1 1,0 1 0,0 3 0,1-8-39,0 0-4,0 0-1,0 0 1,0 0 0,0 0-1,0 0 1,0 0 0,0 0-1,0 0 1,0 0 0,1 0 0,-1 0-1,0 0 1,0 0 0,0 0-1,0 0 1,0 0 0,0 0-1,0 0 1,0 0 0,0 0 0,1 0-1,-1 0 1,0 0 0,0 0-1,0 0 1,0 0 0,0 0-1,0 0 1,0 0 0,0 0 0,0 0-1,1 0 1,-1 0 0,0 0-1,0 0 1,0 0 0,0 0-1,0 0 1,0 0 0,0 0-1,0 1 1,0-1 0,0 0 0,0 0-1,0 0 1,0 0 0,1 0-1,-1 0 1,0 0 0,0 0-1,0 0 1,0 0 0,0 1 0,0-1-1,0 0 1,0 0 0,0 0-1,0 0 1,0 0 0,0 0-1,0 0 1,0 0 0,0 1 0,0-1-1,-1 0 1,107-29 1270,-62 16-588,84-14-1,-112 25-605,0 1-1,0 0 1,1 1 0,-1 1 0,0 1-1,0 0 1,0 1 0,-1 1 0,20 6-1,-3 5-983,0 0 0,40 27 0,-21-11-5527,-32-22 1326</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312"/>
    </inkml:context>
    <inkml:brush xml:id="br0">
      <inkml:brushProperty name="width" value="0.035" units="cm"/>
      <inkml:brushProperty name="height" value="0.035" units="cm"/>
      <inkml:brushProperty name="color" value="#008C3A"/>
    </inkml:brush>
  </inkml:definitions>
  <inkml:trace contextRef="#ctx0" brushRef="#br0">11 74 6333,'-2'-4'293,"0"1"0,1-1 0,0 1 0,0-1 0,0 0 0,0 0 1,0 1-1,1-1 0,0 0 0,0 0 0,0 0 0,0 0 0,0 0 1,1 1-1,0-1 0,0 0 0,1-4 0,-1 8-204,0-1 0,0 1 0,-1 0 0,1 0 0,0 0 0,0-1 0,-1 1 0,1 0 0,0 0 1,0 0-1,-1 0 0,1 0 0,0 0 0,0 1 0,-1-1 0,1 0 0,0 0 0,0 1 0,-1-1 0,1 0 0,1 1 0,-1 0 148,8 2 10,-1 1 0,0 0 1,-1 0-1,1 1 0,-1 0 1,0 0-1,0 1 0,0 0 1,-1 0-1,8 10 0,9 12 258,23 40 0,-16-23-157,92 151-65,-11 9-3678,-104-191 2717,-1 0-1,0 1 1,6 21 0,-4 20-4427,-5-30 1136</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2.969"/>
    </inkml:context>
    <inkml:brush xml:id="br0">
      <inkml:brushProperty name="width" value="0.035" units="cm"/>
      <inkml:brushProperty name="height" value="0.035" units="cm"/>
      <inkml:brushProperty name="color" value="#008C3A"/>
    </inkml:brush>
  </inkml:definitions>
  <inkml:trace contextRef="#ctx0" brushRef="#br0">20 515 7417,'-4'-9'287,"1"0"1,0-1 0,0 1 0,1-1-1,-2-15 1,4 20-193,0 1 0,0 0 0,0 0 0,0 0 1,1-1-1,0 1 0,0 0 0,0 0 0,0 0 0,1 0 0,-1 0 0,1 1 0,0-1 1,0 0-1,1 1 0,-1-1 0,4-3 0,8-6-5,0 1 0,0 1 0,1 0 0,0 1 0,1 1 0,20-9 0,111-41 109,-75 32-134,193-72 654,-253 95-857,0 1 0,0 0-1,1 1 1,-1 0 0,24 1 0,-32 2-4,1 0-1,-1 0 1,0 0-1,0 1 1,0 0 0,0 0-1,0 0 1,0 0-1,4 4 1,1 0-212,40 26 1303,-38-24-635,-1 0-1,2-1 0,-1 0 1,14 5-1,55 23 1078,30 10 1158,-49-18-541,-58-26-1963,0 0 1,0-1-1,0 1 1,0-1-1,0 1 1,0-1-1,0 0 1,0 0-1,0-1 1,1 1-1,3-1 0,0 0 33,20-5 50,1 0 1,48-19-1,-1 0-139,-62 21 35,0 1-1,0 0 1,0 1-1,0 1 1,22 0-1,-32 1-19,-1 0 0,1 0 0,-1 1 0,1-1 0,-1 1-1,1 0 1,-1 0 0,0-1 0,1 2 0,-1-1 0,0 0 0,0 0 0,1 1 0,-1-1-1,0 1 1,-1 0 0,1 0 0,0-1 0,0 1 0,-1 0 0,1 1 0,-1-1-1,0 0 1,1 0 0,-1 0 0,0 1 0,0-1 0,-1 1 0,1-1 0,0 1 0,-1-1-1,0 1 1,1-1 0,-1 4 0,0 9 13,-1 1 1,0 0-1,-1-1 0,-1 0 1,-5 20-1,-2 7-48,10-40-11,12-3-9,-1-1 37,0-1-1,1 0 0,-1-1 1,0 0-1,-1-1 0,1 0 1,-1 0-1,0-1 1,14-11-1,9-9 26,45-44-1,134-158 160,-206 221-154,-1 0-14,0 1 0,0 0 0,0 1 0,13-10-1,-17 14 12,0 0 0,0 1 0,0-1 0,1 0 0,-1 1 0,0-1 0,0 1 0,1-1 0,-1 1 0,0 0 0,1-1 0,-1 1 0,0 0 0,1 0 0,-1 0 0,1 0 0,-1 0 0,0 0 0,1 1 0,-1-1 0,0 0 0,1 1 0,-1-1 0,0 1 0,0-1 0,0 1 0,1 0 0,-1-1 0,0 1 0,0 0 0,0 0 1,0 0-1,0 0 0,1 1 0,6 7 90,-2 1 0,1-1 0,-1 1 0,-1 0 0,0 0 0,0 1 0,-1 0 0,0 0 0,3 18 1,1 14 301,2 53 0,-7-62-248,7 194 630,-7-91-524,0-43-244,8 126-616,6-78-2904,-12-75-5266,0-53 1444</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4.187"/>
    </inkml:context>
    <inkml:brush xml:id="br0">
      <inkml:brushProperty name="width" value="0.035" units="cm"/>
      <inkml:brushProperty name="height" value="0.035" units="cm"/>
      <inkml:brushProperty name="color" value="#008C3A"/>
    </inkml:brush>
  </inkml:definitions>
  <inkml:trace contextRef="#ctx0" brushRef="#br0">631 241 11337,'-3'-12'787,"0"0"0,-2 0 0,1 0 0,-2 0 0,1 1 0,-2 0 0,1 0 0,-2 1 0,1 0 0,-16-16 0,10 13-123,0 2 0,0 0 0,-1 1 0,-1 0-1,0 1 1,0 0 0,-16-6 0,23 12-515,1 1 0,0 0 0,-1 0 1,1 0-1,-1 1 0,1 0 0,-1 0 0,0 1 0,1 0 1,-1 1-1,0-1 0,-7 3 0,3 0-25,1 0 1,0 1-1,1 0 0,-1 1 0,1 0 1,0 1-1,-13 8 0,4 1-15,0 1-1,1 1 0,1 0 0,0 1 0,2 1 0,-25 38 0,27-34-24,1 2 0,0 0-1,-15 50 1,24-63-145,0 0 1,1 0-1,1 0 1,-1 0-1,2 0 0,0 0 1,0 0-1,1 1 0,1-1 1,5 23-1,-5-29 19,0 1-25,0 0 0,0 0 0,1 0-1,0 0 1,1-1 0,-1 1 0,1-1-1,0 0 1,1 0 0,-1 0 0,1-1-1,1 0 1,-1 0 0,1 0 0,-1 0-1,1-1 1,1 0 0,-1 0 0,1-1-1,-1 0 1,1 0 0,0 0 0,0-1-1,0 0 1,0-1 0,0 1 0,1-1 0,-1-1-1,0 1 1,1-1 0,-1 0 0,0-1-1,14-2 1,-8-1 92,-1 1-1,1-1 1,-1-1-1,0-1 1,0 1-1,-1-2 1,0 1 0,0-2-1,0 0 1,9-9-1,12-13 905,46-57 0,-19 19 543,26-22 1141,-85 90-2610,0 0 1,0 0-1,0-1 1,0 1-1,0 0 0,0 0 1,0 0-1,0 0 1,0 0-1,1 0 1,-1 0-1,0 0 1,0 0-1,0-1 1,0 1-1,0 0 1,0 0-1,1 0 1,-1 0-1,0 0 1,0 0-1,0 0 1,0 0-1,0 0 0,0 0 1,1 0-1,-1 0 1,0 0-1,0 0 1,0 0-1,0 0 1,0 0-1,1 0 1,-1 0-1,0 0 1,0 1-1,0-1 1,0 0-1,0 0 1,0 0-1,0 0 0,1 0 1,-1 0-1,0 0 1,0 0-1,0 0 1,0 1-1,0-1 1,0 0-1,0 0 1,0 0-1,0 0 1,6 6 3,0 0 0,-1 1-1,0-1 1,0 1 0,0 0 0,-1 1 0,0-1 0,3 10 0,21 69-403,-7-17-1335,23 55-5255,-16-43-2595,-11-29-1535</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4.596"/>
    </inkml:context>
    <inkml:brush xml:id="br0">
      <inkml:brushProperty name="width" value="0.035" units="cm"/>
      <inkml:brushProperty name="height" value="0.035" units="cm"/>
      <inkml:brushProperty name="color" value="#008C3A"/>
    </inkml:brush>
  </inkml:definitions>
  <inkml:trace contextRef="#ctx0" brushRef="#br0">72 109 9769,'-3'0'302,"1"0"-1,-1 0 1,0 0 0,1 0-1,-1 0 1,1-1 0,-1 1 0,1-1-1,-1 0 1,1 0 0,0 0-1,-1 0 1,-2-1 0,-18-7 4483,22 7-4379,0 1 1,0-1-1,0 1 0,0-1 1,0 0-1,0 1 0,1-1 1,-1 0-1,0 0 1,1 0-1,0 1 0,-1-1 1,1 0-1,0-2 1,7-3-226,0 2 0,0-1 0,0 1 1,1 0-1,0 1 0,0 0 0,0 0 1,1 1-1,-1-1 0,1 2 1,0 0-1,0 0 0,10-1 0,16-1 37,-1 1-1,39 3 1,-35 1-103,-1 1 0,1 3-1,38 9 1,-61-11-90,0 1-1,-1 1 0,0 0 1,0 1-1,-1 0 1,0 2-1,0-1 1,0 1-1,-1 1 1,18 17-1,-26-22-19,0-1-1,0 2 1,-1-1 0,0 0 0,0 1-1,0-1 1,-1 1 0,0 0 0,1 0-1,-2 0 1,1 0 0,0 1 0,-1-1-1,0 0 1,0 0 0,-1 6 0,0-3-52,-1-1-1,0 0 1,0 0 0,-1 0 0,1 0 0,-2 0-1,1-1 1,-1 1 0,0 0 0,-7 10 0,-3 1-307,0-1 0,-2 0 1,0-1-1,-1 0 0,0-1 0,-33 22 1,1-8-1727,0-2-1,-2-2 1,-83 30 0,44-20-4119,33-8-2175</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077"/>
    </inkml:context>
    <inkml:brush xml:id="br0">
      <inkml:brushProperty name="width" value="0.035" units="cm"/>
      <inkml:brushProperty name="height" value="0.035" units="cm"/>
      <inkml:brushProperty name="color" value="#008C3A"/>
    </inkml:brush>
  </inkml:definitions>
  <inkml:trace contextRef="#ctx0" brushRef="#br0">1 5 13249,'35'27'3469,"-35"-27"-3352,1 1 1,0 0-1,-1-1 1,1 1 0,-1 0-1,1-1 1,-1 1-1,1 0 1,-1 0-1,0 0 1,1-1 0,-1 1-1,0 0 1,0 0-1,0 0 1,1 0 0,-1 0-1,0 0 1,0 0-1,-1 1 1,2 2 295,7 40 1343,-2 1 0,1 56 0,-6-63-1294,1 1-1,3 0 0,16 68 1,18 1 27,-33-94-418,0-1 0,1-1 0,0 1 0,1-1 0,16 18 0,-21-27-68,-1 0 0,1 0 0,-1-1 0,1 1 1,0-1-1,0 0 0,0 1 0,0-1 1,1-1-1,-1 1 0,0 0 0,1-1 1,-1 0-1,1 0 0,0 0 0,-1 0 0,1-1 1,0 1-1,-1-1 0,1 0 0,0 0 1,0 0-1,-1 0 0,1-1 0,0 0 1,-1 0-1,1 0 0,0 0 0,-1 0 0,1-1 1,-1 1-1,0-1 0,0 0 0,1 0 1,-1 0-1,-1 0 0,1-1 0,5-5 1,0 0-68,0-1 0,0 0 0,-1 0 0,-1-1 0,0 0 0,0 0 0,-1 0-1,0-1 1,0 0 0,-1 0 0,3-18 0,-3 3-113,-2 0 0,0 0-1,-2 0 1,-1-1-1,-1 1 1,-11-49-1,10 67 136,0-1 0,0 1 0,-1 0 0,0 0-1,0 1 1,-1-1 0,0 1 0,0 0 0,-1 0-1,0 1 1,0 0 0,0 0 0,-1 0 0,0 0-1,-14-7 1,-6-2-58,-1 1 1,-59-20-1,79 31 92,13 3 0,-1-1 0,0 1 0,1-1 1,-1 0-1,0 0 0,0 0 0,1 0 0,3-3 0,8-1 1,50-12 30,56-14-56,155-20 0,-265 49 36,0 1 1,0 0-1,0 1 1,0 1-1,0 0 0,0 1 1,0 0-1,18 5 1,-23-4 13,0 0 0,-1 1 0,1 0 0,0 0 0,-1 0 0,0 1 0,0 0 0,0 0 0,-1 0 0,0 1 0,0 0 0,0 0 1,-1 0-1,6 10 0,-2-1 19,-1 0 0,-1 0 0,0 1 0,-1-1 1,3 20-1,10 86-147,-10-55-381,3 3-880,-2-16-1364,-2-4-4572,-6-30-2834</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217"/>
    </inkml:context>
    <inkml:brush xml:id="br0">
      <inkml:brushProperty name="width" value="0.035" units="cm"/>
      <inkml:brushProperty name="height" value="0.035" units="cm"/>
      <inkml:brushProperty name="color" value="#008C3A"/>
    </inkml:brush>
  </inkml:definitions>
  <inkml:trace contextRef="#ctx0" brushRef="#br0">0 104 11405,'26'-57'1744,"-23"39"-344,10 4-284,-1 0-255,10 25-2778,1 4-2291,-14 7-3209</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639"/>
    </inkml:context>
    <inkml:brush xml:id="br0">
      <inkml:brushProperty name="width" value="0.035" units="cm"/>
      <inkml:brushProperty name="height" value="0.035" units="cm"/>
      <inkml:brushProperty name="color" value="#008C3A"/>
    </inkml:brush>
  </inkml:definitions>
  <inkml:trace contextRef="#ctx0" brushRef="#br0">3 503 9725,'-1'2'266,"0"1"0,1-1 0,-1 1 0,1-1 0,0 1 1,0-1-1,0 1 0,0-1 0,1 1 0,-1-1 0,1 0 0,-1 1 0,1-1 1,0 1-1,0-1 0,0 0 0,2 3 0,26 47 3771,-23-42-3160,-5-9-797,0 1 0,1-1 0,-1 1 0,1-1 0,-1 0 0,1 0-1,-1 0 1,1 0 0,0 0 0,0 0 0,-1 0 0,1-1 0,0 1 0,0-1 0,0 1 0,0-1 0,0 0-1,-1 1 1,1-1 0,0 0 0,0 0 0,0 0 0,0-1 0,0 1 0,0 0 0,0-1 0,0 0 0,0 1-1,-1-1 1,3-1 0,10-3 142,-1-1-1,25-14 0,-23 11-32,-2 2-75,0 1 1,1 0-1,-1 0 1,25-5-1,-32 10-99,0 1-1,0-1 0,0 1 0,0 0 0,0 1 0,0-1 0,0 1 1,0 0-1,0 0 0,-1 1 0,1 0 0,0 0 0,9 5 0,50 33-19,-43-25-62,0-1 1,2-1-1,24 10 1,-41-20 38,0-1 1,1 0 0,-1 0 0,0 0 0,1-1 0,-1 0-1,1 0 1,0-1 0,-1 0 0,1-1 0,-1 0 0,1 0-1,-1 0 1,1-1 0,8-3 0,-8 2 17,0-1-1,-1-1 1,1 1 0,-1-1 0,0 0 0,0-1-1,0 0 1,-1 0 0,0 0 0,0-1 0,-1 0-1,0 0 1,0 0 0,0-1 0,-1 1 0,4-12 0,5-14 245,-2-1 0,13-64 0,-9 31 420,-2 16 0,-5 13 76,2-1-1,2 2 0,1-1 1,28-52-1,-40 88-677,0-1 0,0 1 0,1 0 0,-1 0 0,0 0 0,1 1-1,0-1 1,0 0 0,-1 0 0,1 1 0,0-1 0,0 1 0,0 0-1,0-1 1,1 1 0,-1 0 0,0 0 0,3 0 0,-3 1-21,0-1 0,0 1 0,1 1 0,-1-1 0,0 0 0,0 0 0,0 1 0,0-1 0,0 1 0,0 0 0,-1 0-1,1-1 1,0 1 0,0 0 0,0 1 0,-1-1 0,3 2 0,2 2 30,0 1-1,-1 0 1,1 1-1,-1 0 1,0-1-1,-1 2 1,0-1-1,7 15 1,-4-1 27,-1 0 1,-1 0 0,-1 0-1,4 42 1,-6 93-1076,-3-92-476,-1 37-2925,-1-34-4328,-1-20-3650</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828"/>
    </inkml:context>
    <inkml:brush xml:id="br0">
      <inkml:brushProperty name="width" value="0.035" units="cm"/>
      <inkml:brushProperty name="height" value="0.035" units="cm"/>
      <inkml:brushProperty name="color" value="#008C3A"/>
    </inkml:brush>
  </inkml:definitions>
  <inkml:trace contextRef="#ctx0" brushRef="#br0">1 106 13813,'76'-6'1956,"-57"0"-327,19 1-353,29-4-316,-10 12-324,9-9-544,20-5-660,9-1-956,1-8-693,5 6-2479,1-6-3677</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5.953"/>
    </inkml:context>
    <inkml:brush xml:id="br0">
      <inkml:brushProperty name="width" value="0.035" units="cm"/>
      <inkml:brushProperty name="height" value="0.035" units="cm"/>
      <inkml:brushProperty name="color" value="#008C3A"/>
    </inkml:brush>
  </inkml:definitions>
  <inkml:trace contextRef="#ctx0" brushRef="#br0">29 149 10741,'0'0'2456,"-13"-14"-272,3-6 1797,7 2-2377,0 1 776,9 0-1532,1 3-224,2 2-244,4 1-488,9 5-328,0 6-492,-6-11-916,0 2-1032</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39.835"/>
    </inkml:context>
    <inkml:brush xml:id="br0">
      <inkml:brushProperty name="width" value="0.035" units="cm"/>
      <inkml:brushProperty name="height" value="0.035" units="cm"/>
      <inkml:brushProperty name="color" value="#008C3A"/>
    </inkml:brush>
  </inkml:definitions>
  <inkml:trace contextRef="#ctx0" brushRef="#br0">5984 88 6429,'-13'-7'1343,"10"5"1193,2 0-1396,-20-56 9106,20 56-9894,-9-15 990,5 28-137,3-3-1346,1-2 389,-3 17 33,4-12-220,0 1 0,0 0 0,1-1 0,0 1 0,1-1 0,0 1 0,1-1 0,6 16 0,8 37 185,19 276 570,-23-176-612,72 512 433,-39-296-352,-3 465 1,-46-785-51,2-56-202,-1-7-8,-2-3-15,1 3-6,1 0 0,-1-1-1,1 1 1,0-1 0,0 1-1,0-1 1,0 0 0,1 0-1,-2-6 1,-2-13 6,4 20-26,0-1 1,1 1 0,-1-1 0,0 1-1,1-1 1,0 0 0,0 1 0,0-1-1,0 0 1,1 1 0,-1-1-1,1 1 1,2-6 0,-2 6-97,1 0-549,12-11 806,-12 8-2889,-25 8 2691,0 1 0,0 1 1,-34 10-1,-16 4-6,-82 13-53,-231 38 16,-847 67 28,647-77 66,-1734 208 34,1877-205-124,-308 32-2975,687-91 2170,63-2 833,-1-1 1,1 0-1,-1 0 1,0 0-1,1-1 0,-1 1 1,1 0-1,-1-1 1,0 1-1,1-1 0,-1 1 1,1-1-1,-3-1 1,4 2 29,0-1 0,-1 1 1,1-1-1,0 1 0,0 0 1,-1-1-1,1 1 1,0-1-1,0 1 0,0-1 1,0 1-1,-1 0 0,1-1 1,0 1-1,0-1 0,0 1 1,0-1-1,0 1 0,0-1 1,0 1-1,0-1 0,1 1 1,-1-1-1,0 1 0,0 0 1,0-1-1,0 1 0,1-1 1,-1 0-1,3-3-188,0 0 1,0 0-1,0 0 0,1 0 0,-1 1 0,9-6 1,23-16-1349,2 1 0,1 2 0,50-20 1,-44 20-231,77-36-3881</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0.719"/>
    </inkml:context>
    <inkml:brush xml:id="br0">
      <inkml:brushProperty name="width" value="0.035" units="cm"/>
      <inkml:brushProperty name="height" value="0.035" units="cm"/>
      <inkml:brushProperty name="color" value="#008C3A"/>
    </inkml:brush>
  </inkml:definitions>
  <inkml:trace contextRef="#ctx0" brushRef="#br0">229 888 4400,'-158'43'5352,"90"-19"-778,65-23-3650,9-3-578,0 0-1,-1 0 1,1 0-1,-1-1 1,8-5-1,14-6-52,74-20 560,119-25 1,-198 54-798,1661-350 738,719-15-968,-1978 323 1403,-312 36-762,-108 11-433,0-1 1,0 1-1,-1-1 1,1 0-1,0 0 0,0 0 1,3-2-1,1 0 20,-5 2 167,-2 1-207,-1-1 0,0 1-1,1-1 1,-1 0 0,1 1-1,-1-1 1,1 1 0,-1 0-1,1-1 1,0 1 0,-1-1-1,1 1 1,-1 0 0,1-1-1,0 1 1,-1 0-1,1 0 1,0 0 0,0-1-1,14-7 451,0-6 1134,-19 30 1736,-4 16-2901,5-5 26,2-1 0,1 1-1,3 29 1,0-2 83,0 38 277</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2.229"/>
    </inkml:context>
    <inkml:brush xml:id="br0">
      <inkml:brushProperty name="width" value="0.035" units="cm"/>
      <inkml:brushProperty name="height" value="0.035" units="cm"/>
      <inkml:brushProperty name="color" value="#008C3A"/>
    </inkml:brush>
  </inkml:definitions>
  <inkml:trace contextRef="#ctx0" brushRef="#br0">312 149 3524,'3'16'928,"-10"-17"-12,6 0-770,-1 1 1,0-1-1,1 1 1,-1-1-1,0 1 1,1 0-1,-1-1 0,0 1 1,1 0-1,-1 0 1,0 0-1,1 0 1,-3 1-1,-2 1-90,-1-1 0,1 1-1,0 1 1,-1-1 0,1 1 0,-10 7-1,13-8-76,1 0 0,-1 1-1,1-1 1,-1 1 0,1-1-1,0 1 1,0 0 0,0 0-1,1 0 1,-1 0-1,1 1 1,-1-1 0,1 0-1,0 1 1,0-1 0,0 5-1,-2 5-147,1 0-1,1 0 1,1 24-1,-1-16 430,-8-30 841,-10-34-362,3-15-644,13 45-147,0 0-1,-1-1 1,-10-19-1,13 30 123,-1 0 107,-34-40 8855,34 29-7384,0 0-1,-1 0 1,-5-19-1,1 7-406,6 24-949,-10 24 459,3-3-535,0 0 0,1 0 0,1 0 0,1 1 0,1 0 0,-4 38 0,5 128 306,4-154-428,80 938-1026,-40-451-3912,-53-173-5821,-1-237 1057</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2.887"/>
    </inkml:context>
    <inkml:brush xml:id="br0">
      <inkml:brushProperty name="width" value="0.035" units="cm"/>
      <inkml:brushProperty name="height" value="0.035" units="cm"/>
      <inkml:brushProperty name="color" value="#008C3A"/>
    </inkml:brush>
  </inkml:definitions>
  <inkml:trace contextRef="#ctx0" brushRef="#br0">3 102 7161,'-1'-4'215,"1"0"0,-1 1 1,1-1-1,0 1 0,0-1 0,0 0 1,1 1-1,-1-1 0,1 0 1,0 1-1,0-1 0,0 1 0,0 0 1,1-1-1,-1 1 0,1 0 1,0 0-1,0 0 0,0 0 0,1 0 1,-1 0-1,0 1 0,1-1 1,0 1-1,0-1 0,0 1 0,0 0 1,0 0-1,0 1 0,0-1 1,1 0-1,-1 1 0,0 0 0,1 0 1,-1 0-1,1 0 0,0 1 1,-1-1-1,6 1 0,1 0 69,-1 1 0,0 0 1,1 0-1,-1 1 0,0 1 0,0-1 0,0 1 0,0 1 1,0-1-1,-1 2 0,1-1 0,-1 1 0,14 11 0,1 3 109,0 1 1,-2 1-1,21 26 0,176 238 1656,-130-151-1283,163 193 0,-232-307-701,0 0 0,1-2 0,1 0 1,0-2-1,2 0 0,29 16 0,-38-25-30,1 0-1,-1-2 1,1 1-1,0-2 0,0 0 1,1-1-1,-1 0 1,1-1-1,0-1 0,-1-1 1,1 0-1,18-3 1,-5-2-44,-1-2 1,0-1 0,0-1 0,-1-2-1,-1 0 1,0-2 0,0-1 0,-1-1-1,-1-1 1,-1-1 0,35-33 0,3-9-826,-3-3 0,84-116 0,6-42-3059,-44 61-3879,-47 78-786</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3.508"/>
    </inkml:context>
    <inkml:brush xml:id="br0">
      <inkml:brushProperty name="width" value="0.035" units="cm"/>
      <inkml:brushProperty name="height" value="0.035" units="cm"/>
      <inkml:brushProperty name="color" value="#008C3A"/>
    </inkml:brush>
  </inkml:definitions>
  <inkml:trace contextRef="#ctx0" brushRef="#br0">941 233 8453,'6'-67'2293,"-5"63"-2023,-1 0 0,0 0 0,0 0-1,0 0 1,0-1 0,-1 1 0,0 0-1,0 1 1,0-1 0,0 0-1,0 0 1,-1 0 0,0 1 0,0-1-1,0 1 1,0-1 0,0 1 0,-5-5-1,-5-8 579,9 10-612,0 1 0,-1 0 0,0 0-1,0 0 1,-1 1 0,1 0 0,-1-1 0,0 1 0,0 1 0,0-1 0,-1 1 0,1 0-1,-1 0 1,0 1 0,0-1 0,0 1 0,0 1 0,0-1 0,0 1 0,0 0 0,-1 0 0,1 1-1,0 0 1,-1 0 0,1 0 0,-7 2 0,-10 3 113,-1 0 0,1 1 0,0 2 1,1 0-1,-33 17 0,5 1-30,0 2 0,2 1 0,1 3 0,2 2 0,-46 45 0,59-48-239,2 1-1,2 1 0,0 1 1,3 2-1,1 1 1,1 0-1,-20 49 1,38-72-100,0 0 0,1 0 0,1 0 0,0 0 1,0 0-1,2 1 0,0-1 0,0 1 0,2-1 1,0 1-1,0-1 0,7 27 0,-6-34-7,0 0 0,0-1 0,0 1 0,1-1 0,0 1 0,0-1 0,1 0 0,0 0-1,0 0 1,0-1 0,1 0 0,0 1 0,0-1 0,0-1 0,0 1 0,1-1 0,0 0 0,0 0 0,0-1 0,0 0-1,1 0 1,-1 0 0,1-1 0,0 0 0,-1 0 0,1-1 0,0 0 0,7 1 0,-3-2 3,-1 0 0,0-1 1,0 0-1,0-1 0,-1 0 1,1-1-1,0 0 0,-1 0 1,1-1-1,-1 0 0,0-1 1,-1 0-1,1 0 0,-1-1 1,0 0-1,0 0 0,12-13 0,5-9 127,-1-1-1,-1 0 1,25-45-1,20-54 1570,-46 82 103,30-44 1,-51 120-1208,-11 138-403,-2 107-3456,1 49-6099,7-237 3488,0 13-5160</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4.056"/>
    </inkml:context>
    <inkml:brush xml:id="br0">
      <inkml:brushProperty name="width" value="0.035" units="cm"/>
      <inkml:brushProperty name="height" value="0.035" units="cm"/>
      <inkml:brushProperty name="color" value="#008C3A"/>
    </inkml:brush>
  </inkml:definitions>
  <inkml:trace contextRef="#ctx0" brushRef="#br0">1 165 12277,'19'4'756,"-11"-2"-163,-1 0-1,1-1 0,0 0 1,12 0-1,-19 0-392,1-1 0,0 1 0,-1 0 0,1 0-1,-1 0 1,0 0 0,1 0 0,-1 0 0,0 0-1,1 1 1,-1-1 0,0 0 0,0 1 0,0-1-1,0 1 1,0-1 0,-1 1 0,1-1 0,0 1-1,0 2 1,4 12 445,0 0-1,-1 0 1,-1 1 0,2 31-1,-4 69 676,31 454-304,-26-510-1433,-4-44 249,1 0-1,1-1 1,0 0 0,10 24 0,-14-40 160,0 1 1,1-1 0,-1 0 0,0 0 0,1 0-1,-1 0 1,1 0 0,-1 0 0,0 0-1,1 0 1,-1 0 0,0 0 0,1 0 0,-1-1-1,1 1 1,-1 0 0,0 0 0,1 0 0,-1 0-1,0-1 1,1 1 0,-1 0 0,0 0-1,0 0 1,1-1 0,-1 1 0,0 0 0,1-1-1,-1 1 1,0 0 0,0-1 0,0 1 0,1 0-1,-1-1 1,0 0 0,1 1-17,1-4 11,1 0 1,0 0-1,-1 0 1,0 0-1,0-1 1,0 1-1,-1 0 1,1-1 0,-1 1-1,1-7 1,4-53-98,-4 27 11,10-108-250,12-91 13,-19 206 288,2 1-1,1 0 1,1 0 0,1 0-1,24-45 1,-27 62 34,1 1-1,0-1 1,1 1 0,0 1 0,1 0-1,0 0 1,0 1 0,1 0 0,0 0 0,1 2-1,18-10 1,-24 15 22,0 0 1,0 0-1,1 1 0,-1 0 0,1 0 0,-1 1 1,0 0-1,1 0 0,-1 0 0,1 1 0,-1 0 1,0 0-1,1 1 0,-1 0 0,0 0 0,0 0 1,0 1-1,0 0 0,-1 0 0,1 0 1,6 6-1,-4-1 7,0 0 1,-1 0-1,1 1 0,-2 0 1,0 0-1,0 1 1,0 0-1,-1 0 1,5 15-1,1 7 132,13 59 0,-6 2-94,-9-37 3,20 62-1,-25-103-40,2 1 0,0-1 0,1 0 0,0-1-1,1 1 1,1-1 0,0-1 0,17 19 0,-21-28-10,1 1-1,-1-1 1,1 0 0,0 0-1,0-1 1,0 1 0,0-1 0,1-1-1,-1 1 1,1-1 0,-1-1-1,1 1 1,0-1 0,0 0-1,0 0 1,0-1 0,0 0 0,0 0-1,0-1 1,0 0 0,0 0-1,-1-1 1,1 1 0,0-1 0,-1-1-1,1 0 1,-1 1 0,0-2-1,0 1 1,0-1 0,10-8 0,-1-3 29,0-1 1,-1 0-1,-1-1 1,-1 0-1,-1-1 1,0 0-1,-1-1 1,-1 0-1,-1 0 1,0-1-1,-2 0 1,0 0-1,-1-1 1,-1 0-1,-2 0 1,0 0-1,0 0 1,-2 0-1,-1 0 1,-1 0-1,0 0 1,-2 0-1,0 0 1,-2 0-1,-11-28 1,2 9 8,-2 2 0,-2 0 0,-1 1 0,-47-63 0,55 85-41,0 0 0,-1 1 0,-1 0 0,0 1 0,-1 1 0,0 0 0,-1 1 0,0 1 0,-1 0 0,0 1 0,0 1 0,-37-11 0,47 17-94,0 1 0,-1-1 0,1 1 0,0 1-1,-1 0 1,1 0 0,-1 0 0,1 1 0,-1 0 0,1 0-1,0 1 1,-1 0 0,1 0 0,0 1 0,0 0 0,1 0-1,-1 1 1,1 0 0,-1 0 0,-8 7 0,9-5-307,0 0-1,0 1 1,0-1 0,1 1 0,0 0 0,0 0-1,1 1 1,0 0 0,0-1 0,1 1 0,-3 11-1,-7 39-5413,6 5-3596</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6.827"/>
    </inkml:context>
    <inkml:brush xml:id="br0">
      <inkml:brushProperty name="width" value="0.035" units="cm"/>
      <inkml:brushProperty name="height" value="0.035" units="cm"/>
      <inkml:brushProperty name="color" value="#008C3A"/>
    </inkml:brush>
  </inkml:definitions>
  <inkml:trace contextRef="#ctx0" brushRef="#br0">284 245 3160,'15'26'872,"-11"-21"2631,-7 8-1204,3-12-2084,0 1 1,0-1-1,0 1 1,0-1 0,0 1-1,0-1 1,-1 0-1,1 1 1,0-1-1,-1 0 1,0 1 0,1-1-1,-1 0 1,-1 3-1,-3-3 312,0 1 0,0-1 1,0 0-1,0-1 0,-1 1 0,1-1 0,0 0 0,0 0 0,0 0 1,-9-3-1,-60-14 2851,28 5-1632,31 10-652,1 0 0,-1-2 0,1 0 0,-1 0 1,-16-9-1,31 13-1080,-1 0-1,1 0 1,0 0 0,0 0 0,-1 0 0,1-1 0,0 1-1,0 0 1,0 0 0,-1 0 0,1 0 0,0 0 0,0 0-1,0-1 1,0 1 0,-1 0 0,1 0 0,0 0-1,0 0 1,0-1 0,0 1 0,0 0 0,0 0 0,0 0-1,-1-1 1,1 1 0,0 0 0,0 0 0,0 0 0,0-1-1,0 1 1,0 0 0,0 0 0,0-1 0,0 1 0,0 0-1,0 0 1,0-1 0,0 1 0,0 0 0,1 0-1,-1 0 1,0-1 0,0 1 0,0 0 0,0 0 0,0 0-1,0-1 1,0 1 0,1 0 0,-1 0 0,0 0 0,0 0-1,18-10 332,30-5-41,247-30 220,-167 30-597,312-41-606,268-39-4677,-678 91 3384,0 0-2390,-44 1-3216,-19 4-1892</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7.079"/>
    </inkml:context>
    <inkml:brush xml:id="br0">
      <inkml:brushProperty name="width" value="0.035" units="cm"/>
      <inkml:brushProperty name="height" value="0.035" units="cm"/>
      <inkml:brushProperty name="color" value="#008C3A"/>
    </inkml:brush>
  </inkml:definitions>
  <inkml:trace contextRef="#ctx0" brushRef="#br0">1 173 11125,'2'-10'753,"0"-1"-1,0 1 1,-1-1 0,0 1-1,-1-1 1,0 1 0,-3-17 0,1-22 5077,2 48-5657,1-1 1,0 1-1,0-1 1,0 1-1,0-1 1,0 1-1,0-1 1,0 1-1,0 0 1,0-1-1,1 1 1,-1 0-1,1 0 1,-1 0-1,1 0 1,-1 0-1,1 1 1,1-2-1,3 3-58,-1 0-1,0 1 1,1 0 0,-1-1-1,0 2 1,0-1 0,0 1-1,0-1 1,6 6 0,-2-2 37,34 24 207,-2 2 0,-1 1 0,-2 3 0,52 61 0,-60-63-240,0 1-1,-3 1 1,-1 1-1,41 80 1,-59-101-171,-1 0 1,-1 0 0,-1 1 0,0 0-1,-1 0 1,-1 0 0,-1 0-1,0 0 1,-1 1 0,-1-1 0,-1 0-1,0 1 1,-2-1 0,0 0 0,0 0-1,-8 19 1,4-17-328,-1-1-1,-1 0 1,-1-1 0,-1 0-1,0 0 1,-16 16 0,-87 83-3856,19-21-5268,62-60-208</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7.249"/>
    </inkml:context>
    <inkml:brush xml:id="br0">
      <inkml:brushProperty name="width" value="0.035" units="cm"/>
      <inkml:brushProperty name="height" value="0.035" units="cm"/>
      <inkml:brushProperty name="color" value="#008C3A"/>
    </inkml:brush>
  </inkml:definitions>
  <inkml:trace contextRef="#ctx0" brushRef="#br0">99 1 13021,'31'0'1481,"-25"0"-471,-15 0 816,8 0-1644,-1 0-1,1 0 0,-1 1 0,0-1 1,1 0-1,-1 1 0,1-1 0,-1 1 1,1 0-1,0-1 0,-1 1 1,1 0-1,0 0 0,-1 0 0,1 0 1,0 0-1,0 0 0,0 0 1,0 0-1,0 1 0,0-1 0,0 0 1,0 1-1,1-1 0,-1 1 1,0-1-1,1 1 0,-1-1 0,1 1 1,0-1-1,-1 4 0,-1 6 600,1 0 0,0 0 0,2 19 0,-1-8-427,-10 214 2956,-6-2-4539,12-203 12,-1 1 0,-10 30 0,-9 49-3597,16-19-1725,2 0-4171</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8.593"/>
    </inkml:context>
    <inkml:brush xml:id="br0">
      <inkml:brushProperty name="width" value="0.035" units="cm"/>
      <inkml:brushProperty name="height" value="0.035" units="cm"/>
      <inkml:brushProperty name="color" value="#008C3A"/>
    </inkml:brush>
  </inkml:definitions>
  <inkml:trace contextRef="#ctx0" brushRef="#br0">121 127 4940,'8'-23'1474,"-7"18"-87,0 2-67,-1-2-908,1 1 1,-1-1-1,1 0 1,0 1-1,0-1 1,1 0-1,-1 1 1,1 0-1,0-1 1,1 1-1,-1 0 1,1 0-1,-1 0 1,1 1-1,0-1 1,0 0-1,1 1 1,-1 0-1,1 0 1,0 0-1,7-4 1,-9 6-325,-1 1 0,1-1-1,0 1 1,0-1 0,-1 1 0,1 0 0,0-1 0,0 1 0,0 0 0,0 0 0,0 0 0,-1 1 0,1-1 0,0 0-1,0 1 1,0-1 0,-1 1 0,1 0 0,0-1 0,-1 1 0,1 0 0,0 0 0,-1 0 0,1 0 0,-1 0 0,0 1-1,1-1 1,-1 0 0,0 1 0,0-1 0,0 1 0,0-1 0,0 1 0,0-1 0,1 3 0,2 3 90,-1 0-1,0 0 1,0 0 0,-1 0 0,1 0 0,-2 1 0,3 12-1,-2 68 1522,-3 0 1,-23 147-1,12-129-1153,-72 534 1025,16-141-5173,15-191-3800,37-228 1276,5-5-3758</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9.243"/>
    </inkml:context>
    <inkml:brush xml:id="br0">
      <inkml:brushProperty name="width" value="0.035" units="cm"/>
      <inkml:brushProperty name="height" value="0.035" units="cm"/>
      <inkml:brushProperty name="color" value="#008C3A"/>
    </inkml:brush>
  </inkml:definitions>
  <inkml:trace contextRef="#ctx0" brushRef="#br0">141 300 5825,'4'-8'213,"-1"4"59,0-1-1,0 0 1,-1 0 0,0 0 0,0 0 0,-1 0 0,1 0 0,-1-1-1,0 1 1,0 0 0,-1-1 0,0 1 0,1-1 0,-3-8 0,-4-18 2608,-2 0 0,-18-47 0,8 28 997,17 50-3715,0 0-1,0 0 0,0 0 1,-1 0-1,1 0 0,0 0 1,-1 1-1,1-1 0,-1 0 1,1 1-1,-1-1 0,1 1 1,-1 0-1,1-1 0,-1 1 1,1 0-1,-1 0 0,1 0 0,-1 0 1,1 0-1,-1 0 0,-2 1 1,2 2-18,-1 1-1,0-1 1,1 1 0,0-1 0,0 1-1,0 0 1,1 0 0,-1 0 0,1 0-1,0 0 1,0 0 0,0 0 0,0 5-1,0-5-38,-17 108 1599,-5 176-1,19-208-1646,3-27-965,2 0 1,12 85-1,34 101-6043,-42-215 4596,2 0-1,1 0 0,14 32 1,9 4-7490</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49.713"/>
    </inkml:context>
    <inkml:brush xml:id="br0">
      <inkml:brushProperty name="width" value="0.035" units="cm"/>
      <inkml:brushProperty name="height" value="0.035" units="cm"/>
      <inkml:brushProperty name="color" value="#008C3A"/>
    </inkml:brush>
  </inkml:definitions>
  <inkml:trace contextRef="#ctx0" brushRef="#br0">0 175 10453,'8'2'2175,"1"2"-1556,0 0 0,0 1 1,-1-1-1,1 2 0,-1-1 0,0 1 1,-1 1-1,1-1 0,-1 1 1,6 8-1,5 8-138,-1 1 1,-2 0-1,0 2 1,-1-1-1,15 43 1,-2-8-136,30 84 230,-27-67-380,14 11-7,-44-86-188,1 0 0,0-1 0,-1 1 0,1-1 0,0 1 0,0-1 0,0 0 0,0 1 0,0-1 0,1 0 0,-1 0 0,0 1 0,0-1 0,4 1 0,-4-1-2,1-1-1,0 0 0,0 0 1,-1-1-1,1 1 1,0 0-1,0-1 0,-1 1 1,1-1-1,0 1 1,-1-1-1,1 0 0,-1 0 1,1 1-1,1-3 0,9-4-15,0-1 0,-1 0-1,0-1 1,-1 0-1,12-13 1,45-58-186,-43 50 120,58-82-264,16-19 23,-84 113 282,19-18-54,-31 35 87,1-1 0,-1 1-1,0-1 1,1 1-1,-1 0 1,1 0-1,-1 0 1,1 0-1,0 1 1,-1-1-1,1 1 1,0-1-1,0 1 1,-1 0-1,6 0 1,-3 1 23,-1 1-1,1-1 1,-1 1 0,1 0 0,-1 0 0,0 0 0,0 0-1,0 1 1,0 0 0,0-1 0,-1 2 0,1-1-1,-1 0 1,0 1 0,0-1 0,0 1 0,0 0 0,-1 0-1,1 0 1,-1 0 0,0 1 0,1 4 0,7 17 158,-1 0-1,9 44 1,-15-57-92,18 90 177,23 83 182,-38-167-401,1 0 0,1 0 0,0-1 0,2 0 0,0 0 1,1-1-1,15 18 0,-21-29-22,1 0-1,0-1 1,0 0 0,0 0-1,0 0 1,1-1 0,-1 0-1,1 0 1,0-1 0,1 1-1,-1-2 1,1 1 0,-1-1-1,1 0 1,0-1 0,-1 0-1,1 0 1,0 0 0,0-1-1,0-1 1,0 1 0,9-3-1,-6 1-25,0-1 0,0 0 0,0 0 0,-1-1 0,1-1 0,-1 0 0,0-1-1,-1 1 1,1-2 0,-1 1 0,0-1 0,-1-1 0,0 0 0,14-16 0,-13 10-16,0 1 1,-2-1-1,1-1 1,-2 1-1,0-1 1,0-1-1,-2 1 1,0-1-1,0 0 1,-2 1-1,0-2 1,-1 1-1,0 0 1,-1 0-1,-1 0 1,-4-19-1,-1-3-18,-2 1 0,-2 1 0,-1 0 0,-2 0 0,-33-63 0,28 67-9,-2 1-1,-1 1 0,-1 0 1,-2 2-1,-1 1 1,-1 1-1,-1 1 0,-1 1 1,-1 1-1,-1 2 1,-1 1-1,-65-30 0,83 44-111,-1 1 0,-1 0-1,1 1 1,-1 0-1,1 2 1,-1-1-1,0 2 1,-22 0-1,30 1-129,0 1 0,0 0-1,-1 0 1,1 1 0,0 0-1,0 0 1,1 1 0,-1-1-1,0 2 1,1-1 0,0 1 0,0 0-1,0 0 1,0 0 0,1 1-1,-1 0 1,1 0 0,0 1-1,-4 5 1,7-7-315,-1-1-1,1 1 1,0 0 0,0 0-1,0 0 1,1 0-1,-2 5 1,0 35-7131</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0.023"/>
    </inkml:context>
    <inkml:brush xml:id="br0">
      <inkml:brushProperty name="width" value="0.035" units="cm"/>
      <inkml:brushProperty name="height" value="0.035" units="cm"/>
      <inkml:brushProperty name="color" value="#008C3A"/>
    </inkml:brush>
  </inkml:definitions>
  <inkml:trace contextRef="#ctx0" brushRef="#br0">1 329 10461,'0'0'9296,"1"-3"-8323,1 1-848,-1-1 0,1 0 0,0 0 0,0 1 0,0-1 0,1 1 0,-1 0 0,1 0 0,-1-1 0,1 2 0,4-4 0,39-18 428,-23 13-283,40-20 89,136-71-195,-158 77-1610,41-32-1,-80 55 1084,-1 1-1,0-1 1,0 0 0,1 0-1,-1 0 1,0-1-1,0 1 1,0 0 0,0 0-1,0 0 1,0-1-1,-1 1 1,1 0 0,0-1-1,-1 1 1,1-1-1,-1 1 1,1-1 0,-1 1-1,0-1 1,1-2-1,-1 3 8,3-19-8992</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0.724"/>
    </inkml:context>
    <inkml:brush xml:id="br0">
      <inkml:brushProperty name="width" value="0.035" units="cm"/>
      <inkml:brushProperty name="height" value="0.035" units="cm"/>
      <inkml:brushProperty name="color" value="#008C3A"/>
    </inkml:brush>
  </inkml:definitions>
  <inkml:trace contextRef="#ctx0" brushRef="#br0">51 469 5601,'0'0'8180,"0"-4"-6804,0-1-1019,0 0-1,0-1 1,-1 1 0,0 0 0,0 0 0,0 0-1,0 0 1,-1 0 0,0 0 0,0 0 0,0 0-1,-4-5 1,-25-52 3104,31 61-3412,0 0 0,0-1 0,0 1 0,0 0 1,0 0-1,0 0 0,0 0 0,0-1 0,0 1 0,0 0 0,1 0 0,-1 0 0,0 0 0,1 0 0,-1 0 1,1 0-1,-1-1 0,2 0 0,1-3 88,0 0-80,0 0 0,0 0 0,0 0 0,1 0 0,0 1 1,0 0-1,0 0 0,1 0 0,-1 0 0,1 1 0,0 0 1,0 0-1,0 0 0,6-2 0,15-6 135,45-13-1,616-126-1432,-531 122 835,-128 22-707,52-16 0,-78 21-326,-21 10-7836,0 2 1280</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004"/>
    </inkml:context>
    <inkml:brush xml:id="br0">
      <inkml:brushProperty name="width" value="0.035" units="cm"/>
      <inkml:brushProperty name="height" value="0.035" units="cm"/>
      <inkml:brushProperty name="color" value="#008C3A"/>
    </inkml:brush>
  </inkml:definitions>
  <inkml:trace contextRef="#ctx0" brushRef="#br0">0 1 10677,'7'8'1209,"-1"1"0,0-1 0,0 1 0,-1 1 0,5 10 0,15 24 487,45 50 125,4-4 0,105 100 1,-129-139-1473,-22-22-206,146 162 603,-154-165-685,-1 0 0,-1 1-1,-1 1 1,-1 0 0,19 50 0,-30-64-37,-1 1 0,0-1 0,0 1 0,-2 0-1,0 0 1,0 0 0,-2 1 0,0-1 0,0 0 0,-2 0 0,0 0 0,0 0 0,-2 0 0,-5 15 0,-1-6-219,-1 0 0,-1-1 0,-1 0-1,-1-1 1,-1-1 0,-1 0 0,-1-1 0,-1 0-1,-33 27 1,-17 7-3340,-118 71 0,86-60-2980,56-33-2017</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471"/>
    </inkml:context>
    <inkml:brush xml:id="br0">
      <inkml:brushProperty name="width" value="0.035" units="cm"/>
      <inkml:brushProperty name="height" value="0.035" units="cm"/>
      <inkml:brushProperty name="color" value="#008C3A"/>
    </inkml:brush>
  </inkml:definitions>
  <inkml:trace contextRef="#ctx0" brushRef="#br0">309 183 8393,'3'-7'303,"-2"5"-63,0-1 0,1 1-1,-1-1 1,0 1 0,0-1-1,-1 0 1,1 0 0,0 1-1,-1-1 1,0 0-1,1 0 1,-1 0 0,-1 0-1,1 1 1,0-1 0,0 0-1,-1 0 1,0 1 0,0-1-1,1 0 1,-2 0 0,1 1-1,0-1 1,0 1-1,-1-1 1,-1-1 0,-9-15 1314,6 8-576,0 2-1,-1-1 0,0 1 1,0 0-1,-12-10 0,17 17-854,0 1-1,0-1 1,0 1-1,0-1 1,0 1-1,0 0 1,0 0-1,-1 0 1,1 0-1,0 1 1,-1-1-1,1 1 1,-1-1-1,1 1 1,0 0-1,-1 0 1,1 0-1,-1 0 1,1 0 0,0 0-1,-1 1 1,1-1-1,-1 1 1,1 0-1,0 0 1,0 0-1,-1 0 1,1 0-1,0 0 1,0 0-1,-3 4 1,-4 2 63,1 1 0,0 0 0,1 1 1,0 0-1,0 0 0,1 0 0,0 1 1,1 0-1,0 0 0,0 0 0,1 1 1,0 0-1,-3 19 0,-1 10 151,2 1-1,-2 59 1,7-45-247,1 0 0,4 0 0,1 0 0,3-1 0,3 0 0,1 0 0,3-1 0,32 73 1,-42-113-152,2 0 0,-1 0 0,2-1 0,0 0 0,0 0 0,12 12 0,-18-21 42,1 0-1,0-1 0,0 1 1,0-1-1,0 1 0,1-1 0,-1 0 1,1 0-1,-1-1 0,1 1 1,-1-1-1,1 0 0,0 1 0,0-2 1,0 1-1,0 0 0,0-1 0,0 0 1,0 0-1,-1 0 0,1 0 1,0-1-1,0 1 0,0-1 0,7-2 1,-7 1 8,0 0 0,0 0 1,-1-1-1,1 1 0,0-1 1,-1 0-1,1 0 0,-1 0 1,0 0-1,5-8 0,22-36-45,-30 46 55,10-19-19,-2-1 0,0 1 1,-1-1-1,-1-1 0,-1 1 0,3-30 1,-3 6 8,-3 0 0,-4-49 0,-1 51 6,-2 0 1,-1 0 0,-21-67 0,20 86-182,-2 1 0,0 0 1,-2 0-1,0 1 1,-1 0-1,-2 1 1,-26-33-1,32 46-93,0 0 0,-1 0 0,1 1-1,-1 1 1,-1-1 0,1 1 0,-1 1 0,0 0 0,-1 0-1,1 1 1,-13-3 0,15 5-311,0 0-1,0 1 1,-1 0 0,1 0 0,-1 1-1,-12 1 1,14 0-296,0 0-1,1 1 1,-1 0 0,1 0 0,0 0-1,0 1 1,0-1 0,-11 8-1,-17 22-8817</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1.690"/>
    </inkml:context>
    <inkml:brush xml:id="br0">
      <inkml:brushProperty name="width" value="0.035" units="cm"/>
      <inkml:brushProperty name="height" value="0.035" units="cm"/>
      <inkml:brushProperty name="color" value="#008C3A"/>
    </inkml:brush>
  </inkml:definitions>
  <inkml:trace contextRef="#ctx0" brushRef="#br0">0 109 13533,'26'-40'2316,"-23"18"1277,0 7-2213,3 1 392,-21 5-7180,-1 1 327</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6.032"/>
    </inkml:context>
    <inkml:brush xml:id="br0">
      <inkml:brushProperty name="width" value="0.035" units="cm"/>
      <inkml:brushProperty name="height" value="0.035" units="cm"/>
      <inkml:brushProperty name="color" value="#008C3A"/>
    </inkml:brush>
  </inkml:definitions>
  <inkml:trace contextRef="#ctx0" brushRef="#br0">77 29 3672,'-37'2'1004,"29"-1"2521,30-1-4406,-2 3 3267,-20-6-2196,5-26 61,-4 27-13,-3 3-337,-3 3 45,-1 0 0,2 0 1,-1 1-1,0 0 0,1 0 1,-5 7-1,8-11-51,-1 0 1,1-1-1,0 0 0,0 1 0,-1-1 0,1 0 0,0 1 0,0-1 0,-1 0 1,1 0-1,0 0 0,-1 0 0,1 0 0,-2-1 0,1 1-170,-12 2-1981,12-2-566</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002"/>
    </inkml:context>
    <inkml:brush xml:id="br0">
      <inkml:brushProperty name="width" value="0.035" units="cm"/>
      <inkml:brushProperty name="height" value="0.035" units="cm"/>
      <inkml:brushProperty name="color" value="#008C3A"/>
    </inkml:brush>
  </inkml:definitions>
  <inkml:trace contextRef="#ctx0" brushRef="#br0">12 1244 5300,'-2'-10'890,"1"0"-1,0 0 0,2-15 0,-7 4 2001,3 18-1206,6 17-862,31 136 125,-7 3-1,-6 0 1,1 229 0,-22-347-864,13 299 402,-10-314-461,0-1 0,1 1 1,2-1-1,-1 0 0,2 0 0,1-1 1,0 0-1,1 0 0,1-1 1,14 19-1,-14-23-12,1-1-1,0 0 1,1-1-1,0 0 1,1-1 0,0 0-1,1-1 1,0-1-1,0 0 1,1 0 0,0-2-1,27 9 1,-8-7-41,0-1 0,0-1 0,1-2 0,67-1 0,142-23-530,-173 12 363,842-119-1938,-675 90 1777,2927-389-974,-207-29 1310,-419 5 439,-2045 374-397,200-33-105,-594 93-15,123-3-1,-179 18 80,1 2-1,-1 2 1,0 2-1,0 1 1,55 17 0,-6 2-6,175 23 1,-241-44 25,1-2 0,-1-1 1,1-1-1,-1-2 0,53-9 0,-71 9 1,1 0 0,0-1 0,-1 0 0,0-1-1,0 0 1,0 0 0,0-1 0,-1 0 0,0 0 0,0-1 0,0 0 0,-1-1-1,0 0 1,0 0 0,0 0 0,-1-1 0,0 0 0,-1 0 0,9-16 0,-5 0 27,-1 0 1,-1-1-1,-1 1 1,-1-1 0,-2-1-1,0 1 1,-1 0-1,-4-48 1,-4 13 87,-2 1 0,-26-96 1,30 142-101,0 0 0,-1 0 0,0 0 0,-1 0 0,0 1 0,-17-22 1,18 27-30,0 1 0,0 0 0,-1 0-1,0 1 1,-1 0 0,1 0 0,-1 0 0,0 1 0,0 0 0,0 0 0,0 1 0,-1 0 0,-11-3 0,-99-15-882,28 8-992,79 11 1654,6 1 129,1 1 0,0-1 1,0 1-1,0-1 0,0 0 1,0-1-1,0 1 0,0-1 0,0 1 1,0-1-1,1 0 0,-1-1 0,1 1 1,0-1-1,-1 1 0,1-1 1,0 0-1,0 0 0,1-1 0,-1 1 1,1 0-1,-4-7 0,-6-15-716,1-1-1,-9-29 1,4 10-1175,0 5 15</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564"/>
    </inkml:context>
    <inkml:brush xml:id="br0">
      <inkml:brushProperty name="width" value="0.035" units="cm"/>
      <inkml:brushProperty name="height" value="0.035" units="cm"/>
      <inkml:brushProperty name="color" value="#008C3A"/>
    </inkml:brush>
  </inkml:definitions>
  <inkml:trace contextRef="#ctx0" brushRef="#br0">56 60 9829,'1'-3'387,"0"0"1,0 0-1,-1 0 1,1-1-1,-1 1 1,1 0-1,-1-1 1,0 1-1,0-1 1,-1 1-1,1 0 1,-1-1-1,0-3 1,-1 0 375,2 4 653,-2 7-235,-6 18-575,2 0 1,0 1-1,1-1 0,-2 28 1,-4 102 346,9-102-674,-6 416 321,25-1-3950,-4-265-135,0-69-2300,-1-37-2089</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800"/>
    </inkml:context>
    <inkml:brush xml:id="br0">
      <inkml:brushProperty name="width" value="0.035" units="cm"/>
      <inkml:brushProperty name="height" value="0.035" units="cm"/>
      <inkml:brushProperty name="color" value="#008C3A"/>
    </inkml:brush>
  </inkml:definitions>
  <inkml:trace contextRef="#ctx0" brushRef="#br0">40 103 5777,'-29'-18'7752,"19"9"-7473,11 8-172,-1-1-1,1 1 1,0 0 0,1-1-1,-1 1 1,0 0 0,0 0-1,0 0 1,1 0 0,1-1 21,9-6 39,0 2 0,0-1 0,0 2 0,1-1 0,0 2 0,0 0 1,1 1-1,20-4 0,17 1-275,0 2 0,0 2 0,68 7 0,61 20-3873,-129-13 328,0 7-1804</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7.946"/>
    </inkml:context>
    <inkml:brush xml:id="br0">
      <inkml:brushProperty name="width" value="0.035" units="cm"/>
      <inkml:brushProperty name="height" value="0.035" units="cm"/>
      <inkml:brushProperty name="color" value="#008C3A"/>
    </inkml:brush>
  </inkml:definitions>
  <inkml:trace contextRef="#ctx0" brushRef="#br0">70 217 9089,'-47'12'1792,"25"-9"5297,41-1-6365,31-4-44,20-13-192,260-65-2168,-184 40-249,13-3-2835,9-11-3741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8.705"/>
    </inkml:context>
    <inkml:brush xml:id="br0">
      <inkml:brushProperty name="width" value="0.035" units="cm"/>
      <inkml:brushProperty name="height" value="0.035" units="cm"/>
      <inkml:brushProperty name="color" value="#008C3A"/>
    </inkml:brush>
  </inkml:definitions>
  <inkml:trace contextRef="#ctx0" brushRef="#br0">13 771 4912,'-12'-6'1848,"21"0"349,-7 5-2019,0 0-1,0-1 1,0 1-1,-1 0 1,1 0 0,0-1-1,0 1 1,-1-1-1,3-3 1,5-7 471,-1 0 0,2 0-1,20-20 1,-19 22 6,-1-1-1,0-1 1,17-24-1,-26 34-557,1 0 0,-1 0 0,1 0-1,0 0 1,-1 0 0,1 0 0,0 1 0,0-1-1,1 1 1,2-2 0,-1 0 65,-1 1 609,-2 4-745,1 0 0,-1 0 0,1 1 0,-1-1 0,0 0 0,0 1 0,0-1 0,0 1 0,-1-1 0,1 1 0,-1-1 0,1 6 0,-1 33 54,0-24-79,1 20-15,2 1-1,2-1 1,2 0 0,0 0 0,3-1-1,19 49 1,-28-85 8,0 1 0,1-1 1,-1 0-1,0 0 0,0 1 0,1-1 1,-1 0-1,0 0 0,1 0 0,-1 0 1,0-1-1,0 1 0,1 0 0,-1 0 1,2-1-1,-1 0-5,2 0 1,1 0 0,0 0 1,-1-1-1,1 1 0,-1-1 1,0 0-1,0-1 0,0 1 0,0-1 1,0 0-1,7-6 0,37-44-93,-43 47 84,43-55-124,-10 12 50,55-56 0,-87 99 76,0 0 0,1 1 0,-1 0 0,1 0 0,0 0 0,1 1 0,-1 0 0,1 0 0,0 1 0,9-3 0,-13 6 14,-1-1 0,1 1 0,-1-1 0,1 1 0,-1 0 0,1 1 1,-1-1-1,1 1 0,-1-1 0,1 1 0,-1 0 0,1 0 0,-1 1 0,0-1 0,0 1 1,0-1-1,1 1 0,-2 0 0,1 0 0,0 0 0,0 1 0,-1-1 0,1 1 0,-1-1 0,4 6 1,33 50 10,-28-40-9,1-1 0,25 28 1,-20-27 30,-16-16-29,1 1 1,0-1-1,0 0 0,0 0 0,0 0 0,0 0 1,1 0-1,-1 0 0,0-1 0,1 1 0,-1-1 1,1 0-1,0 0 0,0 0 0,-1 0 0,1 0 1,0 0-1,0-1 0,0 1 0,0-1 0,0 0 1,-1 0-1,6 0 0,-1-1-10,1 0 0,-1-1 0,0 0 0,1 0 1,-1 0-1,0-1 0,0 0 0,0-1 0,9-6 0,8-6 31,26-24 0,-4 3-193,-42 34 176,1 0 0,-1 1 0,1 0 0,-1 0 0,1 0 0,0 0-1,0 1 1,0 0 0,0 0 0,0 0 0,0 1 0,0-1 0,0 1 0,7 1 0,9 2-188,0 1 0,27 8 0,-30-7-391,0-1 0,32 4 0,-33-8 390,-1-1 0,1-1 0,0 0 0,-1-1-1,0-1 1,1 0 0,-2-1 0,1-1 0,0-1 0,-1 0 0,0-1-1,-1 0 1,0-1 0,0-1 0,-1 0 0,0-1 0,-1 0 0,0-1 0,-1-1-1,0 0 1,-1 0 0,15-26 0,-16 20 277,0-1 1,-1 0-1,-1 0 0,-1-1 0,6-36 1,2-107 1077,-12 108 335,14-77-1,-16 132-1465,0 0 0,0-1-1,0 1 1,1 0-1,-1-1 1,1 1-1,-1 0 1,1 0 0,-1-1-1,1 1 1,0 0-1,-1 0 1,1 0-1,0 0 1,0 0-1,0 0 1,0 0 0,0 0-1,0 0 1,0 1-1,0-1 1,0 0-1,0 0 1,0 1 0,2-1-1,0 0 18,-1 1 1,0 0-1,0 0 0,1 0 1,-1 0-1,0 1 0,0-1 1,1 1-1,-1-1 0,0 1 1,0 0-1,0 0 0,4 2 1,2 1 102,1 2 1,-1 0 0,0 0-1,-1 0 1,1 1-1,6 8 1,13 19 89,-3 1 0,0 1 0,-3 2 1,-1 0-1,-2 1 0,19 58 0,-8-4-410,28 166 0,-39-139-1229,7 37-1854,-1-53-2153,-17-91 2414,8-15-900</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8.878"/>
    </inkml:context>
    <inkml:brush xml:id="br0">
      <inkml:brushProperty name="width" value="0.035" units="cm"/>
      <inkml:brushProperty name="height" value="0.035" units="cm"/>
      <inkml:brushProperty name="color" value="#008C3A"/>
    </inkml:brush>
  </inkml:definitions>
  <inkml:trace contextRef="#ctx0" brushRef="#br0">222 92 10313,'6'-43'1393,"-5"35"-116,-2 5-225,1 2-992,-1 0 1,1 0-1,0 0 0,-1-1 0,1 1 0,0 0 0,0 0 0,0 0 0,0 0 1,0 0-1,0 0 0,0 0 0,0-1 0,0 1 0,1 0 0,-1 0 1,0 0-1,1 0 0,-1 0 0,1 0 0,-1 0 0,1 0 0,0 0 0,-1 0 1,1 0-1,0 0 0,-1 1 0,1-1 0,0 0 0,0 0 0,0 1 1,0-1-1,0 1 0,0-1 0,1 0 0,5 0 64,-1 0 0,0 0 0,1 1 0,-1 0 0,1 0 0,8 2 0,21 3-84,-1 0 0,1 3 1,-1 1-1,-1 1 0,1 3 1,57 28-1,-84-36-80,1 0 0,-2 0 0,1 1-1,0 0 1,11 13 0,-17-17 30,0 0-1,0 0 1,-1 0 0,1 0 0,-1 0 0,0 1 0,1-1-1,-1 0 1,0 1 0,0-1 0,0 1 0,-1 0 0,1-1-1,-1 1 1,1-1 0,-1 1 0,0 0 0,0 0-1,0-1 1,0 1 0,-1 0 0,1-1 0,-1 1 0,1-1-1,-2 4 1,-2 1-21,-1 0-1,1-1 1,-1 1-1,0-1 1,-1 0-1,1-1 1,-1 1-1,0-1 1,0 0-1,-1-1 1,-12 7-1,-11 5-188,-44 16 0,67-29 165,-365 129-4968,308-112 1705,16 2-1328</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3:59.836"/>
    </inkml:context>
    <inkml:brush xml:id="br0">
      <inkml:brushProperty name="width" value="0.035" units="cm"/>
      <inkml:brushProperty name="height" value="0.035" units="cm"/>
      <inkml:brushProperty name="color" value="#008C3A"/>
    </inkml:brush>
  </inkml:definitions>
  <inkml:trace contextRef="#ctx0" brushRef="#br0">0 88 6593,'3'-7'538,"0"0"0,1 0 1,0 0-1,0 0 1,0 1-1,1-1 0,0 1 1,7-7-1,-10 11-371,1 0-1,-1 0 1,1 0 0,-1 1 0,1-1-1,0 1 1,-1-1 0,1 1 0,0 0-1,0 0 1,0 0 0,0 1-1,0-1 1,0 1 0,0-1 0,0 1-1,0 0 1,0 0 0,0 0-1,1 1 1,-1-1 0,0 1 0,0 0-1,0-1 1,5 4 0,3 1 145,1 1 0,-1 1 1,1 0-1,-2 0 1,1 1-1,-1 0 0,0 1 1,-1 0-1,16 21 0,-13-13-64,-2-1 0,0 2 0,-1 0-1,0 0 1,-2 0 0,6 20 0,-3 0-19,-2 1 1,-1 0 0,-3 0 0,-1 0 0,-1 1 0,-6 48-1,-4-11-25,-4-1-1,-23 82 0,-57 145-741,-26 110-5276,117-408 5687,-7 32-2195,2 0 0,-2 40 0,12-12-4098</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0.131"/>
    </inkml:context>
    <inkml:brush xml:id="br0">
      <inkml:brushProperty name="width" value="0.035" units="cm"/>
      <inkml:brushProperty name="height" value="0.035" units="cm"/>
      <inkml:brushProperty name="color" value="#008C3A"/>
    </inkml:brush>
  </inkml:definitions>
  <inkml:trace contextRef="#ctx0" brushRef="#br0">591 1 5617,'0'0'2426,"3"0"-1215,61-1 980,1 4-1,104 17 1,-149-17-2016,0 2 0,0 1 0,-1 0 1,0 1-1,0 1 0,-1 1 0,0 1 0,0 0 0,-1 2 0,0 0 0,-1 0 0,25 27 0,-36-34-150,0 1 1,0 0-1,0 0 0,-1 1 0,0-1 0,0 1 0,-1 0 0,0 0 0,0 0 1,-1 0-1,0 0 0,0 1 0,0-1 0,-1 1 0,0-1 0,-1 1 0,0 0 0,0-1 1,-1 1-1,1-1 0,-2 1 0,1-1 0,-1 1 0,0-1 0,0 0 0,-1 0 1,0 0-1,-1 0 0,1 0 0,-7 8 0,-3 3 3,-1 0 0,-1-1 0,-1 0 1,-1-1-1,0-1 0,0-1 0,-29 18 0,-149 74 24,174-95-50,-289 132-1062,-33 18-4013,262-117 1081,14 0-2059</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1.648"/>
    </inkml:context>
    <inkml:brush xml:id="br0">
      <inkml:brushProperty name="width" value="0.035" units="cm"/>
      <inkml:brushProperty name="height" value="0.035" units="cm"/>
      <inkml:brushProperty name="color" value="#008C3A"/>
    </inkml:brush>
  </inkml:definitions>
  <inkml:trace contextRef="#ctx0" brushRef="#br0">458 985 7581,'-11'-22'1464,"9"18"1864,-7-5-1725,9 8-1570,0 1 1,-1-1-1,1 0 1,-1 1-1,1-1 0,-1 0 1,1 1-1,-1-1 1,1 1-1,-1-1 0,1 1 1,-1-1-1,1 1 1,-1-1-1,0 1 0,1 0 1,-1-1-1,-1 1 1,-1 1 52,0 0 1,0 0 0,0 1 0,0-1 0,0 1-1,0 0 1,1 0 0,-1 0 0,1 0 0,-4 4-1,-3 2 107,-23 19 343,2 2 0,-39 45 0,-45 73 27,86-109-403,10-14-236,0 1-1,2 1 1,0 0-1,-16 41 1,30-60 5,0 1 0,1 0-1,0 0 1,-1 10 0,2-15 30,0 0 1,0 1-1,0-1 1,0 0-1,0 0 1,1 0-1,-1 0 1,1 0-1,0 0 1,0 0-1,0 0 1,0 0-1,3 3 1,-2-4-11,1 0 0,0 0 1,0 0-1,-1 0 1,1-1-1,0 1 0,0-1 1,1 0-1,-1 1 1,0-2-1,0 1 1,1 0-1,-1-1 0,0 1 1,1-1-1,-1 0 1,0 0-1,7-1 1,6-1-129,-1-1 0,25-7 0,-33 8 140,42-15-227,-1-2 0,-1-3 0,71-43-1,-43 23 238,-61 34 49,4-2 293,0 1 0,1 0-1,37-12 1,-55 21-278,0 0 0,0 0 0,1 0 0,-1 0 0,0 0 0,0 0 0,1 0 0,-1 1 0,0-1 0,0 0 0,1 1 0,-1-1 0,0 1 0,0-1 1,0 1-1,0 0 0,0-1 0,2 2 0,2 1 80,-1 0-64,1-1 0,-1 1 1,1 0-1,-1 0 0,0 0 1,0 0-1,-1 1 0,1-1 1,-1 1-1,0 0 0,0 0 1,5 9-1,1 4 34,0 2-1,6 19 0,12 25-405,-22-55 223,0 1-227,1 1-1,0-1 1,14 16-1,-17-22 171,0 0 0,0 0 0,1 0 0,-1-1-1,1 0 1,0 0 0,-1 0 0,1 0 0,0 0 0,0-1 0,0 0 0,1 0 0,7 1 0,-4-1-6,1 0 1,-1-1 0,0-1 0,0 1 0,0-1 0,0-1 0,0 0 0,0 0 0,0 0 0,13-7 0,-8 2 15,0 0 0,-1-1 1,1 0-1,-2-1 0,17-16 0,-2-2 37,-2-1 0,0-1 0,-3-2 1,19-33-1,-3 1 168,-3-2 1,-2-1-1,-4-2 1,-2-1-1,27-119 1,87-504 309,-136 670-341,-2 10-13,0 0 1,1 1 0,0-1-1,1 1 1,0 0 0,1 0-1,9-17 1,-13 27-2,0 0 1,-1 0-1,1 0 1,0 0-1,0-1 1,0 1-1,0 0 1,0 1-1,0-1 0,0 0 1,0 0-1,0 0 1,1 1-1,-1-1 1,0 0-1,3 0 0,-4 1-5,1 0-1,-1 0 0,1 1 0,0-1 0,-1 0 0,1 0 1,-1 0-1,1 1 0,-1-1 0,1 0 0,-1 0 0,1 1 0,-1-1 1,1 1-1,-1-1 0,1 0 0,-1 1 0,0-1 0,1 1 0,-1-1 1,0 1-1,1-1 0,-1 1 0,0-1 0,1 2 0,1 5 50,1 0-1,-2 0 0,1 0 0,-1 0 0,1 8 0,0 47 364,-3 0-1,-2-1 1,-14 81-1,8-95-115,-1-2 0,-24 66 0,-45 83 305,12-58-299,-6 16-56,61-123-219,1 1-1,2 0 1,-8 42-1,16-65-51,0-1-1,1 1 1,-1 0-1,2 0 1,-1 0 0,1 0-1,0 0 1,0 0-1,1 0 1,0-1-1,0 1 1,3 6-1,-2-9-37,-1 0 0,0 0 0,1 0 0,0 0-1,0 0 1,0 0 0,0-1 0,1 0 0,-1 0 0,1 0 0,0 0 0,0 0-1,0-1 1,0 1 0,0-1 0,1 0 0,-1-1 0,8 3 0,4-1-134,-1-1 1,1-1-1,0 0 0,0-1 1,-1-1-1,1-1 1,29-6-1,-5-1-220,69-28 0,-77 23 479,-1-1 0,0-2 0,-2-1-1,0-2 1,-1 0 0,-1-2-1,0-1 1,-2-1 0,-1-1-1,36-50 1,-53 66 103,0-1 1,-1 0-1,-1-1 0,7-15 0,-10 22-100,-1-1 0,0 1-1,0 0 1,0 0 0,0-1-1,-1 1 1,1-1 0,-1 1-1,0 0 1,-1-1 0,1 1-1,-1 0 1,0-1 0,-2-6-1,2 10-56,0-1 0,1 1 0,-1 0 0,0 0 0,0 0 0,0 0 0,0 0 0,0 0 0,-1 0 0,1 0 0,0 0 0,0 0 0,-1 1 0,1-1-1,0 1 1,-1-1 0,1 1 0,0-1 0,-1 1 0,1 0 0,-1-1 0,1 1 0,-1 0 0,1 0 0,-1 0 0,-1 1 0,-38 6 193,31-3-179,-1 0 0,1 0 0,0 1 0,1 0 0,-1 1 0,1 0 0,0 1 0,0 0 0,1 0 0,0 1 0,0 0 0,1 0 0,0 1 0,1 0 0,-1 0 0,2 1 0,-8 16 0,11-22-35,0 0-1,1 0 1,-1 0 0,1 0-1,0 0 1,0 0 0,1 0 0,-1 0-1,1 1 1,0-1 0,0 0 0,1 0-1,-1 0 1,1 1 0,0-1-1,0 0 1,0 0 0,0 0 0,1 0-1,2 4 1,0-1-50,1 1 0,0-1 0,0-1 1,1 1-1,0-1 0,0 0 0,0 0 0,10 7 0,-11-10 30,1 0 0,0 1 0,-1-2 0,1 1 0,0-1 0,1 0 0,-1 0 0,0 0 0,0-1 0,1 0 0,-1-1 0,1 1 0,-1-1 0,1 0 0,-1-1 0,1 0 0,-1 0 0,0 0 0,1 0 0,5-4 0,-6 3 15,0 0 0,0 0 0,-1-1 0,1 0 0,-1 0 0,0 0 0,0-1 0,0 0 0,0 0 0,-1 0 0,1-1 0,-1 1-1,0-1 1,-1 0 0,1 0 0,-1-1 0,0 1 0,0-1 0,0 1 0,2-10 0,-5 13 2,0 0 0,1 0 1,-1-1-1,0 1 0,0 0 0,0 0 0,0-1 0,-1 1 0,1 0 1,-1 0-1,1 0 0,-1-1 0,0 1 0,0 0 0,0 0 1,0 0-1,0 0 0,0 0 0,-1 0 0,1 1 0,-1-1 1,1 0-1,-3-1 0,1-1-22,1 2-66,2 19-532,0-13 576,1-1 0,0 1 1,0-1-1,0 0 0,0 0 0,1 1 0,-1-1 1,1 0-1,0 0 0,0 0 0,0-1 1,0 1-1,0 0 0,1-1 0,-1 1 0,1-1 1,0 0-1,-1 0 0,1 0 0,0 0 0,0-1 1,0 1-1,1-1 0,5 2 0,10 5-200,1-2-1,36 8 0,-56-14 249,10 2 11,0 0-1,1-1 0,-1 0 1,1-1-1,-1 0 1,21-3-1,-27 2 64,0 0-1,0 0 1,0 0-1,-1 0 1,1-1-1,0 0 1,0 1-1,-1-1 1,1-1 0,-1 1-1,0 0 1,0-1-1,0 0 1,0 0-1,0 0 1,0 0-1,-1 0 1,1 0 0,-1-1-1,3-6 1,-3 6-40,0 1 0,0 0 0,0-1 0,0 1 0,0 0 0,1 0 0,-1 1 0,1-1 0,0 0 0,0 1 0,0 0 0,0-1 0,0 1 0,0 0 0,1 1 0,-1-1 0,1 1 0,-1-1 0,8-1 0,3 1-233,1 0 1,0 0-1,28 2 0,12-1-185,-15-3 279,-1-2 1,68-19-1,-56 9 1474,-48 18-1346,0 0 0,-1 1 0,1-1 0,0 1 0,-1-1 0,0 1 0,1 0 0,-1 0 0,0 0 0,-1 0 0,1 0 0,2 5 0,-2-4-83,0 0 0,1 0 0,0 0 0,0 0 0,0-1 0,0 1 0,0-1 0,1 0 0,0 0 0,-1 0 0,1 0 0,0-1 0,0 0 0,1 1 0,-1-1 0,0-1 0,1 1 0,0-1 0,-1 0 0,1 0 0,-1 0 0,1 0 0,0-1 0,7 0 0,2-1-65,1 0 0,0-1 0,0 0 0,0-1 1,-1-1-1,23-9 0,-19 5 261,0-2 1,-1 0-1,0 0 1,0-2-1,-1 0 1,0-1-1,-2 0 1,1-2-1,-2 1 1,1-2-1,-2 0 0,12-19 1,-22 31-100,1 0 0,0 1 0,0-1 0,1 1 0,-1 0 0,1 0 0,-1 0 0,1 0 0,0 0 0,0 1 0,0 0 0,0 0 0,1 0 0,-1 0 0,0 1 0,1 0 0,0 0 0,-1 0 0,7 0 0,8 0-105,-1 1-1,1 0 1,29 6-1,-6-1-238,0-2-268,1-2-1,0-2 0,66-9 0,-91 7 506,0-1 0,-1 0 0,1-1 0,-1-1-1,0-1 1,-1 0 0,1-1 0,-1-1 0,-1 0 0,27-22-1,-35 23 233,0 0 0,0 0 0,-1-1 0,0 0 0,-1 0 0,1 0 0,-2-1 1,1 0-1,-1 0 0,-1 0 0,3-14 0,-1 8 619,0-1 0,15-29 0,-2 25 132,-17 20-442,0 5-38,15 53 635,-8-20-741,2 0 0,2-1 0,1-1 0,29 55 0,-41-88-319,0 0 1,1 0-1,-1 0 1,0 0-1,1 0 1,-1-1-1,1 1 1,0 0-1,0-1 1,-1 1-1,1-1 1,0 1-1,0-1 1,1 0-1,-1 0 1,0 0-1,0 0 1,0-1 0,1 1-1,-1 0 1,0-1-1,1 0 1,-1 1-1,0-1 1,1 0-1,-1 0 1,1 0-1,-1-1 1,0 1-1,1 0 1,-1-1-1,0 0 1,1 0-1,-1 1 1,0-1-1,0 0 1,0-1-1,0 1 1,0 0-1,3-3 1,5-3-7,0-1-1,0-1 1,-1 0 0,0 0 0,15-21 0,-23 29 6,2 33 114,-3-26-138,0 0 1,0 0 0,0 0-1,1 0 1,0 0-1,1 0 1,-1 0 0,1-1-1,0 1 1,0-1-1,6 10 1,-5-11-153,0-1 0,0 1 0,1-1 0,-1 0 0,1 0 0,0 0 0,0 0 0,0-1 0,0 1 0,0-1 0,0 0 0,1 0 0,-1-1 0,1 1 0,8 0 0,4 1-1597,-1-1 1,32 0 0,-31-2 118,43 3-5484</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1.804"/>
    </inkml:context>
    <inkml:brush xml:id="br0">
      <inkml:brushProperty name="width" value="0.035" units="cm"/>
      <inkml:brushProperty name="height" value="0.035" units="cm"/>
      <inkml:brushProperty name="color" value="#008C3A"/>
    </inkml:brush>
  </inkml:definitions>
  <inkml:trace contextRef="#ctx0" brushRef="#br0">1 1 5961,'19'17'2484,"-13"0"-2216,4 0-604,2-8-5057</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3.135"/>
    </inkml:context>
    <inkml:brush xml:id="br0">
      <inkml:brushProperty name="width" value="0.035" units="cm"/>
      <inkml:brushProperty name="height" value="0.035" units="cm"/>
      <inkml:brushProperty name="color" value="#008C3A"/>
    </inkml:brush>
  </inkml:definitions>
  <inkml:trace contextRef="#ctx0" brushRef="#br0">403 33 3020,'-10'9'2879,"9"-18"3985,0-7-1748,-6 8-6643,5 7 1626,1 0 0,-1 0 0,0 0-1,-1 0 1,1 0 0,0 0 0,0 1 0,0-1-1,0 1 1,-1 0 0,1-1 0,0 1-1,-4 1 1,3-1-19,0 1-1,1 0 0,-1 1 0,0-1 1,0 1-1,0-1 0,1 1 0,-1 0 1,1 0-1,-5 4 0,-6 7 192,0 1-1,1 1 1,0 0 0,2 0 0,-11 18-1,-40 89 818,58-115-1035,-31 72 300,4 2 0,3 1 0,4 1 1,4 1-1,-16 150 0,33-211-318,1 0 0,1 0 0,0 0 0,2 0 1,1 0-1,1 0 0,1-1 0,1 0 0,14 37 0,-15-48-45,1 0-1,0 0 0,1 0 0,0 0 0,0-1 0,1-1 0,1 1 0,0-1 0,0 0 0,0-1 0,1 0 0,1-1 0,-1 0 0,1-1 0,0 0 0,0 0 0,1-1 0,0-1 0,14 4 0,-2-3-113,0-1 0,0-1 0,0-2-1,1 0 1,-1-2 0,37-5 0,144-35-1160,-99 12 298,-2-4 0,129-59 1,-182 67 697,-1-1 0,-1-3 1,-1-2-1,-2-2 1,-1-2-1,49-51 1,-73 65 366,-2-1 0,33-48 0,-47 63 36,-1 0 0,1-1 0,-2 1-1,1-1 1,-1 0 0,0 0 0,-1 0-1,0 0 1,0 0 0,-1-1-1,0 1 1,0 0 0,-1-1 0,-1-15-1,1 22-61,-1 0-1,1 0 1,-1 0-1,0 0 1,1 0-1,-1 0 0,0 1 1,0-1-1,0 0 1,-1 0-1,1 1 1,0-1-1,-1 1 0,1-1 1,0 1-1,-1 0 1,0-1-1,1 1 1,-1 0-1,0 0 1,0 0-1,1 0 0,-1 1 1,0-1-1,0 0 1,0 1-1,-3-1 1,-3 0 71,-1 0 1,1 1-1,0 0 1,-1 1-1,-8 1 0,6 0-24,-2-1-2,1 1-1,0 0 0,0 1 0,0 1 1,0 0-1,0 0 0,0 1 0,1 1 1,0 0-1,1 0 0,-1 1 1,1 0-1,0 1 0,1 0 0,0 1 1,0 0-1,1 0 0,0 1 0,-11 18 1,17-25-84,1 0 0,0-1 1,1 1-1,-1 0 1,0 0-1,1 0 0,-1 0 1,1 0-1,0 0 0,0 0 1,0 0-1,1-1 0,-1 1 1,1 0-1,-1 0 0,1 0 1,1 3-1,1 0-3,-1 0-1,1 0 1,1-1 0,-1 1-1,7 8 1,-3-8-1,-1 1-1,0-2 1,1 1 0,0-1 0,1 0-1,-1 0 1,1-1 0,12 6 0,9 1 10,32 9 0,-54-18-20,48 12-575,0-2 0,0-3 0,81 4 0,-45-11-4142,124-13 0,-100-3-3734</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008"/>
    </inkml:context>
    <inkml:brush xml:id="br0">
      <inkml:brushProperty name="width" value="0.035" units="cm"/>
      <inkml:brushProperty name="height" value="0.035" units="cm"/>
      <inkml:brushProperty name="color" value="#008C3A"/>
    </inkml:brush>
  </inkml:definitions>
  <inkml:trace contextRef="#ctx0" brushRef="#br0">631 1079 9661,'-16'-18'401,"4"4"489,0 2 0,0 0 0,-16-12 0,23 21-640,1 0 0,0 0 0,-1 1 0,1-1 0,-1 1 0,0 0 0,0 1 0,0-1 0,0 1 0,0 0 0,0 0 0,0 0 0,0 1 0,0 0 0,-8 0 0,-1 3-89,0 1 0,1 0 0,-1 0 0,1 1 1,0 1-1,0 1 0,1-1 0,0 2 1,0 0-1,1 0 0,-1 1 0,2 0 0,-11 12 1,-14 17 90,2 2 1,-35 54 0,49-63-200,2 1 0,1 0-1,2 2 1,-13 45 0,-10 22-275,34-92 174,0 0 0,0 1 0,1-1 0,0 0 0,0 13-1,1-17 21,1-1 0,0 1 0,0-1 0,1 1-1,-1-1 1,1 1 0,0-1 0,0 1 0,0-1-1,1 0 1,0 0 0,4 8 0,-5-11 9,1 1 1,-1-1 0,1 0-1,0 0 1,-1 0 0,1 0-1,0 0 1,0 0-1,0 0 1,0 0 0,0-1-1,0 1 1,0-1-1,0 0 1,0 1 0,0-1-1,0 0 1,0 0 0,0 0-1,1-1 1,-1 1-1,0 0 1,0-1 0,0 1-1,3-2 1,6-2-64,-1 1 0,1-2 0,16-8 0,13-12-57,-2 0 0,-1-3 0,-1-1-1,38-40 1,-16 8-223,71-97-1,-77 84 254,-4-3 1,-3-1-1,-4-3 0,-3-1 1,-3-1-1,-5-2 0,-3-1 1,-4-2-1,-3 0 0,7-95 1,-26 178 121,3-31 131,-2-58 0,-2 86-86,-1-1 0,0 0 0,0 1 0,-1 0-1,0-1 1,0 1 0,-1 0 0,0 0 0,-1 0-1,1 0 1,-2 1 0,-6-11 0,9 16-22,1 0 0,-1 1 0,0-1 0,1 0 0,-1 0 0,0 1 0,0-1 0,0 1 0,-1 0 0,1-1 0,0 1 0,0 0 0,-1 1 0,1-1 0,-1 0 0,1 0 0,0 1 0,-1 0 0,1-1 0,-6 1 0,4 1 3,0 1 0,0-1 0,0 1 0,0-1 0,0 1 0,0 0 0,0 1-1,0-1 1,1 1 0,-1-1 0,1 1 0,0 0 0,0 1 0,0-1 0,0 0 0,1 1 0,-3 4 0,4-7-28,-16 21 146,1 1 0,1 0 0,2 1 0,0 0 0,1 2 0,2-1 0,-15 52 0,16-33-82,2-1 1,2 1 0,1 1-1,3-1 1,1 0 0,11 73-1,-5-79-139,1-1-1,3 0 0,0-1 1,3 0-1,1-1 0,1 0 1,2-1-1,23 34 1,-25-47-63,1 0 0,0-2 1,2 1-1,0-2 0,1-1 1,0 0-1,2-2 1,0 0-1,1-1 0,0-1 1,27 11-1,-31-16 66,0-2-1,0 0 1,1-1-1,-1-1 1,1 0-1,0-2 1,0 0-1,1-1 1,-1-1-1,0-1 1,0 0-1,0-2 1,0 0 0,0-1-1,26-10 1,-35 10-24,0 0 1,0-1-1,-1-1 1,0 0-1,0 0 1,0 0-1,-1-1 1,0-1 0,0 1-1,-1-1 1,0-1-1,0 1 1,-1-1-1,0 0 1,0-1-1,-1 1 1,4-12-1,-8 19 47,0 0-1,0 0 0,-1 0 0,1 0 0,0-1 0,-1 1 0,1 0 0,-1 0 0,0-1 0,0 1 0,0 0 0,0 0 0,0-1 0,-1 1 0,1 0 0,-1 0 1,1-1-1,-1 1 0,0 0 0,1 0 0,-1 0 0,-1 0 0,1 0 0,0 0 0,0 0 0,-1 1 0,1-1 0,-1 0 0,1 1 0,-1-1 0,0 1 0,1-1 1,-1 1-1,0 0 0,0 0 0,-4-2 0,3 2-48,-1-1 1,1 1 0,0 0-1,-1 1 1,1-1-1,-1 1 1,1-1-1,0 1 1,-1 0 0,1 0-1,-1 0 1,1 1-1,-1-1 1,1 1-1,0 0 1,-1 0-1,1 0 1,0 1 0,0-1-1,-1 1 1,1-1-1,1 1 1,-5 3 0,4-3-18,1 0 0,0 0 0,0 1 0,0-1 0,0 1 1,0-1-1,0 1 0,1 0 0,-1-1 0,1 1 1,0 0-1,0 0 0,0 0 0,-1 5 0,2-6 60,0 0 0,0 0 0,0 0 0,0 0 0,1 0-1,-1 0 1,1 0 0,-1 0 0,1 0 0,0 0 0,0 0 0,0 0-1,0-1 1,0 1 0,0 0 0,0-1 0,0 1 0,1-1-1,-1 1 1,1-1 0,-1 0 0,1 1 0,2 0 0,5 3 66,0-1 0,0-1 1,0 0-1,1 0 1,-1 0-1,1-1 1,-1-1-1,1 0 0,14 0 1,11 3 321,-32-3-295,1 0 1,-1 0-1,0 1 1,1-1-1,-1 1 1,0 0-1,0 0 1,4 4-1,10 5 93,-12-9-204,0 0 0,0 0-1,0-1 1,0 0 0,1 0 0,-1 0-1,0 0 1,0-1 0,1 0-1,-1 0 1,0 0 0,0-1 0,10-2-1,-7 1-10,0-1 0,0 0 0,0-1 0,-1 0 0,1 0 0,-1-1-1,13-9 1,2-7 73,0-1-1,-2-1 0,31-44 1,-45 59 62,39-60 723,-3-2 1,-3-2 0,48-124 0,-62 134 516,57-101 0,-77 156-1176,0 0 1,1 0 0,-1 0-1,1 1 1,10-9 0,-15 15-110,0-1 1,0 0 0,0 0-1,0 1 1,0-1 0,1 1-1,-1-1 1,0 1 0,0 0-1,0-1 1,1 1 0,-1 0-1,0 0 1,0 0 0,1 0-1,-1 0 1,0 0 0,0 0-1,1 0 1,-1 0 0,2 1-1,0 0 7,0 1 0,1-1-1,-1 1 1,0 0-1,0 0 1,0 0 0,4 4-1,1 2 4,0 0 1,0 1-1,11 18 0,148 290-5413,-151-285 4322,1 7-2133,-4 1-1295</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355"/>
    </inkml:context>
    <inkml:brush xml:id="br0">
      <inkml:brushProperty name="width" value="0.035" units="cm"/>
      <inkml:brushProperty name="height" value="0.035" units="cm"/>
      <inkml:brushProperty name="color" value="#008C3A"/>
    </inkml:brush>
  </inkml:definitions>
  <inkml:trace contextRef="#ctx0" brushRef="#br0">74 577 7021,'-19'-16'632,"11"11"-252,1 0-1,0-1 1,1-1 0,-9-8-1,14 13-309,0 0 0,-1 1 0,1-1 0,0 0-1,0 0 1,1 0 0,-1 0 0,0 0 0,1 0 0,-1 0-1,1 0 1,-1 0 0,1 0 0,0 0 0,0 0 0,0 0-1,0 0 1,0 0 0,1 0 0,-1 0 0,0 0 0,1 0-1,0 0 1,0-3 0,4-2 12,-1 0 1,1 0-1,1 0 0,-1 1 0,1-1 0,0 1 1,1 1-1,-1-1 0,1 1 0,0 0 1,0 1-1,11-6 0,18-7-205,51-17 0,-61 24 13,150-52-986,113-45-580,-265 95 1644,0-1-1,27-18 1,-42 25 152,1-1 0,-2 0 0,1-1 0,-1 0 0,0 0 0,-1-1 0,12-17 1,-17 24 198,-19-12 430,14 13-710,0 0 0,0-1-1,-1 1 1,1 1 0,0-1-1,-1 0 1,1 1 0,0-1 0,-1 1-1,1 0 1,-1 0 0,1 1-1,0-1 1,-5 1 0,0 2 17,0-1 1,0 1-1,0 0 1,0 1-1,-10 6 1,-3 3 37,2 1 1,0 1-1,-22 22 1,22-18-89,0 2 1,1 0-1,2 1 1,0 1-1,1 0 1,1 1-1,1 1 1,-18 51-1,29-73-15,1 1 0,0-1 0,0 1-1,1-1 1,-1 1 0,1 0 0,0-1-1,0 1 1,0 0 0,0-1 0,0 1 0,1 0-1,0-1 1,0 1 0,0-1 0,0 1-1,2 3 1,-2-6 10,1 1 1,-1 0-1,1 0 1,0 0-1,0-1 1,-1 1-1,1-1 1,0 1-1,0-1 1,0 0-1,0 0 1,1 0-1,-1 0 1,0 0-1,0 0 1,1-1-1,-1 1 1,0-1-1,1 1 0,-1-1 1,1 0-1,-1 0 1,0 0-1,1 0 1,-1-1-1,5 0 1,7-2 141,0 0-1,0-1 1,0-1 0,0 0 0,24-13-1,60-44 1852,-40 24-506,15-4 346,-72 42-1814,0 0 0,0 0 0,0 0-1,0 0 1,0 0 0,0 1 0,0-1-1,0 0 1,0 1 0,0-1-1,0 0 1,0 1 0,0-1 0,-1 1-1,1 0 1,0-1 0,0 1 0,0 0-1,-1-1 1,2 2 0,-1-1 14,2 1-95,-1 1 0,1 0-1,-1-1 1,0 1 0,1 0-1,-1 0 1,0 0 0,-1 1 0,1-1-1,-1 0 1,1 1 0,0 5 0,10 51-3424,-6-23-1513,3 3-1760</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4.718"/>
    </inkml:context>
    <inkml:brush xml:id="br0">
      <inkml:brushProperty name="width" value="0.035" units="cm"/>
      <inkml:brushProperty name="height" value="0.035" units="cm"/>
      <inkml:brushProperty name="color" value="#008C3A"/>
    </inkml:brush>
  </inkml:definitions>
  <inkml:trace contextRef="#ctx0" brushRef="#br0">1 508 6961,'14'-17'1856,"-1"-1"1,0-1-1,13-27 1,-13 25-980,23-29 1,-7 13-378,2-9 264,-1-2-1,28-60 0,-54 96-639,2 0 0,0 1 0,0 0 0,1 0 0,0 1-1,1 0 1,9-10 0,-10 20 8,2 3-106,-1 1 0,0 0-1,0 1 1,0-1 0,-1 1-1,1 1 1,-1 0 0,-1 0 0,1 0-1,-1 1 1,0 0 0,0 0 0,-1 0-1,0 1 1,0 0 0,6 15-1,3 9 70,-2 0 0,-1 0 0,8 43-1,-14-55-25,-2 0 0,0 1 1,-1 0-1,-1 0 0,-1 0 0,0-1 0,-2 1 0,-8 40 0,6-47-45,0 0 0,-1-1-1,-1 0 1,0 0 0,-1 0 0,0-1-1,0 0 1,-2 0 0,1-1 0,-2 0-1,1-1 1,-1 0 0,-1 0 0,-13 9-1,-22 12-831,-69 35 0,5-13-4734,96-48 993</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186"/>
    </inkml:context>
    <inkml:brush xml:id="br0">
      <inkml:brushProperty name="width" value="0.035" units="cm"/>
      <inkml:brushProperty name="height" value="0.035" units="cm"/>
      <inkml:brushProperty name="color" value="#008C3A"/>
    </inkml:brush>
  </inkml:definitions>
  <inkml:trace contextRef="#ctx0" brushRef="#br0">1 779 10169,'21'-17'1563,"-17"14"1058,2-1-2410,-1 0 0,1 0 1,0 0-1,0 1 0,1 0 0,-1 0 0,1 1 0,-1 0 0,1 0 0,13-2 0,1-1-10,42-11-262,-3 2-458,99-37 1,-143 45 518,-1-2 0,1 1 1,-1-2-1,0 0 0,-1-1 0,0 0 0,-1-1 1,0-1-1,-1 0 0,20-24 0,-30 33 75,0 0-1,0 0 1,-1 0 0,1 0-1,-1 0 1,1-1-1,-1 1 1,0 0 0,0-1-1,0-5 1,0 9-49,-1-1 0,0 0 1,-1 0-1,1 0 0,0 0 0,0 0 0,0 0 1,0 1-1,-1-1 0,1 0 0,0 0 0,-1 0 1,1 0-1,-1 1 0,1-1 0,-1 0 1,1 1-1,-1-1 0,1 0 0,-1 1 0,0-1 1,1 0-1,-1 1 0,0-1 0,0 1 1,1-1-1,-1 1 0,0 0 0,0-1 0,0 1 1,0 0-1,1 0 0,-1-1 0,0 1 0,0 0 1,-1 0-1,-10 0 123,-1 0 0,1 0 0,0 1 0,0 1 0,0 0 0,0 1 0,0 0 0,0 0 0,1 2 0,0-1 1,-1 1-1,2 1 0,-20 13 0,3 0 87,0 1 0,2 1-1,0 1 1,-21 27 0,31-34-144,2 2 0,0 0-1,0 0 1,2 1 0,1 1 0,0 0-1,-10 28 1,17-39-72,0 1 0,1-1 0,0 1 0,1-1 0,0 1 0,0-1 0,1 1 0,0 0 0,1-1 0,0 1 1,0 0-1,0-1 0,1 0 0,1 1 0,-1-1 0,1 0 0,1 0 0,0 0 0,0 0 0,10 13 0,-7-12-45,1 0 0,0-1 0,0 0 0,1-1 0,0 0 0,1 0 0,0-1 0,-1 0 0,2-1 0,-1 0-1,1-1 1,0 0 0,0 0 0,0-1 0,0-1 0,13 2 0,-6-2-38,0-1 1,0 0-1,0-2 0,0 0 0,0-1 1,0-1-1,0 0 0,0-1 0,27-11 1,-33 10 20,-1-1 0,-1 0 0,1 0 1,16-15-1,94-81-332,-103 84 325,-1-1 0,0 0 0,-2-1 1,0-1-1,-1 0 0,20-43 0,-16 30 19,49-106 47,54-164 0,-80 194 536,-15 50-142,-16 39 102,14-41 0,-34 72 590,-3 12-719,2 0 0,0 1 1,2 1-1,-7 25 1,-3 7 62,-24 60-332,6 2-1,-28 159 0,37-76-3090,19-68-2945,12-95 523,8-6-3146</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356"/>
    </inkml:context>
    <inkml:brush xml:id="br0">
      <inkml:brushProperty name="width" value="0.035" units="cm"/>
      <inkml:brushProperty name="height" value="0.035" units="cm"/>
      <inkml:brushProperty name="color" value="#008C3A"/>
    </inkml:brush>
  </inkml:definitions>
  <inkml:trace contextRef="#ctx0" brushRef="#br0">1 32 16153,'0'0'1533,"9"-14"-333,1-4-284,18 24-176,20 0-152,9 2-112,10 10-272,9-7-456,6 0-728,7 1-648,3 5-504,10-6-2821,0 1-3928</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05.465"/>
    </inkml:context>
    <inkml:brush xml:id="br0">
      <inkml:brushProperty name="width" value="0.035" units="cm"/>
      <inkml:brushProperty name="height" value="0.035" units="cm"/>
      <inkml:brushProperty name="color" value="#008C3A"/>
    </inkml:brush>
  </inkml:definitions>
  <inkml:trace contextRef="#ctx0" brushRef="#br0">0 12 10129,'10'-11'7441,"-1"25"-22027</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035"/>
    </inkml:context>
    <inkml:brush xml:id="br0">
      <inkml:brushProperty name="width" value="0.035" units="cm"/>
      <inkml:brushProperty name="height" value="0.035" units="cm"/>
      <inkml:brushProperty name="color" value="#008C3A"/>
    </inkml:brush>
  </inkml:definitions>
  <inkml:trace contextRef="#ctx0" brushRef="#br0">0 49 11137,'12'-1'610,"-9"0"-419,-1 1 0,1 0 0,-1-1 0,1 1 0,-1-1 0,1 0 1,-1 0-1,0 0 0,1 0 0,-1 0 0,0 0 0,0-1 0,1 1 0,-1-1 0,-1 1 1,1-1-1,2-2 0,0 1 495,-1 0 1,1-1-1,0 2 1,0-1-1,1 1 1,4-3-1,-4 2 66,-2 2 862,0 3-120,2 1-1181,1 0-11,1 1-1,-1 0 1,-1 0 0,1 0-1,-1 1 1,1 0 0,-1 0 0,0 0-1,-1 0 1,1 1 0,-1 0-1,-1 0 1,1 0 0,-1 0-1,4 9 1,5 33 65,-1 1 0,-3 0 0,-2 1 0,1 82 0,-26 206 1392,10-221-1578,-6 251-1820,17-305 899,3 1 0,2-2 1,28 112-1,-25-131-1330,3 15-2559,4-22-2468,7-4-4292</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333"/>
    </inkml:context>
    <inkml:brush xml:id="br0">
      <inkml:brushProperty name="width" value="0.035" units="cm"/>
      <inkml:brushProperty name="height" value="0.035" units="cm"/>
      <inkml:brushProperty name="color" value="#008C3A"/>
    </inkml:brush>
  </inkml:definitions>
  <inkml:trace contextRef="#ctx0" brushRef="#br0">1 1 14677,'6'12'3721,"-4"-9"-3419,0 1 0,1-1 0,-1 0 0,1 1 0,0-1 0,0 0-1,0-1 1,0 1 0,0-1 0,1 1 0,-1-1 0,6 3 0,50 18 1088,-50-20-1153,441 110 2694,-157-46-2362,-254-57-518,230 67 191,-221-61-184,0 3 1,-2 2-1,63 38 1,-99-54-48,-1 2 0,1 0 0,-1 0 0,-1 0 0,1 1 0,-1 0 0,-1 1 0,12 16 0,-17-21-8,0 0 0,0 0-1,0 0 1,-1 1 0,1-1-1,-1 0 1,0 1 0,0-1-1,-1 1 1,1-1 0,-1 1-1,0-1 1,-1 1-1,1-1 1,-1 1 0,1-1-1,-1 0 1,-1 1 0,1-1-1,-1 0 1,1 0 0,-1 0-1,0 0 1,-5 7 0,0-1 0,-1 0 0,0-1 0,0 0 0,-1 0-1,0-1 1,-1 0 0,1 0 0,-12 6 0,-92 45-218,85-46 121,-199 95-884,-59 28-2139,100-42-1931,98-43-1003,18 0-3631</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7.670"/>
    </inkml:context>
    <inkml:brush xml:id="br0">
      <inkml:brushProperty name="width" value="0.035" units="cm"/>
      <inkml:brushProperty name="height" value="0.035" units="cm"/>
      <inkml:brushProperty name="color" value="#008C3A"/>
    </inkml:brush>
  </inkml:definitions>
  <inkml:trace contextRef="#ctx0" brushRef="#br0">0 312 12433,'29'-21'1522,"2"1"-1,39-19 1,-53 31-1000,0 1-1,0 1 0,1 0 1,0 1-1,0 1 1,29-3-1,-12 6-192,1 1 1,-1 1-1,0 3 0,1 0 1,-2 2-1,1 2 0,58 21 1,-65-18-220,-1 0 0,0 2 0,0 2 0,-2 0 0,0 1 0,-1 2 0,0 0 0,-2 2 0,34 36 0,-46-43-87,0-1-1,-1 2 1,-1-1 0,0 1 0,-1 1 0,0-1-1,-1 1 1,-1 0 0,-1 1 0,0-1-1,0 1 1,-2 0 0,1 21 0,-3-17-7,0-1 0,-2 0 0,0 0 0,-2 0 1,0 0-1,-1 0 0,-1-1 0,0 1 0,-2-2 0,-16 30 1,5-17 220,-3 0 1,0-2 0,-38 37 0,40-44 459,19-19-603,-1-1 0,0 1 0,0 0 0,1-1 0,-1 1 0,0-1 0,0 1 0,0-1-1,0 0 1,-1 0 0,1 0 0,0 0 0,0 0 0,-1 0 0,-2 0 0,4-1-46,0 0 1,0-1-1,0 1 1,-1 0-1,1 0 1,0-1-1,0 1 1,0 0-1,0-1 1,0 1-1,-1-1 1,1 1-1,0-1 1,0 0-1,0 0 1,0 1-1,1-1 1,-1 0-1,0 0 1,0 0-1,-1-1 1,0-3 32,-1 0-1,1 0 1,0 0 0,0 0 0,0 0 0,1 0-1,0-1 1,0 1 0,0 0 0,1-1 0,0-9-1,2-5 31,0 0-1,8-25 1,-2 2-66,3-10-146,2 1 1,2 0 0,29-65-1,-19 62-770,2 2 1,3 1-1,1 1 0,61-73 1,-64 92-735,2 1 0,53-43-1,-56 53-848,2 1 0,0 2 0,52-25 0,-17 16-5619</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029"/>
    </inkml:context>
    <inkml:brush xml:id="br0">
      <inkml:brushProperty name="width" value="0.035" units="cm"/>
      <inkml:brushProperty name="height" value="0.035" units="cm"/>
      <inkml:brushProperty name="color" value="#008C3A"/>
    </inkml:brush>
  </inkml:definitions>
  <inkml:trace contextRef="#ctx0" brushRef="#br0">84 276 10381,'0'0'8111,"4"0"-7184,21 2-506,0-1-1,-1-2 0,1 0 1,48-9-1,-31 1-292,0-2-1,43-18 0,-74 25-122,0-1 0,0 0 0,-1-1 0,0 0 0,0 0 0,-1-1 0,0-1 0,0 0 0,0 0 0,-1 0 0,0-1 0,6-11 0,-12 18 15,0 0 0,-1-1 0,0 1 0,1-1 0,-1 0-1,0 1 1,0-1 0,-1 0 0,1 0 0,-1 1 0,1-1 0,-1 0 0,0 0 0,0 0 0,0 0-1,0 0 1,-1 1 0,1-1 0,-1 0 0,1 0 0,-1 1 0,0-1 0,0 0 0,-1 1 0,1-1-1,0 1 1,-3-3 0,2 1 64,-1 1-1,0 0 1,1 0 0,-2 0-1,1 0 1,0 1-1,0-1 1,-1 1 0,1 0-1,-1 0 1,0 0-1,0 0 1,0 1 0,0-1-1,0 1 1,0 0-1,0 0 1,-4 0 0,-11 1 264,1 1 1,0 0-1,-1 1 1,1 1-1,0 1 1,0 1-1,1 0 1,-1 1 0,1 1-1,1 1 1,-1 0-1,-21 15 1,15-8 20,1 1 1,1 2 0,1 0-1,0 1 1,1 0-1,1 2 1,-28 41 0,40-52-306,-1 1 0,2 0 1,-1 0-1,2 1 0,-1-1 1,1 1-1,1 0 0,0 0 1,1 1-1,-1 18 0,3-23-38,0 1-1,1-1 1,0 0-1,1-1 0,0 1 1,0 0-1,0 0 1,1-1-1,0 1 1,0-1-1,1 0 0,0 0 1,1 0-1,-1 0 1,1-1-1,0 0 1,8 7-1,3 1-331,1-1-1,0-1 1,1 0-1,0-1 1,1-1-1,0-1 1,0-1-1,1 0 1,0-2-1,1 0 1,35 5-1,8-3-1308,0-3 0,101-4 0,-83-4-1225,88-15 1,-118 8-906,61-19 0,-23-1-4346</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375"/>
    </inkml:context>
    <inkml:brush xml:id="br0">
      <inkml:brushProperty name="width" value="0.035" units="cm"/>
      <inkml:brushProperty name="height" value="0.035" units="cm"/>
      <inkml:brushProperty name="color" value="#008C3A"/>
    </inkml:brush>
  </inkml:definitions>
  <inkml:trace contextRef="#ctx0" brushRef="#br0">337 1 9549,'0'0'1999,"-1"2"-89,-9 12-674,0 0 0,2 1 1,0 0-1,0 1 0,-9 31 1,-17 34 949,-8-3-556,-71 146 943,94-180-2277,1 1-1,3 0 0,-11 54 1,23-86-246,1-1 0,0 0 0,1 1 0,1 0 0,0-1 0,1 1 0,0-1 0,1 1 0,0-1 0,7 22 0,-6-27-55,0-1 0,0 0 1,1 0-1,0 0 0,0 0 1,0 0-1,0-1 0,1 1 1,0-1-1,0-1 0,1 1 1,0-1-1,-1 0 0,1 0 1,0 0-1,1-1 0,-1 0 1,1 0-1,-1-1 0,13 3 1,1-1-208,1-1 1,-1-1-1,1-1 1,0-1 0,-1 0-1,1-2 1,0 0-1,-1-2 1,0 0 0,1-1-1,25-11 1,-6 1-163,-1-2 1,-1-2 0,0-2-1,52-37 1,-61 36 205,-2-2 0,0 0 0,-2-2 1,34-43-1,-20 15 1070,47-87 0,-85 141-824,-1-1 0,0 0 0,0 0-1,0 0 1,0 0 0,0 0 0,0 0 0,0 0 0,0 0 0,0 0 0,0 0 0,0 0 0,0 0 0,-1 0 0,1 0 0,0 0 0,-1 0 0,1 0 0,-1 0 0,1 0 0,-1 1-1,1-1 1,-2-1 0,1 0 239,-4 6-152,1 0 0,0 0 0,0 1 0,0 0 0,0-1 0,-5 12 0,8-16-152,-7 16 174,0 0 0,1 0 0,0 1 0,1 0 0,1 0 0,1 0 0,0 1 0,-1 20 0,1 14-36,4 75-1,2-101-1417,1 0 1,1-1-1,15 46 0,-18-68 730,0 0-1,0 0 1,0 0 0,1 0-1,-1-1 1,1 1-1,0-1 1,0 1-1,3 2 1,13 7-6332,3-9-3636</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527"/>
    </inkml:context>
    <inkml:brush xml:id="br0">
      <inkml:brushProperty name="width" value="0.035" units="cm"/>
      <inkml:brushProperty name="height" value="0.035" units="cm"/>
      <inkml:brushProperty name="color" value="#008C3A"/>
    </inkml:brush>
  </inkml:definitions>
  <inkml:trace contextRef="#ctx0" brushRef="#br0">1 0 10449,'9'14'3516,"14"9"-855,-11-8-1701,1 2-192,6 0-332,7 17-484,-1-8-852,0-6-1021,4 8-2731,3 7-3633</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8.948"/>
    </inkml:context>
    <inkml:brush xml:id="br0">
      <inkml:brushProperty name="width" value="0.035" units="cm"/>
      <inkml:brushProperty name="height" value="0.035" units="cm"/>
      <inkml:brushProperty name="color" value="#008C3A"/>
    </inkml:brush>
  </inkml:definitions>
  <inkml:trace contextRef="#ctx0" brushRef="#br0">38 188 12385,'-5'-7'2429,"-2"-1"0,1 1-1,-12-9 1,16 14-725,3-2-1192,1-1 0,-1 1 0,1 0 0,0-1 1,0 1-1,3-4 0,2 0-284,1 0-1,0 0 1,1 1-1,-1 0 1,1 0-1,1 1 1,-1 0-1,1 1 1,19-8-1,-5 3-15,1 2-1,0 1 1,27-4-1,-41 9-176,0 1 0,0 1 0,0 0 1,0 1-1,0 0 0,0 0 0,-1 1 0,18 6 0,-20-6-22,0 2 0,0-1 0,-1 1 0,1 0 0,-1 1 0,0-1 0,0 1 0,0 1 0,-1-1 0,0 1 0,11 14 0,-13-15-5,7 8-8,0 0 0,-1 1 0,-1 1 0,0 0 0,-2 0 0,1 1 0,-2 0 0,8 25 0,-3 6-458,8 79 1,-16-97 152,-1-14 210,-1 0-1,-1 0 1,0 0-1,-1 0 1,-1 1-1,-1-1 1,0-1-1,0 1 1,-2 0-1,0-1 1,0 0-1,-1 0 1,-1 0 0,-1-1-1,0 0 1,0 0-1,-1-1 1,-1 0-1,0-1 1,0 0-1,-1 0 1,-1-1-1,0-1 1,0 0-1,-1-1 1,-17 9-1,-11-5 864,41-12-746,-1-1 0,0 1-1,1-1 1,-1 1 0,1-1 0,0 1 0,-1-1-1,1 1 1,-1-1 0,1 0 0,0 1 0,-1-1 0,1 1-1,0-1 1,0 0 0,0 0 0,0 1 0,-1-1-1,1 0 1,0 1 0,0-1 0,0 0 0,0 1 0,0-1-1,1-1 1,-1 1 32,0-3-24,0-1 0,0 1 1,1-1-1,0 1 1,0-1-1,0 1 0,1 0 1,-1-1-1,1 1 0,0 0 1,0 0-1,0 0 1,4-4-1,6-8 59,26-26 1,-17 19-28,21-24-35,161-173 2,-159 179-90,0 1 0,101-66 1,-124 93 55,1 1 1,0 1 0,1 2 0,26-9-1,-46 17 28,0 1-1,1-1 1,-1 0-1,0 1 1,0 0-1,0 0 0,0 0 1,1 0-1,-1 1 1,0-1-1,0 1 1,0-1-1,0 1 0,0 0 1,0 1-1,0-1 1,0 0-1,0 1 1,-1 0-1,1-1 1,4 5-1,-4-3 26,1 1 1,0 0 0,-1 0-1,0 0 1,0 0-1,0 0 1,-1 1-1,1-1 1,-1 1-1,0 0 1,0 0 0,1 5-1,0 11 46,-1 1 0,-1-1-1,0 1 1,-2-1 0,0 1-1,-6 23 1,3-13-899,0 54 1,4-71-423,0 0 0,-5 27 0,-5 3-5312,5-22 323,7-2-3635</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117"/>
    </inkml:context>
    <inkml:brush xml:id="br0">
      <inkml:brushProperty name="width" value="0.035" units="cm"/>
      <inkml:brushProperty name="height" value="0.035" units="cm"/>
      <inkml:brushProperty name="color" value="#008C3A"/>
    </inkml:brush>
  </inkml:definitions>
  <inkml:trace contextRef="#ctx0" brushRef="#br0">10 0 10561,'-9'14'9457,"22"6"-8825,15 12-408,-9-9-640,-9-12-1020,6 6-1457,18 20-1831,1-2-3697</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447"/>
    </inkml:context>
    <inkml:brush xml:id="br0">
      <inkml:brushProperty name="width" value="0.035" units="cm"/>
      <inkml:brushProperty name="height" value="0.035" units="cm"/>
      <inkml:brushProperty name="color" value="#008C3A"/>
    </inkml:brush>
  </inkml:definitions>
  <inkml:trace contextRef="#ctx0" brushRef="#br0">398 139 13501,'0'0'2094,"-2"2"94,-6 6-1395,1 0-1,0 0 1,0 1-1,1 0 1,0 0-1,0 0 1,1 1-1,-7 19 1,0 8 483,-9 45 0,12-45-799,5-13-291,0-1 1,2 1 0,0 0 0,2 0 0,1 0 0,0 0 0,9 40-1,-8-56-141,0 0-1,0 0 0,1 0 0,5 11 1,37 61 270,-42-75-297,1 1 0,1-1 0,-1 0 0,1 0 0,-1 0 0,1-1 0,1 0 0,-1 0 0,1 0 0,-1 0 0,1-1 0,0 0 0,1 0 0,7 2 0,-6-2 1,-1-1-9,-1 0-1,1 0 1,0-1-1,0 0 0,-1 0 1,1-1-1,0 1 0,0-2 1,0 1-1,-1-1 0,1 0 1,0 0-1,0-1 1,-1 0-1,1 0 0,-1 0 1,0-1-1,0 0 0,0 0 1,0-1-1,0 0 0,9-8 1,-9 6-8,-1 0 1,1-1 0,-2 0-1,1 0 1,-1 0 0,0 0-1,0-1 1,-1 0 0,0 0-1,0 0 1,-1 0 0,0 0-1,-1 0 1,1-1-1,-2 1 1,1-11 0,-1-5-11,-1-1 0,-1 0 1,-2 0-1,-7-31 0,1 23-20,0 0 0,-3 1 0,0 0 0,-2 1-1,-2 0 1,0 1 0,-2 2 0,-1 0 0,-2 0-1,0 2 1,-2 1 0,0 1 0,-2 1-1,-1 1 1,-42-26 0,63 44-116,-1 0 0,1 1 0,-1 0 0,0 0 0,0 1 0,0 0 1,0 0-1,0 1 0,-1 0 0,1 0 0,0 0 0,-1 1 0,1 1 0,0-1 0,-1 1 0,-10 2 0,10 0-367,-1 0 0,1 0-1,0 1 1,0 0 0,0 1-1,0-1 1,1 1 0,0 1 0,0 0-1,0 0 1,1 0 0,0 0-1,-8 12 1,-15 25-6068,8 0-4289</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29.979"/>
    </inkml:context>
    <inkml:brush xml:id="br0">
      <inkml:brushProperty name="width" value="0.035" units="cm"/>
      <inkml:brushProperty name="height" value="0.035" units="cm"/>
      <inkml:brushProperty name="color" value="#008C3A"/>
    </inkml:brush>
  </inkml:definitions>
  <inkml:trace contextRef="#ctx0" brushRef="#br0">280 129 9845,'-27'-10'2394,"22"8"-190,-14-12 1340,3 1-2197,-2 1 1,0 1-1,0 0 0,-20-7 1,17 9-580,-1 1 1,0 1-1,-31-6 1,50 12 432,4 24-1142,15 56-47,-9-51-9,4 42 1,-7-22 10,-3 0 0,-9 96 0,-14-10 128,22-131 15,-1-2-126,1 0 0,-1-1 0,1 1 1,0 0-1,-1 0 0,1-1 0,0 1 0,0 0 0,-1 0 1,1 0-1,0-1 0,0 1 0,0 0 0,0 0 0,0 0 0,0-1 1,0 1-1,0 0 0,1 0 0,-1 0 0,0-1 0,0 1 1,1 0-1,-1 0 0,0-1 0,2 2 0,-2-1-15,1-1-1,-1 0 0,1 1 1,0-1-1,-1 0 1,1 0-1,0 0 0,-1 0 1,1 1-1,0-1 1,-1 0-1,1 0 0,0 0 1,0-1-1,-1 1 1,1 0-1,0 0 0,-1 0 1,1 0-1,0-1 1,-1 1-1,1 0 0,-1 0 1,1-1-1,0 1 1,-1-1-1,1 1 0,-1 0 1,1-1-1,-1 1 1,1-2-1,12-9 107,-1-1 0,-1 0 0,0-1 0,15-24 0,34-66 193,-10 16-234,6-7-60,-31 50-46,2 2-1,43-55 0,-69 95 29,0 1 0,1-1 0,-1 0-1,0 1 1,0-1 0,1 1 0,-1 0-1,1 0 1,0-1 0,-1 1 0,1 0-1,0 0 1,0 0 0,-1 1 0,1-1-1,0 0 1,0 1 0,0-1 0,0 1-1,0 0 1,0-1 0,0 1 0,0 0-1,0 0 1,0 0 0,0 1 0,0-1-1,0 0 1,0 1 0,0-1 0,0 1-1,0 0 1,-1 0 0,1 0 0,0-1-1,0 2 1,-1-1 0,1 0 0,-1 0-1,1 0 1,-1 1 0,1-1 0,-1 1-1,2 2 1,4 5 20,-1 0 0,0 1 1,0-1-1,-1 1 0,0 0 0,4 16 0,5 27-197,-2 1 1,-3 0-1,-3 0 0,1 63 0,10 86-6310,-15-191 5791,13 70-9030,-3-46-1512</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0.138"/>
    </inkml:context>
    <inkml:brush xml:id="br0">
      <inkml:brushProperty name="width" value="0.035" units="cm"/>
      <inkml:brushProperty name="height" value="0.035" units="cm"/>
      <inkml:brushProperty name="color" value="#008C3A"/>
    </inkml:brush>
  </inkml:definitions>
  <inkml:trace contextRef="#ctx0" brushRef="#br0">128 49 13209,'0'-40'4281,"-16"38"-2801,3-4 1084,0 20-2412,1-2-704,-14-1-3040,4-2-1613,-3-7-4148</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187"/>
    </inkml:context>
    <inkml:brush xml:id="br0">
      <inkml:brushProperty name="width" value="0.035" units="cm"/>
      <inkml:brushProperty name="height" value="0.035" units="cm"/>
      <inkml:brushProperty name="color" value="#008C3A"/>
    </inkml:brush>
  </inkml:definitions>
  <inkml:trace contextRef="#ctx0" brushRef="#br0">0 67 12457,'7'-20'2124,"-1"2"-259,-3 4-221,3 0 3044,17 20-4532,15 14-296,-10 2-592,7 7-880,-6-6-868,3 11-2869,-4 15-4288</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327"/>
    </inkml:context>
    <inkml:brush xml:id="br0">
      <inkml:brushProperty name="width" value="0.035" units="cm"/>
      <inkml:brushProperty name="height" value="0.035" units="cm"/>
      <inkml:brushProperty name="color" value="#008C3A"/>
    </inkml:brush>
  </inkml:definitions>
  <inkml:trace contextRef="#ctx0" brushRef="#br0">57 66 8861,'-22'-9'780,"16"-2"-776,-10-18-1388,3 12-996</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5.490"/>
    </inkml:context>
    <inkml:brush xml:id="br0">
      <inkml:brushProperty name="width" value="0.035" units="cm"/>
      <inkml:brushProperty name="height" value="0.035" units="cm"/>
      <inkml:brushProperty name="color" value="#008C3A"/>
    </inkml:brush>
  </inkml:definitions>
  <inkml:trace contextRef="#ctx0" brushRef="#br0">23 109 14153,'-22'-20'7453,"41"8"-5821,22-5-328,-3 14-264,172-17 296,-106 17-2008,14-2-536,6-4-948,-4 3-1096,4 1-2585,3-4-4972</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1.940"/>
    </inkml:context>
    <inkml:brush xml:id="br0">
      <inkml:brushProperty name="width" value="0.035" units="cm"/>
      <inkml:brushProperty name="height" value="0.035" units="cm"/>
      <inkml:brushProperty name="color" value="#008C3A"/>
    </inkml:brush>
  </inkml:definitions>
  <inkml:trace contextRef="#ctx0" brushRef="#br0">48 26 14133,'-40'-21'2979,"33"16"4209,8 9-5218,18 64-581,-3 2-1,-3 0 1,-3 0-1,1 82 1,-19 288-1977,-1-66-2714,19-214-1906,5-55-4994,-8-69-727</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2.295"/>
    </inkml:context>
    <inkml:brush xml:id="br0">
      <inkml:brushProperty name="width" value="0.035" units="cm"/>
      <inkml:brushProperty name="height" value="0.035" units="cm"/>
      <inkml:brushProperty name="color" value="#008C3A"/>
    </inkml:brush>
  </inkml:definitions>
  <inkml:trace contextRef="#ctx0" brushRef="#br0">43 129 11993,'2'-7'174,"4"-7"686,0-1 0,1 1 0,12-17 0,-17 27-604,1 0 0,-1 1 0,1-1 0,0 1 0,1 0 0,-1 0 0,0 0 0,1 1 1,0-1-1,-1 1 0,1 0 0,0 0 0,0 0 0,1 0 0,-1 1 0,0-1 0,6 0 1,3 2 5,0 0 0,0 0 1,-1 1-1,1 1 0,0 0 1,-1 1-1,0 0 0,0 1 1,0 1-1,0 0 1,0 0-1,-1 1 0,0 0 1,16 13-1,5 5 157,-2 1 0,0 1 0,41 48 0,-34-28-412,-1 1-1,-2 2 1,-3 2-1,-1 1 1,-4 0-1,-1 3 0,-3 0 1,-2 1-1,-3 0 1,-2 2-1,-2 0 1,-4 1-1,3 60 0,-11-84-165,-3 1-1,-1-1 1,-1 0-1,-2 0 1,-1-1-1,-2 1 1,-2-2-1,-1 1 1,-1-2-1,-2 1 1,-1-2-1,-1 0 1,-24 31-1,19-33 54,-1 0 0,-1-2 0,-1 0 0,-2-2 0,0-1 0,-2-1 0,0-1-1,-2-2 1,0-1 0,-1-1 0,-1-2 0,-52 18 0,73-30 87,-1 0 0,1-1 1,0-1-1,-1 0 0,0-1 0,1 0 0,-1-1 1,0 0-1,-14-3 0,19 2 49,1-1 0,-1 0 0,1-1 1,-1 0-1,1 0 0,0 0 0,0-1 0,1 0 0,-1 0 0,1-1 0,0 0 1,0 0-1,0 0 0,1-1 0,-7-8 0,10 11 92,0 1-1,1-1 1,0 0-1,-1 1 1,1-1 0,0 0-1,0 0 1,0 0-1,1 0 1,-1 0-1,1 0 1,0 0 0,-1 0-1,1 0 1,1 0-1,-1 0 1,0 0-1,1 1 1,-1-1 0,1 0-1,0 0 1,0 0-1,0 0 1,1 0-1,1-2 1,-3 5-79,0-1 0,1 0 0,-1 1 0,0 0 1,1-1-1,-1 1 0,1-1 0,-1 1 0,1-1 0,-1 1 0,1 0 0,-1-1 0,1 1 0,-1 0 1,1 0-1,0-1 0,-1 1 0,1 0 0,-1 0 0,1 0 0,0 0 0,-1 0 0,1 0 1,0 0-1,-1 0 0,1 0 0,-1 0 0,2 0 0,19 11 483,-16-8-355,11 8 141,0 1-1,0 0 1,-1 2 0,-1-1 0,0 2 0,18 25-1,67 111 840,-63-93-849,305 478-1168,-305-474-718,-3 0 0,-3 3-1,-2 0 1,-3 2 0,29 129-1,-25-60-5204,-3-6-4409</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2.698"/>
    </inkml:context>
    <inkml:brush xml:id="br0">
      <inkml:brushProperty name="width" value="0.035" units="cm"/>
      <inkml:brushProperty name="height" value="0.035" units="cm"/>
      <inkml:brushProperty name="color" value="#008C3A"/>
    </inkml:brush>
  </inkml:definitions>
  <inkml:trace contextRef="#ctx0" brushRef="#br0">0 563 14369,'34'-13'609,"-18"7"-194,-1 0 0,0-1 0,0 0 0,-1-1 0,0-1 1,16-13-1,-13 8 242,2-3 82,0 1 1,1 1-1,33-19 0,504-260 136,-533 281-1103,19-11-743,75-30-1,-112 51 417,-24 6 666,-28 10 1002,45-13-1052,-1 0 0,1 1 0,0-1 0,-1 0 0,1 0 1,0 0-1,-1 0 0,1 0 0,-1 0 0,1 0 1,0-1-1,-1 1 0,1 0 0,0-1 0,-2 0 0,-5-1 188,-36-2 1361,0 3 1,1 1-1,-50 8 0,76-6-1451,1 2 0,0 0 1,0 1-1,1 1 0,-1 0 0,1 1 0,1 0 0,-1 2 0,1-1 0,-24 21 0,18-11-10,1 0 0,1 1 1,0 1-1,2 1 0,0 0 0,-15 29 0,26-40-104,-1 0 0,1 1 0,1 0 0,0 0 1,1 0-1,0 0 0,0 1 0,1-1 0,1 1 0,0-1 0,1 1 1,0 0-1,0 0 0,1-1 0,5 22 0,-2-20-26,1 0-1,0 0 0,0-1 1,1 0-1,0 0 0,1-1 1,1 0-1,0 0 0,0 0 1,1-1-1,1 0 1,-1-1-1,17 12 0,-1-4-266,1-1 0,0-1 0,1-1-1,0-2 1,1-1 0,1 0 0,-1-3-1,51 10 1,-38-12-963,0-1 0,1-2 0,-1-2 0,1-2 0,71-11 0,33-24-7031,-127 31 6543,66-20-8188</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3.685"/>
    </inkml:context>
    <inkml:brush xml:id="br0">
      <inkml:brushProperty name="width" value="0.035" units="cm"/>
      <inkml:brushProperty name="height" value="0.035" units="cm"/>
      <inkml:brushProperty name="color" value="#008C3A"/>
    </inkml:brush>
  </inkml:definitions>
  <inkml:trace contextRef="#ctx0" brushRef="#br0">312 1590 13289,'-4'-30'1006,"-5"-18"5339,6 31 195,-5 34-4521,2-7-1609,-10 19-265,-115 227 1699,21 12-675,104-250-1169,1-1 0,1 1 0,0 1 0,2-1 0,0 0 0,1 1 0,1-1 0,0 1 0,2-1 0,0 1 0,5 17 0,-3-22 0,0 0 0,1-1 0,1 0 0,0 0 0,1-1 0,0 0 0,1 0 0,0 0 0,1-1 0,0-1 0,1 1 0,0-1 0,1-1 0,22 16 0,-6-8-289,2-2 0,-1-1 0,1-2 0,1 0 0,1-2 0,-1-1-1,1-2 1,49 6 0,-2-6-715,0-3 0,103-8-1,-138 1 639,0-2-1,-1-2 1,1-2-1,-1-2 1,76-30-1,-91 29 312,-1 0-1,-1-2 1,0-1-1,-1-1 1,0-1 0,-2-1-1,0-1 1,-1-1-1,32-38 1,-46 49 141,-1 1 1,0-1 0,-1 0-1,0 0 1,0-1-1,-1 1 1,5-19 0,-8 25-42,-1 0 0,1 0 0,-1 0 0,0 0 0,0 1 0,0-1 0,0 0 0,0 0 0,-1 0 0,1 0 0,-1 0 0,0 1 0,0-1 0,0 0 0,0 1 0,0-1 0,-1 0 0,1 1 0,-1 0 0,1-1 0,-1 1 0,0 0 0,0 0 0,0 0 0,0 0 0,-1 0 0,1 0 0,0 1 0,-1-1 0,1 1 0,-6-2 0,1 0 18,0 1 0,0 1 1,0-1-1,0 1 0,0 0 0,0 1 1,0 0-1,0 0 0,0 0 0,0 1 1,-12 2-1,0 2 52,-1 0 0,-34 14 1,35-11-72,0 2 0,1 0 1,1 1-1,-1 0 1,2 2-1,-1 0 1,-21 23-1,28-25-263,0 0 0,2 0 0,-1 1 0,1 1 0,1-1 0,0 1 0,1 0 0,0 0 0,1 1 0,1 0 0,-4 19 0,7-27 60,0-1-1,0 0 0,1 1 1,0-1-1,0 1 1,0-1-1,1 1 0,0-1 1,0 0-1,0 1 0,1-1 1,-1 0-1,4 6 1,-3-8 112,0-1 0,-1 1 0,1-1 0,0 0 1,0 1-1,1-1 0,-1 0 0,0 0 0,1-1 0,-1 1 1,1 0-1,-1-1 0,1 0 0,0 1 0,0-1 1,0 0-1,0 0 0,0-1 0,0 1 0,0-1 0,0 1 1,0-1-1,4 0 0,12-1-28,0-1 0,0-1 0,-1 0 0,1-1 0,-1-1 0,0-1 0,21-10 0,121-68 250,-73 36 205,-51 29-143,1 1 1,49-16 0,-73 30-187,1 1 1,0 0-1,0 0 1,1 2-1,-1 0 1,0 0-1,0 1 1,1 1-1,-1 0 1,19 5-1,12 7-257,44 19 1,-82-30 138,-1-1 1,1 1 0,0-1-1,0-1 1,0 1-1,0-1 1,0 0 0,0-1-1,0 0 1,0 0-1,-1 0 1,1-1 0,0 0-1,11-5 1,-6 2 4,0-1 0,0-1 1,-1 1-1,1-2 0,-2 1 0,20-18 1,-12 5 136,-1 0 1,-1-1-1,-1-1 1,-1 0 0,-1-1-1,-1-1 1,-1 0 0,13-39-1,0-20 189,17-107-1,-37 167-243,47-291 467,-16 83-209,-33 221-271,182-918 359,-181 917-367,69-239 14,-71 247 17,0 0 0,0 1 0,1-1 0,-1 0-1,0 1 1,1-1 0,0 1 0,-1 0 0,1-1 0,0 1-1,4-3 1,-5 5-16,-1-1 0,0 1 0,1 0 0,-1 0 0,1 0 0,-1-1 0,0 1 0,1 0 0,-1 0 0,1 0 0,-1 0 0,0 0 0,1 0 0,-1 0 0,1 0 0,-1 0 0,1 0-1,-1 0 1,0 0 0,1 0 0,-1 0 0,1 1 0,-1-1 0,0 0 0,1 0 0,-1 0 0,1 1 0,0 0 19,0 0-1,0 1 1,0-1 0,0 0 0,0 1-1,-1-1 1,1 0 0,0 1-1,-1-1 1,1 1 0,-1-1 0,1 3-1,1 13 215,-1 1 1,0-1-1,-2 1 0,-3 28 0,1-14 7,-70 618 2455,-25 0-1717,74-498-806,18-115-143,-35 271 183,37-256-254,2 1 0,3 0 1,13 93-1,-12-132-28,1-1 0,0 0 1,1 0-1,1 0 0,0-1 1,1 1-1,0-1 0,12 18 0,-12-23-37,-1 0 0,1-1 0,0 0 0,1 0-1,-1 0 1,1-1 0,0 0 0,1-1 0,-1 1-1,1-1 1,0-1 0,0 1 0,0-1-1,13 2 1,-5-2-94,1 0 0,1-2 0,-1 0 0,0-1 0,0 0 0,0-2 0,0 0 0,0-1-1,0-1 1,-1 0 0,1-1 0,24-11 0,0-4-259,-1-1-1,-1-2 0,59-44 1,-45 23 198,-1-1 0,-3-3 0,-1-2 0,-3-2 0,-2-2 0,-3-2 0,-2-1-1,49-100 1,-53 85 334,-3-2 1,-3-1-1,-4-1 0,-3-2 0,-3 0 0,-4 0 0,5-91 0,-18 158-10,1-102 673,-3 101-563,0 1-1,0-1 1,-2 1-1,1-1 1,-1 1 0,-1 0-1,-6-14 1,9 23-125,0 0-1,0 0 1,0-1 0,0 1-1,0 0 1,0 0-1,-1 1 1,1-1 0,-1 0-1,1 0 1,-1 1 0,0-1-1,0 1 1,0-1 0,0 1-1,0 0 1,0 0 0,0 0-1,0 0 1,0 0 0,0 0-1,-1 0 1,1 1-1,0-1 1,0 1 0,-1 0-1,1 0 1,0 0 0,-1 0-1,1 0 1,-3 0 0,1 2 33,0 0 0,0-1 0,1 1 0,-1 0 0,1 1 0,-1-1 0,1 1 0,0-1 0,0 1 0,0 0 0,0 0 0,0 0 0,1 1 0,-1-1 0,1 1 1,0-1-1,-3 7 0,-7 19 201,1 1 1,1 0 0,2 0-1,1 1 1,-7 62 0,7 166 406,7-153-492,-1-16-835,4 0 1,4 0-1,27 131 1,-24-180-664,2 0 1,2-1-1,34 71 1,-34-86-274,1 0 0,1-1 1,2 0-1,0-1 0,1-1 1,31 28-1,15-2-8337</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3.867"/>
    </inkml:context>
    <inkml:brush xml:id="br0">
      <inkml:brushProperty name="width" value="0.035" units="cm"/>
      <inkml:brushProperty name="height" value="0.035" units="cm"/>
      <inkml:brushProperty name="color" value="#008C3A"/>
    </inkml:brush>
  </inkml:definitions>
  <inkml:trace contextRef="#ctx0" brushRef="#br0">45 23 7669,'-12'-11'-508,"-1"0"-1577,-6 13-7</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305"/>
    </inkml:context>
    <inkml:brush xml:id="br0">
      <inkml:brushProperty name="width" value="0.035" units="cm"/>
      <inkml:brushProperty name="height" value="0.035" units="cm"/>
      <inkml:brushProperty name="color" value="#008C3A"/>
    </inkml:brush>
  </inkml:definitions>
  <inkml:trace contextRef="#ctx0" brushRef="#br0">1 147 16185,'25'-17'2873,"-28"2"-433,3-5-36,-3 0 1697,6 0-2665,-3 0 1340,3 0-2420,-3 6-688,23 25-4945,2 15 1585,-15 11-3160,-1-5-6582</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443"/>
    </inkml:context>
    <inkml:brush xml:id="br0">
      <inkml:brushProperty name="width" value="0.035" units="cm"/>
      <inkml:brushProperty name="height" value="0.035" units="cm"/>
      <inkml:brushProperty name="color" value="#008C3A"/>
    </inkml:brush>
  </inkml:definitions>
  <inkml:trace contextRef="#ctx0" brushRef="#br0">67 175 14957,'-66'-29'5245,"78"21"-3513,-2-1-260,9 1-628,19-10-1048,-3 1-688,3-8-1308,16-1-240,16 12-3085,6-6-4480</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36.629"/>
    </inkml:context>
    <inkml:brush xml:id="br0">
      <inkml:brushProperty name="width" value="0.035" units="cm"/>
      <inkml:brushProperty name="height" value="0.035" units="cm"/>
      <inkml:brushProperty name="color" value="#008C3A"/>
    </inkml:brush>
  </inkml:definitions>
  <inkml:trace contextRef="#ctx0" brushRef="#br0">59 401 16129,'-52'-29'3312,"52"28"-3143,-1 0 0,0 0 0,1 0-1,-1 0 1,1 0 0,-1 0 0,1 0 0,-1 0 0,1 0-1,0 0 1,-1-1 0,1 1 0,0 0 0,0 0-1,0-1 1,0 1 0,0 0 0,0 0 0,0 0 0,0-1-1,1 1 1,-1 0 0,0 0 0,1 0 0,-1 0 0,1 0-1,-1-1 1,1 1 0,1-1 0,1-5 613,0-1-468,1 1-1,0-1 0,1 0 0,-1 1 0,2 0 1,-1 0-1,1 0 0,0 1 0,0 0 0,1 0 1,-1 0-1,1 1 0,13-7 0,6-3 718,1 1 1,48-17-1,-19 12-1552,109-22 0,63 6-1865,65-13-885,-180 31-5430,-98 15 6238,27-6-9457</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129"/>
    </inkml:context>
    <inkml:brush xml:id="br0">
      <inkml:brushProperty name="width" value="0.035" units="cm"/>
      <inkml:brushProperty name="height" value="0.035" units="cm"/>
      <inkml:brushProperty name="color" value="#008C3A"/>
    </inkml:brush>
  </inkml:definitions>
  <inkml:trace contextRef="#ctx0" brushRef="#br0">42 119 13049,'-16'24'1862,"16"-24"-1785,-1 0 0,1 0-1,0 1 1,0-1-1,-1 0 1,1 0 0,0 0-1,-1 0 1,1 0 0,0 0-1,-1 0 1,1 0-1,0 0 1,-1 0 0,1 0-1,0 0 1,-1 0 0,1 0-1,0 0 1,-1 0-1,1-1 1,0 1 0,-1 0-1,1 0 1,0 0 0,-1 0-1,1-1 1,0 1-1,0 0 1,-1 0 0,1-1-1,0 1 1,0 0 0,0 0-1,-1-1 1,1 1-1,-7-9 717,6 9-681,1-1 0,-1 1 1,1 0-1,-1 0 0,1-1 0,-1 1 0,1-1 1,0 1-1,-1-1 0,1 1 0,0 0 0,-1-1 0,1 1 1,0-1-1,-1 1 0,1-1 0,0 0 0,0 1 1,0-1-1,0 1 0,0-1 0,-1 1 0,1-1 1,0 1-1,0-2 0,16 2 2458,-4 1-2523,386-10 4078,-242 0-3548,1348-54 1249,-686 30-1496,-778 31-342,-5 0-174,-1 2-1,52 4 1,-84-4 63,0 0-1,0 1 1,0-1-1,0 0 1,0 1-1,0-1 1,0 1 0,0-1-1,0 1 1,0 0-1,0 0 1,-1 0-1,1 0 1,0 0-1,0 0 1,-1 1 0,1-1-1,-1 0 1,3 4-1,-4-4 5,0 0-1,1 0 1,-1 1-1,0-1 1,0 0-1,0 1 1,0-1-1,0 0 1,-1 1-1,1-1 1,0 0-1,0 0 1,-1 1-1,1-1 1,-1 0-1,1 0 1,-1 0-1,0 0 1,1 0-1,-1 0 1,0 1-1,-1 0 1,-6 7-1246,-1-1 1,0 1 0,0-1 0,-19 11 0,-8 8-4636,3 2-3338</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348"/>
    </inkml:context>
    <inkml:brush xml:id="br0">
      <inkml:brushProperty name="width" value="0.035" units="cm"/>
      <inkml:brushProperty name="height" value="0.035" units="cm"/>
      <inkml:brushProperty name="color" value="#008C3A"/>
    </inkml:brush>
  </inkml:definitions>
  <inkml:trace contextRef="#ctx0" brushRef="#br0">159 1 10629,'4'6'763,"2"10"2744,-26-5 558,17-8-3813,1-1 0,-1 1 0,1 0 1,-1 0-1,1 0 0,0 0 0,0 0 1,0 0-1,0 1 0,1-1 0,-1 0 1,1 1-1,0 0 0,-1 3 0,-4 58 2221,4-35-1729,-22 326 3163,0-13-4135,-13-2-5516,18-146-4462,12-98-503</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581"/>
    </inkml:context>
    <inkml:brush xml:id="br0">
      <inkml:brushProperty name="width" value="0.035" units="cm"/>
      <inkml:brushProperty name="height" value="0.035" units="cm"/>
      <inkml:brushProperty name="color" value="#008C3A"/>
    </inkml:brush>
  </inkml:definitions>
  <inkml:trace contextRef="#ctx0" brushRef="#br0">28 1 16438,'-1'0'193,"0"1"1,0-1 0,0 1 0,1-1-1,-1 0 1,0 1 0,0-1 0,0 0-1,0 0 1,0 1 0,0-1 0,1 0-1,-1 0 1,0 0 0,0 0 0,0 0-1,0-1 1,0 1 0,0 0 0,0 0-1,1-1 1,-1 1 0,0 0 0,0-1-1,-1 0 1,-1 1 2598,7 14-665,5 16-760,-2 0-1,-1 1 0,2 41 0,-3-27-778,15 143-268,-5 101-320,-8 70-7394,28-4-4400,-23-291 1199</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3.845"/>
    </inkml:context>
    <inkml:brush xml:id="br0">
      <inkml:brushProperty name="width" value="0.035" units="cm"/>
      <inkml:brushProperty name="height" value="0.035" units="cm"/>
      <inkml:brushProperty name="color" value="#008C3A"/>
    </inkml:brush>
  </inkml:definitions>
  <inkml:trace contextRef="#ctx0" brushRef="#br0">381 14 14029,'-5'-2'596,"-1"0"-1,0 0 0,0 0 1,1 0-1,-1 1 1,0 0-1,0 1 0,0-1 1,0 1-1,0 0 1,-9 1-1,14-1-471,1 0 1,-1 0-1,0 0 0,0 1 1,0-1-1,0 0 1,0 0-1,1 0 0,-1 1 1,0-1-1,0 1 0,0-1 1,1 0-1,-1 1 1,0-1-1,1 1 0,-1-1 1,0 1-1,1 0 0,-1-1 1,1 1-1,-1 0 1,1-1-1,-1 1 0,1 0 1,-1 0-1,1 0 0,0-1 1,-1 1-1,1 0 1,0 0-1,0 0 0,0 0 1,-1-1-1,1 3 0,1-1 3,-1 1-1,0-1 1,1 1-1,0-1 1,-1 1-1,1-1 1,0 0-1,0 1 1,3 3-1,12 14 307,0-1-1,1-1 0,1 0 0,1-1 0,27 19 1,5 6-13,-22-18-234,107 104 622,16 40-329,-138-152-430,-1 1-1,0 0 1,-1 1 0,19 37-1,-28-45-18,0-1 1,0 1-1,-1 0 0,0 0 1,-1 0-1,0 0 0,0 0 1,-2 18-1,0-18-36,-1 1 0,0 0 0,0 0 0,-1-1 0,-1 0 0,0 1-1,0-1 1,-1 0 0,0-1 0,-1 1 0,0-1 0,0 0 0,-1-1 0,0 0 0,-1 0 0,1 0 0,-14 9 0,-10 6-396,0-2 1,-2-1-1,-56 25 0,-182 71-4067,145-65 343,3 3-3605,38-12-3162</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5.629"/>
    </inkml:context>
    <inkml:brush xml:id="br0">
      <inkml:brushProperty name="width" value="0.035" units="cm"/>
      <inkml:brushProperty name="height" value="0.035" units="cm"/>
      <inkml:brushProperty name="color" value="#008C3A"/>
    </inkml:brush>
  </inkml:definitions>
  <inkml:trace contextRef="#ctx0" brushRef="#br0">86 681 6549,'-39'2'1258,"22"-1"2687,9-1-760,8-1-3088,-1 1-1,0 0 0,0 0 1,1 0-1,-1 0 0,0 0 1,0 0-1,0 0 0,1 0 0,-1 0 1,0 0-1,0 0 0,0 1 1,1-1-1,-1 0 0,0 1 1,1-1-1,-1 0 0,0 1 1,0-1-1,1 1 0,-1-1 1,1 1-1,-1-1 0,1 1 0,-1-1 1,1 1-1,-1 0 0,1-1 1,-1 1-1,0 1 0,2-1-11,-1 0-1,1 0 0,-1 0 0,1 0 1,0 0-1,-1 0 0,1 0 0,0 0 1,0 0-1,0 0 0,0 0 0,0 0 1,0 0-1,0-1 0,0 1 0,0-1 0,0 1 1,0 0-1,0-1 0,0 0 0,0 1 1,1-1-1,0 1 0,30 7 663,-1 0-1,1-2 1,1-2-1,61 1 1,-60-3-361,726-13 3217,-530 2-3038,1414-84 1436,2-41-1230,-259 19-319,14 13-301,1353-113-590,-2528 193-15,253-19-3424,-415 39 1707,-63 1 2008,0 1 0,0 0 1,0 0-1,0 0 0,0 0 0,0 0 1,0 0-1,0 0 0,0 0 1,0 0-1,0 0 0,0 1 0,0-1 1,0 0-1,0 1 0,0-1 0,0 1 1,0-1-1,-1 1 0,1-1 0,1 1 1,-3 1-232,1-1 0,0 0 0,-1 0 1,1 0-1,-1 0 0,1 0 1,-1 0-1,0 0 0,1 0 0,-1 0 1,0 0-1,0-1 0,0 1 1,0 0-1,0 0 0,-1 0 0,-34 28-11109</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541"/>
    </inkml:context>
    <inkml:brush xml:id="br0">
      <inkml:brushProperty name="width" value="0.035" units="cm"/>
      <inkml:brushProperty name="height" value="0.035" units="cm"/>
      <inkml:brushProperty name="color" value="#008C3A"/>
    </inkml:brush>
  </inkml:definitions>
  <inkml:trace contextRef="#ctx0" brushRef="#br0">1 386 11909,'0'0'3970,"1"-3"-2047,3-2-1580,-1 1 0,1-1 0,0 1 0,0-1 0,1 1 0,-1 1 0,1-1 0,0 0 0,0 1 0,0 0 0,0 0 0,0 1 0,1-1 1,7-1-1,15-5 463,51-8 0,-43 11-318,774-94 2215,-532 75-2343,424-38 264,335-35-153,-1017 96-722,48-4-77,-20 8-3085,-67 21-2236,-13 7-667,-9-3-3949</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777"/>
    </inkml:context>
    <inkml:brush xml:id="br0">
      <inkml:brushProperty name="width" value="0.035" units="cm"/>
      <inkml:brushProperty name="height" value="0.035" units="cm"/>
      <inkml:brushProperty name="color" value="#008C3A"/>
    </inkml:brush>
  </inkml:definitions>
  <inkml:trace contextRef="#ctx0" brushRef="#br0">0 0 14589,'0'0'5248,"0"4"-2783,3 22-1353,0-1-1,2 1 1,1-1 0,1 0 0,1-1-1,16 36 1,18 57 1571,-17-21-4729,-5 1 0,15 183 0,-33-105-9190,-7-83-1173</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8.982"/>
    </inkml:context>
    <inkml:brush xml:id="br0">
      <inkml:brushProperty name="width" value="0.035" units="cm"/>
      <inkml:brushProperty name="height" value="0.035" units="cm"/>
      <inkml:brushProperty name="color" value="#008C3A"/>
    </inkml:brush>
  </inkml:definitions>
  <inkml:trace contextRef="#ctx0" brushRef="#br0">8 13 19442,'-2'-4'545,"-3"-4"3416,7 19-849,0-4-3086,48 145 3035,8 33-441,-14 22-6025,48 181-11118,-79-349 2668</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186"/>
    </inkml:context>
    <inkml:brush xml:id="br0">
      <inkml:brushProperty name="width" value="0.035" units="cm"/>
      <inkml:brushProperty name="height" value="0.035" units="cm"/>
      <inkml:brushProperty name="color" value="#008C3A"/>
    </inkml:brush>
  </inkml:definitions>
  <inkml:trace contextRef="#ctx0" brushRef="#br0">133 120 12649,'-1'-6'374,"1"1"-1,-1 0 1,1 0 0,-1-1-1,2 1 1,-1 0-1,1-1 1,-1 1 0,1 0-1,1 0 1,-1 0-1,5-10 1,-5 12-136,1 0 0,0 1 1,0-1-1,0 0 0,0 1 0,1-1 0,-1 1 0,1 0 1,0 0-1,-1 0 0,1 0 0,0 0 0,0 0 0,0 1 1,0 0-1,0-1 0,1 1 0,-1 0 0,0 1 0,0-1 1,1 0-1,-1 1 0,6 0 0,6 0 17,-1 2 1,1-1-1,-1 2 0,0 0 0,0 0 0,0 1 1,0 1-1,17 9 0,-15-6-115,1 0 0,-2 2-1,1 0 1,-1 0 0,-1 2-1,19 17 1,-28-24-109,-1 1 0,1-1-1,-1 1 1,0 0 0,0 0-1,0 0 1,-1 0 0,0 1-1,-1-1 1,1 1 0,-1 0 0,0 0-1,-1 0 1,0 0 0,0 0-1,0 0 1,-1 0 0,0 0 0,0 0-1,-1 0 1,0 0 0,0 0-1,-1 0 1,-3 11 0,-2-3-9,0 0 0,-1 0 1,-1-1-1,0 0 0,-1 0 0,0-1 0,-1 0 1,0-1-1,-20 16 0,-119 90-235,6-6-3221,57-28-6342,58-52-1304</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443"/>
    </inkml:context>
    <inkml:brush xml:id="br0">
      <inkml:brushProperty name="width" value="0.035" units="cm"/>
      <inkml:brushProperty name="height" value="0.035" units="cm"/>
      <inkml:brushProperty name="color" value="#008C3A"/>
    </inkml:brush>
  </inkml:definitions>
  <inkml:trace contextRef="#ctx0" brushRef="#br0">17 352 16177,'-14'19'3143,"12"-15"-122,7-5-189,101-10 2552,62-15-3230,292-43-2084,111-22-84,-504 78-376,205-45-6522,-220 44 3582,0-2 0,98-46 0,-126 49-9161</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626"/>
    </inkml:context>
    <inkml:brush xml:id="br0">
      <inkml:brushProperty name="width" value="0.035" units="cm"/>
      <inkml:brushProperty name="height" value="0.035" units="cm"/>
      <inkml:brushProperty name="color" value="#008C3A"/>
    </inkml:brush>
  </inkml:definitions>
  <inkml:trace contextRef="#ctx0" brushRef="#br0">341 29 14909,'-42'-29'13048,"48"43"-9704,-4-8-3223,-1 1 0,-1-1 0,1 0 0,-1 0 0,0 1 0,0-1 0,-1 0 0,0 1 0,0-1 0,0 0 0,-4 9 0,3-7-107,-27 94-14,-52 122 0,48-148-1,2-6-596,-34 118 0,30-39-5427,19-48-3125,9-14-4266</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49.967"/>
    </inkml:context>
    <inkml:brush xml:id="br0">
      <inkml:brushProperty name="width" value="0.035" units="cm"/>
      <inkml:brushProperty name="height" value="0.035" units="cm"/>
      <inkml:brushProperty name="color" value="#008C3A"/>
    </inkml:brush>
  </inkml:definitions>
  <inkml:trace contextRef="#ctx0" brushRef="#br0">79 19 13061,'1'-2'-715,"-2"-14"14479,-8 18-12205,8-2-1426,0 1 0,0-1-1,-1 1 1,1 0 0,0 0-1,0 0 1,0 0 0,0 0-1,0 0 1,0 0 0,0 0-1,0 0 1,0 0 0,1 1-1,-1-1 1,0 0 0,1 0-1,-1 1 1,1-1 0,0 0-1,-1 1 1,1-1 0,0 1-1,0-1 1,0 2 0,-1 44 993,1-32-816,-4 43-178,-15 73 1,9-75-160,-3 81 1,13-132 26,-3 95-549,4 0 1,16 110-1,-10-152-2368,-2-13-998,4-1-4101,5-4-5273</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128"/>
    </inkml:context>
    <inkml:brush xml:id="br0">
      <inkml:brushProperty name="width" value="0.035" units="cm"/>
      <inkml:brushProperty name="height" value="0.035" units="cm"/>
      <inkml:brushProperty name="color" value="#008C3A"/>
    </inkml:brush>
  </inkml:definitions>
  <inkml:trace contextRef="#ctx0" brushRef="#br0">0 183 13621,'7'-63'1984,"15"29"-347,6 11-277,7 3-396,10 0-204,6 12-248,12-1-416,4 3-580,6 6-740,6 6-716,-6 5-3177,-6 4-4068</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264"/>
    </inkml:context>
    <inkml:brush xml:id="br0">
      <inkml:brushProperty name="width" value="0.035" units="cm"/>
      <inkml:brushProperty name="height" value="0.035" units="cm"/>
      <inkml:brushProperty name="color" value="#008C3A"/>
    </inkml:brush>
  </inkml:definitions>
  <inkml:trace contextRef="#ctx0" brushRef="#br0">48 375 12657,'-32'-17'2420,"16"5"5341,32-2-6113,13-12-348,5 9-324,11-6-299,9-5-629,9-1-941,4-8-587,6 0-868,-6-12-696,3 4-2821,9 5-5008</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432"/>
    </inkml:context>
    <inkml:brush xml:id="br0">
      <inkml:brushProperty name="width" value="0.035" units="cm"/>
      <inkml:brushProperty name="height" value="0.035" units="cm"/>
      <inkml:brushProperty name="color" value="#008C3A"/>
    </inkml:brush>
  </inkml:definitions>
  <inkml:trace contextRef="#ctx0" brushRef="#br0">141 0 14417,'-3'1'3064,"-1"1"-2218,0 0 1,-1 0-1,1 0 0,0 1 1,1 0-1,-1-1 0,0 1 0,1 0 1,-6 7-1,3-2-14,0 0-1,0 0 1,1 1-1,-4 10 1,-3 11 418,-16 59 0,27-84-1137,-6 24-171,2 0-1,1 0 1,1 1-1,1 34 1,14 117-5222,-10-164 3806,1-1 0,8 26-1,5 7-4495,-11-36 3295,11 28-8416</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694"/>
    </inkml:context>
    <inkml:brush xml:id="br0">
      <inkml:brushProperty name="width" value="0.035" units="cm"/>
      <inkml:brushProperty name="height" value="0.035" units="cm"/>
      <inkml:brushProperty name="color" value="#008C3A"/>
    </inkml:brush>
  </inkml:definitions>
  <inkml:trace contextRef="#ctx0" brushRef="#br0">276 118 13613,'-22'-53'3010,"21"51"-2621,1-1 0,0 0 0,0 0 0,0 1 0,0-1 0,1 0 0,-1 1-1,1-1 1,-1 0 0,1 1 0,0-1 0,0 0 0,0 1 0,0 0 0,1-1 0,-1 1 0,1 0 0,0-1 0,-1 1 0,4-3 0,0-1 813,1 4 235,11 3-1082,0 1 0,0 0 0,0 1-1,-1 1 1,0 1 0,0 1 0,0 0 0,0 1 0,-1 0 0,27 19 0,-10-4-140,-1 1 1,-1 2 0,48 51-1,-63-58-181,1 0 0,-2 0 0,-1 2 0,0-1 0,-1 2 1,-2 0-1,0 0 0,-1 1 0,6 23 0,-11-32-21,-1 1 1,-1-1-1,0 1 1,-1 0-1,0 0 1,-2 0-1,1 0 1,-1-1 0,-1 1-1,-1 0 1,0-1-1,-1 1 1,0-1-1,-1 0 1,0 0-1,-12 19 1,4-12-174,-1 0 1,-1 0-1,-1-2 1,0 0-1,-2 0 1,0-2-1,-1 0 0,0-2 1,-23 14-1,-25 10-1518,-110 45-1,113-56 649,1 3-1,-64 40 1,121-65 479,0-1 1,0 1 0,1 0-1,-1 0 1,1 1-1,-6 7 1,-5 20-5955,10-9-4876</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0.853"/>
    </inkml:context>
    <inkml:brush xml:id="br0">
      <inkml:brushProperty name="width" value="0.035" units="cm"/>
      <inkml:brushProperty name="height" value="0.035" units="cm"/>
      <inkml:brushProperty name="color" value="#008C3A"/>
    </inkml:brush>
  </inkml:definitions>
  <inkml:trace contextRef="#ctx0" brushRef="#br0">92 60 15205,'-47'-42'11641,"34"33"-15701,4 0 1436,-14 9-14554</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2.545"/>
    </inkml:context>
    <inkml:brush xml:id="br0">
      <inkml:brushProperty name="width" value="0.035" units="cm"/>
      <inkml:brushProperty name="height" value="0.035" units="cm"/>
      <inkml:brushProperty name="color" value="#008C3A"/>
    </inkml:brush>
  </inkml:definitions>
  <inkml:trace contextRef="#ctx0" brushRef="#br0">67 86 6761,'-18'-9'3680,"-6"-3"-129,22 10-1754,-18-24-877,18 24 1174,5 4-1982,0 0 0,0 0 0,0 0 0,0 0 0,0-1-1,0 1 1,1-1 0,-1 0 0,1 0 0,-1 0 0,1 0 0,-1 0 0,1-1 0,4 0 0,4 2 15,26 4 77,232 23 486,2-32-712,-216-1-245,-1-3 1,99-23-1,-108 10-2306,-47 18 1897,0 0-1,0 0 1,0 0 0,0 0 0,0 0 0,0 0 0,0 0 0,-1 0 0,1 0-1,-1 1 1,-1-3 0,-14 2-6334</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2.906"/>
    </inkml:context>
    <inkml:brush xml:id="br0">
      <inkml:brushProperty name="width" value="0.035" units="cm"/>
      <inkml:brushProperty name="height" value="0.035" units="cm"/>
      <inkml:brushProperty name="color" value="#008C3A"/>
    </inkml:brush>
  </inkml:definitions>
  <inkml:trace contextRef="#ctx0" brushRef="#br0">48 86 7609,'1'-2'282,"0"0"1,0 0 0,0 0 0,0 0 0,0 0-1,-1 0 1,1-1 0,-1 1 0,0 0-1,1 0 1,-1 0 0,0-1 0,0 1 0,0 0-1,-1 0 1,1-1 0,-1 1 0,1 0 0,-1 0-1,0 0 1,1 0 0,-3-3 0,2 3 1591,-8-19 1614,4 11 2487,-1 23-5556,1 0 1,1 1-1,0 0 1,1 0 0,-2 25-1,1 81 432,2-37-441,2 336-3041,3-117-5441,-2-196 2056,4 2-3509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517"/>
    </inkml:context>
    <inkml:brush xml:id="br0">
      <inkml:brushProperty name="width" value="0.035" units="cm"/>
      <inkml:brushProperty name="height" value="0.035" units="cm"/>
      <inkml:brushProperty name="color" value="#008C3A"/>
    </inkml:brush>
  </inkml:definitions>
  <inkml:trace contextRef="#ctx0" brushRef="#br0">0 392 13301,'2'-2'1936,"7"-7"-1396,0 0 0,1 0 0,1 1 0,-1 1 0,1-1 0,0 2 0,1-1-1,0 2 1,0-1 0,20-5 0,19-3-108,69-10 0,-76 16-32,701-102 943,8 37-936,-139 16-245,-344 39-2665,-259 19 80,-28 1-453,-20 4-2132,-7 8-3550</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704"/>
    </inkml:context>
    <inkml:brush xml:id="br0">
      <inkml:brushProperty name="width" value="0.035" units="cm"/>
      <inkml:brushProperty name="height" value="0.035" units="cm"/>
      <inkml:brushProperty name="color" value="#008C3A"/>
    </inkml:brush>
  </inkml:definitions>
  <inkml:trace contextRef="#ctx0" brushRef="#br0">1 1 13897,'0'0'7169,"6"28"-4977,7 12-220,-4-3-332,48 115 1545,-34-92-2489,-4 6-184,-4 5-536,-5 3-596,0 4-924,-7 7-677,-6 15-587,-10 0-236,-9 9-3177,3 5-5576</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8.892"/>
    </inkml:context>
    <inkml:brush xml:id="br0">
      <inkml:brushProperty name="width" value="0.035" units="cm"/>
      <inkml:brushProperty name="height" value="0.035" units="cm"/>
      <inkml:brushProperty name="color" value="#008C3A"/>
    </inkml:brush>
  </inkml:definitions>
  <inkml:trace contextRef="#ctx0" brushRef="#br0">39 1 17314,'-38'20'5252,"41"-6"-2984,0 3-392,0 9-435,0 20-325,1-6-192,-1 5-224,3 7-328,0 2-520,29 63-2276,-12-57 451,-4-5-715,9-4-572,1 3-2893,3 1-5480</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9.128"/>
    </inkml:context>
    <inkml:brush xml:id="br0">
      <inkml:brushProperty name="width" value="0.035" units="cm"/>
      <inkml:brushProperty name="height" value="0.035" units="cm"/>
      <inkml:brushProperty name="color" value="#008C3A"/>
    </inkml:brush>
  </inkml:definitions>
  <inkml:trace contextRef="#ctx0" brushRef="#br0">239 186 14961,'-1'-76'2687,"1"72"-2436,0-1 0,0 0 0,1 1 0,0-1 0,0 1 0,0-1-1,0 1 1,1-1 0,-1 1 0,1 0 0,1 0 0,-1 0 0,0 0 0,1 0 0,0 1 0,0-1 0,0 1 0,0-1 0,1 1 0,-1 0 0,1 0 0,-1 1 0,1-1 0,0 1 0,0 0 0,1 0 0,-1 0 0,0 1 0,1-1 0,-1 1 0,1 0 0,-1 0 0,6 0 0,7 0-10,0 1 1,1 0-1,-1 1 0,0 1 1,1 1-1,31 9 1,-30-7-146,0 2 0,0 0 1,-1 1-1,0 1 1,0 1-1,-1 0 1,0 2-1,-1 0 1,0 0-1,-1 1 0,20 23 1,-28-27-74,0 0 0,0 0-1,-1 0 1,-1 1 0,1-1 0,-2 1 0,1 1 0,-1-1 0,-1 1 0,0-1 0,0 1-1,-1 0 1,-1 0 0,0 0 0,0 1 0,-1-1 0,0 0 0,-1 0 0,0 0-1,-1 0 1,0 0 0,-5 13 0,-1-3-41,0-1 0,-2 1 0,0-2 0,-1 1 0,-1-1-1,-22 26 1,10-19-320,0-1-1,-1-1 0,-44 33 0,-13-3-3668,-173 85 1,253-137 3924,-99 53-6380,7 9-4069</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4:59.765"/>
    </inkml:context>
    <inkml:brush xml:id="br0">
      <inkml:brushProperty name="width" value="0.035" units="cm"/>
      <inkml:brushProperty name="height" value="0.035" units="cm"/>
      <inkml:brushProperty name="color" value="#008C3A"/>
    </inkml:brush>
  </inkml:definitions>
  <inkml:trace contextRef="#ctx0" brushRef="#br0">0 893 11553,'0'0'4254,"7"1"-2053,134 3 2959,83-13-2229,-137 4-2180,1184-88 2678,3-37-2650,-636 62-419,577-63 26,-9-35-161,-973 126-147,331-99 1,-528 127-116,-1-1 0,42-23 0,-76 36 22,0-1 1,0 1-1,0-1 0,0 1 1,0-1-1,0 0 1,0 1-1,0-1 0,-1 0 1,1 0-1,0 1 0,0-1 1,-1 0-1,1 0 1,-1 0-1,1 0 0,0 0 1,-1 0-1,1-2 0,-1 2-6,0 0 0,0 1 0,0-1 0,-1 0 0,1 0-1,0 1 1,0-1 0,-1 0 0,1 0 0,0 1 0,-1-1 0,1 0-1,-1 1 1,1-1 0,-1 0 0,1 1 0,-1-1 0,1 1-1,-1-1 1,-1 0 0,-3-2-135,0 0 1,0 0-1,0 1 0,0 0 1,0 0-1,-9-2 0,-3 2-402,-1 0-1,0 1 0,0 1 1,1 1-1,-28 4 1,24-3-50,-38 5-4935,-101 25 0,46 3-6676</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5.974"/>
    </inkml:context>
    <inkml:brush xml:id="br0">
      <inkml:brushProperty name="width" value="0.035" units="cm"/>
      <inkml:brushProperty name="height" value="0.035" units="cm"/>
      <inkml:brushProperty name="color" value="#008C3A"/>
    </inkml:brush>
  </inkml:definitions>
  <inkml:trace contextRef="#ctx0" brushRef="#br0">153 127 5044,'35'-3'9320,"-33"2"-8467,-1 1-737,1-1-1,-1 1 1,0-1-1,1 1 1,-1-1-1,0 1 1,0-1-1,1 0 1,-1 0-1,0 1 1,0-1-1,0 0 1,0 0-1,0 0 1,0 0-1,0 0 1,0-1-1,-1 1 0,1 0 1,0 0-1,-1-1 1,1 1-1,-1 0 1,1 0-1,-1-1 1,1 1-1,-1-1 1,0 1-1,0 0 1,0-1-1,0 1 1,0-1-1,0 1 1,0 0-1,0-1 1,-1 1-1,1-1 1,0 1-1,-1-2 0,0 0 1696,-10-6-1418,-3-3 1793,-35-17 2416,47 28-3079,-1-20-1343,0 19-32,3 14 11,1 38 146,-2 0 1,-2 0-1,-3 0 1,-16 67-1,-1 20 97,-22 407-402,14-65 0,33-468 0,4-12 0,7-12 0,-12 12 0,20-22-526,-7 5-1790,1 1 1,1 1-1,0 0 1,2 2-1,-1 0 1,34-20-1,-19 21-10732</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6.740"/>
    </inkml:context>
    <inkml:brush xml:id="br0">
      <inkml:brushProperty name="width" value="0.035" units="cm"/>
      <inkml:brushProperty name="height" value="0.035" units="cm"/>
      <inkml:brushProperty name="color" value="#008C3A"/>
    </inkml:brush>
  </inkml:definitions>
  <inkml:trace contextRef="#ctx0" brushRef="#br0">23 17 5364,'-22'23'12125,"23"-24"-11553,1-1 1,-1 1-1,0 0 0,1-1 1,-1 0-1,0 1 0,0-1 1,0 0-1,0 1 0,1-5 1,-2 5-397,0 1-1,0-1 1,0 0 0,0 0 0,0 0 0,-1 0 0,1 1 0,0-1 0,0 0-1,-1 0 1,1 1 0,-1-1 0,1 0 0,-1 1 0,1-1 0,-1 0 0,1 1-1,-1-1 1,1 1 0,-1-1 0,0 1 0,1-1 0,-1 1 0,0-1 0,0 1-1,-1-1 1,1 0 1605,19 14-999,4 7-453,0 1 1,31 40 0,-9-10-157,79 86-680,1 1-2911,5-7-4646,-87-87 1474,-3 6-4105</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17.861"/>
    </inkml:context>
    <inkml:brush xml:id="br0">
      <inkml:brushProperty name="width" value="0.035" units="cm"/>
      <inkml:brushProperty name="height" value="0.035" units="cm"/>
      <inkml:brushProperty name="color" value="#008C3A"/>
    </inkml:brush>
  </inkml:definitions>
  <inkml:trace contextRef="#ctx0" brushRef="#br0">670 104 5761,'-2'10'1941,"5"-17"846,2-8-1487,-4 13-388,1 0-71,7-6-984,21-19 4769,-29 26-4305,1-1 0,-1 0 1,1 1-1,-1-1 0,0 0 0,1 0 1,-1 0-1,0 0 0,-1 0 0,1 0 0,0-1 1,0 1-1,-1 0 0,1-3 0,-23-6 1408,19 9-1583,-1 1 0,0-1 1,0 1-1,0 0 1,0 0-1,0 1 1,0-1-1,0 1 0,0 0 1,0 0-1,0 0 1,-8 2-1,-52 15 842,49-12-704,-14 4-49,1 2 0,0 1 1,1 1-1,0 2 1,1 1-1,-29 22 1,33-20-675,0 2 1,1 0 0,-32 39-1,-5 15-2339,18-27-3020,-53 85 0,48-57-4485</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516"/>
    </inkml:context>
    <inkml:brush xml:id="br0">
      <inkml:brushProperty name="width" value="0.035" units="cm"/>
      <inkml:brushProperty name="height" value="0.035" units="cm"/>
      <inkml:brushProperty name="color" value="#008C3A"/>
    </inkml:brush>
  </inkml:definitions>
  <inkml:trace contextRef="#ctx0" brushRef="#br0">42 115 11797,'-35'-10'1880,"29"8"3750,22 9-3646,2-3-1621,-1 0 0,1-2 0,-1 0 0,1 0-1,29-3 1,-4 1-19,1076-24 1922,-901 16-2102,448-30 60,-634 36-618,-26 3 158,0-1 0,0 0 0,0-1-1,0 1 1,0-1 0,0 0 0,0-1-1,0 1 1,0-1 0,-1 0-1,1-1 1,-1 1 0,1-1 0,-1 0-1,6-5 1,-10 8 171,-1 0 0,0-1 0,1 1 0,-1 0-1,0 0 1,0 0 0,1 0 0,-1-1 0,0 1 0,0 0 0,1 0 0,-1-1 0,0 1-1,0 0 1,1-1 0,-1 1 0,0 0 0,0 0 0,0-1 0,0 1 0,0 0 0,0-1-1,1 1 1,-1 0 0,0-1 0,0 1 0,0 0 0,0-1 0,0 1 0,0 0-1,0-1 1,0 1 0,-1 0 0,1-1 0,0 1 0,0 0 0,0-1 0,0 1 0,0 0-1,0-1 1,-1 1 0,1 0 0,0-1 0,0 1 0,0 0 0,-1 0 0,1 0 0,0-1-1,0 1 1,-1 0 0,1 0 0,0 0 0,-1-1 0,1 1 0,0 0 0,-1 0-1,1 0 1,-31-7-6944,-2 6-1513</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734"/>
    </inkml:context>
    <inkml:brush xml:id="br0">
      <inkml:brushProperty name="width" value="0.035" units="cm"/>
      <inkml:brushProperty name="height" value="0.035" units="cm"/>
      <inkml:brushProperty name="color" value="#008C3A"/>
    </inkml:brush>
  </inkml:definitions>
  <inkml:trace contextRef="#ctx0" brushRef="#br0">156 0 12917,'-19'5'2469,"16"-4"-1777,1-1 0,0 0 0,0 1 0,0 0 0,0-1 0,-1 1 0,1 0 0,0 0 0,0 0 0,0 0 0,1 0 0,-1 1 0,0-1 0,0 1 0,1-1 0,-1 1 0,-1 1 0,-4 20 768,-10 184 867,4-31-1189,8-127-1598,-11 78-4257,-12 64-6679,15-112-1814</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2.950"/>
    </inkml:context>
    <inkml:brush xml:id="br0">
      <inkml:brushProperty name="width" value="0.035" units="cm"/>
      <inkml:brushProperty name="height" value="0.035" units="cm"/>
      <inkml:brushProperty name="color" value="#008C3A"/>
    </inkml:brush>
  </inkml:definitions>
  <inkml:trace contextRef="#ctx0" brushRef="#br0">18 3 15077,'-17'-3'3388,"19"13"1245,3 5-3463,7 29 1467,9 90 1,-13-76-2114,-3-23-414,-2-7-485,2 0 0,12 44 0,48 101-4462,-37-99 157,-1 0-3596,-14-44 1</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153"/>
    </inkml:context>
    <inkml:brush xml:id="br0">
      <inkml:brushProperty name="width" value="0.035" units="cm"/>
      <inkml:brushProperty name="height" value="0.035" units="cm"/>
      <inkml:brushProperty name="color" value="#008C3A"/>
    </inkml:brush>
  </inkml:definitions>
  <inkml:trace contextRef="#ctx0" brushRef="#br0">531 184 11557,'-4'-16'923,"1"1"1,1-1-1,-1-30 1,3 42-647,1 0 0,-1 0 1,0-1-1,1 1 0,0 0 1,0 0-1,0 0 0,1 0 1,-1 0-1,1 0 1,0 0-1,0 0 0,1 1 1,-1-1-1,1 1 0,-1 0 1,1 0-1,0 0 1,0 0-1,5-3 0,-6 4-179,1 1 0,0 0 0,0 0-1,0 0 1,0 0 0,0 0 0,0 1-1,0-1 1,0 1 0,1 0 0,-1 0-1,0 0 1,0 0 0,0 1 0,0-1-1,0 1 1,0 0 0,0 0 0,0 0-1,0 0 1,0 0 0,4 3 0,2 1 20,-1 0 0,0 0 0,0 1 0,0 0 1,-1 1-1,7 7 0,-6-5-44,0 0 1,-1 1-1,0 0 1,0 0-1,-1 0 1,-1 1-1,1 0 1,-2 0-1,0 1 1,0-1-1,-1 1 1,0 0-1,1 17 0,-4-15-29,0 0-1,-1 0 0,0-1 0,-1 1 0,-1-1 1,0 1-1,-1-1 0,0 0 0,-1 0 0,0 0 0,-13 19 1,7-13-25,-2-1 0,0-1 0,-1 0 0,-1-1 1,-1-1-1,0 0 0,-1-1 0,-19 13 0,-160 87-632,124-76 90,-20 12-830,-29 16-2984,46-22-3473,58-31-481</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421"/>
    </inkml:context>
    <inkml:brush xml:id="br0">
      <inkml:brushProperty name="width" value="0.035" units="cm"/>
      <inkml:brushProperty name="height" value="0.035" units="cm"/>
      <inkml:brushProperty name="color" value="#008C3A"/>
    </inkml:brush>
  </inkml:definitions>
  <inkml:trace contextRef="#ctx0" brushRef="#br0">16 301 13093,'-16'-23'9330,"21"21"-7575,68-18 647,118-17 1,-19 4-1707,60-25-1506,-5-9-3757,-222 65 4101,52-20-2229,-53 20 1480,0-1 0,0 1 1,0-1-1,-1 0 0,1 0 1,4-6-1,-1-2-8439</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638"/>
    </inkml:context>
    <inkml:brush xml:id="br0">
      <inkml:brushProperty name="width" value="0.035" units="cm"/>
      <inkml:brushProperty name="height" value="0.035" units="cm"/>
      <inkml:brushProperty name="color" value="#008C3A"/>
    </inkml:brush>
  </inkml:definitions>
  <inkml:trace contextRef="#ctx0" brushRef="#br0">156 21 11693,'-1'0'187,"0"0"-1,-1 0 1,1 0-1,0 0 1,0 0-1,0 0 1,-1 0-1,1 0 1,0 0-1,0-1 1,0 1-1,0 0 1,0-1 0,-1 1-1,1-1 1,0 1-1,0-1 1,0 0-1,0 1 1,0-1-1,1 0 1,-1 0-1,0 0 1,0 0-1,0 0 1,1 1-1,-1-1 1,0-1 0,1 1-1,-2-4 5179,-2 9-2050,-4 6-2542,7-9-309,-3 6 6,0 1 0,0-1 0,1 1 0,0 0 0,0 1-1,0-1 1,1 0 0,1 1 0,-1-1 0,1 10-1,-3 8-161,-22 199-209,17-127-113,0 30-1934,-5 42-2982,12-155 4206,-14 122-9896,15-60-941</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3.857"/>
    </inkml:context>
    <inkml:brush xml:id="br0">
      <inkml:brushProperty name="width" value="0.035" units="cm"/>
      <inkml:brushProperty name="height" value="0.035" units="cm"/>
      <inkml:brushProperty name="color" value="#008C3A"/>
    </inkml:brush>
  </inkml:definitions>
  <inkml:trace contextRef="#ctx0" brushRef="#br0">88 1 14317,'-5'3'461,"-1"0"0,1 1-1,0 0 1,0 0 0,0 0-1,0 1 1,1-1 0,0 1 0,0 0-1,0 1 1,1-1 0,-4 6-1,3-1 243,1-1 0,-1 1 0,2 0-1,-1 1 1,2-1 0,-2 19 0,-2 66 1867,9 138 1,3-165-3236,2 0-1,33 118 1,-33-156 21,44 174-7653,-44-159 2054,6-12-3960</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011"/>
    </inkml:context>
    <inkml:brush xml:id="br0">
      <inkml:brushProperty name="width" value="0.035" units="cm"/>
      <inkml:brushProperty name="height" value="0.035" units="cm"/>
      <inkml:brushProperty name="color" value="#008C3A"/>
    </inkml:brush>
  </inkml:definitions>
  <inkml:trace contextRef="#ctx0" brushRef="#br0">26 229 11257,'-25'-48'2372,"31"16"-232,1 1-127,2 8-157,1 0-292,5 6-272,-2-3-308,19 6-172,22-4-120,-10 16-172,17 2-544,9 8-436,-1 4-360,4 2-332,4 6-792,-8 6-504,-5 8-3117,-10 6-4540</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180"/>
    </inkml:context>
    <inkml:brush xml:id="br0">
      <inkml:brushProperty name="width" value="0.035" units="cm"/>
      <inkml:brushProperty name="height" value="0.035" units="cm"/>
      <inkml:brushProperty name="color" value="#008C3A"/>
    </inkml:brush>
  </inkml:definitions>
  <inkml:trace contextRef="#ctx0" brushRef="#br0">54 215 11613,'-25'8'2436,"9"-25"2605,10 6-2997,-1-1-380,14 1-340,15-12-272,16 6-380,13 0-860,6 0-532,16-3-532,6 0-716,4 0-468,0 0-3301,2 3-4824</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528"/>
    </inkml:context>
    <inkml:brush xml:id="br0">
      <inkml:brushProperty name="width" value="0.035" units="cm"/>
      <inkml:brushProperty name="height" value="0.035" units="cm"/>
      <inkml:brushProperty name="color" value="#008C3A"/>
    </inkml:brush>
  </inkml:definitions>
  <inkml:trace contextRef="#ctx0" brushRef="#br0">105 374 12641,'-2'-1'157,"1"0"1,0 0-1,-1 0 0,1-1 0,0 1 1,0 0-1,0-1 0,0 1 1,0-1-1,0 1 0,0-1 0,0 0 1,0 0-1,1 1 0,-1-1 0,1 0 1,-1 0-1,1 1 0,0-1 1,0 0-1,0 0 0,0 0 0,0 0 1,1-3-1,-3-18 2022,-29-126 5556,4 16-5306,20 107-2348,6 56-584,0 12 294,1 12-107,0-42 271,1 0 1,-1 0-1,-4 21 1,1-22 300,0-9 380,-1-15 1221,1 5-312,1 25-863,2 9-682,2 1 0,1 0 0,1-1 0,8 28 0,4 26 0,4 16-2383,40 122 0,-26-106 415,-18-39-3234,-9-27-2452,-4-23-2539</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4.917"/>
    </inkml:context>
    <inkml:brush xml:id="br0">
      <inkml:brushProperty name="width" value="0.035" units="cm"/>
      <inkml:brushProperty name="height" value="0.035" units="cm"/>
      <inkml:brushProperty name="color" value="#008C3A"/>
    </inkml:brush>
  </inkml:definitions>
  <inkml:trace contextRef="#ctx0" brushRef="#br0">0 75 9945,'4'0'236,"-1"0"0,0 0 0,1 0 0,-1 0 0,0 1 0,1-1 0,-1 1 1,0 0-1,0 0 0,0 0 0,0 0 0,0 1 0,0-1 0,0 1 0,0 0 0,0 0 0,-1 0 0,1 0 0,-1 0 1,4 4-1,6 8 959,0 1 1,16 25-1,-10-13-76,5 7 460,24 52-1,-29-53-980,68 135 1763,-46-78-1662,-9-18-399,3 0 0,74 112 0,-91-161-518,-1 1-562,1 0 0,1-1 0,2-1 0,0-1 0,35 29 0,-51-47 518,0-1 0,0 0 0,0-1 0,0 1 0,0-1 0,1 0 1,-1 0-1,0 0 0,1-1 0,-1 1 0,0-1 0,1 0 0,-1 0 0,5-1 0,2-1-272,0 0 0,0 0 0,-1-1 0,15-6 0,-15 4 119,0-1 0,0 0 0,-1-1 0,0 0 0,0 0 0,-1-1 0,0 0 0,0-1 0,-1 0 1,0 0-1,0 0 0,9-20 0,2-3-29,-2 0 0,-2-1-1,20-66 1,10-100 1169,-10-70 2479,-31 199 100,-10-131 1,7 200-3282,-6-36 1760,6 36-1590,-1-1 0,1 0 0,-1 1 0,0-1 0,1 1 0,-1-1 0,0 1 0,0-1 0,0 1 0,0-1 0,0 1 0,0 0 0,-1 0 0,1-1 0,0 1 0,-1 0 0,-1-1 0,2 2-133,1 0-1,-1-1 1,1 1 0,0 0 0,-1 0 0,1 0-1,0 0 1,-1 0 0,1 0 0,-1 0-1,1 0 1,0 0 0,-1 0 0,1 0-1,-1 0 1,1 0 0,0 0 0,-1 0-1,1 0 1,-1 0 0,1 0 0,0 0 0,-1 1-1,1-1 1,0 0 0,-1 0 0,1 0-1,0 1 1,-1-1 0,1 0 0,0 0-1,0 1 1,-1-1 0,1 1 0,-7 16 713,5-10-382,-14 60 1221,4 1 0,-9 135 0,14-114-1415,-11 137-1147,4-45-3219,-4 1-8225,11-114 129</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05.059"/>
    </inkml:context>
    <inkml:brush xml:id="br0">
      <inkml:brushProperty name="width" value="0.035" units="cm"/>
      <inkml:brushProperty name="height" value="0.035" units="cm"/>
      <inkml:brushProperty name="color" value="#008C3A"/>
    </inkml:brush>
  </inkml:definitions>
  <inkml:trace contextRef="#ctx0" brushRef="#br0">0 52 17466,'3'-17'2852,"-3"-3"-1904,0 6-200</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397"/>
    </inkml:context>
    <inkml:brush xml:id="br0">
      <inkml:brushProperty name="width" value="0.035" units="cm"/>
      <inkml:brushProperty name="height" value="0.035" units="cm"/>
      <inkml:brushProperty name="color" value="#008C3A"/>
    </inkml:brush>
  </inkml:definitions>
  <inkml:trace contextRef="#ctx0" brushRef="#br0">100 61 7517,'16'-12'392,"17"-25"15535,-25 28-12161,-11 9-3261,-32-2 149,31 2-388,1 17 407,-82 594 1397,76-439-2046,-7 81-971,14-229-326,2 1-1,1-1 1,2 1-1,6 35 1,-8-60 1040,0 1 0,0-1 1,0 0-1,0 1 1,0-1-1,0 0 1,0 0-1,0 0 0,0 0 1,0 0-1,0 0 1,0 0-1,0 0 1,0-1-1,0 1 0,0 0 1,2-1-1,-3 1-81,1-1-27,1 1 0,-1 0 0,0-1-1,1 1 1,-1-1 0,0 1 0,0-1 0,1 0 0,-1 1-1,0-1 1,0 0 0,0 0 0,0 0 0,0 0-1,0 0 1,0 0 0,0 0 0,0 0 0,-1 0 0,1 0-1,0-1 1,-1 1 0,1 0 0,0-2 0,8-14-8125</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707"/>
    </inkml:context>
    <inkml:brush xml:id="br0">
      <inkml:brushProperty name="width" value="0.035" units="cm"/>
      <inkml:brushProperty name="height" value="0.035" units="cm"/>
      <inkml:brushProperty name="color" value="#008C3A"/>
    </inkml:brush>
  </inkml:definitions>
  <inkml:trace contextRef="#ctx0" brushRef="#br0">50 1 11221,'-31'8'2637,"17"-2"1947,13-2-4029,0 0-1,0 0 1,0 0-1,1 0 1,0 0-1,0 0 1,0 5-1,1-7-397,0 1 0,0-1-1,0 1 1,1-1 0,-1 0 0,1 1-1,-1-1 1,1 0 0,0 0-1,0 0 1,0 0 0,0 0 0,3 2-1,33 20 965,-14-12-700,0-1-1,2-1 1,-1-1 0,48 9 0,110 7-104,-86-19-2436,150-10 1,-18-20-9476,-159 13 1795</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2.907"/>
    </inkml:context>
    <inkml:brush xml:id="br0">
      <inkml:brushProperty name="width" value="0.035" units="cm"/>
      <inkml:brushProperty name="height" value="0.035" units="cm"/>
      <inkml:brushProperty name="color" value="#008C3A"/>
    </inkml:brush>
  </inkml:definitions>
  <inkml:trace contextRef="#ctx0" brushRef="#br0">706 34 14025,'1'-2'2078,"13"-21"9756,-26 15-10789,10 8-1008,-1 0 0,1 0-1,0 0 1,0 0 0,-1 0 0,1 0-1,0 1 1,0-1 0,0 1 0,0-1-1,-1 1 1,1 0 0,0 0 0,0 0-1,0 0 1,1 0 0,-1 1 0,0-1-1,0 0 1,1 1 0,-4 3 0,-5 3 42,-298 208-3965,20 25-10170,234-189 5112</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23.093"/>
    </inkml:context>
    <inkml:brush xml:id="br0">
      <inkml:brushProperty name="width" value="0.035" units="cm"/>
      <inkml:brushProperty name="height" value="0.035" units="cm"/>
      <inkml:brushProperty name="color" value="#008C3A"/>
    </inkml:brush>
  </inkml:definitions>
  <inkml:trace contextRef="#ctx0" brushRef="#br0">33 3 14701,'-20'-3'3313,"30"12"-2221,6-6 508,-35-1-10521,0 4 120</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4.706"/>
    </inkml:context>
    <inkml:brush xml:id="br0">
      <inkml:brushProperty name="width" value="0.035" units="cm"/>
      <inkml:brushProperty name="height" value="0.035" units="cm"/>
      <inkml:brushProperty name="color" value="#008C3A"/>
    </inkml:brush>
  </inkml:definitions>
  <inkml:trace contextRef="#ctx0" brushRef="#br0">0 35 3324,'10'-17'488,"-1"-1"628,10 21-984,1-3-164,8 6-904,1 0-252,2-3 336</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4.339"/>
    </inkml:context>
    <inkml:brush xml:id="br0">
      <inkml:brushProperty name="width" value="0.035" units="cm"/>
      <inkml:brushProperty name="height" value="0.035" units="cm"/>
      <inkml:brushProperty name="color" value="#008C3A"/>
    </inkml:brush>
  </inkml:definitions>
  <inkml:trace contextRef="#ctx0" brushRef="#br0">165 87 10485,'-2'-7'922,"1"0"0,-1 0 0,-1 0 0,1 1 0,-1-1 0,0 1 0,-5-8 0,-2-4 1839,5 10 735,-10 17-1668,13-7-1740,1-1 0,-1 1 1,1-1-1,-1 1 1,1 0-1,0 0 0,-1 0 1,1 0-1,0 0 0,0 0 1,0 0-1,1 0 1,-1 0-1,0 0 0,1 0 1,-1 1-1,1 1 0,1 41 692,0-26-444,-3 103 1428,-28 184 0,12-159-1177,-22 369-980,37-377-221,25 238-1,-8-296-2247,27 89 0,-9-48-6911,-19-59-2891</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4.963"/>
    </inkml:context>
    <inkml:brush xml:id="br0">
      <inkml:brushProperty name="width" value="0.035" units="cm"/>
      <inkml:brushProperty name="height" value="0.035" units="cm"/>
      <inkml:brushProperty name="color" value="#008C3A"/>
    </inkml:brush>
  </inkml:definitions>
  <inkml:trace contextRef="#ctx0" brushRef="#br0">32 66 6813,'-32'-20'11989,"34"20"-11925,-1 0 0,1 0 0,0 0 0,-1 0 0,1 0 1,-1 0-1,1 1 0,0-1 0,-1 0 0,1 1 0,2 0 1,5 2 81,69 9 510,376 47 601,437-31-854,6-38-281,-722 7-101,2451-108-89,-2525 103 46,258-10-539,-330 19-384,-29-1 925,0 0 1,0 0-1,0 0 1,0 0 0,0 0-1,0 1 1,-1-1-1,1 0 1,0 0-1,0 0 1,0 0-1,0 0 1,0 0 0,0 0-1,0 0 1,0 0-1,-1 0 1,1 0-1,0 0 1,0 0-1,0 0 1,0 0 0,0 1-1,0-1 1,0 0-1,0 0 1,0 0-1,0 0 1,0 0 0,0 0-1,0 0 1,0 0-1,0 1 1,0-1-1,0 0 1,0 0-1,0 0 1,0 0 0,0 0-1,0 0 1,0 0-1,0 1 1,0-1-1,0 0 1,0 0-1,0 0 1,0 0 0,0 0-1,0 0 1,0 0-1,0 1 1,0-1-1,0 0 1,0 0-1,0 0 1,0 0 0,1 0-1,-1 0 1,-48 13-2622,31-9 1658,-37 10-3969,-3 0-2922</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5.891"/>
    </inkml:context>
    <inkml:brush xml:id="br0">
      <inkml:brushProperty name="width" value="0.035" units="cm"/>
      <inkml:brushProperty name="height" value="0.035" units="cm"/>
      <inkml:brushProperty name="color" value="#008C3A"/>
    </inkml:brush>
  </inkml:definitions>
  <inkml:trace contextRef="#ctx0" brushRef="#br0">0 14 3896,'3'-13'963,"-1"17"884,-2-3-1711,0 1-1,0-1 0,0 0 0,0 1 1,0-1-1,1 0 0,-1 0 0,1 1 1,-1-1-1,1 0 0,-1 0 0,1 0 1,0 1-1,-1-1 0,1 0 0,0 0 1,0 0-1,2 1 0,3 1 477,1 0 0,0 0-1,-1 1 1,1 0 0,11 10 3326,-2-9-1394,-8-2-4251</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6.693"/>
    </inkml:context>
    <inkml:brush xml:id="br0">
      <inkml:brushProperty name="width" value="0.035" units="cm"/>
      <inkml:brushProperty name="height" value="0.035" units="cm"/>
      <inkml:brushProperty name="color" value="#008C3A"/>
    </inkml:brush>
  </inkml:definitions>
  <inkml:trace contextRef="#ctx0" brushRef="#br0">0 34 7269,'0'0'4704,"2"-1"-3448,5-4-929,-1 1-1,1 1 1,0-1-1,0 1 1,0 0 0,0 1-1,1 0 1,-1 0-1,1 0 1,-1 1-1,1 0 1,-1 1-1,1 0 1,0 0-1,-1 0 1,1 1 0,9 2-1,-16-2-291,0 0-1,0-1 1,-1 1-1,1-1 1,-1 1-1,1 0 1,0-1 0,-1 1-1,0 0 1,1 0-1,-1-1 1,1 1-1,-1 0 1,0 0 0,1 0-1,-1 0 1,0-1-1,0 3 1,1 0 77,1 2 24,0 1 0,0 0-1,-1 0 1,0 1-1,0-1 1,0 0-1,-1 0 1,0 0-1,0 1 1,-2 8-1,-3 8 256,-10 34-1,1-6 149,-5 35-203,5 0 0,3 1 0,2 158 1,30 107-173,-8-111-131,-19-214-104,3-19 29,3-5-35,3-23-1152,13-74 864,-16 93 384,0 0 0,1 0 0,-1 0 1,0 0-1,1 1 0,-1-1 0,1 0 1,-1 0-1,1 1 0,0-1 0,-1 0 0,1 1 1,0-1-1,0 1 0,-1-1 0,1 1 1,0-1-1,0 1 0,0-1 0,-1 1 1,1 0-1,0-1 0,0 1 0,0 0 0,0 0 1,1-1-1,24 0 292,-24 1-355,815-25 852,-3-29-984,-546 35 177,1526-131-61,-1524 122 51,296-19-2,-551 47-115,0 0 1,-1 1-1,28 5 1,-39-5-54,-1 0-1,0 0 1,1 0-1,-1 0 1,0 0 0,1 0-1,-1 1 1,0-1-1,0 1 1,0-1-1,3 4 1,-1-1-586,-34 16-8747</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7.475"/>
    </inkml:context>
    <inkml:brush xml:id="br0">
      <inkml:brushProperty name="width" value="0.035" units="cm"/>
      <inkml:brushProperty name="height" value="0.035" units="cm"/>
      <inkml:brushProperty name="color" value="#008C3A"/>
    </inkml:brush>
  </inkml:definitions>
  <inkml:trace contextRef="#ctx0" brushRef="#br0">147 60 5308,'0'0'3797,"1"-3"-2561,0-2-1117,-1-1 817,2-1-1,-1 0 0,1 0 1,0 1-1,5-13 6737,-7 23-6960,-1 11-273,-1 1-1,0 0 0,-1-1 0,-1 0 1,-1 1-1,-6 15 0,-14 42 450,4 1-1,-12 79 1,-8 155-41,30-176-1315,8 146 0,35 133-7484,-19-234-1353,-10-102 383</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8.208"/>
    </inkml:context>
    <inkml:brush xml:id="br0">
      <inkml:brushProperty name="width" value="0.035" units="cm"/>
      <inkml:brushProperty name="height" value="0.035" units="cm"/>
      <inkml:brushProperty name="color" value="#008C3A"/>
    </inkml:brush>
  </inkml:definitions>
  <inkml:trace contextRef="#ctx0" brushRef="#br0">0 186 8185,'0'0'2043,"0"-3"-267,0-25 1305,0 25-904,1-1-1407,1 0-693,-1-1 0,1 1 1,-1 0-1,1 0 0,0 0 1,1 0-1,-1 1 0,1-1 1,0 1-1,0-1 0,0 1 1,0 0-1,0 0 0,1 0 1,-1 1-1,1-1 0,0 1 1,0 0-1,0 0 0,0 0 1,0 0-1,0 1 0,7-2 1,69-17 162,0 4 0,129-10-1,170 14-553,-140 24-2977,-197-19-255,-24 3-766</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8.521"/>
    </inkml:context>
    <inkml:brush xml:id="br0">
      <inkml:brushProperty name="width" value="0.035" units="cm"/>
      <inkml:brushProperty name="height" value="0.035" units="cm"/>
      <inkml:brushProperty name="color" value="#008C3A"/>
    </inkml:brush>
  </inkml:definitions>
  <inkml:trace contextRef="#ctx0" brushRef="#br0">127 107 6013,'0'0'10,"4"-10"1156,0 0 0,1 0 0,0 1 0,1 0 0,0 0 0,15-17 2698,-6 3 800,-52 107-1768,-29 104 1,53-141-2988,2 1 0,3 1 0,-6 96 0,-2 6-2456,1-15-2532,10-69-1144,-3 1-3920</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39.713"/>
    </inkml:context>
    <inkml:brush xml:id="br0">
      <inkml:brushProperty name="width" value="0.035" units="cm"/>
      <inkml:brushProperty name="height" value="0.035" units="cm"/>
      <inkml:brushProperty name="color" value="#008C3A"/>
    </inkml:brush>
  </inkml:definitions>
  <inkml:trace contextRef="#ctx0" brushRef="#br0">112 229 5921,'-29'-2'2349,"25"2"-1872,1 0 0,-1 0 0,1 0 0,0-1 0,-1 1 0,1-1 0,-1 0 0,-6-3 3808,-30 7-1678,36-3-1341,9 1-755,384 9 1258,-229-10-1574,570-12 121,-411 4-244,1025-42 40,-404 12-86,296-51 64,-1023 56-1154,-209 32 290,-30 4-1970,21-2 2255,0 0 1,-1 0 0,1-1-1,0 0 1,0 0-1,0 0 1,-1-1 0,-5-1-1,-32-4-3991,6 12-2413</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0.344"/>
    </inkml:context>
    <inkml:brush xml:id="br0">
      <inkml:brushProperty name="width" value="0.035" units="cm"/>
      <inkml:brushProperty name="height" value="0.035" units="cm"/>
      <inkml:brushProperty name="color" value="#008C3A"/>
    </inkml:brush>
  </inkml:definitions>
  <inkml:trace contextRef="#ctx0" brushRef="#br0">156 32 6557,'0'0'3373,"1"-3"-1861,-1-6-2408,4-8 7575,-3 16-6532,-1 1-1,1 0 1,0-1-1,-1 1 0,1 0 1,-1 0-1,1 0 0,-1-1 1,1 1-1,-1 0 1,1 0-1,0 0 0,-1 0 1,1 0-1,-1 0 0,1 0 1,0 0-1,-1 0 1,1 0-1,-1 1 0,1-1 1,0 0-1,-1 0 0,1 0 1,-1 1-1,1-1 0,-1 0 1,1 1-1,-1-1 1,1 0-1,-1 1 0,0-1 1,1 1-1,4 3-4,-1-1 0,0 1 0,0 0-1,0 0 1,0 0 0,-1 1 0,1-1 0,-1 1 0,0 0-1,-1 0 1,1 0 0,-1 0 0,0 1 0,0-1-1,1 10 1,2 9 387,-2 1 0,1 34-1,-3-29-210,4 101 565,-6-1 1,-22 156-1,-78 252-235,58-339-1859,10 2 0,-14 324 0,45-468 243,2 0-1,3 0 1,3 0-1,21 97 0,-22-139 347,-1 0 0,2 0-1,0-1 1,1 0-1,0 0 1,13 18 0,-13-23-397,0-1-1,0 0 1,0 0 0,1-1 0,0 0 0,10 7 0,20 9-5704</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2.641"/>
    </inkml:context>
    <inkml:brush xml:id="br0">
      <inkml:brushProperty name="width" value="0.035" units="cm"/>
      <inkml:brushProperty name="height" value="0.035" units="cm"/>
      <inkml:brushProperty name="color" value="#008C3A"/>
    </inkml:brush>
  </inkml:definitions>
  <inkml:trace contextRef="#ctx0" brushRef="#br0">73 89 8609,'-44'-1'9167,"15"-1"-1039,52-12-6205,-10 8-1628,-1 1 1,1 0-1,0 1 0,0 1 0,21-3 0,76-3 634,-73 7-707,180-8 273,293 26 0,-394-10-4927,-103-9 2242,-19-4-196,-26-5-1837,-4 3-1816,-4-3-3446</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2.878"/>
    </inkml:context>
    <inkml:brush xml:id="br0">
      <inkml:brushProperty name="width" value="0.035" units="cm"/>
      <inkml:brushProperty name="height" value="0.035" units="cm"/>
      <inkml:brushProperty name="color" value="#008C3A"/>
    </inkml:brush>
  </inkml:definitions>
  <inkml:trace contextRef="#ctx0" brushRef="#br0">3 22 9137,'-1'-21'2585,"-1"42"1268,3-19-3488,-1 0-1,1 1 1,0-1 0,0 0 0,0 0 0,0 0-1,0 0 1,0 0 0,1 0 0,-1 0 0,3 2-1,3 6 825,2 9 819,-1 2 0,11 38 1,-8-11-1106,5 63-1,-14-96-802,9 114-1273,-10-105-7,-2 0 0,0 0-1,-7 33 1,-11 37-8440,6-47-953</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3.129"/>
    </inkml:context>
    <inkml:brush xml:id="br0">
      <inkml:brushProperty name="width" value="0.035" units="cm"/>
      <inkml:brushProperty name="height" value="0.035" units="cm"/>
      <inkml:brushProperty name="color" value="#008C3A"/>
    </inkml:brush>
  </inkml:definitions>
  <inkml:trace contextRef="#ctx0" brushRef="#br0">46 52 12469,'-9'-20'2155,"-1"0"792,7 8 4413,-17 43-5192,18-24-2042,1 0 0,1 1 0,0-1 1,0 0-1,0 1 0,3 13 0,1 16 177,24 169-2829,-27-197 2259,20 81-2982,-8-37-294,-3 3-5004,-6-34 1378</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3.362"/>
    </inkml:context>
    <inkml:brush xml:id="br0">
      <inkml:brushProperty name="width" value="0.035" units="cm"/>
      <inkml:brushProperty name="height" value="0.035" units="cm"/>
      <inkml:brushProperty name="color" value="#008C3A"/>
    </inkml:brush>
  </inkml:definitions>
  <inkml:trace contextRef="#ctx0" brushRef="#br0">149 36 9873,'19'-28'2033,"-15"22"-141,12 5 986,-13 1-2666,1 0-1,-1 0 1,0 0-1,0 0 1,0 0-1,1 1 0,-1-1 1,0 1-1,0 0 1,0 0-1,5 2 1,32 15 651,-1 2 0,46 32 0,-71-42-769,1 1 1,-2 0 0,1 2-1,-1-1 1,-1 1 0,-1 1-1,0 0 1,13 22 0,-22-33-87,0 1 1,0 0 0,0 0-1,0 0 1,-1 0-1,0 0 1,0 0 0,0 1-1,0-1 1,0 0 0,-1 1-1,0-1 1,0 0-1,0 1 1,-1-1 0,1 0-1,-1 0 1,0 1 0,0-1-1,-1 0 1,1 0-1,-1 0 1,0 0 0,0 0-1,0-1 1,0 1 0,-1 0-1,0-1 1,1 0-1,-1 1 1,0-1 0,-1-1-1,1 1 1,-7 4-1,-5 3-138,0-1 1,0-1-1,-1-1 0,0 0 0,0-1 0,-1 0 0,-22 4 0,-20 0-2667,-85 3-1,65-7-2672,20 2-2398</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393"/>
    </inkml:context>
    <inkml:brush xml:id="br0">
      <inkml:brushProperty name="width" value="0.035" units="cm"/>
      <inkml:brushProperty name="height" value="0.035" units="cm"/>
      <inkml:brushProperty name="color" value="#008C3A"/>
    </inkml:brush>
  </inkml:definitions>
  <inkml:trace contextRef="#ctx0" brushRef="#br0">68 226 7713,'-12'-26'15777,"0"26"-14956,10 1-485,0-1 0,-1 0 0,1 0 0,0 0 0,0 0 0,-1 0-1,1-1 1,0 1 0,0-1 0,0 1 0,0-1 0,-1 0 0,1 0 0,0 0-1,0 0 1,0 0 0,1 0 0,-1 0 0,-2-3 0,6 3-291,0-1-1,0 1 1,0-1 0,0 1 0,0 0 0,0 0-1,1 0 1,-1 0 0,0 0 0,1 1-1,2-1 1,589-98 360,-395 73-596,178-21-1370,-363 45-108,-30 8-7021,4-3 9119,-88 21-9371,55-8 579</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723"/>
    </inkml:context>
    <inkml:brush xml:id="br0">
      <inkml:brushProperty name="width" value="0.035" units="cm"/>
      <inkml:brushProperty name="height" value="0.035" units="cm"/>
      <inkml:brushProperty name="color" value="#008C3A"/>
    </inkml:brush>
  </inkml:definitions>
  <inkml:trace contextRef="#ctx0" brushRef="#br0">134 24 12509,'-76'-23'16860,"90"47"-14638,-11-14-2062,-1 1 0,-1-1 0,1 0-1,-2 1 1,1-1 0,-2 1 0,-1 13 0,-18 77-492,4-23-1598,-3 8-2232,6-32-458,5 0-3943,7-17-1716</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4.960"/>
    </inkml:context>
    <inkml:brush xml:id="br0">
      <inkml:brushProperty name="width" value="0.035" units="cm"/>
      <inkml:brushProperty name="height" value="0.035" units="cm"/>
      <inkml:brushProperty name="color" value="#008C3A"/>
    </inkml:brush>
  </inkml:definitions>
  <inkml:trace contextRef="#ctx0" brushRef="#br0">14 1 9945,'0'0'8539,"-1"2"-6805,-1 2-1403,0-1 0,1 1 0,-1-1 0,1 1 0,0 0 0,0-1 0,0 1 0,1 0 0,-1 0 0,1 0 0,0-1 0,0 1 0,0 0 0,1 0 0,-1 0 0,1-1 0,0 1 0,0 0 0,3 6 0,3 8-356,2 0-1,18 29 0,-7-13-669,-16-27 376,30 62-4816,-16-22-4519,-14-30 1680</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5.271"/>
    </inkml:context>
    <inkml:brush xml:id="br0">
      <inkml:brushProperty name="width" value="0.035" units="cm"/>
      <inkml:brushProperty name="height" value="0.035" units="cm"/>
      <inkml:brushProperty name="color" value="#008C3A"/>
    </inkml:brush>
  </inkml:definitions>
  <inkml:trace contextRef="#ctx0" brushRef="#br0">1 2 9969,'0'0'208,"1"0"-1,-1 0 1,0 0-1,1-1 1,-1 1 0,1 0-1,-1 0 1,1 0 0,-1 0-1,0 0 1,1 0-1,-1 0 1,1 0 0,-1 0-1,1 0 1,-1 0-1,0 0 1,1 0 0,-1 0-1,1 0 1,-1 0 0,1 1-1,-1-1 1,0 0-1,1 0 1,-1 0 0,0 1-1,1-1 1,-1 0 0,0 1-1,1-1 1,-1 0-1,0 1 1,1-1 0,-1 1-1,14 20 2020,7 10 386,86 77 739,-79-76-3571,2-2-1,1-1 1,1-1 0,59 38-1,-71-53-171,-5-4-343,0 0-1,0-1 1,21 8-1,-32-15 537,0 1 0,0-1 0,0 0 0,0 0 0,1-1 0,-1 1 0,0-1 0,1 0 1,-1 0-1,0 0 0,0-1 0,1 0 0,-1 0 0,0 0 0,0 0 0,0 0 0,0-1 0,6-2 0,-5 0 115,-1 1-1,1-1 1,-1 0-1,0 0 0,0-1 1,-1 1-1,1-1 1,-1 0-1,0 0 1,0 0-1,-1 0 1,1 0-1,-1-1 0,0 1 1,-1-1-1,1 0 1,1-10-1,0-14 884,-1 0 0,-2-1 0,-1 1-1,-4-30 1,4 53-309,-1-1 0,0 1 0,0 0 0,0 0 1,-1 0-1,0 0 0,0 0 0,-1 1 0,0-1 0,0 1 0,-1 0 0,-9-10 0,12 13 343,-1 5-40,-9 2-314,11-4-434,-1 1 0,1-1 0,-1 1 0,1-1 0,-1 1 0,1-1 0,-1 1 0,1 0 0,0 0 0,-1 0 1,1 0-1,0 0 0,0 0 0,0 0 0,0 0 0,0 0 0,0 0 0,0 1 0,0-1 0,0 0 0,1 1 0,-1-1 0,0 1 0,1-1 0,-1 1 0,1-1 0,-1 4 0,-5 27-217,1 1 1,2 1-1,1-1 0,2 37 1,2-57-936,-2 0 0,1-1 0,-2 1 0,0 0 0,0 0 0,-1-1 0,-5 18 0,-5 11-5486,2-3-3855</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260"/>
    </inkml:context>
    <inkml:brush xml:id="br0">
      <inkml:brushProperty name="width" value="0.035" units="cm"/>
      <inkml:brushProperty name="height" value="0.035" units="cm"/>
      <inkml:brushProperty name="color" value="#008C3A"/>
    </inkml:brush>
  </inkml:definitions>
  <inkml:trace contextRef="#ctx0" brushRef="#br0">10 1 11765,'2'10'609,"8"37"3172,-10-44-3313,0 0 0,0 0 0,0 0 1,0 0-1,-1-1 0,1 1 0,-1 0 1,0 0-1,0 0 0,-2 4 0,0 0 426,0 2-449,1 1-1,0 0 0,0 0 0,1 0 1,0 0-1,0 0 0,1 0 1,1 1-1,0-1 0,0 0 0,1 0 1,0 0-1,5 14 0,29 85 1480,-13-43-1549,-3 1 0,22 125 0,-26-115-2810,-11-60 23,-1 1 0,0-1 0,1 34 0,-4-29-3864,1-6-3849</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461"/>
    </inkml:context>
    <inkml:brush xml:id="br0">
      <inkml:brushProperty name="width" value="0.035" units="cm"/>
      <inkml:brushProperty name="height" value="0.035" units="cm"/>
      <inkml:brushProperty name="color" value="#008C3A"/>
    </inkml:brush>
  </inkml:definitions>
  <inkml:trace contextRef="#ctx0" brushRef="#br0">0 1 10625,'0'0'6033,"13"8"-4685,3-5-324,9 0-224,23 6-160,-10-1 32,6 4-304,4-4-80,0 1-220,-1 5-424,4 0-588,-10-2-716,-2 2-504,-11 3-2769,-12-5-3892</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619"/>
    </inkml:context>
    <inkml:brush xml:id="br0">
      <inkml:brushProperty name="width" value="0.035" units="cm"/>
      <inkml:brushProperty name="height" value="0.035" units="cm"/>
      <inkml:brushProperty name="color" value="#008C3A"/>
    </inkml:brush>
  </inkml:definitions>
  <inkml:trace contextRef="#ctx0" brushRef="#br0">23 52 9789,'0'0'2356,"-13"15"-260,4-4 3333,21-2-4637,4-4-152,10 1 24,21-3-396,-9 0-324,7-6-552,2-6-720,7-5-624,4-9-1081,-4-5-1323,3 2-3361</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7.805"/>
    </inkml:context>
    <inkml:brush xml:id="br0">
      <inkml:brushProperty name="width" value="0.035" units="cm"/>
      <inkml:brushProperty name="height" value="0.035" units="cm"/>
      <inkml:brushProperty name="color" value="#008C3A"/>
    </inkml:brush>
  </inkml:definitions>
  <inkml:trace contextRef="#ctx0" brushRef="#br0">108 0 10497,'-18'9'1546,"12"-7"-541,0 1 1,0 0-1,0 0 0,1 0 0,-1 1 1,1-1-1,0 1 0,-7 7 1,10-8-849,1-1 1,-1 1 0,0-1-1,1 1 1,0-1-1,-1 1 1,1 0 0,-1 3-1,-4 20 193,1 1-1,2-1 0,0 1 1,2-1-1,0 1 0,2 0 0,1-1 1,11 50-1,-10-54-987,0 0 0,0 36-1,1 18-2676,-3-65 1989,0 1-1,-1-1 1,-4 23-1,1-4-3583,5-11-2313</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8.040"/>
    </inkml:context>
    <inkml:brush xml:id="br0">
      <inkml:brushProperty name="width" value="0.035" units="cm"/>
      <inkml:brushProperty name="height" value="0.035" units="cm"/>
      <inkml:brushProperty name="color" value="#008C3A"/>
    </inkml:brush>
  </inkml:definitions>
  <inkml:trace contextRef="#ctx0" brushRef="#br0">426 0 11141,'-3'1'2372,"-26"4"1502,26-5-1216,6 2-1644,62 44 1262,54 40-635,-101-71-1508,0 2 0,-1 0 0,-1 1 1,17 24-1,-26-33-105,0 1 0,-2 0 0,1 0 0,-1 0 1,0 1-1,-1 0 0,-1 0 0,1 0 0,1 14 1,-4-19-14,-1 0 1,0 1 0,0-1 0,-1 0 0,0 1 0,0-1-1,0 0 1,-1 0 0,1 1 0,-2-1 0,1 0 0,-1-1-1,0 1 1,0 0 0,0-1 0,-1 0 0,0 0 0,-5 6-1,-4 2-39,1-2-1,-2 0 1,0 0-1,0-1 1,-1-1-1,0 0 1,-26 10-1,-120 37-1140,132-47 842,-114 29-2324,-23 7-7193,112-25 771</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8.902"/>
    </inkml:context>
    <inkml:brush xml:id="br0">
      <inkml:brushProperty name="width" value="0.035" units="cm"/>
      <inkml:brushProperty name="height" value="0.035" units="cm"/>
      <inkml:brushProperty name="color" value="#008C3A"/>
    </inkml:brush>
  </inkml:definitions>
  <inkml:trace contextRef="#ctx0" brushRef="#br0">6 49 11093,'-1'-3'1412,"0"0"0,0 0 0,0-1-1,1 1 1,-1 0 0,1-1 0,0 1 0,0-4 0,1-6-1527,0 11 1160,-1 5-83,1 18 142,2 1 1,0-1-1,10 33 1,-6-28-327,6 50 1,-11 6-529,-3-1 0,-20 135 0,12-135-1107,7-61-360,1 0 0,2 33 0,9-7-3180,-9-41 3204,1-1 0,0 0 0,0 1-1,0-1 1,0 0 0,1-1 0,3 6 0,9-1-9790</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133"/>
    </inkml:context>
    <inkml:brush xml:id="br0">
      <inkml:brushProperty name="width" value="0.035" units="cm"/>
      <inkml:brushProperty name="height" value="0.035" units="cm"/>
      <inkml:brushProperty name="color" value="#008C3A"/>
    </inkml:brush>
  </inkml:definitions>
  <inkml:trace contextRef="#ctx0" brushRef="#br0">3 9 11513,'-3'3'1871,"11"-5"777,-5 0-2129,1 0 0,0 1-1,-1 0 1,1 0-1,0 0 1,0 0 0,4 0-1,139 16 2050,-125-11-3846,0 1-1,28 10 0,-46-13-11,1 0 1,0 0-1,-1 0 0,0 0 1,9 7-1,3 4-6901</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304"/>
    </inkml:context>
    <inkml:brush xml:id="br0">
      <inkml:brushProperty name="width" value="0.035" units="cm"/>
      <inkml:brushProperty name="height" value="0.035" units="cm"/>
      <inkml:brushProperty name="color" value="#008C3A"/>
    </inkml:brush>
  </inkml:definitions>
  <inkml:trace contextRef="#ctx0" brushRef="#br0">45 334 11813,'-13'-3'2336,"0"-17"2493,4 6-2901,-1 0-356,16-3-336,10-6-264,13 3-316,12 0-588,10-3-548,6-6-472,7 1-744,2-4-700,-9-5-840,1 9-1665,5 2-3864</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49.886"/>
    </inkml:context>
    <inkml:brush xml:id="br0">
      <inkml:brushProperty name="width" value="0.035" units="cm"/>
      <inkml:brushProperty name="height" value="0.035" units="cm"/>
      <inkml:brushProperty name="color" value="#008C3A"/>
    </inkml:brush>
  </inkml:definitions>
  <inkml:trace contextRef="#ctx0" brushRef="#br0">109 40 12773,'-19'-8'1237,"-6"-1"560,9 6 3260,14 4-4757,-1 1 1,1-1-1,1 1 1,-1 0 0,0 0-1,0 0 1,1 0-1,-1 0 1,1 0-1,0 0 1,-1 0-1,1 1 1,0-1-1,0 0 1,0 4-1,0-4 9,-3 7-89,0-1 0,1 0 0,0 1 1,1 0-1,0 0 0,0-1 0,1 1 0,0 0 0,1 0 0,0 11 1,3 13-257,2 1 1,1-1 0,12 40 0,23 91-4455,-4-11-5942,-36-150 9000,6-23-1497,2-7 2779,-1-1-1,-2 0 0,5-35 0,9-41 943,-8 56-83,-6 22 107,1 0 0,18-43-1,-22 63-488,0-1 0,1 1 0,0-1-1,0 1 1,0 0 0,1 1 0,0-1-1,0 1 1,0 0 0,1 0 0,0 0-1,0 1 1,0 0 0,11-5 0,-14 8-199,1 0 1,0 0 0,0 0 0,0 1 0,-1 0 0,1 0 0,0 0 0,0 0-1,0 1 1,0-1 0,-1 1 0,1 0 0,0 0 0,-1 0 0,1 1-1,-1-1 1,1 1 0,-1 0 0,7 4 0,0 1 99,-1 0 0,0 0 0,0 1 0,0 0 0,10 13 0,-9-7 21,-1 1 0,0 1 0,12 29-1,7 12 187,56 107-335,-82-161-261,-1 0-1,1 0 0,-1 0 0,1 0 0,0-1 0,0 1 0,1-1 1,-1 1-1,0-1 0,1 0 0,0 0 0,-1 0 0,1 0 0,0 0 1,0-1-1,0 1 0,0-1 0,0 0 0,0 0 0,0 0 0,1 0 1,-1 0-1,0-1 0,1 0 0,-1 1 0,0-1 0,1 0 0,-1-1 1,0 1-1,0-1 0,1 1 0,-1-1 0,0 0 0,0 0 1,0 0-1,0-1 0,0 1 0,0-1 0,3-2 0,1 0-138,0-1 0,-1 1-1,0-1 1,0-1 0,0 1 0,-1-1-1,0 0 1,0 0 0,0-1 0,-1 1-1,0-1 1,0 0 0,-1 0 0,1-1-1,2-11 1,1-21 101,-2 1-1,1-71 1,-10-13 3020,2 103-1106,0 1 0,-1-1-1,-12-36 1,14 54-1491,-1 1 1,0 0-1,1 0 0,-1 0 0,0 0 1,0 0-1,0 0 0,0 1 0,0-1 0,0 0 1,0 1-1,0 0 0,0-1 0,0 1 0,0 0 1,-2 0-1,2 1-116,1 1 1,-1-1-1,1 0 1,-1 1-1,1-1 0,0 1 1,-1-1-1,1 1 1,0 0-1,0 0 0,0-1 1,0 1-1,1 0 1,-1 0-1,0 0 0,1 0 1,0 0-1,-1 0 1,1 4-1,-3 40 604,3-45-692,1 21-90,1 0 0,1 0 0,0-1 0,2 0 0,9 27 0,22 50-4641,-9-27-3814,-14-38-2052</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088"/>
    </inkml:context>
    <inkml:brush xml:id="br0">
      <inkml:brushProperty name="width" value="0.035" units="cm"/>
      <inkml:brushProperty name="height" value="0.035" units="cm"/>
      <inkml:brushProperty name="color" value="#008C3A"/>
    </inkml:brush>
  </inkml:definitions>
  <inkml:trace contextRef="#ctx0" brushRef="#br0">80 75 11073,'-35'-20'6253,"22"5"-4961,7 1 508,-7 3-2232,0-4-848</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683"/>
    </inkml:context>
    <inkml:brush xml:id="br0">
      <inkml:brushProperty name="width" value="0.035" units="cm"/>
      <inkml:brushProperty name="height" value="0.035" units="cm"/>
      <inkml:brushProperty name="color" value="#008C3A"/>
    </inkml:brush>
  </inkml:definitions>
  <inkml:trace contextRef="#ctx0" brushRef="#br0">0 1 6585,'11'5'9194,"47"21"-4969,-26-13-2300,0 0 0,54 33 1,-30-7-715,82 73 0,40 58-5626,-120-114-36,-24-28-3755,-15-13 60</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0.869"/>
    </inkml:context>
    <inkml:brush xml:id="br0">
      <inkml:brushProperty name="width" value="0.035" units="cm"/>
      <inkml:brushProperty name="height" value="0.035" units="cm"/>
      <inkml:brushProperty name="color" value="#008C3A"/>
    </inkml:brush>
  </inkml:definitions>
  <inkml:trace contextRef="#ctx0" brushRef="#br0">122 0 7545,'0'3'2194,"0"3"-1633,0-1 0,0 0 0,0 0 0,-1 0 0,0 0 0,0 0 0,0 0 1,-1 0-1,1 0 0,-1-1 0,0 1 0,-3 5 0,-5 10 409,1 1 0,1 0 0,-9 42 0,-3 9-76,9-37-860,2 1 0,2 1 1,-6 65-1,11-30-3183,7-1-3935,1-31-1643</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8.029"/>
    </inkml:context>
    <inkml:brush xml:id="br0">
      <inkml:brushProperty name="width" value="0.035" units="cm"/>
      <inkml:brushProperty name="height" value="0.035" units="cm"/>
      <inkml:brushProperty name="color" value="#008C3A"/>
    </inkml:brush>
  </inkml:definitions>
  <inkml:trace contextRef="#ctx0" brushRef="#br0">66 38 5877,'0'0'8748,"-13"5"-8512,12-4-251,-1-1-1,1 0 0,0 0 0,0 1 0,0-1 0,0 0 1,0 0-1,-1 0 0,1 0 0,0-1 0,0 1 1,0 0-1,0 0 0,0-1 0,-1 1 0,1-1 0,0 1 1,0-1-1,0 1 0,0-1 0,0 0 0,0 1 1,1-1-1,-1 0 0,0 0 0,0 1 0,0-2 1,-19-28-5651,18 26 4661</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5:59.662"/>
    </inkml:context>
    <inkml:brush xml:id="br0">
      <inkml:brushProperty name="width" value="0.035" units="cm"/>
      <inkml:brushProperty name="height" value="0.035" units="cm"/>
      <inkml:brushProperty name="color" value="#008C3A"/>
    </inkml:brush>
  </inkml:definitions>
  <inkml:trace contextRef="#ctx0" brushRef="#br0">0 44 6433,'0'0'13614,"4"0"-13616,33 0-34,-33 0-8,1 1-467,-1 1 364,-2-1-25,-1-1 0,1 1 0,-1 0 1,1-1-1,-1 1 0,1-1 0,0 1 1,-1-1-1,1 0 0,0 0 0,2 0 1,-21 10-250,16-6 749,13-9-251,1-6-715,9-4-2256,-22-2-2563,3 0 200</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09.346"/>
    </inkml:context>
    <inkml:brush xml:id="br0">
      <inkml:brushProperty name="width" value="0.035" units="cm"/>
      <inkml:brushProperty name="height" value="0.035" units="cm"/>
      <inkml:brushProperty name="color" value="#008C3A"/>
    </inkml:brush>
  </inkml:definitions>
  <inkml:trace contextRef="#ctx0" brushRef="#br0">10 444 4480,'28'-69'4085,"28"-25"-2092,-54 91-1784,0 0 0,0 0 1,-1-1-1,1 1 1,-1 0-1,0-1 1,0 1-1,1-5 0,-3 6-174,0 1 0,-1-1 0,1 1 0,-1-1 0,1 1 0,-1 0 0,0 0 0,0-1 0,1 1 0,-1 0 0,0 1 0,-2-2 0,1 3-12,-1-1 0,1 1 0,0 0 0,0 1 0,0-1 0,0 0 0,0 1 1,0 0-1,0 0 0,0 0 0,1 0 0,-5 4 0,-27 29 336,33-34-344,1-1 1,-1 1-1,0 0 0,1 0 1,-1 0-1,1-1 0,-1 1 1,1 0-1,-1 0 0,1 0 1,0 0-1,-1 0 0,1 0 1,0 0-1,0 0 0,-1 0 1,1 0-1,0 0 0,0 0 1,0 0-1,0-1 0,1 1 1,-1 0-1,0 0 0,0 0 0,0 0 1,1 0-1,-1 0 0,1 0 1,-1 0-1,0 0 0,1 0 1,0-1-1,-1 1 0,1 0 1,-1 0-1,1-1 0,0 1 1,0 0-1,-1-1 0,1 1 1,1 0-1,3 2 28,-1 0-1,1-1 1,0 1-1,1-1 1,6 2-1,-9-4-41,11 4 54,1-1 0,0-1 0,0 0 0,0-1 0,0-1-1,25-2 1,9 0 9,848-33 309,-708 24-384,167-18 98,-224 16-107,591-61-28,-129 1 21,309-32-47,-898 105 75,51-6 9,0 2-1,64 5 1,-101 0-15,-1 2 0,1 0-1,-1 1 1,0 1 0,0 0-1,-1 1 1,0 2 0,0-1-1,0 2 1,22 15 0,-34-20 5,16 11-3,0-1 0,43 21 0,-57-32 12,-1-1 1,1 1 0,0-1-1,0 0 1,0-1 0,0 0-1,0 0 1,0 0 0,0-1-1,0 0 1,1 0 0,-1-1-1,0 0 1,0-1-1,10-2 1,-10 1-20,0-1 0,0 0 0,-1 0 0,1-1-1,-1 0 1,0 0 0,0 0 0,-1-1 0,7-7 0,-10 11-1,-3 1 10,1 1 1,-1-1 1,1 1-1,-1-1 1,1 0-1,0 1 0,-1-1 1,1 1-1,0-1 0,0 0 1,-1 1-1,1-1 0,0 0 1,0 1-1,0-1 1,0 0-1,0 1 0,0-1 1,0 0-1,0-1 0,0 1-4,0 0-1,0 0 0,0 0 0,0 0 0,-1-1 1,1 1-1,0 0 0,0 0 0,-1 0 1,1 0-1,-1 0 0,1 0 0,-1 0 0,1 0 1,-1 0-1,0 0 0,1 0 0,-2-1 0,-19-2-499,0 1-1,-1 1 0,-31 1 1,14-5-3189,27 2 1801,-14-3-2640</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0.074"/>
    </inkml:context>
    <inkml:brush xml:id="br0">
      <inkml:brushProperty name="width" value="0.035" units="cm"/>
      <inkml:brushProperty name="height" value="0.035" units="cm"/>
      <inkml:brushProperty name="color" value="#008C3A"/>
    </inkml:brush>
  </inkml:definitions>
  <inkml:trace contextRef="#ctx0" brushRef="#br0">537 217 3772,'-2'0'158,"0"-1"-1,0 0 0,-1 1 1,1-1-1,0 0 1,0 0-1,0 0 0,0-1 1,0 1-1,0 0 0,0-1 1,1 0-1,-1 1 1,0-1-1,1 0 0,-1 0 1,1 0-1,0 0 0,-1 0 1,1 0-1,-1-4 0,-7-8 586,8 12-95,0-2-445,0-1-1,0 1 0,0 0 1,0 0-1,-1-1 0,1 1 1,-1 0-1,0 1 0,-1-1 1,1 0-1,-4-4 0,2 2 207,0 0 1,0-1-1,0 1 0,-3-11 0,3-7 318,3 17-301,0 0 0,0 1 0,0-1 0,-1 1 0,-3-8 0,15 31-94,-8-13-296,1-1 0,-1 1 0,-1-1 0,1 1 0,-1 0 0,1 0 0,-1 0 0,1 4 0,0 9 5,-1-1 0,0 1 0,-1 0 0,-1 0 0,-3 18 1,-21 85-53,9-50 89,-12 36-555,-4-1 1,-65 143-1,52-138-464,37-92 756,-152 407-4841,134-330 2107,13-6-948</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4.619"/>
    </inkml:context>
    <inkml:brush xml:id="br0">
      <inkml:brushProperty name="width" value="0.05" units="cm"/>
      <inkml:brushProperty name="height" value="0.05" units="cm"/>
      <inkml:brushProperty name="color" value="#E71224"/>
    </inkml:brush>
  </inkml:definitions>
  <inkml:trace contextRef="#ctx0" brushRef="#br0">207 526 4452,'0'0'1083,"-3"-1"-203,2 1-909,-27-7 1905,27 7-1679,0 0 0,0-1 0,0 1 0,-1 0 0,1-1 1,0 1-1,0-1 0,0 0 0,0 1 0,0-1 0,0 0 0,0 0 0,0 1 0,1-1 0,-1 0 0,0 0 0,0 0 0,1 0 0,-1 0 0,0 0 0,1 0 0,-1 0 0,1-1 0,-1-1 0,-24-5 915,18 7 3884,-12 143-2334,10-48-1957,-5 66 306,3-17-474,-12 136 102,-21 341-282,47-373-206,-2-229-141,0 0-1,1 0 0,1-1 1,1 1-1,0-1 0,14 32 0,-4-5 15,-11-39-13,0 1-1,0-1 1,0 0-1,1 0 1,0 0 0,0 0-1,0-1 1,1 1 0,-1-1-1,1 0 1,0-1-1,0 1 1,1-1 0,-1 0-1,1 0 1,-1 0 0,1-1-1,0 0 1,0 0-1,0-1 1,0 1 0,0-1-1,0-1 1,0 1-1,1-1 1,8-1 0,1-2-4,1-2 0,0 0 1,-1 0-1,0-2 0,-1 0 1,0-1-1,0-1 0,24-17 1,-32 21-17,-4 3 1,-1 0 0,1 0 0,-1 0 1,0-1-1,0 1 0,0-1 0,0 1 0,2-5 0,17-19-17,-10 18 16,0 0 0,1 1 1,1 0-1,-1 1 0,1 0 0,0 1 0,0 1 0,0 0 1,1 0-1,0 2 0,-1-1 0,19 1 0,170-17 100,76-10-92,509-83-41,-624 97 60,253 8 0,-237 9-38,321-34 55,-4-38 14,-416 57-27,46-7-77,138-19 67,63 15-53,-221 9 7,-1-3 0,149-48 0,-213 54 15,-15 2 11,1 2 1,0 1 0,0 1 0,1 1 0,-1 2 0,52-1 0,-69 5 4,0-1 1,0 0-1,0-1 0,0 0 0,0-1 1,0 0-1,0-1 0,0 0 0,-1 0 1,1-1-1,-1 0 0,0 0 1,0-1-1,-1-1 0,1 0 0,-1 0 1,-1 0-1,1-1 0,-1 0 0,7-9 1,-7 7-8,-1 0 0,0-1 0,-1 0 1,0 0-1,-1-1 0,0 0 0,0 1 1,-1-1-1,-1 0 0,1-1 0,-2 1 1,0 0-1,0-1 0,-1 1 0,-2-12 1,2 11 2,-1 0 1,1 1 0,1-1-1,3-20 1,2-25-58,2-10 126,-5 49-84,-1-1-1,1-19 1,-7-26 10,-3 0 0,-3 1 0,-32-115 1,-3-13-73,28 84 69,9 51-29,-24-86-1,17 83 74,13 47-36,0 0 1,-1 1 0,0-1-1,-1 1 1,-1 0 0,0 0-1,0 1 1,-1-1-1,0 1 1,-1 0 0,-7-9-1,4 8 73,4 4-78,-1 0 0,0 0 1,0 0-1,0 1 0,-1 0 1,0 0-1,-16-8 0,2 5-2,-1 1-1,1 1 1,-1 1 0,-1 1-1,1 1 1,-1 2-1,0 0 1,1 1-1,-1 1 1,0 1-1,-39 8 1,-198 34-412,-201 15 3,93-15 380,249-25 19,-405 75-468,110-12 44,290-64 381,0-5 0,-1-6 0,-133-11 0,98-4 46,-370-16 63,370 24-57,-208 27 0,360-24 18,-83 13 16,81-13-15,1 1-1,-1 0 0,1 1 1,0 0-1,1 0 1,-13 8-1,16-7-237,-1 1 0,1 0 0,1 0 0,-6 6 0,9-9 33,1-2 66,1 1 1,-1-1 0,1 0 0,-1 0-1,1 1 1,0-1 0,-1 0-1,1 1 1,0-1 0,0 0 0,0 1-1,0-1 1,0 0 0,1 1 0,-1-1-1,0 0 1,2 3 0,6 20-2661,-7-23 2639,0 1-460,-1 0 0,1 0 0,0 0 0,-1 1 0,1-1 0,-1 0 0,0 1 0,0-1 0,0 0 0,0 1 0,-1 2 0,1-4 472,0 19-5207</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16.891"/>
    </inkml:context>
    <inkml:brush xml:id="br0">
      <inkml:brushProperty name="width" value="0.05" units="cm"/>
      <inkml:brushProperty name="height" value="0.05" units="cm"/>
      <inkml:brushProperty name="color" value="#E71224"/>
    </inkml:brush>
  </inkml:definitions>
  <inkml:trace contextRef="#ctx0" brushRef="#br0">2103 267 3072,'12'-4'538,"1"0"0,-1 1-1,15-1 1,26-7 520,-40 6-1063,0-1-1,0 0 0,-1 0 1,16-12-1,5-2 257,-30 18-158,-1 0 1,0 0-1,1 0 1,-1-1 0,0 1-1,0 0 1,0-1-1,0 0 1,-1 1-1,1-1 1,-1 0-1,1 0 1,-1 0-1,0 0 1,1-3-1,7-15 926,-7 18-386,10-29 3639,-12 30-4352,0 1 214,0-1 0,0 0 0,-1 1 1,1-1-1,0 0 0,0 1 1,1-1-1,-1 0 0,0 1 0,0-1 1,1 0-1,-1 1 0,1-1 1,0 1-1,-1-1 0,1 1 0,0-1 1,0 1-1,0-1 0,0 1 1,0 0-1,0-1 0,0 1 0,1 0 1,-1 0-1,0 0 0,1 0 0,-1 0 1,0 0-1,4-1 0,-3 1 176,1 1 44,6 1-227,0-1 0,0 1-1,0 0 1,0 1 0,0 0 0,-1 1 0,1-1 0,-1 2 0,0-1 0,1 1 0,-2 0 0,1 1 0,0 0 0,6 6 0,-6-4-15,1 1 1,-2 1 0,1-1-1,-1 1 1,0 0-1,-1 1 1,0 0 0,-1 0-1,0 0 1,-1 0 0,4 12-1,35 165 1378,-32-129-993,39 350 2342,-44-339-2586,16 443 975,-21-507-1223,-2 274 326,-1-105-97,30 276 1,-24-422-205,13 84 41,3 151 0,-23-233-51,0 0-1,-2 0 1,-1 0-1,-15 43 1,-6 34-20,24-86-6,1 1 1,1 30-1,1-35 9,0 0 1,-1 0-1,-1 0 0,0 0 1,-5 17-1,-15 32 25,-59 120 0,41-89-41,31-71 21,-1 0 0,-2-1 1,-18 30-1,29-54-8,0 1 0,0-1 0,-1 0-1,1 1 1,0-1 0,-1 0 0,1 0 0,-1 0 0,0 0 0,1 0 0,-1 0-1,0-1 1,0 1 0,1 0 0,-1-1 0,0 0 0,0 1 0,0-1-1,0 0 1,-2 0 0,-36-4-85,30 2 87,-92-14-91,-200-23-195,13 27 143,-456 39 0,280 51-345,157-10-2371,206-52 2602,99-15 245,-18-4 67,20 3-63,0 1 0,0-1-1,0 0 1,0 0 0,0-1-1,0 1 1,0 0 0,0 0 0,0 0-1,0-1 1,0 1 0,1 0-1,-1-1 1,0 1 0,0-1-1,0 1 1,0-1 0,1 1 0,-1-1-1,0 0 1,1 1 0,-1-1-1,0 0 1,1 0 0,-1 1-1,1-1 1,-1 0 0,1 0 0,-1 0-1,1 0 1,0 0 0,-1 1-1,1-1 1,0 0 0,0 0-1,0 0 1,0 0 0,0 0 0,0 0-1,0 0 1,0-1 0,0-4-42,1-1 1,0 1 0,0 0 0,0 0-1,1 0 1,0 1 0,0-1 0,0 0-1,1 1 1,0-1 0,0 1 0,7-10-1,-1 1-43,78-152-790,-72 132 696,-2-1-1,-1 0 1,7-38-1,-7 12-50,-3 0 0,2-89-1,-11 109 172,-2 1-1,-1 0 0,-3 0 0,-19-72 0,-2 35 37,-5 0-1,-2 2 1,-50-79-1,73 133 43,-4-8-16,2-1-1,1 0 1,2-1-1,1 0 1,1-1 0,2 0-1,1 0 1,1 0-1,2-51 1,6-26-28,27-159-1,-27 242 30,53-257 28,-29 155-41,-4 17-14,49-137 0,-55 200-43,1 2 0,3 0-1,2 2 1,1 0 0,43-54 0,-21 36-176,-19 25-299,1 1 0,43-43 0,-73 76 481,0 0-1,-1 0 1,1-1-1,-1 1 0,0 0 1,0 0-1,-3-4 1,-24-35 45,28 41 144,24-21-326,-13 19 163,1 1 1,0 0-1,0 0 1,0 1-1,15 1 0,19-2-137,169-16-686,142-14-276,-251 17 767,141-37-1,-214 42 303,-1 0 1,0-2 0,0-2-1,-1 0 1,32-23 0,-58 34 58,0 0 0,1-1 0,-1 1 1,-1-1-1,7-7 0,-4 3-10,-4 6-15,-3-1-21,1 3 58,-1-2-14,0 0 0,1 1 1,-1-1-1,0 0 0,0 1 1,0-1-1,0 1 0,0 0 1,0-1-1,0 1 0,-2-2 0,2 3 1,0 0-1,0 0 0,0 0 0,0 0 0,0 0 0,0 0 0,0 0 0,0 0 0,0 0 0,0 0 0,0 1 0,0-1 0,0 0 0,0 1 0,0-1 0,0 1 0,1-1 0,-1 1 0,0-1 0,0 1 0,-1 1 0,0 0-77,10 33-90,8-23 214,-15-11 54,9-19-1373</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065"/>
    </inkml:context>
    <inkml:brush xml:id="br0">
      <inkml:brushProperty name="width" value="0.05" units="cm"/>
      <inkml:brushProperty name="height" value="0.05" units="cm"/>
      <inkml:brushProperty name="color" value="#E71224"/>
    </inkml:brush>
  </inkml:definitions>
  <inkml:trace contextRef="#ctx0" brushRef="#br0">1 612 4792,'18'-26'1802,"-17"25"-1595,0 0 0,0-1 0,-1 1 1,1 0-1,-1-1 0,1 1 0,-1-1 0,1 1 1,-1 0-1,1-1 0,-1 1 0,0-1 0,0 1 0,0-1 1,0 1-1,0-1 0,-1-1 0,3-18 2989,0 16-2447,-1 0-1,0 0 1,0-1 0,0 1-1,-1 0 1,1-1-1,-1 1 1,-1 0-1,1-1 1,-1 1 0,0 0-1,0 0 1,0 0-1,-1-1 1,1 1 0,-5-8 5524,6 9-5435,-1-12-679,15 77-159,19 205 0,19 121 0,-38-314 0,3-1 0,4-1 0,35 83 0,-45-128 0,2-1 0,1 0 0,0-1 0,2 0 0,1-2 0,1 0 0,40 39 0,-50-53 0,1-1 0,0 0 0,1 0 0,-1-1 0,1 0 0,0-1 0,0 0 0,1-1 0,0 0 0,0 0 0,0-1 0,0-1 0,0 0 0,0 0 0,1-1 0,-1-1 0,1 1 0,-1-2 0,0 0 0,1 0 0,-1-1 0,15-5 0,-11 1 0,0 0 0,0-2 0,-1 0 0,0 0 0,0-1 0,-1-1 0,0 0 0,-1-1 0,0-1 0,-1 0 0,0 0 0,-1-1 0,-1 0 0,0-1 0,11-21 0,-1-4 0,-1-1 0,-2 0 0,-2-1 0,15-72 0,-15 43 0,-3 0 0,-3-1 0,-4 0 0,-2-1 0,-4 1 0,-2 0 0,-4 0 0,-3 0 0,-3 1 0,-3 1 0,-32-85 0,25 93 0,-38-67 0,48 103 0,-1 0 0,-1 1 0,-1 1 0,-2 1 0,-22-23 0,34 39 8,1 1-1,-1-1 1,1 1-1,-2 1 1,1 0-1,0 0 1,-1 0 0,0 1-1,-12-4 1,17 6-52,-1 0 0,0 1 0,0-1 0,0 1 0,1 0 0,-1 0 0,0 0 0,0 0 0,0 1 0,0 0 0,1 0 0,-1 0 0,0 0-1,1 0 1,-1 1 0,1-1 0,-1 1 0,1 0 0,0 0 0,0 0 0,0 1 0,-5 4 0,-13 19-1935,1 1 1,1 0-1,1 2 0,2 0 0,-20 50 0,13-20-4481,1 1-4053</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730"/>
    </inkml:context>
    <inkml:brush xml:id="br0">
      <inkml:brushProperty name="width" value="0.05" units="cm"/>
      <inkml:brushProperty name="height" value="0.05" units="cm"/>
      <inkml:brushProperty name="color" value="#E71224"/>
    </inkml:brush>
  </inkml:definitions>
  <inkml:trace contextRef="#ctx0" brushRef="#br0">162 312 8413,'0'1'175,"-1"0"0,1-1-1,-1 1 1,1-1 0,-1 1 0,0-1 0,1 0 0,-1 1 0,0-1 0,0 0-1,1 1 1,-1-1 0,0 0 0,0 0 0,1 0 0,-1 1 0,0-1 0,0 0-1,1 0 1,-1 0 0,0 0 0,0 0 0,0-1 0,1 1 0,-1 0 0,0 0 0,0 0-1,1-1 1,-1 1 0,0 0 0,1-1 0,-1 1 0,0-1 0,1 1 0,-1-1-1,0 1 1,1-1 0,-1 1 0,1-1 0,-1 1 0,1-1 0,-1 0 0,1 1 0,0-1-1,-1 0 1,1 0 0,0 1 0,-1-1 0,1 0 0,0 0 0,0 1 0,0-1-1,0-1 1,-29-8 4688,27 10-4770,1 0 0,0 0-1,0 0 1,0 0 0,0 1-1,0-1 1,0 0 0,0 1-1,0-1 1,0 0 0,0 1-1,0-1 1,0 1 0,1 0-1,-1-1 1,0 1 0,0 0-1,0-1 1,1 1 0,-2 1-1,0 0 163,-5 5-47,0 0 0,1 0-1,0 1 1,0-1-1,1 1 1,0 1 0,0-1-1,1 1 1,0 0-1,0 0 1,1 0 0,0 0-1,-2 18 1,1-1-48,2-1 1,0 1-1,2-1 1,3 30-1,1-24-271,2 0 0,0-1-1,2 0 1,2 0 0,0-1-1,2 0 1,1-1 0,2 0-1,0-1 1,34 44 0,-45-66 73,0 1 0,1-1 0,-1 0 0,1-1 0,0 1 0,0-1 0,0 0 0,1 0 0,-1 0 0,1-1 0,0 0 0,0 0 0,0 0 0,1-1 0,-1 0 0,0 0 0,1-1 0,0 0 0,-1 0 0,1 0 0,0-1 1,-1 0-1,1 0 0,0-1 0,-1 0 0,1 0 0,-1 0 0,1-1 0,-1 0 0,0 0 0,1-1 0,-1 0 0,0 0 0,-1 0 0,1-1 0,0 0 0,-1 0 0,0 0 0,6-6 0,23-26-14,0 0-1,-3-3 1,31-46-1,17-23-14,-77 105 67,0 1 0,0-1-1,0 0 1,1 1 0,-1-1 0,1 1 0,0 0-1,-1 0 1,1 0 0,0 0 0,0 0 0,1 1-1,-1-1 1,0 1 0,0 0 0,1 0-1,-1 0 1,1 0 0,-1 1 0,1-1 0,-1 1-1,1 0 1,-1 0 0,1 0 0,-1 1 0,1-1-1,-1 1 1,1 0 0,-1 0 0,0 0 0,4 1-1,-6-1 3,9 4 23,1 1-1,-1 0 1,0 0 0,17 17 0,23 21 83,-14-10 27,71 50 0,-96-76-108,1-1 1,0 0-1,0-1 0,0 0 1,1-1-1,0-1 0,0 0 0,0 0 1,0-2-1,1 1 0,18 0 1,-23-4-20,0 0 0,-1-1-1,1 1 1,0-2 0,-1 1 0,1-1 0,-1 0 0,0-1 0,0 0 0,0-1 0,0 1 0,-1-1-1,10-9 1,2-2 20,-1-1-1,-1-1 0,23-30 1,-23 24-12,-1-1 1,-1 0-1,-2-1 1,20-52-1,24-117 18,-48 148 197,-1-1 0,-3-1-1,-2-52 1,1 2 706,-6 56 79,2 44-241,4 22-321,82 408 412,-11-224-4628,-21-67-3026,-34-87-88,4-4-4455</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39.904"/>
    </inkml:context>
    <inkml:brush xml:id="br0">
      <inkml:brushProperty name="width" value="0.05" units="cm"/>
      <inkml:brushProperty name="height" value="0.05" units="cm"/>
      <inkml:brushProperty name="color" value="#E71224"/>
    </inkml:brush>
  </inkml:definitions>
  <inkml:trace contextRef="#ctx0" brushRef="#br0">26 186 16065,'-25'-32'7873,"37"24"-6173,27-4-404,5 4-347,19-1-181,17-2-420,18 2-648,23-5-828,12-3-589,1-3-1015,5 6 108,4-1-3457,6-2-5352</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0.870"/>
    </inkml:context>
    <inkml:brush xml:id="br0">
      <inkml:brushProperty name="width" value="0.05" units="cm"/>
      <inkml:brushProperty name="height" value="0.05" units="cm"/>
      <inkml:brushProperty name="color" value="#E71224"/>
    </inkml:brush>
  </inkml:definitions>
  <inkml:trace contextRef="#ctx0" brushRef="#br0">123 517 12409,'1'-9'957,"-1"1"1,1-1-1,-2 1 0,1-1 1,-4-14 8220,3 26-7873,-58 184 3679,42-124-4971,2 1 0,4 1 0,3 0 0,2 1 0,3-1 0,3 1 0,16 118 0,-14-170-11,1 1 0,1-1 1,0 0-1,1 0 0,0 0 0,11 19 0,-13-27-14,1-1 0,-1 1 0,1 0 0,1-1 0,-1 0 0,1 0 0,0 0 0,0 0 0,1-1 0,-1 0 0,1 0 0,0 0 0,0-1 0,0 0 0,10 4 0,-8-6-159,0-1-1,0 1 0,0-1 0,1 0 1,-1-1-1,0 0 0,0 0 0,0-1 0,0 0 1,0-1-1,0 1 0,9-6 0,-8 5-14,6-4-15,0 0 0,0-1 0,0-1-1,-1 0 1,-1 0 0,0-2 0,0 0-1,-1 0 1,0-1 0,-1 0 0,0-1-1,-1-1 1,-1 0 0,0 0-1,-1 0 1,0-1 0,-1 0 0,-1-1-1,0 0 1,-1 0 0,-1 0 0,-1 0-1,0-1 1,-1 1 0,-1-1 0,0 0-1,-1 0 1,-1 1 0,-1-1-1,-4-20 1,-5-2 123,-1 1-1,-2 0 1,-2 1 0,-1 1-1,-2 0 1,-2 2-1,-31-42 1,-15-8 427,-113-108 0,118 122 152,61 69-495,0 0 0,0 0 0,0 0 0,0 0 0,0 0 0,1 0 0,-1-1 0,0 1 0,1 0 0,-1-1 0,1 1 0,-1 0 0,1-1 0,0 1 0,-1-1 0,1 1 0,0-1 0,0 1 0,0 0 0,0-1 0,0 1 0,1-1 0,-1 1 0,0-1 0,1 1 0,-1 0 0,1-1 0,-1 1 0,1 0 0,0 0 0,-1-1 0,1 1 0,0 0 0,0 0 0,0 0 0,0 0 0,0 0 0,0 0 0,2-1 0,3-5-1,1 0-1,1 0 1,-1 1-1,1 0 1,0 0-1,1 1 1,-1 0-1,12-4 1,6-2-38,1 2 1,31-8-1,187-35-420,-31 7 223,126-43 1876,-338 88-1577,0-1 0,0 1 0,1-1 0,-1 1 1,0 0-1,0 0 0,1 0 0,-1 0 0,0 0 1,0 1-1,1-1 0,-1 1 0,0-1 0,0 1 1,0 0-1,0 0 0,1 0 0,-1 0 0,-1 0 0,1 0 1,0 1-1,0-1 0,0 0 0,-1 1 0,1 0 1,-1-1-1,3 5 0,1 1 136,-1 1 0,-1 0 0,1 1 0,-1-1 0,3 16 0,-4-15-118,7 36 674,-2 0 0,-2 1 0,-2 90 1,-3-74-281,-18 591-114,-38-2-397,29-424 30,-12 140 0,34-268 0,11 168 0,-6-261 1,1 0 0,0-1 0,0 1 1,0 0-1,1 0 0,0 0 0,0-1 0,1 1 0,-1-1 0,1 0 1,0 1-1,7 7 0,-7-10-11,1 0-1,-1 0 1,1 0 0,-1 0 0,1-1-1,0 0 1,0 0 0,0 0 0,0 0 0,0 0-1,1-1 1,-1 0 0,1 0 0,-1 0-1,1 0 1,-1-1 0,9 0 0,5-1-481,1-1-1,0 0 1,-1-2 0,1 0 0,-1-2 0,-1 0 0,1 0 0,-1-2-1,0 0 1,19-13 0,-16 9 16,0-2-1,-1 0 1,-1-1-1,-1-1 0,0-1 1,-1 0-1,24-33 1,-32 38 373,-1 0 1,-1 0-1,0-1 0,0 0 1,-1 0-1,-1 0 1,-1-1-1,1 1 0,-2-1 1,0 0-1,-1 0 1,0 0-1,-2-19 0,-1 16 133,-1-1 0,0 0-1,-2 1 1,0 0 0,0 0 0,-2 0-1,0 0 1,-1 1 0,-1 1-1,-11-16 1,-38-45 1433,-3 4 0,-114-106 0,54 59 399,107 106-1609,1-2-1,0 0 1,1 0-1,-18-32 1,27 42-232,1 0 1,-1 0-1,1 0 1,1 0-1,-1 0 1,1-1-1,0 1 1,0 0-1,0-1 1,1 1-1,-1-1 1,2 1-1,-1-1 1,0 1-1,1-1 1,0 1-1,0 0 1,1-1-1,0 1 1,0 0-1,0 0 1,3-6-1,3 1-116,0-1 0,0 1-1,1 1 1,0 0 0,0 0 0,1 1 0,0 0-1,1 0 1,0 1 0,23-11 0,10-2-817,72-21 1,227-55-5064,-109 47-3477,-114 28 371</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1.847"/>
    </inkml:context>
    <inkml:brush xml:id="br0">
      <inkml:brushProperty name="width" value="0.05" units="cm"/>
      <inkml:brushProperty name="height" value="0.05" units="cm"/>
      <inkml:brushProperty name="color" value="#E71224"/>
    </inkml:brush>
  </inkml:definitions>
  <inkml:trace contextRef="#ctx0" brushRef="#br0">902 1014 10337,'-6'-14'1129,"0"1"0,-1 0-1,-1 0 1,0 1 0,0 0 0,-16-16 0,20 24-738,-1 0 0,0 0-1,0 0 1,0 0 0,0 1 0,-1 0 0,0 0 0,1 0 0,-1 1 0,0 0 0,0 0-1,0 0 1,-1 1 0,1 0 0,0 0 0,-1 1 0,1 0 0,-9 0 0,3 2-209,-1 0 0,1 1 0,0 1-1,0-1 1,0 2 0,1 0 0,-1 0 0,1 1 0,-11 8 0,-93 73 624,110-82-775,-49 42-371,2 2 0,2 3 1,3 2-1,2 2 0,2 2 0,3 1 0,-37 75 1,74-129 294,-7 13-203,1 0-1,0 1 1,1 0 0,1 0-1,-7 34 1,14-50 184,7-6 41,8-6 107,-2 0 0,1-1-1,-1 0 1,-1-1 0,21-23-1,10-15 237,77-70 1,-101 102-310,1 2 0,0 0 0,1 1 0,1 1-1,0 2 1,1 0 0,32-11 0,-41 19 8,0 0-1,0 1 1,0 0-1,1 1 1,-1 1-1,0 0 1,1 1-1,-1 0 1,0 1 0,0 1-1,0 0 1,0 1-1,-1 1 1,1 0-1,18 10 1,7 7 89,0 1 0,-1 3 1,54 46-1,70 75 87,-90-78-540,91 67-1,-154-130 271,0 0 1,1 0-1,-1 0 0,1-2 0,1 1 0,-1-1 0,1 0 1,-1-1-1,1-1 0,0 1 0,0-2 0,21 2 0,-21-4 32,-1 0-1,0-1 1,0 0-1,0 0 1,0-1-1,0 0 1,-1-1-1,0 0 1,1 0-1,-1-1 1,-1 0-1,1-1 1,-1 0-1,10-8 1,-4 0 11,0-1 0,-1 0 0,-1 0 1,0-2-1,-1 1 0,15-32 0,43-117-64,-54 127 84,45-135-90,73-343-1,-18-191 210,-115 701-104,7-61 328,-24 255 1133,5-41-846,8-109-484,-38 389 645,27 3-2160,16-376 839,12 86 0,-11-125 384,1 1 0,1-1 0,0 0 0,1-1 0,1 1-1,0-1 1,1 0 0,1 0 0,0-1 0,14 18 0,-18-26 70,1 1 0,0-2 0,0 1 0,1 0 0,-1-1 0,1 0 0,0 0 0,0-1 0,0 0 0,1 0 0,-1 0 0,1-1 0,-1 0 0,1 0 0,8 1 0,-6-2-2,0-1-1,-1 0 1,1-1 0,0 0 0,-1 0 0,1-1 0,-1 0-1,0-1 1,1 1 0,14-9 0,-2 0-16,-1-2 1,0 0-1,-1-2 1,-1 0-1,0-1 0,-1-1 1,0 0-1,14-21 0,-9 5 180,0 0-1,-3-1 1,-1-1-1,-1-1 1,-2-1-1,-1 0 1,-2 0-1,12-71 0,-13 33 881,-3 1-1,-3-2 0,-9-126 1,3 178-484,1 10-55,-1-1 0,0 0 0,-1 0 0,-1 1-1,0-1 1,-1 1 0,-9-21 0,13 35-393,0 0 0,0 0 0,0 1 0,0-1-1,0 0 1,0 0 0,0 0 0,0 0 0,0 1 0,0-1 0,0 0 0,0 0 0,0 0 0,0 0 0,-1 1 0,1-1 0,0 0 0,0 0-1,0 0 1,0 0 0,0 0 0,0 0 0,-1 1 0,1-1 0,0 0 0,0 0 0,0 0 0,0 0 0,-1 0 0,1 0 0,0 0 0,0 0-1,0 0 1,-1 0 0,1 0 0,0 0 0,0 0 0,0 0 0,0 0 0,-1 0 0,1 0 0,0 0 0,0 0 0,0 0 0,-1 0 0,1 0 0,0 0-1,0 0 1,0 0 0,0-1 0,0 1 0,-1 0 0,1 0 0,0 0 0,0 0 0,0 0 0,0 0 0,0-1 0,0 1 0,-1 0 0,1 0-1,0 0 1,0 0 0,0-1 0,0 1 0,0 0 0,0 0 0,0 0 0,0-1 0,-7 28 864,-2 48 146,8-67-855,-7 408 1534,10-337-1715,7 136-1795,3-8-4594,-11-174 2225,-4 41 0,3-73 4047,-7 78-13013</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2.565"/>
    </inkml:context>
    <inkml:brush xml:id="br0">
      <inkml:brushProperty name="width" value="0.05" units="cm"/>
      <inkml:brushProperty name="height" value="0.05" units="cm"/>
      <inkml:brushProperty name="color" value="#E71224"/>
    </inkml:brush>
  </inkml:definitions>
  <inkml:trace contextRef="#ctx0" brushRef="#br0">519 126 13605,'-21'-33'1606,"-17"-30"4910,28 36-2505,10 24-1590,-5 5-1530,-4 1-715,1 1 1,0 0-1,0 0 1,0 0-1,0 1 1,1 1-1,0-1 1,0 1-1,-9 10 1,-9 11 169,-21 33 0,30-38-199,-28 40-184,3 3 0,3 1 0,3 2 0,-50 139 1,78-187-168,1 0 0,1 0 0,1 0 1,-2 30-1,5-42 118,1 0 0,0-1 0,0 1 0,1 0-1,0-1 1,1 1 0,-1 0 0,1-1 0,1 1 0,-1-1 0,1 0 0,1 0 0,-1 0-1,8 9 1,-9-14 69,0 0-1,0 0 0,1 0 1,-1 0-1,1 0 0,-1-1 1,1 0-1,0 1 1,0-1-1,0 0 0,-1 0 1,1-1-1,0 1 0,0 0 1,0-1-1,0 0 0,0 0 1,0 0-1,1 0 0,-1 0 1,4-1-1,6-1-18,-1-1 1,1 0-1,19-8 0,-9 2 17,-1-2 0,0 0 1,38-28-1,57-52 604,7-6 817,-104 83-1094,-12 7-135,1 1 0,0 0 1,0 1-1,17-8 0,-23 12-145,-1 0-1,0 0 1,1 1-1,-1-1 1,1 1-1,-1 0 1,1 0-1,-1 0 1,1 0-1,-1 0 1,1 0-1,-1 0 1,1 1-1,-1-1 1,1 1-1,-1 0 1,1 0-1,-1 0 1,0 0-1,0 0 1,1 1-1,-1-1 0,0 0 1,0 1-1,2 2 1,3 4-5,1 0 0,-2 1 0,1-1-1,-1 1 1,0 1 0,-1-1 0,8 20 0,-1 6-700,8 37 0,-14-45-711,1-1-1,2 0 1,18 40 0,7-12-3171,-9-20-1690,6 5-5664</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2.768"/>
    </inkml:context>
    <inkml:brush xml:id="br0">
      <inkml:brushProperty name="width" value="0.05" units="cm"/>
      <inkml:brushProperty name="height" value="0.05" units="cm"/>
      <inkml:brushProperty name="color" value="#E71224"/>
    </inkml:brush>
  </inkml:definitions>
  <inkml:trace contextRef="#ctx0" brushRef="#br0">64 0 15945,'-6'0'581,"-12"1"1314,18-1-1845,0 0 1,0 0-1,0 0 1,0 0-1,0 0 1,0 0 0,1 0-1,-1 0 1,0 0-1,0 0 1,0 1-1,0-1 1,0 0-1,0 0 1,0 0 0,1 0-1,-1 0 1,0 0-1,0 0 1,0 1-1,0-1 1,0 0 0,0 0-1,0 0 1,0 0-1,0 0 1,0 0-1,0 1 1,0-1-1,0 0 1,0 0 0,0 0-1,0 0 1,0 0-1,0 1 1,0-1-1,0 0 1,0 0-1,0 0 1,0 0 0,0 0-1,0 1 1,0-1-1,0 0 1,0 0-1,0 0 1,0 0-1,-1 0 1,1 0 0,0 0-1,0 1 1,0-1-1,0 0 1,0 0-1,0 0 1,0 0 0,-1 0-1,1 0 1,0 0-1,0 0 1,0 0-1,2 7 2337,0 125 3829,-4 148-3607,-25 163-2826,21-254-3732,2-61-5041,3-106 5861,-3 45-10369</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3.331"/>
    </inkml:context>
    <inkml:brush xml:id="br0">
      <inkml:brushProperty name="width" value="0.05" units="cm"/>
      <inkml:brushProperty name="height" value="0.05" units="cm"/>
      <inkml:brushProperty name="color" value="#E71224"/>
    </inkml:brush>
  </inkml:definitions>
  <inkml:trace contextRef="#ctx0" brushRef="#br0">1 82 12829,'22'-9'1231,"1"1"0,0 1 0,1 1 0,43-6 0,100 2 764,-60 5-1320,188-15 388,-277 19-987,52-3 82,-64 4-90,-1 1 0,1-1-1,0 1 1,-1 0-1,1 0 1,-1 1 0,1-1-1,-1 1 1,7 3 0,-11-4-23,0 0 0,1 0 0,-1 0 0,0 1 1,0-1-1,0 0 0,1 0 0,-2 1 1,1-1-1,0 0 0,0 1 0,0-1 1,-1 1-1,1-1 0,0 1 0,-1 0 0,1-1 1,-1 1-1,0-1 0,0 1 0,0 0 1,0-1-1,0 1 0,0 3 0,-1 4 76,-1 0 0,0 0 0,-5 14 0,0 0 115,2-7-255,2 1 0,0-1 0,1 1 0,1-1 0,0 1 0,1-1 0,1 1 0,1 0 0,0-1 0,1 1 0,1-1 0,0 0 1,1 0-1,1-1 0,1 1 0,0-1 0,1-1 0,0 1 0,11 13 0,-8-15-207,0 1 0,1-2 0,1 1 0,27 19 0,-34-28 171,0 0 0,0 0-1,0-1 1,0 0 0,0 0 0,1-1 0,-1 0 0,1 0 0,-1 0-1,1-1 1,0 0 0,0 0 0,0-1 0,0 0 0,-1 0 0,9-1-1,-8-1 82,1 0-1,-1 0 1,0-1-1,0 0 1,0 0-1,0-1 0,0 0 1,-1 0-1,0 0 1,0-1-1,0 0 1,9-10-1,-6 4 271,0 0 0,0-1 0,-1 0 1,-1 0-1,0-1 0,5-15 0,3-1 810,0 1-1,2 0 1,39-49 0,-28 41 191,-27 34-1231,0 0-1,1-1 1,0 1 0,-1 0-1,1 1 1,0-1 0,0 0-1,0 0 1,0 1 0,0-1-1,1 1 1,-1 0 0,0 0-1,1-1 1,-1 1 0,0 1-1,1-1 1,-1 0 0,1 1-1,4-1 1,-4 1-47,0 1 1,0-1-1,0 1 1,0 0-1,0 0 1,0 0-1,-1 1 0,1-1 1,0 1-1,-1-1 1,1 1-1,-1 0 1,0 0-1,0 0 1,3 3-1,3 4-29,0 1 1,-1 1-1,0-1 0,-1 1 0,0 1 1,0-1-1,3 14 0,29 130 10,-30-113 0,2 0 0,28 75 0,-37-113-5,0-1 0,1 1-1,-1-1 1,1 1 0,0-1 0,0 0-1,0 0 1,1 0 0,-1 0 0,1 0-1,0 0 1,0-1 0,0 1 0,0-1-1,0 0 1,0 0 0,0 0 0,1 0 0,-1-1-1,1 0 1,-1 1 0,1-1 0,0 0-1,0 0 1,-1-1 0,1 1 0,0-1-1,0 0 1,0 0 0,-1 0 0,1-1 0,7-1-1,28-10-985,0-2-1,-2-2 1,0-1-1,-1-2 1,64-45-1,273-253-7273,-286 238 6773,-54 43 909,-31 34 702,-5 4 36,-140 95 630,17-10-447,81-56-129,-18 11-1054,59-41-1028,-15-3-10336</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3.975"/>
    </inkml:context>
    <inkml:brush xml:id="br0">
      <inkml:brushProperty name="width" value="0.05" units="cm"/>
      <inkml:brushProperty name="height" value="0.05" units="cm"/>
      <inkml:brushProperty name="color" value="#E71224"/>
    </inkml:brush>
  </inkml:definitions>
  <inkml:trace contextRef="#ctx0" brushRef="#br0">307 98 10029,'-19'-33'2104,"16"26"-90,-1-16 1389,2 6-1953,0 12 2343,1 4-3676,1 0 1,-1 1 0,1-1 0,-1 0-1,1 0 1,-1 1 0,0-1-1,1 0 1,-1 1 0,0-1 0,1 1-1,-1-1 1,0 1 0,0-1-1,0 1 1,1-1 0,-1 1 0,0 0-1,0-1 1,0 1 0,0 0-1,0 0 1,0 0 0,0 0-1,0 0 1,0 0 0,1 0 0,-1 0-1,-2 0 1,1 2 60,0 0-1,0 0 1,0-1-1,0 1 1,0 1 0,1-1-1,-1 0 1,1 0-1,-1 1 1,1-1 0,-1 4-1,-56 125 3096,18-58-2927,4 1 1,-39 114-1,70-169-331,0 0-1,1 1 1,1-1-1,1 1 1,0 0 0,2 0-1,3 37 1,-1-45-115,0 0 0,1-1 0,0 0 0,1 1 0,0-1 0,1 0 1,0-1-1,0 1 0,2-1 0,-1 0 0,1-1 0,0 1 0,1-2 0,14 14 1,-6-8-796,2-1 1,0-1 0,0-1 0,1 0-1,1-1 1,-1-1 0,30 8 0,-21-8-2730,1-2 0,49 5 0,-9-8-6752</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5.143"/>
    </inkml:context>
    <inkml:brush xml:id="br0">
      <inkml:brushProperty name="width" value="0.05" units="cm"/>
      <inkml:brushProperty name="height" value="0.05" units="cm"/>
      <inkml:brushProperty name="color" value="#E71224"/>
    </inkml:brush>
  </inkml:definitions>
  <inkml:trace contextRef="#ctx0" brushRef="#br0">530 1190 10913,'-4'-10'747,"-1"1"0,0 1 0,-11-16 0,7 14 985,1 0-1,-2 1 1,1 0-1,-18-12 1,24 19-1513,0 0 0,0 0 1,-1 0-1,1 1 0,0 0 1,-1-1-1,0 1 0,1 0 1,-1 1-1,0-1 0,1 0 1,-1 1-1,0 0 0,0 0 1,1 0-1,-1 1 0,0-1 1,0 1-1,1 0 0,-1 0 1,0 0-1,1 0 0,-1 1 1,-5 3-1,-5 4-30,0 0 1,1 0-1,1 2 0,-16 15 1,21-20 14,-121 126 514,106-106-1137,2 0 0,1 2 0,-23 43 0,38-64 211,0 1 0,1 0 0,0 1 0,1-1 1,0 0-1,0 1 0,1-1 0,-1 15 0,2-22 185,0 1 0,0-1 0,1 0-1,-1 0 1,0 0 0,0 0-1,0 0 1,1 0 0,-1 0 0,1 0-1,-1 0 1,1 0 0,-1 0-1,1 0 1,0 0 0,-1 0 0,1 0-1,0 0 1,0-1 0,-1 1 0,1 0-1,0 0 1,0-1 0,0 1-1,0-1 1,0 1 0,0-1 0,1 1-1,30 2-311,-28-4 295,212-23-860,-26 1 569,-129 19 267,1 3-1,88 9 1,-128-3 108,-1 1-1,0 1 1,-1 1-1,1 1 0,-1 1 1,26 17-1,-11-7-50,-4 0-117,-28-18 99,-1 0 0,1 0-1,-1 0 1,1 0 0,0-1-1,-1 1 1,1-1-1,0 1 1,0-1 0,0 0-1,0-1 1,1 1 0,-1 0-1,0-1 1,0 0 0,0 1-1,0-1 1,1-1 0,-1 1-1,0 0 1,0-1 0,0 1-1,0-1 1,0 0-1,4-2 1,5-2 4,1 0 0,-1-2 1,0 1-1,-1-2 0,0 1 0,0-1 0,0-1 0,-1 0 0,-1-1 0,1 0 1,-2 0-1,1-1 0,-1 0 0,9-18 0,2-5 297,-2-1 0,-1-1 0,21-71 0,-21 36 827,14-138-1,-21 126-600,73-533 3085,-44 389-1754,-33 202-1640,4-14 65,-7 39-263,0 7-7,0-1 23,6 38-11,-2-1 0,-1 1 0,-3 0 0,-4 60 0,1-56 0,-53 712 17,11-435-4291,28-188-1076,11-47-1512,3 7-6452</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5.990"/>
    </inkml:context>
    <inkml:brush xml:id="br0">
      <inkml:brushProperty name="width" value="0.05" units="cm"/>
      <inkml:brushProperty name="height" value="0.05" units="cm"/>
      <inkml:brushProperty name="color" value="#E71224"/>
    </inkml:brush>
  </inkml:definitions>
  <inkml:trace contextRef="#ctx0" brushRef="#br0">7 249 10477,'0'-6'612,"1"0"-1,-1 0 1,0 0-1,0 0 1,0-1-1,-3-10 1,0-1 3367,1-1 4350,19 33-6238,-10-6-1790,-1 0 0,0 0 0,0 1 0,-1 0 0,0 0 0,5 14 0,19 65 996,-11-29-1107,68 224-173,-58-176-17,5-1-1,66 144 1,-95-242 0,1 0 0,-1 0 0,1-1 0,0 0 0,1 0 0,0 0 0,10 9 0,-13-14 0,0 1 0,0-1 0,0 0 0,0 0 0,1-1 0,-1 1 0,0-1 0,1 1 0,-1-1 0,1 0 0,0-1 0,-1 1 0,1-1 0,0 1 0,0-1 0,-1 0 0,1 0 0,0-1 0,-1 1 0,8-3 0,1-1 0,-1 0 0,0-1 0,0-1 0,0 0 0,0 0 0,-1-1 0,0-1 0,-1 0 0,0 0 0,0 0 0,-1-1 0,9-12 0,12-19 0,42-75 0,-55 88 0,175-346-225,-191 373 224,121-237-3425,-50 105 547,-15 29-443,-23 55-83,4 9-3973,-23 29-1769</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47.677"/>
    </inkml:context>
    <inkml:brush xml:id="br0">
      <inkml:brushProperty name="width" value="0.05" units="cm"/>
      <inkml:brushProperty name="height" value="0.05" units="cm"/>
      <inkml:brushProperty name="color" value="#E71224"/>
    </inkml:brush>
  </inkml:definitions>
  <inkml:trace contextRef="#ctx0" brushRef="#br0">618 823 10149,'0'0'2411,"-2"-3"-227,-6-25 5363,5 28-7049,-4 2-399,1-1 0,0 1 0,0 1-1,0-1 1,0 1 0,0 1-1,0-1 1,1 1 0,0-1-1,-9 9 1,-9 10 77,-20 25-1,18-19-182,-84 79-1291,-172 130 1,253-215 1088,6-3 4,36-29 272,27-19 46,37-23 293,2 3 1,3 4-1,97-39 0,-176 83-368,1-1-1,-1 0 1,1 1-1,-1 0 0,0 0 1,1 0-1,0 0 1,-1 1-1,1 0 0,-1 0 1,1 0-1,0 1 1,-1-1-1,1 1 1,-1 0-1,1 0 0,-1 1 1,0-1-1,1 1 1,-1 0-1,0 0 0,0 1 1,0-1-1,-1 1 1,1 0-1,-1 0 0,1 0 1,-1 0-1,0 1 1,0-1-1,0 1 0,-1 0 1,4 5-1,4 11 62,-1 0-1,-1 1 1,0-1 0,-2 2-1,6 30 1,-10-44-89,1 9-81,2 0 1,0-1 0,1 0-1,1 0 1,1-1-1,0 0 1,0 0-1,2-1 1,0 0-1,0 0 1,2-1-1,23 21 1,-30-30 21,0 0 1,1 0-1,0 0 1,0-1-1,0 0 0,0 0 1,0-1-1,1 0 1,-1 0-1,1 0 1,-1-1-1,1 0 0,0 0 1,-1-1-1,1 0 1,0 0-1,0 0 1,-1-1-1,1 0 0,0-1 1,-1 1-1,1-1 1,-1 0-1,0-1 1,1 0-1,7-4 0,1-2 6,1 0 0,-2-1 0,1-1 0,-1-1-1,-1 0 1,0 0 0,-1-1 0,20-28 0,8-25 23,-3-2 0,-2-1 0,28-85 0,-59 144 14,46-123 6,41-120-20,24-150-40,-68 219 172,-42 169 207,-7 22 395,-3 17-405,-78 306 2470,-6 2-1372,77-267-1231,2 1 0,3 1 0,2 75 0,5-121-186,1-1-1,1 0 0,1 1 1,1-1-1,1 0 0,13 36 1,-16-51-60,1 1 0,-1-1 0,1 0 1,1 1-1,-1-1 0,1-1 1,0 1-1,0-1 0,0 1 1,0-1-1,1 0 0,0 0 1,0-1-1,0 0 0,0 0 0,0 0 1,1 0-1,-1-1 0,1 0 1,0 0-1,0 0 0,-1-1 1,1 0-1,0 0 0,0 0 0,0-1 1,8 0-1,2 0-113,1-1 1,-1-1-1,0 0 0,0-1 1,0-1-1,0 0 0,0-1 1,-1-1-1,0 0 0,0-2 1,0 1-1,-1-2 0,17-12 1,44-40-86,103-110 1,-151 138 614,-25 30-27,1 5 129,3 4-179,-4-5-222,0 1 1,0-1 0,-1 0 0,1 1 0,-1 0 0,1-1-1,-1 1 1,0 0 0,1-1 0,-1 1 0,0 0-1,0 0 1,0 0 0,-1 0 0,1 0 0,0 0 0,-1 0-1,1 0 1,-1 4 0,3 19 156,1 1 1,1-1-1,1 0 1,18 45-1,-20-60-231,0 0 1,1 0-1,1-1 0,-1 0 0,2 0 0,-1-1 0,1 0 0,0 0 1,1 0-1,0-1 0,0 0 0,0 0 0,1-1 0,15 8 0,-17-11-40,0-1 0,-1 0 0,1 0 0,0 0 0,0-1 0,0 0 0,0 0 0,0-1 0,1 0 0,-1 0 0,0-1 0,0 0 0,0 0 0,0 0 0,0-1 0,-1 0 0,1-1 0,0 1 0,-1-1 0,12-8 0,-5 3 23,-2 0 1,1-1 0,-1 0-1,0-1 1,-1 0 0,0-1-1,-1 0 1,0 0 0,10-19-1,0-1-35,2 0 0,40-45 0,-42 59 32,-10 16 44,-5 2-4,-2-1 5,-1 0 0,1-1 1,-1 2-1,1-1 1,-1 0-1,1 0 0,-1 0 1,1 1-1,-1-1 1,1 1-1,-1-1 1,0 1-1,1-1 0,-1 1 1,0 0-1,1 0 1,-1 0-1,0 0 0,0 0 1,0 0-1,0 0 1,0 0-1,0 0 0,0 0 1,0 1-1,0-1 1,0 0-1,0 2 1,5 9 0,-1-1 0,8 22 0,-3-4-2,0-4-16,-3-5 61,2 0 0,0-1 0,13 20 0,-20-38-43,0 1 1,0-1-1,0 0 0,-1 0 1,1 0-1,1 0 0,-1 0 1,0 0-1,0-1 0,0 1 1,0 0-1,1-1 0,-1 0 1,0 0-1,0 0 0,1 0 1,-1 0-1,0 0 1,0 0-1,1-1 0,-1 1 1,4-2-1,-1 0 6,-1 0-1,1-1 1,0 0 0,-1 0 0,1 0-1,-1 0 1,0-1 0,0 1 0,0-1-1,5-7 1,33-49-53,-38 54 56,47-77 49,-22 33-284,41-52 0,-16 34-97,-52 66 277,1 3-93,9 6 148,-11-7-6,0 0 0,-1 1 0,1-1 0,0 0 0,-1 0 0,1 1 0,-1-1 0,1 0 0,0 1 0,-1-1 0,1 1 0,-1-1 0,1 0 0,-1 1 0,1-1 0,-1 1 0,1 0 0,-1-1 0,0 1 0,1-1 0,-1 1 0,0 0 0,0-1 0,1 1 0,-1 0 0,0-1 0,0 1 0,0 0 0,0-1 0,0 1 0,0 0 0,0-1 0,0 1 0,0 0 0,0-1 0,0 1 0,0 0 0,0-1-1,-1 1 1,1 0 0,0-1 0,0 1 0,-1 0 0,0 0 0,1 0 11,-7 27 135,-1-1 1,-1-1-1,-22 44 1,14-43-49,16-25-39,-5-22-178,-16-97-347,21 116 458,0 0 0,0-1 0,-1 1 0,1 0 0,0 0 0,-1 0 0,1 0 0,-1 0 0,0 0 0,1 1 0,-1-1 0,1 0 0,-1 1 0,0-1 0,0 1 0,1 0 0,-1 0 0,-2-1 0,0 4 9,-1 0 0,1 0 0,0 1 0,0-1 0,1 1 0,-1 0 0,1 0 0,0 0 0,0 0 0,0 1 0,-4 8 0,3-4 20,1 1 1,0 0 0,1 1 0,0-1 0,0 0 0,0 14 0,3 63 20,-1-86-43,1 13 21,0 0-1,1-1 1,0 1 0,1-1-1,1 1 1,0-1 0,1 0-1,0 0 1,1-1 0,0 0-1,1 0 1,14 18 0,-15-23-17,0 0 0,1 0 0,0 0 0,1-1 0,-1-1 0,1 1 0,0-1 0,0 0 1,1-1-1,-1 0 0,1 0 0,0-1 0,0 0 0,1-1 0,-1 0 0,0 0 0,1-1 0,17 0 1,-9-1-22,1-2 1,0 0 0,-1-1 0,1-1 0,-1-1-1,0 0 1,-1-2 0,1 0 0,-1-1 0,-1 0 0,1-1-1,-1-1 1,-1-1 0,25-22 0,8-13-140,-3-3 0,72-99 1,-75 92 70,28-41 203,-44 67 43,-24 28-125,-2 0-36,1 1 0,-1-1 0,1 1 0,-1 0 0,0 0 0,1-1 0,-1 1 0,0 0 0,0-1 0,0 1 1,0 0-1,0-1 0,0 1 0,-1 0 0,1 0 0,0-1 0,-1 0 0,0 1 0,0 0-1,0 1 1,-1 0-1,1-1 1,0 1-1,0 0 1,0-1-1,-1 1 1,1 0-1,0 0 1,0 0-1,-1 0 1,1 0-1,-2 1 1,-7-1-32,7 0 19,-19 2 21,-35 7 571,55-9-554,1 0-1,0-1 0,-1 1 1,1 0-1,0-1 0,0 1 1,0-1-1,0 0 0,-1 1 1,1-1-1,0 0 0,0 0 1,-1 0-1,1 0 6,0 0-1,0 0 1,0 0 0,0 0 0,0 1 0,0-1-1,0 1 1,-1-1 0,1 1 0,0-1-1,0 1 1,-1-1 0,0 1 0,-5-31 1375,1 18-1112,6 12-286,-1 1 0,1 0 0,0-1 0,0 1 1,0-1-1,0 1 0,0 0 0,-1-1 1,1 1-1,0 0 0,0-1 0,0 1 1,-1 0-1,1-1 0,0 1 0,-1 0 0,1 0 1,0-1-1,-1 1 0,1 0 0,0 0 1,-1 0-1,1-1 0,0 1 0,-1 0 1,1 0-1,-1 0 0,1 0 0,0 0 1,-1 0-1,1 0 0,-1 0 0,1 0 0,0 0 1,-1 0-1,0 0 0,-3 6 19,-1 0-1,1 0 0,0 0 0,1 0 1,0 1-1,0-1 0,0 1 1,1 0-1,-1 0 0,-1 13 1,2-5 23,1 0 0,0-1-1,1 1 1,4 28 0,4 0 41,2-1 0,26 70-1,-28-90-86,0 0 0,-2 0 0,0 1 0,-1 0-1,1 26 1,-6-43-2,0 1-1,0-1 1,-1 0-1,1 1 0,-2-1 1,1 0-1,-1 0 1,0 0-1,0 0 0,0 0 1,-1 0-1,0-1 1,0 1-1,0-1 0,-1 0 1,0 0-1,0 0 1,0 0-1,-1-1 1,0 1-1,1-1 0,-2-1 1,1 1-1,-6 3 1,-19 8-128,-1-2 0,0 0 1,-1-2-1,0-2 0,-39 8 0,-65 19-3023,107-26 1474,-25 8-8239,31-9 4</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280"/>
    </inkml:context>
    <inkml:brush xml:id="br0">
      <inkml:brushProperty name="width" value="0.05" units="cm"/>
      <inkml:brushProperty name="height" value="0.05" units="cm"/>
      <inkml:brushProperty name="color" value="#E71224"/>
    </inkml:brush>
  </inkml:definitions>
  <inkml:trace contextRef="#ctx0" brushRef="#br0">736 115 14405,'-25'-24'1079,"19"18"-608,0-1 1,-1 1-1,0 0 0,0 1 0,-1 0 1,0 0-1,1 1 0,-15-6 0,6 2 445,8 4-449,-1 0 1,1 0-1,0 0 0,-1 1 1,0 1-1,0-1 1,0 2-1,0-1 1,0 1-1,0 0 1,0 1-1,-1 0 1,-8 2-1,0 2-266,0 1 1,1 2-1,0-1 0,0 2 0,1 0 1,0 1-1,0 1 0,1 1 0,1 0 0,-21 19 1,-11 15-460,2 1 0,-38 54-1,66-79-108,2 1-1,0 0 0,2 1 0,0 1 0,2 0 0,0 1 0,-10 44 0,19-63 303,-1 1-1,2-1 1,-1 1-1,1 0 1,0-1-1,0 1 1,1-1 0,-1 1-1,2 0 1,-1-1-1,1 1 1,0-1-1,0 0 1,5 9 0,-6-13 71,0-1 1,0 1 0,1-1 0,-1 1-1,1-1 1,-1 1 0,1-1 0,0 0-1,0 0 1,-1 0 0,1 0 0,0 0-1,0 0 1,0 0 0,0-1 0,0 1-1,4 0 1,33 0 524,-30-1-375,3 0 187,1-2 0,-1 1-1,1-2 1,-1 0 0,24-8-1,58-31 1786,-60 26-1237,0-1-497,1 2 0,1 2-1,0 1 1,0 2 0,49-7-1,-72 16-426,0 0 0,0 1 0,-1 0 0,1 1 0,0 0 0,-1 1-1,1 1 1,16 5 0,-20-4 42,-1-1 1,1 1-1,-1 1 0,0 0 0,-1 0 0,1 1 1,-1-1-1,0 2 0,0-1 0,-1 1 1,0 0-1,10 14 0,-8-6-9,0 1 0,-1 0 0,0 1 0,6 25 0,0 0-89,4 10-2390,-8-21-2629,1 0-3625,3 9-4641</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557"/>
    </inkml:context>
    <inkml:brush xml:id="br0">
      <inkml:brushProperty name="width" value="0.05" units="cm"/>
      <inkml:brushProperty name="height" value="0.05" units="cm"/>
      <inkml:brushProperty name="color" value="#E71224"/>
    </inkml:brush>
  </inkml:definitions>
  <inkml:trace contextRef="#ctx0" brushRef="#br0">1 118 14345,'15'8'477,"1"-1"353,0 1-1,-1 1 1,0 1-1,-1 0 1,0 1 0,0 0-1,11 13 1,14 19 849,-2 2 1,-2 0-1,47 84 0,-72-112-1578,-2 0-1,0 1 0,-1 0 1,0 0-1,-2 0 0,0 1 0,-1 0 1,-1 0-1,-1 0 0,-1 0 1,0 1-1,-1-1 0,-2 0 0,-5 35 1,3-42-29,0-1 0,0 1-1,-1-1 1,0 0 0,-1-1 0,0 1 0,-1-1 0,0 0 0,0-1 0,-1 0 0,-1 0 0,1 0-1,-2-1 1,1-1 0,-1 0 0,0 0 0,0 0 0,-19 7 0,27-13-25,0-1 0,0 1 1,0-1-1,-1 0 0,1 1 0,0-1 1,0 0-1,-1 0 0,1-1 0,0 1 1,0 0-1,-1-1 0,1 1 0,0-1 1,0 0-1,0 0 0,0 0 0,0 0 0,0 0 1,0 0-1,0 0 0,0-1 0,0 1 1,1-1-1,-1 1 0,0-1 0,1 0 1,0 0-1,-1 1 0,1-1 0,0 0 1,0 0-1,0 0 0,-1-3 0,-2-3-39,1 0-1,0 0 1,0 0-1,1-1 0,0 1 1,0-1-1,1 1 1,0-13-1,2-7-7,2-1 0,0 0 0,3 1 0,0-1 0,13-34 0,4 1 0,36-70 0,-38 91 15,2 0 1,2 1-1,1 1 1,2 1-1,2 2 0,48-46 1,-60 66-446,1 0 1,1 1 0,1 2-1,0 0 1,42-19-1,-46 25-498,1 1-1,0 1 0,0 1 0,0 0 0,1 1 0,-1 1 0,1 1 1,29 1-1,-38 1-500,1 1 0,0 0-1,0 0 1,10 4 0,43 21-10380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2.889"/>
    </inkml:context>
    <inkml:brush xml:id="br0">
      <inkml:brushProperty name="width" value="0.05" units="cm"/>
      <inkml:brushProperty name="height" value="0.05" units="cm"/>
      <inkml:brushProperty name="color" value="#E71224"/>
    </inkml:brush>
  </inkml:definitions>
  <inkml:trace contextRef="#ctx0" brushRef="#br0">250 273 13777,'11'-12'1001,"0"2"0,1-1-1,0 1 1,1 1 0,0 1 0,15-9-1,5 1 600,49-17 0,-63 26-607,0-1 0,35-20 0,-48 25-777,0-1-1,0 0 0,-1-1 1,0 1-1,0-1 1,0 0-1,-1 0 0,1 0 1,-1-1-1,0 0 1,-1 1-1,4-9 0,-6 13-155,-1 0-1,1 0 0,-1 1 0,1-1 0,-1 0 1,0 0-1,0 0 0,1 0 0,-1 0 0,0 1 1,0-1-1,0 0 0,0 0 0,0 0 0,0 0 1,0 0-1,0 0 0,0 0 0,-1 0 0,1 1 1,0-1-1,-1 0 0,1 0 0,0 0 0,-1 1 1,1-1-1,-1 0 0,1 0 0,-1 1 0,1-1 1,-2 0-1,0 0 13,0 0 1,0 0-1,0 0 0,0 1 1,0-1-1,0 1 1,0-1-1,-1 1 0,1 0 1,0 0-1,0 0 1,-4 1-1,-8 1-15,-1 0-1,-26 9 1,4 2-57,0 1 0,1 2 0,0 2 0,1 0 0,1 3 0,1 1 0,1 1 0,1 2 0,2 1 0,0 1 0,1 2 0,-31 42 0,51-60 0,1 1 0,0 0 0,0 0 0,1 0 0,1 1 0,0 0 0,1 0 0,0 0 0,1 0 0,1 1 0,0 0 0,1-1 0,0 20 0,2-21 0,1 0 0,0 0 0,0-1 0,2 1 0,-1 0 0,1-1 0,1 0 0,0 0 0,1 0 0,0 0 0,0-1 0,1 0 0,0-1 0,1 1 0,13 11 0,1-2 8,0-1 0,1-1 0,1-2 0,1 0 0,0-1 0,1-2 0,0-1-1,45 14 1,-1-6-492,0-4 0,90 10 0,7-14-3828,3-9-4568,2-2-6330</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58.897"/>
    </inkml:context>
    <inkml:brush xml:id="br0">
      <inkml:brushProperty name="width" value="0.05" units="cm"/>
      <inkml:brushProperty name="height" value="0.05" units="cm"/>
      <inkml:brushProperty name="color" value="#E71224"/>
    </inkml:brush>
  </inkml:definitions>
  <inkml:trace contextRef="#ctx0" brushRef="#br0">282 106 13973,'-70'-43'2872,"69"42"-2749,0 1 1,1-1 0,-1 0-1,0 0 1,1 1 0,-1-1-1,1 0 1,-1 0-1,1 0 1,0 1 0,-1-1-1,1 0 1,0 0-1,-1 0 1,1 0 0,0 0-1,0 0 1,0 0-1,0 0 1,0 0 0,0 0-1,0 0 1,0 0 0,0 0-1,1 0 1,-1 0-1,0 1 1,1-1 0,0-2-1,16-22 3754,-10 16 2696,-6 11-5608,4 14-855,-1 0-1,-1 0 1,-1 0 0,0 0-1,-1 1 1,0-1 0,-3 26-1,-22 119-252,18-127 208,-114 482-65,89-393 0,9-31 0,4 1 0,-7 120 0,24-171 0,2-1 0,1 0 0,3 0 0,1 0 0,14 45 0,-19-78 0,1 0 0,1-1 0,0 1 0,0-1 0,0 0 0,1 0 0,0 0 0,1 0 0,-1-1 0,1 0 0,0 0 0,1 0 0,7 6 0,-11-11 0,0 1 0,1-1 0,-1 0 0,1-1 0,-1 1 0,0 0 0,1-1 0,0 1 0,-1-1 0,1 0 0,-1 1 0,1-2 0,-1 1 0,1 0 0,-1 0 0,1-1 0,0 1 0,4-3 0,40-16 0,-45 17 0,9-4 0,1-1 0,-2-1 0,1 0 0,-1 0 0,0-1 0,8-10 0,49-65 0,-45 55 0,108-159-96,-75 104-575,73-85 1,-120 160 602,0 0 1,1 0 0,17-13-1,-22 19 66,0 1 0,0-1 0,1 1 0,-1 1 0,0-1 0,1 0 0,-1 1 0,1 0 0,-1 0 0,1 0 0,0 1 0,9-1 0,-3 2 39,-1 1 0,1 0 0,0 0 0,-1 1 1,1 1-1,-1 0 0,0 0 0,0 1 1,0 0-1,-1 1 0,17 12 0,7 10 184,52 54-1,-49-46-149,18 19 35,86 80 13,-108-107-222,1-1-1,56 33 1,-81-56 89,0 0-1,0 0 1,0-1 0,1 0-1,-1-1 1,1 1 0,0-2-1,0 1 1,0-1 0,-1-1-1,1 0 1,0 0 0,0 0-1,0-1 1,0-1 0,15-4-1,6-3 1,-1-2 0,-1-2 0,41-23-1,-56 28 68,-3 2 30,1 0-1,0 1 0,0 0 0,16-4 1,-24 8-53,0 0 0,1 1 0,-1-1 0,1 1 0,-1 0 0,1 0 0,-1 0 0,1 1 0,-1-1 0,0 1 0,1 0 0,-1 0-1,0 0 1,1 0 0,-1 0 0,0 1 0,0-1 0,0 1 0,0 0 0,3 2 0,23 22-13,-1 1 0,-2 1-1,31 41 1,-38-43-17,2-1 0,0-1 0,1-1 0,2-1 0,36 27 0,-52-44 0,-1 0 0,1 0 0,-1-1 0,1 0 0,0-1 0,1 0 0,-1 0 0,0 0 0,1-1 0,0-1 0,-1 1 0,1-1 0,0-1 0,0 0 0,0 0 0,0-1 0,-1 0 0,1 0 0,0-1 0,-1 0 0,1-1 0,-1 1 0,0-2 0,12-5 0,-6 0 0,-1 0 0,0-1 0,-1 0 0,0-1 0,-1 0 0,0-1 0,-1 0 0,0-1 0,-1 0 0,0 0 0,-1-1 0,0 0 0,7-23 0,-7 17 0,-1 0 0,-1-1 0,-1 0 0,-1 0 0,0 0 0,-2 0 0,-1-1 0,0 1 0,-4-34 0,0 38 0,0 1 0,-1-1 0,0 1 0,-1 0 0,-1 0 0,-1 0 0,0 1 0,-1 0 0,-1 0 0,-18-23 0,20 29 0,-1 1 0,0 0 0,0 1 0,-1 0 0,0 0 0,0 0 0,0 1 0,-1 1 0,0 0 0,0 0 0,-1 1 0,1 0 0,-1 0 0,0 1 0,0 1 0,0 0 0,-14 0 0,9 1-316,0 1 0,1 1 1,-1 1-1,0 0 0,0 2 0,-19 5 0,23-5-739,0 1 0,0 0 0,1 0 0,0 1 0,0 1 0,0 0 0,0 0 0,-11 12 0,20-17 291,0 0 1,0 0-1,0 1 1,0-1-1,1 1 1,-1-1-1,0 1 1,-1 4-1,-2 26-10441</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6:59.368"/>
    </inkml:context>
    <inkml:brush xml:id="br0">
      <inkml:brushProperty name="width" value="0.05" units="cm"/>
      <inkml:brushProperty name="height" value="0.05" units="cm"/>
      <inkml:brushProperty name="color" value="#E71224"/>
    </inkml:brush>
  </inkml:definitions>
  <inkml:trace contextRef="#ctx0" brushRef="#br0">10 197 12765,'-10'-34'16597,"11"37"-15277,3 35-602,-2-1-1,-4 50 1,1 25-786,1-98 68,1 0 0,1-1 0,0 1 0,1 0 0,6 18 0,-8-29 0,1 1 0,-1-1 0,0 0 0,1 0-1,0 0 1,0 0 0,0 0 0,0 0 0,0 0 0,0 0-1,1-1 1,0 1 0,-1-1 0,1 0 0,0 0 0,0 0-1,0 0 1,0 0 0,0-1 0,1 1 0,-1-1-1,0 0 1,1 0 0,-1 0 0,1-1 0,-1 1 0,6-1-1,6-1-41,-1 0 0,0-1 0,0-1 1,25-9-1,-22 7 15,-1 1 1,1 0 0,0 1-1,17-1 1,6 5-9,-1 3-1,1 1 1,-1 1-1,0 3 1,46 16 0,-43-12 28,0-2 0,1-2 0,-1-1 1,61 2-1,-90-10 44,0 0 0,1-1 0,-1-1 0,0 0 0,0-1-1,-1 0 1,1-1 0,21-10 0,-29 11-25,0 1-1,0-1 0,0-1 0,-1 1 1,1-1-1,-1 0 0,0 0 1,0 0-1,0-1 0,0 1 0,-1-1 1,0 0-1,0 0 0,0 0 1,-1 0-1,1 0 0,-1-1 1,-1 1-1,1-1 0,-1 1 0,0-1 1,1-7-1,-2-4-11,-1 0 0,0 1 0,-1-1 0,-1 1 0,-1 0 0,0 0 0,-12-29 0,-51-98 0,48 107 0,-31-55 134,16 27-2167,33 62 1442,0 0 0,0 0 0,0 0-1,0 0 1,-1 0 0,1 0 0,-1 0 0,1 1 0,-1-1-1,-2-2 1,-11 0-7416</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0.517"/>
    </inkml:context>
    <inkml:brush xml:id="br0">
      <inkml:brushProperty name="width" value="0.05" units="cm"/>
      <inkml:brushProperty name="height" value="0.05" units="cm"/>
      <inkml:brushProperty name="color" value="#E71224"/>
    </inkml:brush>
  </inkml:definitions>
  <inkml:trace contextRef="#ctx0" brushRef="#br0">51 73 13417,'-27'-39'3935,"3"15"10633,37 18-13721,-13 6-847,1-1 0,-1 1 0,1 0 0,-1-1 0,0 1 0,1 0 0,-1 0 0,1-1 0,-1 1 0,0 0 0,1 0 0,-1 0 0,1 0 0,-1 0 0,1 0 0,-1-1 0,1 1 0,-1 0 0,1 0 0,-1 0 0,1 1 0,-1-1 0,1 0 0,-1 0 0,0 0 0,1 0 0,-1 0 0,1 0 0,-1 1 0,1-1 0,-1 0 0,0 0 0,1 1 0,-1-1 0,1 0 0,-1 1 0,0-1 0,1 0 0,-1 1 0,0-1 0,0 0 0,1 1 0,-1-1 0,0 1 0,0-1 0,0 1 0,1-1 0,-1 1 0,0-1 0,0 0 0,0 1 0,0-1 0,0 1 0,0-1 0,0 1 0,0 0 0,64 187 0,3 35 0,-54-179 0,-10-32 0,0 0 0,1 0 0,0-1 0,1 0 0,0 0 0,0 0 0,1 0 0,11 14 0,-1-11 0,-12-13 0,0-1 0,0 1 0,0-1 0,0 0 0,0 0 0,0 0 0,0 0 0,0-1 0,-1 1 0,1-1 0,0 0 0,0 0 0,0-1 0,-1 1 0,7-4 0,0-1 0,1 0 0,-1-1 0,0 0 0,9-9 0,12-15 0,41-52 0,-44 49 0,47-45 0,-47 51 0,-18 17 0,2 0 0,-1 1 0,16-10 0,-23 17 0,0 0 0,1 1 0,-1 0 0,1 0 0,0 0 0,-1 1 0,1-1 0,0 1 0,0 0 0,0 1 0,0-1 0,0 1 0,0 0 0,6 1 0,-2 0 0,0 1 0,0 0 0,0 1 0,-1 0 0,1 0 0,-1 1 0,1 0 0,-1 0 0,-1 1 0,1 0 0,0 0 0,8 10 0,6 6 0,-1 2 0,25 35 0,-25-29 0,32 31 0,-50-57 0,0-1 0,0 0 0,0 1 0,1-2 0,-1 1 0,1 0 0,-1-1 0,1 1 0,0-1 0,-1 0 0,1 0 0,0-1 0,0 1 0,0-1 0,0 0 0,-1 0 0,1 0 0,0 0 0,0-1 0,0 1 0,0-1 0,5-2 0,9-3 0,-2 0 0,1-1 0,25-15 0,19-15 0,-15 6 0,93-57 0,-99 63 0,-19 11 0,1 0 0,0 2 0,0 0 0,1 2 0,1 0 0,-1 2 0,30-7 0,-47 14 0,-1 1 0,1-1 0,-1 1 0,1 0 0,-1 0 0,1 1 0,0-1 0,-1 1 0,1 1 0,-1-1 0,0 1 0,1 0 0,-1 0 0,0 0 0,7 5 0,-2 0 0,-1 1 0,1 0 0,-2 0 0,1 1 0,-1 0 0,8 12 0,27 43 0,-25-37 0,0-1 0,31 34 0,-43-53 0,0-1 0,1 0 0,0 0 0,0-1 0,1 0 0,0 0 0,-1-1 0,1 0 0,1 0 0,-1-1 0,0 0 0,1 0 0,11 1 0,-4-2-35,1-1 0,0-1 0,-1-1-1,1 0 1,-1-2 0,1 1 0,-1-2 0,0 0 0,0-1-1,16-7 1,-1-2-51,-1-1 1,0-2-1,55-39 0,-48 27 28,-1-2 1,-2-2-1,-1 0 0,-1-3 1,30-44-1,-30 25-97,-31 54 154,0 0-1,0 0 0,-1 0 1,1 0-1,-1 0 0,1 0 1,-1 0-1,1 0 1,-1 0-1,0 0 0,1 0 1,-1 0-1,0 0 1,0-1-1,0 1 0,0 0 1,0 0-1,0 0 0,0 0 1,0-1-1,-1 1 1,1 0-1,0 0 0,-1 0 1,1 0-1,-1 0 0,1 0 1,-1 0-1,1 0 1,-1 0-1,0 0 0,1 0 1,-1 0-1,0 0 0,0 1 1,0-1-1,0 0 1,0 0-1,0 1 0,0-1 1,0 1-1,0-1 1,0 1-1,0-1 0,0 1 1,0 0-1,-2-1 0,-2 0 4,-1-1 0,0 1 0,0 0-1,0 0 1,-1 1 0,1 0-1,-11 1 1,0 2-1,1 1-1,-1 1 1,1 0-1,0 1 1,0 1-1,1 0 1,-18 12-1,-95 73-272,94-66-37,-47 45-1295,81-69 1578,-1-1 0,1 0 0,0 0 0,0 1 0,0-1 0,1 0 0,-1 0 0,0 0 0,0 1 0,1-1 0,-1 0 0,0 0 0,1 0 0,-1 0-1,1 0 1,0 1 0,-1-1 0,1 0 0,0 0 0,0-1 0,-1 1 0,3 2 0,1-3 32,1 0 0,-1 1 0,1-2 0,-1 1 0,1 0 0,-1-1 0,0 0 0,1 0 0,-1 0 0,7-3 0,4 0 101,96-30 985,-68 19 311,90-18 0,-128 32-1401,1 0-1,0 0 1,0 1 0,0 0-1,-1 0 1,1 1 0,0-1-1,0 1 1,0 1 0,-1-1-1,1 1 1,-1 0-1,1 0 1,8 5 0,-8-2-25,0 0 0,1 0 0,-2 1 0,1-1 0,0 1 0,-1 1-1,-1-1 1,1 1 0,-1 0 0,5 9 0,9 21-2344,-6 7-6127,-7-22 1362,9 7-4425</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1.021"/>
    </inkml:context>
    <inkml:brush xml:id="br0">
      <inkml:brushProperty name="width" value="0.05" units="cm"/>
      <inkml:brushProperty name="height" value="0.05" units="cm"/>
      <inkml:brushProperty name="color" value="#E71224"/>
    </inkml:brush>
  </inkml:definitions>
  <inkml:trace contextRef="#ctx0" brushRef="#br0">10 108 12729,'-10'-26'19435,"13"22"-19003,17-26-261,-20 29-171,0 1 0,1-1 0,-1 1 0,0-1 0,0 1 0,1-1 0,-1 1 0,0 0 0,1-1 0,-1 1 0,0-1 0,1 1 0,-1 0 0,1-1 0,-1 1 0,0 0 0,1 0 0,-1-1 0,1 1 0,-1 0 0,1 0 0,-1 0 0,1 0 0,-1 0 0,1 0 0,-1-1 0,1 1 0,-1 0 0,1 0 0,-1 1 0,1-1 0,-1 0 0,1 0 0,-1 0 0,1 0 0,-1 0 0,1 0 0,-1 1 0,1-1 0,-1 0 0,1 0 0,-1 1 0,1 0 0,10 12 0,-11-13 0,28 74 0,-23-61 0,0 0 0,0 0 0,-2 1 0,0-1 0,0 1 0,-1 0 0,-1 0 0,0 0 0,-1 0 0,0-1 0,-4 22 0,-2 4 0,7-31 0,3-9 0,5-8 0,-8 7 0,22-26 0,24-40 0,-27 38 0,40-47 0,-37 53 0,0 2 0,2 1 0,0 0 0,39-22 0,-61 41 0,0 0 0,0 0 0,0 1 0,0-1 0,1 1 0,-1 0 0,1 0 0,-1 0 0,1 0 0,-1 1 0,1-1 0,-1 1 0,1 0 0,-1 0 0,1 1 0,0-1 0,-1 1 0,6 1 0,-5 0 0,1 0 0,0 0 0,-1 1 0,1 0 0,-1 0 0,0 0 0,0 0 0,0 0 0,-1 1 0,1 0 0,4 6 0,2 6 0,0 0 0,-1 0 0,-1 1 0,0 1 0,9 30 0,-2 17-1308,-11-19 2599,0 62 0,-1 5-3810,4-57-2917,6 0-4080,1-15-4070</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1.541"/>
    </inkml:context>
    <inkml:brush xml:id="br0">
      <inkml:brushProperty name="width" value="0.05" units="cm"/>
      <inkml:brushProperty name="height" value="0.05" units="cm"/>
      <inkml:brushProperty name="color" value="#E71224"/>
    </inkml:brush>
  </inkml:definitions>
  <inkml:trace contextRef="#ctx0" brushRef="#br0">62 6 20350,'-1'0'151,"1"-1"1,0 1 0,-1 0-1,1-1 1,0 1-1,-1 0 1,1-1-1,0 1 1,-1 0-1,1 0 1,0-1-1,-1 1 1,1 0 0,-1 0-1,1-1 1,-1 1-1,1 0 1,-1 0-1,1 0 1,-1 0-1,1 0 1,-1 0 0,1 0-1,0 0 1,-1 0-1,1 0 1,-1 0-1,1 0 1,-1 0-1,1 0 1,-1 1-1,1-1 1,-1 0 0,1 0-1,0 0 1,-1 1-1,1-1 1,-1 0-1,1 1 1,0-1-1,-1 0 1,0 1 0,-15 27 3082,-4 41-732,17-45-2482,1 1 0,1 0-1,1 0 1,1 0 0,2 0 0,0 0 0,2 0 0,12 39-1,-9-39-20,1 1-1,1-2 1,1 0-1,2 0 0,0-1 1,1-1-1,1 0 1,24 26-1,-35-43 2,0 0 0,1 0 0,-1-1 0,1 1 0,0-1 0,0 0 0,1 0 0,-1-1 0,1 0 0,-1 0 0,1 0 0,0-1 0,0 1 0,1-1 0,-1-1 0,0 1 0,13 0 0,-9-2 0,-1 0 0,0 0 0,1-1 0,-1-1 0,0 1 0,0-1 0,0-1 0,0 0 0,0 0 0,0-1 0,-1 0 0,0 0 0,0-1 0,0 0 0,13-11 0,-3-2 0,0 0 0,-1-2 0,-1 0 0,15-24 0,46-93 0,-2 5 0,-58 108 0,-10 22 0,-3 2 0,-3 0 0,-1 0 0,1 0 0,0 0 0,0 0 0,0 0 0,0 0 0,0 0 0,0 0 0,0 1 0,0-1 0,0 0 0,0 1 0,-1-1 0,1 1 0,0-1 0,0 1 0,0-1 0,-1 1 0,1-1 0,0 1 0,-1 0 0,1 0 0,0-1 0,-1 1 0,1 0 0,-1 0 0,1-1 0,-1 1 0,1 0 0,-1 0 0,0 0 0,1 1 0,13 37 0,-12-32 0,3 15 0,0 0 0,-1 0 0,0 29 0,2 5 0,19 188 0,-11 450 0,-21-593 0,-24 119 0,-38 95 0,51-252 0,-3 0 0,-44 88 0,60-140 0,0 0 0,-1-1 0,0 1 0,-1-1 0,0-1 0,0 1 0,-1-1 0,0-1 0,0 0 0,-1 0 0,-16 11 0,17-15 0,0 0 0,0-1 0,-1 1 0,0-2 0,1 1 0,-1-1 0,0-1 0,0 1 0,-1-2 0,1 1 0,0-1 0,0-1 0,0 1 0,-9-3 0,4 0 0,0 0 0,0-1 0,0 0 0,1-1 0,0-1 0,0 0 0,0 0 0,1-2 0,0 0 0,0 0 0,1-1 0,0 0 0,1-1 0,0 0 0,0 0 0,1-2 0,-9-13 0,10 13 0,0 0 0,1-1 0,1-1 0,0 1 0,1-1 0,0 0 0,1 0 0,1 0 0,0-1 0,1 1 0,0-1 0,1 0 0,1 1 0,1-1 0,0 0 0,5-27 0,2 15 0,1 0 0,2 0 0,0 0 0,2 2 0,0-1 0,30-39 0,-10 22 0,2 1 0,63-59 0,-41 51-415,2 4-1,111-68 1,142-56-5643,-162 97 1177,-50 31-1177,16-1-5482</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020"/>
    </inkml:context>
    <inkml:brush xml:id="br0">
      <inkml:brushProperty name="width" value="0.05" units="cm"/>
      <inkml:brushProperty name="height" value="0.05" units="cm"/>
      <inkml:brushProperty name="color" value="#E71224"/>
    </inkml:brush>
  </inkml:definitions>
  <inkml:trace contextRef="#ctx0" brushRef="#br0">97 29 13605,'0'-1'158,"0"0"0,0 0 0,0 0 0,0 0 0,0 0 0,0 0 0,0 0 0,0 1-1,0-1 1,-1 0 0,1 0 0,0 0 0,-1 0 0,1 0 0,0 0 0,-1 1 0,1-1 0,-1 0 0,1 0-1,-1 1 1,0-1 0,1 0 0,-1 1 0,0-1 0,1 1 0,-1-1 0,0 1 0,0-1 0,0 1 0,1-1-1,-1 1 1,0 0 0,0-1 0,0 1 0,-1 0 0,-31-3 4062,28 3-4132,-3-1 1561,7 3-542,-3 4-811,0 0 0,0 0-1,1 1 1,0-1-1,0 1 1,1 0-1,0 0 1,0-1 0,0 1-1,1 1 1,0-1-1,0 0 1,1 8-1,1 17 346,7 54-1,-3-42-135,4 33-407,3-1 0,4-1 0,3-1-1,31 81 1,-31-110-98,2 0 0,2-2 0,2 0 0,38 48 0,-51-76-50,0-1 1,1 0-1,1 0 1,0-1-1,0-1 1,1-1-1,19 11 1,-24-16-32,0-1 1,1 0 0,-1-1 0,1 0 0,0 0 0,0-1 0,0-1 0,0 0-1,1-1 1,-1 0 0,1 0 0,-1-1 0,12-2 0,0-2 16,-1-1 0,1-1 0,-1-1-1,-1-1 1,1 0 0,-1-2 0,-1-1 0,0 0 0,0-2 0,18-15 0,19-20 486,89-95 1,-109 104 134,-6 10 181,-26 29-669,-6 8-47,-8 20-36,5-17 20,-3 9-6,2 0 0,0 1 0,1 0 0,2 0 0,0 0 0,1 1 0,1-1 0,0 0 0,2 1 0,5 24 0,-3-33 0,-1 0 0,2 0 0,0-1 0,0 0 0,1 0 0,0 0 0,1-1 0,1 1 0,0-2 0,0 1 0,1-1 0,0-1 0,1 1 0,0-2 0,0 1 0,1-1 0,16 8 0,-13-9 0,0 0 0,0-2 0,1 1 0,0-2 0,0 0 0,0-1 0,0 0 0,21 0 0,-10-2 0,-1-1 0,1-2 0,40-6 0,-56 6 0,1 0 0,0-1 0,-1 0 0,0 0 0,1-1 0,-1-1 0,-1 0 0,1 0 0,-1-1 0,0 0 0,0 0 0,0-1 0,-1-1 0,0 1 0,-1-1 0,0 0 0,0-1 0,0 0 0,-1 0 0,-1 0 0,9-20 0,-10 18 0,-1 0 0,0-1 0,-1 1 0,0-1 0,-1 1 0,0-1 0,0 0 0,-2 0 0,1 1 0,-2-1 0,1 0 0,-2 1 0,1-1 0,-2 1 0,1 0 0,-2 0 0,1 0 0,-2 1 0,-7-13 0,-1 3 0,0 1 0,-2 1 1,0 0-1,-1 1 0,-1 1 0,-1 1 0,0 0 1,-1 1-1,0 1 0,-1 1 0,-1 1 1,-36-13-1,13 8-6,-1 2 0,-1 1 1,0 3-1,-1 2 0,-63-3 1,64 9-751,-56 5 0,27 9-3616,61-8 305,1 0 1,-27 12-1,21-5-7601</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375"/>
    </inkml:context>
    <inkml:brush xml:id="br0">
      <inkml:brushProperty name="width" value="0.05" units="cm"/>
      <inkml:brushProperty name="height" value="0.05" units="cm"/>
      <inkml:brushProperty name="color" value="#E71224"/>
    </inkml:brush>
  </inkml:definitions>
  <inkml:trace contextRef="#ctx0" brushRef="#br0">0 297 13997,'28'-26'1357,"-19"16"438,2 1 1,17-14 0,-23 20-1443,0 0 1,0 1 0,0 0-1,1 0 1,-1 0 0,1 1 0,-1 0-1,1 0 1,-1 0 0,7 0-1,3 1 144,0 1 0,24 3 0,-12 1-169,0 2 0,-1 1 0,0 1 0,-1 1 0,0 1 0,0 1 1,41 28-1,-50-28-261,0 2 1,-1-1 0,-1 2-1,0 0 1,-1 1-1,0 0 1,-2 1 0,0 0-1,-1 0 1,0 2-1,-2-1 1,0 1 0,-1 0-1,8 35 1,-4 5 15,-2 1 1,-3-1-1,-3 94 1,3-93 1292,8-89-371,-5-13-905,-1-1 0,3-56 0,5-32-109,-4 69-276,2 0-1,2 1 1,39-91-1,-40 121-694,0 1-1,2 1 0,25-32 0,-27 41-382,1 1-1,1 1 1,1 1 0,0 0-1,23-15 1,-35 28 95,1 0 1,0 0-1,0 0 0,10-3 1,28-4-8933</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4.681"/>
    </inkml:context>
    <inkml:brush xml:id="br0">
      <inkml:brushProperty name="width" value="0.05" units="cm"/>
      <inkml:brushProperty name="height" value="0.05" units="cm"/>
      <inkml:brushProperty name="color" value="#E71224"/>
    </inkml:brush>
  </inkml:definitions>
  <inkml:trace contextRef="#ctx0" brushRef="#br0">9 51 11981,'-1'-1'295,"0"0"1,0 0-1,0 0 0,1-1 0,-1 1 0,0 0 1,1-1-1,-1 1 0,1 0 0,-1-1 1,1 1-1,0-1 0,-1 1 0,1-1 1,0 1-1,0-1 0,0 1 0,0-1 0,0 1 1,1-1-1,-1 1 0,0-1 0,1 1 1,-1-1-1,1-1 0,1-7 159,-1 10-375,0 0 1,-1-1 0,1 1 0,0 0 0,-1 0 0,1-1 0,0 1 0,-1 0 0,1 0 0,0 0 0,-1 0 0,1 0 0,0 0 0,-1 0 0,1 0 0,0 0 0,-1 0 0,1 1 0,0-1 0,-1 0 0,1 0 0,0 0 0,-1 1-1,2 0 1,-1-1 132,13 5 42,-1 1 0,0 0 0,-1 0-1,1 1 1,-2 1 0,1 0 0,16 15 0,70 76 378,-79-76-626,-1-1 1,-1 2-1,0 0 1,-2 2 0,-1-1-1,-1 2 1,-2-1-1,0 2 1,-2-1 0,-1 2-1,-1-1 1,-1 1-1,-2 0 1,-1 0 0,-1 0-1,-1 0 1,-2 1-1,-1-1 1,-9 45 0,9-66 291,0-1 1,0 1-1,-1-1 1,0 1-1,-1-1 1,0 0-1,0 0 1,0 0-1,-1-1 1,0 0 0,0 1-1,-6 4 1,10-11-217,0 0 0,0 0 1,0 0-1,0 0 0,0-1 0,0 1 1,0 0-1,0-1 0,0 1 1,0-1-1,0 1 0,0-1 1,0 0-1,1 1 0,-1-1 0,0 0 1,-1-1-1,2 2 62,-2-2-87,0 0 1,1 0-1,-1 0 0,1 0 0,-1 0 0,1 0 1,0 0-1,0 0 0,0-1 0,0 1 1,1 0-1,-1-1 0,1 1 0,-1-1 0,1 1 1,0-1-1,0 1 0,0-1 0,0 1 1,0 0-1,0-1 0,1-2 0,3-13 88,-1 1-1,8-18 1,-6 18-6,8-21-522,1 0 0,2 2 0,2 0 0,1 0 0,2 2 0,42-54 0,-18 34-1950,2 3 1,2 1 0,57-42 0,-39 41-4284,0 11-4285</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380"/>
    </inkml:context>
    <inkml:brush xml:id="br0">
      <inkml:brushProperty name="width" value="0.05" units="cm"/>
      <inkml:brushProperty name="height" value="0.05" units="cm"/>
      <inkml:brushProperty name="color" value="#E71224"/>
    </inkml:brush>
  </inkml:definitions>
  <inkml:trace contextRef="#ctx0" brushRef="#br0">114 518 11125,'0'0'104,"0"0"1,1 0-1,-1 0 1,0 0-1,0 0 1,0 0-1,1 0 1,-1 0-1,0 0 1,0 0-1,0 0 1,1 0-1,-1 0 1,0-1-1,0 1 1,0 0-1,1 0 1,-1 0-1,0 0 0,0 0 1,0-1-1,0 1 1,0 0-1,1 0 1,-1 0-1,0 0 1,0-1-1,0 1 1,0 0-1,0 0 1,0 0-1,0-1 1,0 1-1,0 0 1,0 0-1,0-1 1,0 1-1,0 0 0,0 0 1,0 0-1,0-1 1,0 1-1,0 0 1,0 0-1,0-1 1,0 1-1,0 0 1,0 0-1,0 0 1,0 0-1,-1-1 1,1 1-1,0 0 1,0 0-1,0 0 1,0 0-1,0-1 0,-1 1 1,1 0-1,0 0 1,0 0-1,-1 0 1,32 2 959,-1 0-148,-18-3-673,39-1 640,59-11-1,-96 10-793,1-1-1,-1 0 1,0 0-1,0-2 1,0 0-1,0 0 1,-1-1 0,18-13-1,-28 18-59,0-1-1,-1 0 1,1 0-1,-1 0 0,1 0 1,-1 0-1,0 0 1,0-1-1,-1 1 1,1-1-1,-1 1 1,1-1-1,-1 0 1,0 0-1,-1 1 1,1-1-1,-1 0 1,1 0-1,-1 0 1,0 0-1,-1-7 1,0 3 46,-1 1 1,1-1 0,-1 1 0,0 0 0,-1-1 0,0 1-1,0 0 1,0 0 0,-7-9 0,6 12 53,0-1 0,0 1 0,0 0 0,-1 0 1,0 0-1,0 0 0,0 1 0,0 0 0,-1 0 0,1 0 0,-1 1 1,0 0-1,0 0 0,0 0 0,1 1 0,-2 0 0,1 0 0,0 1 1,0-1-1,0 1 0,-12 2 0,6-1 83,1 1 0,-1 0 0,1 1 0,-1 0-1,1 1 1,0 0 0,0 0 0,1 2 0,-1-1 0,-13 11 0,5-1 205,2 1 1,0 0-1,1 2 1,0 0-1,-24 38 0,22-26-116,1 1 0,1 0 0,-15 45 0,26-62-300,1 0 0,1 1 0,0 0 0,0-1 0,2 1-1,0 0 1,0 0 0,1 0 0,1 0 0,1 0 0,4 18 0,-4-23-1,2 1 0,-1 0 0,2-1 0,-1 0 0,1 0 0,1 0-1,0-1 1,0 0 0,1 0 0,0 0 0,0-1 0,1 0 0,0 0 0,1-1 0,14 10 0,-3-6-230,0 0 0,1-1 0,0-1 0,1-1 0,0-1 0,0-1 0,1-1 0,-1-1 0,1-1 0,0-1 0,38-1 0,5-5-1709,1-3 0,115-27 0,-133 22 941,0-3-1,-1-2 1,-1-2-1,0-2 1,-2-2 0,50-34-1,-53 29 636,-2-3 0,-1-1 0,53-56 0,-68 63 566,-10 11 244,-1 0-1,0-1 1,-1 0-1,0-1 0,-1 0 1,-1 0-1,8-21 1,-14 29 131,-1-1 1,0 0-1,-1 0 1,0 0-1,1-10 1,-3 17-498,0 1 1,1-1-1,-1 1 1,0 0 0,0-1-1,0 1 1,-1 0-1,1-1 1,0 1-1,0 0 1,-1-1 0,1 1-1,-1 0 1,1 0-1,-1 0 1,0-1-1,1 1 1,-1 0-1,0 0 1,0 0 0,0 0-1,0 0 1,0 0-1,0 0 1,0 0-1,0 0 1,0 1 0,0-1-1,0 0 1,0 1-1,-1-1 1,1 1-1,0-1 1,0 1 0,-1 0-1,1-1 1,0 1-1,-1 0 1,1 0-1,0 0 1,-1 0 0,1 0-1,-1 0 1,1 0-1,0 1 1,0-1-1,-1 0 1,1 1 0,-2 0-1,-3 1 100,0 0 0,0 1 0,0-1 0,0 1 0,0 0 0,1 1 0,-1 0-1,1 0 1,0 0 0,0 0 0,0 1 0,1 0 0,-5 5 0,-5 9 316,0 0 0,-14 26 0,14-20-270,2 0 0,0 1 0,1 1-1,2 0 1,1 0 0,-7 38 0,13-48-241,0 0 1,1 1-1,0-1 1,2 1-1,0-1 0,1 1 1,1-1-1,0 0 0,1 0 1,1 0-1,11 25 1,-12-34-164,0 0 0,1 0 0,0-1 0,0 1 0,1-1 1,0 0-1,0 0 0,1-1 0,-1 0 0,2 0 0,-1 0 1,12 6-1,-7-6-214,0 0-1,1-1 1,-1-1 0,1 0 0,0 0 0,0-1 0,25 2 0,-12-4-316,-1-1 0,1-1 0,-1-1 1,1-1-1,-1-2 0,0 0 1,0-2-1,36-14 0,-35 9 89,-1 0-1,0-2 1,0-1-1,-2-1 1,0-1-1,29-28 1,-23 17 65,-2-2 1,-1-1-1,42-66 1,-26 21 1305,-3-1 1,-4-2 0,40-129 0,-57 143 2368,13-95 0,-26 132-1864,-1 4 415,-6 27-145,-5 39 225,-26 161 1100,-11 85-2530,36-213-518,4 140 1,14-105-4105,-2-74 90,2-3-3353,2-8-5836</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548"/>
    </inkml:context>
    <inkml:brush xml:id="br0">
      <inkml:brushProperty name="width" value="0.05" units="cm"/>
      <inkml:brushProperty name="height" value="0.05" units="cm"/>
      <inkml:brushProperty name="color" value="#E71224"/>
    </inkml:brush>
  </inkml:definitions>
  <inkml:trace contextRef="#ctx0" brushRef="#br0">1 181 10373,'41'-23'4072,"-19"29"-2368,1 2-331,8-5-297,26-3-344,-12-6-64,9 1-316,6-4-468,4-8-444,2-3-552,1-3-472,0 0-149,-10 3-483,-6-3-1568,3-5-2477</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5.706"/>
    </inkml:context>
    <inkml:brush xml:id="br0">
      <inkml:brushProperty name="width" value="0.05" units="cm"/>
      <inkml:brushProperty name="height" value="0.05" units="cm"/>
      <inkml:brushProperty name="color" value="#E71224"/>
    </inkml:brush>
  </inkml:definitions>
  <inkml:trace contextRef="#ctx0" brushRef="#br0">200 9 11569,'-2'-1'646,"-12"-7"5923,11 8-4303,1 0-2034,0 1 1,0-1-1,-1 1 0,1-1 1,0 1-1,0 0 0,0 0 1,0 0-1,0 0 0,0 0 1,0 1-1,0-1 0,0 1 1,1-1-1,-1 1 0,0-1 1,1 1-1,-1 0 1,1 0-1,0 0 0,0 0 1,0 0-1,0 0 0,0 0 1,0 0-1,0 0 0,0 4 1,-4 10 726,1 0 1,-3 32-1,4-24-76,-41 234 701,-21 130-1718,61-353-168,2 63-1,7-14-4353,-5-80 3663,1 0-1,-1 0 1,1-1 0,0 1 0,0 0-1,0-1 1,1 1 0,-1 0 0,1-1-1,0 0 1,4 7 0,17 24-11610</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6.225"/>
    </inkml:context>
    <inkml:brush xml:id="br0">
      <inkml:brushProperty name="width" value="0.05" units="cm"/>
      <inkml:brushProperty name="height" value="0.05" units="cm"/>
      <inkml:brushProperty name="color" value="#E71224"/>
    </inkml:brush>
  </inkml:definitions>
  <inkml:trace contextRef="#ctx0" brushRef="#br0">16 0 11145,'-3'8'533,"0"0"-1,1 0 1,0 0-1,0 0 1,0 0 0,1 0-1,1 1 1,0-1 0,0 0-1,0 0 1,1 1-1,3 12 1,1-3 239,33 90 1820,-32-96-2459,0 0 1,1 0-1,0-1 1,0 0-1,2-1 1,12 14-1,-6-8-39,1-2 0,0 0 0,29 18 0,-39-28-99,1 0 0,0 0-1,0-1 1,0 0 0,0 0-1,0-1 1,1 0 0,0 0-1,-1-1 1,1 0 0,0 0-1,-1-1 1,12-1 0,-16 1 21,1-1 0,-1 0-1,1 0 1,-1 0 0,0-1 0,0 1 0,1-1 0,-1 0 0,0 1 0,-1-2 0,1 1 0,0 0 0,0 0-1,-1-1 1,0 1 0,1-1 0,-1 0 0,3-6 0,0 0 132,0 0 0,-1-1 1,0 1-1,0-1 0,2-13 0,-2-1 893,0-1 0,0-30 1,-3 36 27,0-1 1,2 0 0,8-33-1,-4 36 10,-7 17-1073,0 0 1,0 1-1,0-1 1,0 0-1,0 0 0,1 0 1,-1 0-1,0 1 1,0-1-1,0 0 1,0 0-1,0 0 0,0 0 1,0 0-1,1 1 1,-1-1-1,0 0 1,0 0-1,0 0 0,0 0 1,0 0-1,1 0 1,-1 0-1,0 0 1,0 0-1,0 1 0,1-1 1,-1 0-1,0 0 1,0 0-1,0 0 0,1 0 1,-1 0-1,0 0 1,0 0-1,0 0 1,0 0-1,1-1 0,-1 1 1,0 0-1,0 0 1,0 0-1,0 0 1,1 0-1,-1 0 0,0 0 1,0 0-1,0 0 1,0-1-1,1 1 0,-1 0 1,0 0-1,0 0 1,0 0-1,0 0 1,0-1-1,0 1 0,0 0 1,0 0-1,1 0 1,-1-1-1,0 1 1,0 0-1,0 0 0,0 0 1,0 0-1,0-1 1,0 1-1,0 0 1,4 13-53,-4-12 68,63 455-22,-58-357 0,-4 0 0,-4 1 0,-5-1 0,-4-1 0,-42 162 0,49-237 14,-1-1-1,-2 0 1,0-1 0,-19 36 0,22-50-78,1 0 0,-2 0 0,1-1 0,-1 1 0,0-1 1,0 0-1,-1-1 0,0 0 0,0 0 0,0 0 0,0-1 1,-1 0-1,0 0 0,0-1 0,-16 5 0,13-5-91,0-1 0,0 0 0,0-1 0,-1 0 0,1-1 0,-15-1 0,23 1 174,0-1 1,0 1-1,0-1 1,0 0-1,0 0 1,0 0-1,0 0 0,0-1 1,0 1-1,1-1 1,-1 1-1,-3-4 1,4 3 40,1 1 0,0-1 0,0 0 0,0 1 0,0-1 1,0 0-1,0 0 0,0 0 0,0 0 0,1 0 0,-1 0 0,1 0 0,0 0 0,-1 0 1,1 0-1,0 0 0,0 0 0,0 0 0,1 0 0,-1 0 0,1-3 0,2-6-26,1-1 0,0 1 0,0 0 0,2 0 0,-1 0-1,1 1 1,1 0 0,0 0 0,0 0 0,1 1 0,0 0-1,1 1 1,0 0 0,11-9 0,24-15-74,87-49 1,-102 64 73,707-411-34,-573 337-307,90-55-5626,-177 100 1683,-26 19-2731,-9 6-5331</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6.881"/>
    </inkml:context>
    <inkml:brush xml:id="br0">
      <inkml:brushProperty name="width" value="0.05" units="cm"/>
      <inkml:brushProperty name="height" value="0.05" units="cm"/>
      <inkml:brushProperty name="color" value="#E71224"/>
    </inkml:brush>
  </inkml:definitions>
  <inkml:trace contextRef="#ctx0" brushRef="#br0">35 127 16221,'-10'-12'815,"-12"-18"805,22 28-1451,-1 1 0,1-1 0,-1 1 0,1 0 0,0-1 0,-1 1 0,1-1 0,0 1 0,0-1 0,0 1 0,0-1 0,1 1 0,-1-1 0,0 1-1,0 0 1,1-1 0,-1 1 0,1-1 0,0 1 0,-1 0 0,2-3 0,18-40 9248,-20 44-9397,0 0 1,0-1 0,0 1 0,1 0-1,-1-1 1,0 1 0,0 0 0,0-1-1,0 1 1,1 0 0,-1 0 0,0-1-1,0 1 1,1 0 0,-1 0 0,0-1-1,0 1 1,1 0 0,-1 0 0,0 0-1,1-1 1,-1 1 0,0 0 0,1 0-1,-1 0 1,0 0 0,1 0 0,-1 0-1,0 0 1,1 0 0,-1 0 0,1 0-1,-1 0 1,0 0 0,1 0 0,-1 0-1,0 0 1,1 0 0,-1 0 0,0 0-1,1 0 1,-1 1 0,0-1 0,1 0-1,-1 0 1,0 0 0,0 1 0,1-1-1,-1 0 1,4 13-142,-4-12 182,15 80-61,7 105 0,-10 86 0,-7-135 0,4 459 0,-11-451-44,5 167-2330,3-247-2508,4-24-3006,5 0-6707</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7.117"/>
    </inkml:context>
    <inkml:brush xml:id="br0">
      <inkml:brushProperty name="width" value="0.05" units="cm"/>
      <inkml:brushProperty name="height" value="0.05" units="cm"/>
      <inkml:brushProperty name="color" value="#E71224"/>
    </inkml:brush>
  </inkml:definitions>
  <inkml:trace contextRef="#ctx0" brushRef="#br0">48 55 12845,'-1'-1'131,"-4"-1"254,1-1 0,0 1 0,-1-1 1,1 0-1,0 0 0,-6-6 0,9 7-32,0 1 0,0-1 0,0 1 0,0-1-1,0 1 1,0-1 0,1 0 0,-1 0 0,0 1 0,1-1-1,0 0 1,-1 0 0,1 0 0,0-3 0,5 6 1031,219 58 2247,-135-28-3031,147 73-1,-225-99-561,0 2 0,0-1 0,0 2 0,-1-1 0,17 17 0,-26-22-30,0-1 1,0 1-1,1-1 1,-1 1-1,0-1 1,-1 1 0,1 0-1,0 0 1,0-1-1,-1 1 1,1 0 0,-1 0-1,0 0 1,1 0-1,-1-1 1,0 1 0,0 0-1,0 0 1,0 0-1,-1 0 1,1 0 0,0 0-1,-1-1 1,1 1-1,-1 0 1,0 0 0,1 0-1,-1-1 1,0 1-1,0-1 1,0 1 0,-1 0-1,1-1 1,0 0-1,-2 3 1,-3 1 4,1 0 0,-1 0 1,0 0-1,-1 0 0,1-1 0,-1 0 1,-11 5-1,-194 59-711,57-22-1578,29-3-2788,73-26-403</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7.422"/>
    </inkml:context>
    <inkml:brush xml:id="br0">
      <inkml:brushProperty name="width" value="0.05" units="cm"/>
      <inkml:brushProperty name="height" value="0.05" units="cm"/>
      <inkml:brushProperty name="color" value="#E71224"/>
    </inkml:brush>
  </inkml:definitions>
  <inkml:trace contextRef="#ctx0" brushRef="#br0">1 92 12541,'22'-7'371,"-3"2"155,0-1-1,0 2 0,1 1 1,0 0-1,38 0 0,-30 5 105,0 1 1,-1 1-1,1 2 0,-1 0 1,28 12-1,-38-12-456,-1 1-1,0 1 1,-1 0-1,1 1 1,-2 1 0,1 0-1,-1 1 1,-1 0-1,14 16 1,-12-10-110,-1 0 1,-1 1-1,0 1 1,-2 0-1,0 1 0,-1 1 1,-1-1-1,-1 1 1,0 1-1,-2-1 0,-1 1 1,0 0-1,-2 1 1,-1-1-1,0 1 0,-2-1 1,0 1-1,-2-1 1,-4 28-1,-1-25-29,5-19 107,0 0-1,0-1 1,1 1-1,0 0 1,0 0-1,1 10 1,1 0 2252,2-24 1180,1-13-3721,8-21 387,1 2 1,2-1-1,2 2 1,2 0-1,1 1 1,33-47 0,2 12-4101,122-128 0,-157 180 2662,-4 4-1786,0 0 1,29-20 0,-4 13-7566</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242"/>
    </inkml:context>
    <inkml:brush xml:id="br0">
      <inkml:brushProperty name="width" value="0.05" units="cm"/>
      <inkml:brushProperty name="height" value="0.05" units="cm"/>
      <inkml:brushProperty name="color" value="#E71224"/>
    </inkml:brush>
  </inkml:definitions>
  <inkml:trace contextRef="#ctx0" brushRef="#br0">30 1304 8965,'28'2'2704,"49"-4"1,-13-1 241,1-1-1537,85-14-1,-136 15-1281,-1-1 0,1 0 0,-1-1 0,0 0 1,0-1-1,-1 0 0,0-1 0,0-1 0,18-14 0,-25 17-56,0 0 1,0 0-1,-1 0 0,0 0 1,0-1-1,0 0 1,-1 0-1,1 0 0,-1 0 1,-1-1-1,1 1 1,-1-1-1,-1 1 0,1-1 1,-1 0-1,0 0 0,0 0 1,-1 0-1,0 0 1,0 0-1,-2-7 0,1 10 35,1-1 0,-2 0-1,1 0 1,0 1-1,-1-1 1,0 1-1,0-1 1,0 1 0,-1 0-1,1 0 1,-1 0-1,0 0 1,0 1-1,-1-1 1,1 1 0,-1-1-1,1 1 1,-1 0-1,0 1 1,0-1-1,-1 1 1,1-1-1,0 1 1,-1 1 0,1-1-1,-1 1 1,0-1-1,1 1 1,-1 1-1,-8-1 1,0 0 109,0 2 0,0 0-1,0 1 1,1 0 0,-1 1 0,0 0 0,1 1-1,0 0 1,0 1 0,0 0 0,1 1 0,-1 1-1,1-1 1,-11 11 0,-8 7 307,0 2 1,2 1-1,-34 42 1,41-45-349,2 1-1,0 1 1,2 0 0,1 2-1,1 0 1,-19 52 0,29-68-175,2 0 0,-1 0 1,2 0-1,0 1 1,0-1-1,1 1 1,0-1-1,2 1 0,-1-1 1,1 1-1,1-1 1,0 1-1,1-1 0,0 0 1,1 0-1,0 0 1,1 0-1,1-1 1,11 19-1,-5-15-14,1 0 0,1 0-1,0-1 1,1-1 0,1-1 0,0 0 0,0-1-1,1 0 1,1-1 0,0-2 0,0 1 0,0-2-1,29 7 1,3-1-346,1-2-1,-1-3 1,2-1-1,53-1 1,-41-5-122,0-3 0,0-2-1,0-3 1,-1-3 0,0-2 0,93-32 0,-124 31 317,0-1 1,0-1-1,-2-2 1,0-1-1,47-37 1,-57 38 142,0-2 0,-1 0-1,-1-1 1,-1-1 0,-1-1 0,-1 0-1,0-1 1,12-29 0,-21 37 112,0 0-1,0-1 1,-2 0-1,0 0 1,-1 0 0,-1 0-1,0-1 1,-1-23-1,-1 33-31,0 1 1,-1-1-1,0 1 0,-1-1 0,0 1 0,0 0 0,0-1 1,0 1-1,-1 0 0,-5-8 0,5 10-13,1 1 0,-1 0-1,0 0 1,-1 0 0,1 0 0,0 0 0,-1 0-1,0 1 1,1 0 0,-1 0 0,0 0 0,0 0-1,0 0 1,0 1 0,-1 0 0,1 0-1,-5-1 1,2 2 3,0 0-1,0 0 0,0 1 1,0 0-1,1 0 0,-1 1 1,0 0-1,0 0 0,1 0 1,0 1-1,-1 0 1,1 0-1,0 1 0,0 0 1,1 0-1,-1 0 0,-5 6 1,-6 5 57,0 2 0,1 0-1,-24 33 1,16-16-61,2 1-1,2 0 0,1 2 0,1 0 0,3 1 0,1 0 1,1 1-1,3 1 0,1 0 0,2 1 0,-3 51 0,10-85-86,0 1-1,0-1 1,0 0-1,1 1 0,1-1 1,-1 0-1,1 0 0,0 0 1,1 0-1,-1 0 1,1 0-1,1-1 0,-1 1 1,1-1-1,1 0 1,-1 0-1,10 9 0,-9-11-44,0 0 1,0-1-1,0 1 0,0-1 0,1-1 0,-1 1 1,1-1-1,0 0 0,-1 0 0,1 0 0,0-1 1,0 0-1,0 0 0,1-1 0,-1 0 0,0 0 1,0 0-1,0 0 0,0-1 0,0 0 0,9-3 1,2-2-24,-1 0 0,0-1 0,-1-1 1,1 0-1,-1-1 0,-1-1 0,0 0 0,0-1 1,-1-1-1,-1 0 0,0 0 0,13-18 1,5-10-61,-1-1 0,44-88 0,-18 12 342,-6-2 1,-4-1 0,36-164 0,38-383 1487,-117 651-1579,5-31 169,-1-1 1,-3 0 0,-2 0-1,-7-71 1,6 116 70,-3 7 20,-3 9-220,0 0-1,1 0 0,0 0 0,1 1 0,0-1 1,1 1-1,1 0 0,0 0 0,1 0 1,1 23-1,3 22 89,13 71 0,-13-105-136,15 87-123,5 0 0,4-2 0,5-1 0,74 167 1,-89-238-83,2 6-112,40 63 0,-52-95 214,1-1 0,0-1 0,0 0 0,1 0 0,1 0 0,0-1 0,0-1 0,1 1 0,0-2-1,14 8 1,-22-13 28,0-1-1,0 0 0,0-1 0,1 1 0,-1 0 0,0-1 0,1 0 1,-1 0-1,0 0 0,0 0 0,1 0 0,-1-1 0,0 1 0,0-1 1,1 0-1,-1 0 0,6-3 0,1-1 11,0 0 0,0-1 0,10-8 0,-14 9-6,7-5 13,-1 0 1,-1-1-1,0-1 0,-1 0 1,0 0-1,-1-1 0,0-1 1,-1 1-1,9-23 0,11-13 145,-23 38-115,22-31 109,-12 30-45,-14 12-102,-1 0-1,1 0 1,-1 0 0,1 0 0,0 0-1,-1 0 1,1 0 0,-1 0 0,1 0 0,-1 0-1,1 1 1,-1-1 0,1 0 0,-1 0-1,1 1 1,-1-1 0,1 0 0,-1 0-1,1 1 1,-1-1 0,1 1 0,-1-1-1,0 0 1,1 1 0,-1-1 0,1 1-1,-1-1 1,0 1 0,5 7 36,-1 1 0,0-1 0,0 1 0,-1 0 0,0 0 0,-1 0 1,0 0-1,2 17 0,-1 81 121,-3-88-136,0 47-59,-2-20-1107,3 0 1,1 0-1,11 54 0,-12-92 714,17 63-4280,4-26-3335,0-11-2713</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409"/>
    </inkml:context>
    <inkml:brush xml:id="br0">
      <inkml:brushProperty name="width" value="0.05" units="cm"/>
      <inkml:brushProperty name="height" value="0.05" units="cm"/>
      <inkml:brushProperty name="color" value="#E71224"/>
    </inkml:brush>
  </inkml:definitions>
  <inkml:trace contextRef="#ctx0" brushRef="#br0">1 12 12985,'13'-2'1812,"3"-7"-376,-1 18-279,17 5-233,-10 3-228,1 3-396,5 3-456,1 5-840,9 7-873,-3 5-2907,3 5-3753</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8.847"/>
    </inkml:context>
    <inkml:brush xml:id="br0">
      <inkml:brushProperty name="width" value="0.05" units="cm"/>
      <inkml:brushProperty name="height" value="0.05" units="cm"/>
      <inkml:brushProperty name="color" value="#E71224"/>
    </inkml:brush>
  </inkml:definitions>
  <inkml:trace contextRef="#ctx0" brushRef="#br0">493 59 13885,'-9'-11'568,"-23"-22"3284,29 31-3373,0 0-1,1 0 0,-1 1 1,0 0-1,0-1 0,1 1 0,-1 0 1,0 1-1,0-1 0,0 0 0,0 1 1,-1 0-1,1-1 0,0 1 0,-3 1 1,-3 1-75,0 0 1,0 0 0,0 1 0,0 1 0,1 0-1,-1 0 1,1 0 0,0 1 0,1 0-1,-1 1 1,1 0 0,0 0 0,-12 13 0,1 2-120,0 0 1,1 2-1,-19 34 1,2 3-286,3 1 0,-41 119 0,60-141 0,1 1 0,2 0 0,2 0 0,2 1 0,1 0 0,2 44 0,3-67 0,1 1 0,0-1 0,2 1 0,0-1 0,1 0 0,1-1 0,0 1 0,1-1 0,17 29 0,-17-35 0,1-1 0,0 1 0,0-1 0,1-1 0,0 0 0,1 0 0,0 0 0,0-1 0,1-1 0,0 0 0,1-1 0,-1 0 0,1 0 0,23 6 0,-9-5-39,0-2-1,1-1 1,0-1 0,0-2-1,0 0 1,-1-2 0,1-1 0,0-1-1,0-1 1,-1-1 0,0-2-1,42-15 1,-29 6-195,-1-1 1,-1-1-1,-1-3 0,0 0 1,-2-3-1,0-1 0,46-44 1,-48 35 182,-1-2 0,-2 0-1,-2-2 1,-1-1 0,27-54 0,82-219 939,-40 80 234,-87 216-957,-1 1 0,14-18 0,-21 33-162,0-1 0,0 1 0,0 0 1,0 0-1,0 0 0,0 0 0,0-1 0,0 1 0,0 0 0,1 0 1,-1 0-1,0 0 0,0 0 0,0-1 0,0 1 0,0 0 0,0 0 0,1 0 1,-1 0-1,0 0 0,0 0 0,0 0 0,0 0 0,1 0 0,-1 0 1,0-1-1,0 1 0,0 0 0,0 0 0,1 0 0,-1 0 0,0 0 1,0 0-1,0 0 0,0 0 0,1 0 0,-1 1 0,0-1 0,0 0 1,0 0-1,0 0 0,1 0 0,-1 0 0,0 0 0,0 0 0,0 0 0,0 0 1,0 0-1,1 1 0,3 11 35,0 26-62,-4-34 35,0 50-11,-2 0 0,-3 0 0,-22 97 0,21-119 0,-86 317-850,60-242-1991,23-81 961,-1-1 0,-14 26 0,9-20-1239,7-9-3418,4-2-4259</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09.349"/>
    </inkml:context>
    <inkml:brush xml:id="br0">
      <inkml:brushProperty name="width" value="0.05" units="cm"/>
      <inkml:brushProperty name="height" value="0.05" units="cm"/>
      <inkml:brushProperty name="color" value="#E71224"/>
    </inkml:brush>
  </inkml:definitions>
  <inkml:trace contextRef="#ctx0" brushRef="#br0">51 60 12961,'-51'-11'6313,"64"2"-3877,0 4-252,25 2-600,35 6-368,3-1-251,13 1-209,9-3-304,10 3-512,7-6-984,2 3-529,1-8-907,-4-7-772,3 4-2821,7 5-5328</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0.144"/>
    </inkml:context>
    <inkml:brush xml:id="br0">
      <inkml:brushProperty name="width" value="0.05" units="cm"/>
      <inkml:brushProperty name="height" value="0.05" units="cm"/>
      <inkml:brushProperty name="color" value="#E71224"/>
    </inkml:brush>
  </inkml:definitions>
  <inkml:trace contextRef="#ctx0" brushRef="#br0">148 1378 11673,'-48'5'10835,"49"-8"-9369,-1 1-1325,1-1 1,0 1 0,0-1 0,0 0-1,0 1 1,0 0 0,1-1 0,-1 1-1,1 0 1,-1 0 0,1-1 0,0 1 0,0 1-1,0-1 1,0 0 0,0 0 0,0 1-1,0-1 1,1 1 0,-1 0 0,1 0-1,-1 0 1,6-2 0,11-6 275,8-6-168,0 0-1,-1-2 1,45-39 0,-59 45-225,-1-1 0,0 0 1,0-1-1,-1 0 0,-1 0 1,0-1-1,-1-1 1,0 1-1,6-20 0,-2 0-40,-1 0-1,-2-1 1,-2 0 0,-1 0-1,3-59 1,-9 93 16,0 0 0,0 0 1,0 0-1,0 0 0,0 0 1,0-1-1,0 1 0,0 0 1,0 0-1,-1 0 0,1 0 1,0 0-1,-1 0 0,1 0 1,-1 0-1,1 0 0,-1 0 1,1 0-1,-1 0 0,0 0 1,0 0-1,1 0 1,-1 1-1,0-1 0,0 0 1,0 1-1,-1-2 0,0 2 7,1 0 0,-1 0 1,0 0-1,0 0 0,0 0 0,1 0 0,-1 0 0,0 0 0,0 1 0,1-1 0,-1 1 1,0-1-1,1 1 0,-1 0 0,-2 1 0,-5 4 57,-1 0 1,1 0-1,0 1 0,-12 13 0,-31 39 217,2 2 0,4 2 0,2 2 0,-40 80 0,67-116-207,2 2 1,1-1-1,2 2 0,0 0 0,-10 52 0,20-73-53,1 0 1,0 0-1,1 0 0,0 0 0,1 0 0,0 0 0,1 0 0,0 0 1,4 11-1,-3-14-12,0 0 1,1 0 0,0-1 0,0 0 0,1 1-1,0-2 1,0 1 0,1 0 0,-1-1-1,2 0 1,-1-1 0,1 1 0,8 5 0,-3-5-116,0 1 0,0-1 1,1-1-1,0 0 1,0-1-1,0-1 0,0 0 1,1 0-1,-1-2 1,1 1-1,25-2 1,3-3-467,0-1 1,63-15 0,-17-1-485,121-45 0,-156 44 781,-2-2-1,0-3 1,69-46 0,-73 38 76,70-63 1,-93 74 227,-1-1 1,-2-1 0,0-1-1,22-37 1,-41 60-8,-1 1 0,1-1 0,-1 1 1,0-1-1,0 0 0,0 0 0,0 0 0,0 0 0,-1 0 1,1 0-1,-1-5 0,0 6 1,0 1 1,0 0-1,-1 0 0,1 0 0,0 0 1,-1-1-1,1 1 0,-1 0 1,1 0-1,-1 0 0,1 0 0,-1 0 1,0 0-1,0 0 0,0 0 1,1 0-1,-1 1 0,0-1 0,0 0 1,-2-1-1,-1 1 38,-1-1 0,1 1 0,0 0-1,-1 0 1,1 0 0,0 1 0,-1 0 0,1 0 0,-1 0 0,1 0 0,0 1-1,-1-1 1,1 1 0,-8 3 0,-16 5 135,1 1-1,0 2 1,1 1-1,1 1 1,0 1-1,0 1 1,2 1-1,-30 28 1,24-17-69,1 0 1,1 2 0,2 2-1,1 0 1,-33 59 0,52-81-105,0 0 0,0 0 1,1 1-1,0-1 0,1 1 1,0 0-1,1 1 0,0-1 1,1 0-1,0 20 0,2-26-49,-1 0-1,1 1 1,0-1-1,1 0 1,-1 1 0,1-1-1,0 0 1,0 0-1,1 0 1,0 0-1,0-1 1,0 1-1,0-1 1,0 0-1,1 0 1,0 0-1,0 0 1,0 0-1,0-1 1,1 0-1,-1 0 1,1 0-1,0 0 1,5 1-1,2 1-193,0 0 0,0-1-1,0-1 1,0 0-1,1 0 1,-1-1 0,1-1-1,0 0 1,-1-1-1,1 0 1,18-4 0,-14 1 36,-1-1 1,1-1-1,-1 0 1,-1-1 0,1-1-1,-1 0 1,26-18-1,-13 4 77,-1-1-1,-2-1 1,0-1-1,-1-1 1,-2-1-1,0-1 0,34-59 1,31-80 600,102-273-1,-43-12 1833,-17 47 1612,-120 433-2561,-8-11-1334,-1 0 0,0 0 0,-1 0 0,-8 34 0,-25 79-70,15-64 41,-189 702-281,188-683-1831,-11 94 1,19-2-4051,12-153 2541,4 37 0,12 19-8345</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0.347"/>
    </inkml:context>
    <inkml:brush xml:id="br0">
      <inkml:brushProperty name="width" value="0.05" units="cm"/>
      <inkml:brushProperty name="height" value="0.05" units="cm"/>
      <inkml:brushProperty name="color" value="#E71224"/>
    </inkml:brush>
  </inkml:definitions>
  <inkml:trace contextRef="#ctx0" brushRef="#br0">64 20 12781,'9'-11'5713,"-28"5"-4593,0 3 1120,13 18-1980,3 2-384,-10-3-4948,0 3 83</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2.082"/>
    </inkml:context>
    <inkml:brush xml:id="br0">
      <inkml:brushProperty name="width" value="0.05" units="cm"/>
      <inkml:brushProperty name="height" value="0.05" units="cm"/>
      <inkml:brushProperty name="color" value="#E71224"/>
    </inkml:brush>
  </inkml:definitions>
  <inkml:trace contextRef="#ctx0" brushRef="#br0">1122 232 7417,'-23'-31'1637,"20"26"-1164,-1 0-1,2 0 1,-1 0-1,1 0 0,0-1 1,0 1-1,0 0 1,1-1-1,0 0 1,-1-10-1,-8-24 1711,7 31-1777,0 0 0,-1 1 0,0-1-1,-9-11 1,11 17-317,0 0-1,-1 1 1,1-1-1,-1 0 1,0 1-1,0 0 1,0 0-1,0 0 1,0 0-1,0 0 1,0 0-1,-1 1 1,1 0-1,-1-1 1,-6 0-1,-4 1 13,0 0-1,0 1 1,0 1-1,0 0 0,0 1 1,0 0-1,0 1 1,0 1-1,1 0 1,-1 1-1,1 0 1,0 1-1,1 1 1,-13 8-1,-21 15 172,1 2 1,-51 47-1,24-16 7,4 4-1,2 2 0,-88 123 0,124-150-197,2 2 1,2 1-1,2 2 1,2 0-1,2 1 1,2 1-1,2 0 0,-11 64 1,23-82-81,1 0 1,1 1 0,2-1-1,1 0 1,1 1-1,2-1 1,1 0-1,2 0 1,0 0 0,3-1-1,0-1 1,2 1-1,1-2 1,1 0 0,1 0-1,2-1 1,1-1-1,1-1 1,1-1-1,1-1 1,43 38 0,-11-18-119,3-3 1,1-2 0,98 48 0,196 66-301,-119-56 264,-192-79 119,-1 3-1,-1 1 1,63 45-1,-90-58 29,-1 1 1,0 0-1,0 0 0,-1 1 0,0 0 0,0 1 0,-1 0 1,-1 0-1,0 1 0,0-1 0,-1 2 0,-1-1 0,0 1 1,-1-1-1,0 1 0,2 16 0,-6-16 6,0 1-1,-1-1 1,0 1-1,-1-1 1,-1 1-1,0-1 1,-1 0-1,0 0 1,-1 0-1,0-1 1,-1 0 0,-1 0-1,0 0 1,-13 17-1,-12 12-9,-2-1 0,-53 48 0,-211 169-381,196-174 205,-415 321-591,481-383 507,28-19-50,19-14-52,16-11-12,1 1 0,1 1 0,1 1 1,65-30-1,-76 41 356,1 1 1,1 1 0,-1 0 0,1 2 0,1 1-1,-1 0 1,0 1 0,1 2 0,34 1 0,-50 0 56,0 0 0,0 1 0,-1 0 1,1 0-1,0 1 0,-1-1 1,1 1-1,-1 0 0,0 1 0,1-1 1,-1 1-1,0 0 0,0 0 0,-1 1 1,1 0-1,-1-1 0,0 1 0,0 1 1,0-1-1,0 1 0,-1-1 1,0 1-1,0 0 0,0 0 0,-1 1 1,1-1-1,-1 0 0,2 9 0,0 7 119,0 0-1,-2 0 0,0 0 0,-1 1 0,-2-1 0,0 1 0,-1-1 1,-7 30-1,-7 19 309,-31 80 1,-250 614 1752,71-198-1025,37 13-456,96-141-256,78-326-374,0 220-1,16-278-242,3 0-1,3 0 0,25 101 0,-25-129 28,2-1 0,1 0 0,0-1 0,2 0 0,1-1 0,1 0 0,1-1-1,1 0 1,34 36 0,-21-33-80,1-1 1,1-2-1,1-1 0,1-1 0,1-2 0,0-1 0,1-2 1,1-1-1,38 9 0,39 5-445,190 23 0,558-2-515,-216-23 2073,-619-24-847,496 58 1424,-458-50-1818,0-2 0,1-4 0,-1-2 0,1-3 0,-1-2 0,73-15 0,41-21-7692,-92 13-1129</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13.799"/>
    </inkml:context>
    <inkml:brush xml:id="br0">
      <inkml:brushProperty name="width" value="0.05" units="cm"/>
      <inkml:brushProperty name="height" value="0.05" units="cm"/>
      <inkml:brushProperty name="color" value="#E71224"/>
    </inkml:brush>
  </inkml:definitions>
  <inkml:trace contextRef="#ctx0" brushRef="#br0">2849 178 6781,'-11'-17'987,"8"13"-552,1 1 0,-1-1-1,1 0 1,0 0-1,0 0 1,0-1 0,0 1-1,0-5 1,2 7-248,0-1 0,0 0-1,0 1 1,0-1 0,1 1-1,-1-1 1,1 1 0,0-1-1,0 1 1,0-1 0,0 1 0,0 0-1,0 0 1,0-1 0,1 1-1,0 0 1,-1 0 0,4-3-1,3-2 62,-1 0 0,1 1 0,0 0 0,1 0 0,0 1-1,0 0 1,0 1 0,0 0 0,0 0 0,1 1 0,0 0 0,0 1-1,14-2 1,-2 1-26,-1 1-1,1 1 0,0 1 1,-1 1-1,30 5 0,-34-3-123,-1 1-1,1 1 0,-1 0 1,-1 1-1,1 0 0,-1 2 1,0 0-1,0 0 0,-1 1 1,23 20-1,-30-22-61,0-1 1,0 2-1,-1-1 0,0 0 0,-1 1 1,1 0-1,-2 1 0,1-1 0,-1 1 1,0 0-1,-1 0 0,0 0 0,-1 0 1,0 0-1,0 1 0,-1-1 0,0 1 1,0-1-1,-1 1 0,-2 15 0,-1-7-3,-1-1 0,-1 1 0,0-1 0,-1 0 0,-1 0 0,-11 19 0,-62 91 113,70-112-135,-51 67 51,-81 83 0,-6 8 0,90-97-40,-51 90-1,87-128-17,1 1 0,3 1 0,1 0 0,-18 71-1,30-92-1,1 0 0,1 0-1,1 1 1,1-1 0,1 1 0,0-1-1,6 35 1,-5-46-4,1 1 1,0-2-1,1 1 1,0 0-1,0 0 1,1-1-1,-1 0 0,2 0 1,-1 0-1,1 0 1,0 0-1,0-1 1,1 0-1,0 0 0,0-1 1,0 0-1,1 0 1,0 0-1,0-1 1,12 6-1,-5-4-4,1-2-1,0 0 1,0 0 0,0-2 0,1 1-1,-1-2 1,1 0 0,-1-1-1,1-1 1,-1 0 0,1-1-1,-1-1 1,0 0 0,0-1 0,18-7-1,-3-1 0,0 0-1,-2-2 0,0-2 1,0 0-1,-1-2 1,34-29-1,36-37-43,-95 82 43,-24 0 161,14 3-116,1 0 0,0 1 0,-1 0-1,1 0 1,0 0 0,0 1 0,0 0 0,1 1 0,-1-1-1,1 1 1,-1 1 0,1-1 0,1 1 0,-1 0 0,1 0 0,-9 11-1,-3 4 225,2 0-1,1 1 1,-23 42-1,10-3 114,3 1-1,2 2 0,3 0 1,3 0-1,2 2 0,4 0 1,-3 69-1,17 472 1108,6-368-1230,-22 287 195,3-436-401,-4-1 1,-4-1-1,-55 163 0,26-135-44,-6-2-1,-103 167 1,-166 193-402,213-320 180,-55 75 23,-186 283-113,299-427 294,4 3 0,4 1 0,4 1 0,-35 125 0,58-149 15,3 1 0,3 1 1,3-1-1,2 1 0,12 133 0,-3-161 4,1-1 0,2 0 0,2 0 0,2-1 0,25 56 0,100 166 70,-117-225-56,-9-15-35,-4-9 27,-1 1 0,0-1 0,0 1 0,-1 0 1,-1 0-1,0 1 0,0-1 0,-1 1 0,2 21 0,-5-32-7,0 0-1,0 1 1,0-1-1,0 1 1,-1-1-1,1 0 1,-1 1-1,1-1 1,-1 0-1,1 0 1,-1 1-1,0-1 1,0 0-1,0 0 1,1 0-1,-1 0 1,0 0-1,0 0 1,0 0-1,-1 0 1,1 0-1,0-1 1,0 1-1,0 0 0,-1-1 1,1 1-1,0-1 1,-1 1-1,-1 0 1,-5 1-3,-1-1 1,0 0-1,-15 1 1,18-2 4,-29 1-18,0-3 0,-64-9 0,-72-25-283,101 19 65,-242-55-1306,-107-25-2531,140 45-4425,121 29-2218</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38.313"/>
    </inkml:context>
    <inkml:brush xml:id="br0">
      <inkml:brushProperty name="width" value="0.05" units="cm"/>
      <inkml:brushProperty name="height" value="0.05" units="cm"/>
      <inkml:brushProperty name="color" value="#E71224"/>
    </inkml:brush>
  </inkml:definitions>
  <inkml:trace contextRef="#ctx0" brushRef="#br0">950 0 3780,'-290'9'3377,"181"-6"-2792,-149 24 0,17 17-3806,189-32 1099</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47.330"/>
    </inkml:context>
    <inkml:brush xml:id="br0">
      <inkml:brushProperty name="width" value="0.035" units="cm"/>
      <inkml:brushProperty name="height" value="0.035" units="cm"/>
    </inkml:brush>
  </inkml:definitions>
  <inkml:trace contextRef="#ctx0" brushRef="#br0">1103 609 5040,'3'-11'964,"-1"-1"0,0 0-1,-1 0 1,-1 0-1,-1-14 1,1 11 99,0 0-1,4-23 1,-2 20-338,0 0-1,-1 0 1,-1 0 0,-1 0 0,-6-35-1,-26-85 1705,29 126-2291,0 1-1,0 0 0,-1 0 1,0 0-1,-1 1 1,0 0-1,0 0 0,-1 0 1,-9-9-1,10 14-59,0-1 0,-1 0-1,1 1 1,-1 1 0,0-1-1,0 1 1,-1 0 0,1 0-1,-1 1 1,0 0 0,0 1-1,0 0 1,-16-3 0,0 4 32,-1 0 1,1 2-1,0 1 0,-1 0 1,1 2-1,0 1 0,1 1 1,-1 1-1,1 1 1,1 1-1,-1 1 0,-31 19 1,-4 7 67,2 2 1,2 2 0,-64 62 0,88-74-123,2 1 1,0 1-1,2 2 0,1 0 0,2 2 1,1 1-1,-27 60 0,41-75-29,0 1 0,2 0 0,0 0 0,1 1-1,2 0 1,-2 38 0,5-43-16,0 0 0,2 1 0,0-1 0,2 0-1,-1-1 1,2 1 0,0-1 0,1 1 0,12 22 0,-4-15-34,2-1 1,0 0-1,1-1 1,1 0-1,1-2 1,31 26-1,140 96-329,129 34-98,-214-123 258,117 77 1,-208-120 180,0 1-1,0 1 1,-1 0-1,0 0 1,-1 2 0,-1-1-1,0 2 1,16 26 0,-22-30 4,0-1 0,0 1 0,-1 0 0,0 0 1,-1 0-1,0 0 0,-1 1 0,-1-1 1,0 1-1,0-1 0,-1 1 0,0 0 0,-1-1 1,-3 17-1,-3-3 7,0-1 0,-2 0 0,-1-1 0,0 0 0,-2-1 0,-1 0 0,0 0 0,-2-2 0,-27 32 0,-16 8-10,-101 82 0,95-87 25,-49 45 1,-135 111-65,133-110 106,62-52-39,51-47-16,6-4 63,40-20-69,0 2 0,2 1 0,1 3 0,0 1-1,1 3 1,62-8 0,-95 19-4,-1 0 0,1 1-1,-1 1 1,1 1 0,0 0 0,-1 0-1,0 2 1,0 0 0,0 0 0,20 10-1,-27-10 15,1 0 0,-1 1 0,1 0 0,-1 0 0,-1 0 0,1 1 0,-1 0 0,0 1 0,0-1 0,-1 1 0,0 0 0,0 0 0,-1 1 0,0 0-1,0-1 1,0 1 0,-1 1 0,4 15 0,-4-2 31,-1-1 1,0 1-1,-2 0 0,0 0 0,-1-1 1,-2 1-1,-6 28 0,-48 151 183,-84 147 113,-25-11 150,-24 52 91,166-334-493,-156 392 702,165-397-681,1 1-1,3 1 0,2-1 1,3 2-1,1-1 1,3 1-1,5 56 0,1-83-52,0 0-1,1-1 0,2 0 1,1 0-1,0 0 1,2-1-1,1-1 0,1 0 1,1 0-1,1-1 1,0 0-1,2-2 1,29 31-1,-19-26-14,0-2 0,2 0 0,0-2 0,2-1 0,0-1 0,1-2 0,1-1 0,0-2 0,47 15 0,-30-15-15,91 15 1,-113-25-629,0-2 1,0-1-1,0-1 1,0-1-1,28-5 0,-50 4-168,0 1 0,0-1-1,0 0 1,0 0-1,8-5 1,-12 6 286,0 1 1,0-1 0,0 1-1,0-1 1,0 0 0,0 0-1,0 1 1,-1-1 0,1 0-1,0 0 1,0 0 0,-1 0-1,1 0 1,0-2 0,-11-15-10191</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57.313"/>
    </inkml:context>
    <inkml:brush xml:id="br0">
      <inkml:brushProperty name="width" value="0.035" units="cm"/>
      <inkml:brushProperty name="height" value="0.035" units="cm"/>
    </inkml:brush>
  </inkml:definitions>
  <inkml:trace contextRef="#ctx0" brushRef="#br0">36 26 4908,'0'0'2644,"-1"-2"-2315,0 0 1,0 0-1,-1 0 0,1 0 1,0 1-1,0-1 0,-1 0 0,1 1 1,-1-1-1,-2-1 0,-14-2-8519</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7:58.708"/>
    </inkml:context>
    <inkml:brush xml:id="br0">
      <inkml:brushProperty name="width" value="0.035" units="cm"/>
      <inkml:brushProperty name="height" value="0.035" units="cm"/>
    </inkml:brush>
  </inkml:definitions>
  <inkml:trace contextRef="#ctx0" brushRef="#br0">64 0 7333,'-2'1'1563,"-3"0"-870,1 0 1,0 0-1,-1 1 1,1 0-1,0-1 0,0 2 1,0-1-1,0 0 0,1 1 1,-1 0-1,1 0 0,-4 3 1,6-5-640,0 0 0,1 0 1,-1-1-1,1 1 0,-1 0 1,1 0-1,-1 0 0,1 0 1,-1 0-1,1 0 0,0 0 1,0 0-1,-1-1 0,1 1 0,0 0 1,0 0-1,0 0 0,0 0 1,0 0-1,0 0 0,0 0 1,1 0-1,-1 1 0,1 0 10,0 0-1,1-1 1,-1 1-1,0-1 0,1 1 1,-1-1-1,0 1 1,1-1-1,0 0 0,-1 0 1,1 0-1,0 0 1,0 0-1,-1 0 0,1-1 1,3 2-1,16 4 187,1-1 0,-1-1-1,0-1 1,39 1 0,-15-1-31,2266 155 1316,-1059-111-1555,-1187-50-1947,-61 3 258,-6 3-971,-6 8-2681,-1 4-3212</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0.518"/>
    </inkml:context>
    <inkml:brush xml:id="br0">
      <inkml:brushProperty name="width" value="0.035" units="cm"/>
      <inkml:brushProperty name="height" value="0.035" units="cm"/>
    </inkml:brush>
  </inkml:definitions>
  <inkml:trace contextRef="#ctx0" brushRef="#br0">150 126 14717,'-27'59'2476,"-10"27"-51,23-45-1871,1-4-121,2 1 0,1 1 0,-10 75 0,4 59 203,15-146-555,0 1-1,2-1 1,1 1-1,1-1 1,1 0 0,14 45-1,-14-55-54,0-1 0,2 1 0,0-1 0,0 0 0,2 0 0,0-1 0,1 0 0,0-1-1,1 0 1,1 0 0,0-1 0,1 0 0,1-1 0,0 0 0,0-1 0,29 18 0,-24-20 75,0 0 0,0-1 0,1-1 0,-1-1 0,1-1 0,1 0 0,-1-1 0,1-2 1,0 1-1,0-2 0,-1-1 0,1-1 0,35-5 0,-41 4 117,0-1-1,-1-1 1,1 0-1,-1-1 1,0 0 0,0-1-1,-1-1 1,0 0-1,0 0 1,0-2-1,-1 1 1,0-1 0,-1-1-1,0 0 1,-1 0-1,0-1 1,0 0 0,-1-1-1,-1 1 1,9-18-1,-7 7-48,-1-1-1,-1 0 1,-1 0-1,-1 0 1,-1-1-1,-1 1 0,-1-1 1,-2 0-1,0 0 1,-6-44-1,-2 21 109,-1 0 0,-3 0 0,-2 1 0,-28-63 0,24 67-277,-3 1 0,-1 1 0,-2 1 0,-1 2 0,-3 0 0,-1 1 0,-1 2 0,-2 1 0,-55-44 0,72 66 0,0 2 0,-1-1 0,0 2 0,-19-8 0,28 13 0,0 1 0,0 0 0,0 0 0,0 0 0,0 1 0,0 0 0,0 1 0,0-1 0,0 1 0,-1 1 0,1-1 0,-12 4 0,16-4-201,1 1 0,0 0 1,0 0-1,0 1 0,-1-1 0,1 0 1,0 1-1,0-1 0,1 1 0,-1-1 1,0 1-1,1 0 0,-1 0 0,1 0 1,-1 0-1,1 0 0,0 0 0,0 0 1,0 1-1,0-1 0,0 0 0,0 1 1,1-1-1,-1 0 0,1 1 0,-1-1 1,1 1-1,0-1 0,1 4 0,-1 1-917,0 0-1,1 0 0,1 0 1,-1-1-1,1 1 1,0 0-1,0-1 0,1 0 1,3 7-1,21 25-11455</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1.083"/>
    </inkml:context>
    <inkml:brush xml:id="br0">
      <inkml:brushProperty name="width" value="0.035" units="cm"/>
      <inkml:brushProperty name="height" value="0.035" units="cm"/>
    </inkml:brush>
  </inkml:definitions>
  <inkml:trace contextRef="#ctx0" brushRef="#br0">46 517 14877,'0'-10'1582,"0"0"-1,-1 1 1,-3-16 0,-1-18 9597,4 47-10836,-9 33-339,2 1 1,1 0-1,2 0 1,2 1 0,1-1-1,2 1 1,2-1-1,7 47 1,-2-60-5,17 47 0,-16-51 0,-6-15 0,0-1 0,1-1 0,0 1 0,0 0 0,0 0 0,0-1 0,1 0 0,-1 0 0,1 0 0,0 0 0,1 0 0,-1-1 0,1 0 0,-1 0 0,1 0 0,0 0 0,0-1 0,0 0 0,0 0 0,0 0 0,1-1 0,-1 0 0,1 0 0,-1 0 0,1 0 0,6-1 0,52 7 0,0 4 0,88 26 0,-88-21 0,-44-12-1,0 0 1,0-2-1,0 0 0,0-1 1,1-2-1,-1 0 0,0-1 1,0 0-1,0-2 1,-1-1-1,1 0 0,-1-1 1,0-1-1,0-1 0,-1-1 1,0-1-1,26-18 0,-12 5 2,-1-2-1,-2-1 0,0-1 0,-2-1 1,-1-2-1,-1-1 0,-2-1 0,22-38 1,64-145 10,-12 19-13,-37 82 2,28-47 0,-63 129 0,-25 33 0,-1-1 0,1 0 0,0 1 0,0-1 0,0 0 0,0 1 0,0-1 0,0 1 0,0-1 0,1 0 0,-1 1 0,0-1 0,0 0 0,0 1 0,0-1 0,0 0 0,0 1 0,1-1 0,-1 0 0,0 1 0,0-1 0,1 0 0,-1 0 0,0 1 0,0-1 0,1 0 0,-1 0 0,0 0 0,1 1 0,-1-1 0,0 0 0,1 0 0,-1 0 0,0 0 0,1 0 0,-1 1 0,0-1 0,1 0 0,-1 0 0,0 0 0,1 0 0,-1 0 0,0 0 0,1 0 0,-1 0 0,1 0 0,-1-1 0,0 1 0,1 0 0,-1 0 0,0 0 0,1 0 0,-1 0 0,0-1 0,1 1 0,-1 0 0,0 0 0,0 0 0,1-1 0,-1 1 0,0 0 0,0-1 0,1 1 0,-26 330 0,11-196 0,9-70-40,-34 274-2222,24-268-1458,4-25-366,4 1-3302,5-3-4899</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1.240"/>
    </inkml:context>
    <inkml:brush xml:id="br0">
      <inkml:brushProperty name="width" value="0.035" units="cm"/>
      <inkml:brushProperty name="height" value="0.035" units="cm"/>
    </inkml:brush>
  </inkml:definitions>
  <inkml:trace contextRef="#ctx0" brushRef="#br0">71 192 16974,'-60'-29'3560,"50"18"2752,23-1-3939,-4-2-485,10 3-384,19-1-1348,7 4-156,12-1 0,13 1 0,16-1 0,18 0-1108,11 1-1552,15-12-1145,9 0-3587,11 8-7426</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2.382"/>
    </inkml:context>
    <inkml:brush xml:id="br0">
      <inkml:brushProperty name="width" value="0.035" units="cm"/>
      <inkml:brushProperty name="height" value="0.035" units="cm"/>
    </inkml:brush>
  </inkml:definitions>
  <inkml:trace contextRef="#ctx0" brushRef="#br0">522 300 13669,'-2'-5'287,"0"-5"1416,-1-1 0,0 1 0,-1 0 0,-11-21 7456,15 29-7274,-4-10-1051,4 11-830,0 1 1,0-1 0,0 1-1,0 0 1,0-1 0,0 1-1,-1-1 1,1 1 0,0-1-1,0 1 1,-1 0 0,1-1-1,0 1 1,0-1 0,-1 1-1,1 0 1,0-1 0,-1 1-1,1 0 1,-1 0 0,1-1-1,0 1 1,-1 0 0,1 0-1,-2-1 1,-2 3-5,0 0 0,0-1 0,1 1 0,-1 1 0,0-1 0,1 0 0,-1 1 0,1 0 0,-3 3 0,-7 4 0,-19 16 0,0 1 0,2 1 0,1 2 0,2 1 0,1 1 0,-33 53 0,27-31 0,3 0 0,3 2 0,-33 101 0,47-122 0,2 1 0,2 0 0,1 0 0,2 1 0,2-1 0,1 1 0,2 0 0,1 0 0,2 0 0,1 0 0,3-1 0,0 1 0,20 52 0,-23-77 0,1 1 0,0-2 0,1 1 0,1 0 0,0-1 0,0-1 0,1 1 0,0-1 0,1 0 0,0-1 0,1 0 0,-1 0 0,2-1 0,-1-1 0,21 11 0,-29-17-35,1 0-1,-1 0 1,1-1-1,-1 1 1,1-1-1,-1 0 1,1 0-1,-1 0 1,1 0-1,0 0 1,-1 0 0,1-1-1,-1 1 1,1-1-1,-1 0 1,0 0-1,1 0 1,-1 0-1,0 0 1,1 0 0,-1-1-1,0 1 1,0-1-1,2-1 1,2-2-154,-1 0-1,0 0 1,0-1 0,-1 0 0,1 0 0,-1 0 0,4-8-1,2-8-153,-2 0 0,0 0 0,-1-1 0,-2 0-1,0 0 1,-1 0 0,-2-1 0,0 1 0,-1-1 0,-2 1-1,-3-30 1,-9-24 39,-2 0 0,-28-78 1,11 39 237,25 91 74,1-1 1,2 0-1,0 1 0,1-29 0,3 43-6,1 1-1,0-1 1,0 1-1,1-1 1,0 1 0,1 0-1,0 0 1,1 0-1,0 0 1,1 1-1,0 0 1,11-17 0,-1 9-43,0 0 0,1 1 0,1 0 1,1 2-1,0 0 0,1 1 0,24-13 0,150-64-129,76-13-20,-13 6 3109,-166 69 635,-89 28-3478,0 0 1,0 0-1,0 0 1,0 0-1,0 0 1,0 0-1,1 1 1,-1-1-1,0 0 1,0 0-1,0 1 1,0-1-1,0 1 1,0-1-1,0 1 1,0-1-1,0 1 1,1 1-1,3 1 51,-3-2-124,0 1 1,0-1-1,1 0 1,-1 1-1,-1-1 1,1 1-1,0 0 1,0 0-1,-1-1 1,1 1-1,-1 0 1,1 1-1,-1-1 1,0 0-1,0 0 1,0 0-1,0 1 1,0-1-1,0 0 1,-1 1-1,1-1 1,-1 1-1,0 3 1,1 9-8,-1-1 0,-1 0 0,-3 17 0,3-19 3,-14 84 1,-4-1 0,-49 149 0,-92 175 0,7-22 0,67-118 0,72-221 0,2-1 0,-7 114 0,18-153 0,2 1 0,0-1 0,1 0 0,1 1 0,0-1 0,2-1 0,0 1 0,10 23 0,-11-32 0,0-1 0,1 0 0,-1 1 0,2-2 0,-1 1 0,1-1 0,0 1 0,1-2 0,-1 1 0,1-1 0,1 0 0,-1 0 0,1-1 0,0 0 0,0 0 0,1-1 0,12 5 0,-14-8 0,-1 0 0,1 0 0,-1 0 0,1-1 0,-1 0 0,1-1 0,-1 1 0,1-1 0,-1-1 0,1 1 0,-1-1 0,0 0 0,0 0 0,0-1 0,0 0 0,0 0 0,0 0 0,-1-1 0,0 0 0,1 0 0,-1 0 0,-1 0 0,1-1 0,-1 0 0,6-8 0,-2 3 0,-1-1 0,0 0 0,-1-1 0,0 1 0,-1-1 0,0 0 0,-1 0 0,5-26 0,-4 1 0,-1 0 0,-3-49 0,-1 80 0,1-53 0,9-77 0,-4 106-16,2 0 0,0 0 1,2 1-1,2 0 0,0 1 0,2 0 1,29-43-1,0 10-385,101-109 0,-99 121-1293,72-73-3183,-98 105 2308,0 1 1,1 0 0,1 2-1,37-20 1,-17 16-6874</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3.208"/>
    </inkml:context>
    <inkml:brush xml:id="br0">
      <inkml:brushProperty name="width" value="0.035" units="cm"/>
      <inkml:brushProperty name="height" value="0.035" units="cm"/>
    </inkml:brush>
  </inkml:definitions>
  <inkml:trace contextRef="#ctx0" brushRef="#br0">1090 1002 13705,'-2'-12'71,"-1"-4"1554,-1-1 0,-9-24 0,11 36-1083,0 1 0,0-1-1,-1 0 1,0 1-1,1 0 1,-2-1 0,1 1-1,0 1 1,-1-1-1,0 0 1,0 1 0,0-1-1,-5-2 1,-2 1-322,-1 0 0,1 0 0,-1 2 0,0-1 0,0 1 0,0 1 0,-1 0 0,1 1 0,0 0 0,-1 1 0,1 1 1,-1 0-1,1 0 0,0 1 0,0 1 0,-19 5 0,-4 4 338,0 2 1,1 0-1,0 3 1,-41 26-1,-3 8-559,3 4 1,2 2-1,3 4 1,-92 102-1,156-155 21,-15 15-226,1 1 0,-29 46 0,45-64 103,1 0 0,-1 0 1,1 1-1,1-1 0,-1 1 0,1 0 1,0 0-1,0 0 0,1 0 1,0 0-1,1 0 0,-1 1 0,1-1 1,0 0-1,1 0 0,0 0 0,3 13 1,-3-17 63,0-1 1,0 1-1,0-1 1,1 1-1,-1-1 1,1 1-1,-1-1 1,1 0-1,0 0 1,0 0-1,0 0 1,0 0-1,0 0 1,0-1 0,1 1-1,-1-1 1,0 1-1,1-1 1,-1 0-1,4 1 1,0 0 0,-1-1 0,1 0 0,0-1 0,0 0 0,-1 1 0,1-2 0,0 1 0,-1-1 0,9-1 0,8-4 21,0-1 1,0-1-1,35-19 1,99-59 428,-89 46 114,110-46 0,-163 81-495,0 1 0,1 0 0,-1 1 0,0 0 0,1 1 0,0 1 0,-1 0 0,1 1 0,0 1 1,0 0-1,-1 1 0,25 7 0,-16-2-35,-1 1 0,1 0 0,-2 2-1,1 1 1,-2 1 0,1 1 0,20 17 0,16 15-195,88 63-1662,-121-92 1297,0-2 0,1-1 1,0-1-1,38 13 0,-57-23 495,0-1-1,0 1 1,0-1 0,0 0-1,0-1 1,0 1 0,0-1-1,0-1 1,0 1 0,0-1-1,0 0 1,0 0 0,0-1-1,7-2 1,-5 1 19,-1-1-1,0 0 1,-1-1-1,1 1 1,-1-1-1,0 0 1,0-1-1,0 1 1,8-12-1,1-6 64,-1 0-1,-1-1 1,-1 0 0,-1-1-1,11-35 1,184-655 1745,-157 487-1101,49-196 1163,-94 410-1747,8-28 187,-11 40-209,0 0 0,0 0 0,0 0 0,0-1 0,1 1 1,-1 0-1,1 0 0,-1 1 0,1-1 0,0 0 1,-1 0-1,1 1 0,4-3 0,-6 3-38,1 1-1,-1 0 0,0 0 1,1 0-1,-1 0 1,0-1-1,1 1 1,-1 0-1,0 0 1,1 0-1,-1 0 1,0 0-1,1 0 1,-1 0-1,0 0 1,1 0-1,-1 0 1,0 0-1,1 0 1,-1 0-1,0 0 1,1 0-1,-1 0 0,0 0 1,1 0-1,-1 0 1,0 1-1,1-1 1,-1 0-1,0 0 1,1 0-1,-1 1 1,0-1-1,0 0 1,1 0-1,-1 1 1,0-1-1,0 0 1,0 1-1,1-1 1,-1 0-1,0 0 1,0 1-1,3 21 266,-2-11-129,4 73 183,-10 145 1,-30 88 510,0 15-394,26-93-443,9-196-14,3 1 0,1-1 1,15 61-1,-17-95-47,0 0 1,1-1-1,1 1 1,-1-1-1,1 1 1,1-1-1,9 13 1,-12-19 17,0 1 1,0-1 0,0 0 0,0 0 0,1 0 0,-1 0 0,1 0 0,-1 0 0,1-1 0,0 1 0,0-1 0,0 0 0,0 1-1,0-2 1,0 1 0,0 0 0,0 0 0,0-1 0,0 0 0,0 0 0,1 0 0,-1 0 0,0 0 0,0-1 0,6-1 0,3-2-64,0 0 1,0-1-1,-1-1 1,0 0-1,0-1 1,0 0-1,-1 0 1,0-1-1,-1-1 1,11-10-1,14-19-422,35-49-1,-63 79 454,69-99-590,-5-3 0,-4-3 0,70-166 0,-79 139 1658,41-160 1,-92 276-313,0 0-1,5-46 1,-11 69-664,0 1 1,0-1-1,0 1 0,1-1 0,-1 1 0,0-1 1,0 0-1,0 1 0,0-1 0,0 1 0,0-1 0,0 0 1,0 1-1,0-1 0,0 1 0,0-1 0,-1 0 1,1 1-1,0-1 0,0 1 0,0-1 0,-1 1 1,1-1-1,0 1 0,-1-1 0,1 1 0,0-1 1,-1 1-1,1-1 0,-1 1 0,1 0 0,-1-1 1,1 1-1,-1 0 0,1-1 0,-1 1 0,1 0 1,-1 0-1,1-1 0,-1 1 0,0 0 0,1 0 1,-1 0-1,1 0 0,-1 0 0,0 0 0,1 0 1,-1 0-1,1 0 0,-1 0 0,0 0 0,1 0 1,-1 0-1,1 1 0,-1-1 0,1 0 0,-1 0 1,1 1-1,-1-1 0,0 1 0,-4 1 105,0 1 1,1 1-1,-1-1 0,1 1 1,-6 6-1,-7 11-128,1 1 0,2 1 0,0 0 0,1 1 0,2 1 0,-11 29 0,8-20 0,-20 53 0,3 2 0,4 1 0,-15 95 0,30-116 0,4 1 0,2 0 0,4 1 0,11 120 0,-4-152-566,2 0 1,1 0-1,2-1 1,2 0-1,22 47 1,-24-63-439,2 0 1,1 0-1,0-2 0,2 1 1,0-2-1,1 0 1,1-1-1,1 0 1,32 24-1,55 23-15350</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3.775"/>
    </inkml:context>
    <inkml:brush xml:id="br0">
      <inkml:brushProperty name="width" value="0.035" units="cm"/>
      <inkml:brushProperty name="height" value="0.035" units="cm"/>
    </inkml:brush>
  </inkml:definitions>
  <inkml:trace contextRef="#ctx0" brushRef="#br0">497 11 12869,'37'-9'2758,"-29"7"-42,-20 16 1382,9-11-3395,-4 11 213,0-1 1,0 2-1,1-1 1,1 1-1,0-1 0,2 1 1,-4 24-1,-9 27 738,-176 461-1121,6-20-413,163-429-123,4 1 0,3 1 0,4 0 0,-3 135 0,15-184-817,2 0 0,1 0 0,2-1 0,1 1 0,1-1 0,12 33 0,-13-47-31,1 0 0,0 0 0,1-1 0,1 1 0,1-2 0,0 1 0,1-1 0,0-1 0,1 0 1,0-1-1,1 0 0,19 13 0,27 6-12130</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4.003"/>
    </inkml:context>
    <inkml:brush xml:id="br0">
      <inkml:brushProperty name="width" value="0.035" units="cm"/>
      <inkml:brushProperty name="height" value="0.035" units="cm"/>
    </inkml:brush>
  </inkml:definitions>
  <inkml:trace contextRef="#ctx0" brushRef="#br0">230 12 13493,'-16'-11'8711,"18"13"-7370,134 101 2383,-6-5-3011,-113-84-618,-1 1 0,-1 1 0,0 1 0,-1 0-1,13 21 1,-22-31-70,-1 0 0,0 1 0,-1-1 0,0 1 0,0 0 0,0 0-1,-1 0 1,0 0 0,-1 1 0,0-1 0,0 0 0,-1 1 0,0-1 0,-2 16 0,0-15-3,-1 1 0,0-1 0,0 0 0,0 0 0,-1-1 0,-1 1 0,0-1 0,0 0 0,0 0 0,-1 0 0,0-1 0,-13 12 0,-20 13 3,-2-1 0,-1-2 1,-2-2-1,-63 30 0,28-15-595,27-12-621,-34 17-2026,29-22-7911</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4.284"/>
    </inkml:context>
    <inkml:brush xml:id="br0">
      <inkml:brushProperty name="width" value="0.035" units="cm"/>
      <inkml:brushProperty name="height" value="0.035" units="cm"/>
    </inkml:brush>
  </inkml:definitions>
  <inkml:trace contextRef="#ctx0" brushRef="#br0">0 12 13453,'40'-5'829,"-19"2"212,1 1 1,26 1 0,-22 2-467,-1 1 1,1 1-1,-1 1 1,0 1-1,0 2 1,-1 0-1,0 2 0,0 0 1,-1 2-1,0 1 1,-1 0-1,0 2 1,31 25-1,-43-31-470,-1 0-1,0 1 1,0 0 0,0 0-1,-2 1 1,1 0-1,-1 1 1,0 0 0,-1 0-1,-1 0 1,0 1 0,5 12-1,-7-11-38,-1 0-1,0 0 0,-1 1 1,0-1-1,0 0 0,-2 0 1,0 1-1,0-1 0,-1 0 1,-1 0-1,0 0 0,-8 19 1,-4 8 144,-2-1 0,-32 53 1,18-40 119,-39 75 2491,69-125-1880,12-29-570,6-7-362,1 1 0,2 1 0,1 1 0,27-30 0,109-112-189,-142 158 136,52-53-2708,122-92 1,-1 34-9142,-108 86-315</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143"/>
    </inkml:context>
    <inkml:brush xml:id="br0">
      <inkml:brushProperty name="width" value="0.035" units="cm"/>
      <inkml:brushProperty name="height" value="0.035" units="cm"/>
    </inkml:brush>
  </inkml:definitions>
  <inkml:trace contextRef="#ctx0" brushRef="#br0">250 1257 10129,'114'-43'5912,"-82"29"-3538,30-20 0,-33 17-1127,-24 15-1056,-1-1 0,1 0-1,-1 0 1,0 0 0,0-1-1,0 1 1,0-1 0,-1 0 0,1 0-1,-1 0 1,0-1 0,0 1 0,-1-1-1,1 0 1,-1 0 0,0 0 0,0 0-1,-1 0 1,0 0 0,0 0 0,0 0-1,0-1 1,-1 1 0,1 0 0,-2 0-1,1-1 1,0 1 0,-1 0 0,0-1-1,0 1 1,-4-9 0,3 7-42,-1 0-1,0 0 1,-1 0 0,1 0 0,-1 0 0,-1 1 0,1-1 0,-1 1-1,0 0 1,-1 1 0,1-1 0,-1 1 0,0 0 0,0 1-1,-1-1 1,1 1 0,-1 1 0,0-1 0,0 1 0,-13-4 0,13 6-57,0 0 0,1 1 0,-1 0 1,0 0-1,0 0 0,0 1 0,0 0 1,1 0-1,-13 5 0,6-2 53,0 1 0,0 1-1,-19 12 1,9-3-145,2 1 0,0 0 0,1 2 0,1 0 0,0 2 0,1 0 0,2 1 0,0 0 0,1 2 0,1-1 0,1 2 0,-16 40 0,23-47 0,0 1 0,2 0 0,0 1 0,0-1 0,2 1 0,1 0 0,0 0 0,2 21 0,1-24 0,0-1 0,1 0 0,1 0 0,0-1 0,1 1 0,0-1 0,2 0 0,-1 0 0,2-1 0,16 24 0,-7-17-83,0 0 0,2-1 1,0-1-1,1-1 0,1 0 0,0-2 1,1 0-1,1-2 0,0 0 0,1-2 0,0 0 1,0-2-1,2 0 0,33 6 0,-22-8-61,0-2 0,0-1 0,1-2 0,-1-1 0,0-2 0,1-2 0,-1-1 0,0-2 0,56-17 0,-64 14 71,-1-2-1,0-1 1,-1-2 0,0 0 0,-1-2 0,0-1 0,-2 0 0,0-2-1,-1-1 1,-1-1 0,-1-1 0,-1-1 0,-1-1 0,-1 0 0,-1-1 0,-1-1-1,-1-1 1,-2 0 0,20-56 0,-29 67 120,0 1 0,-1-1 0,-1-1 0,0 1 0,-2 0 0,-1-29 0,0 39-7,0 0 0,0 0 1,0 0-1,-1 0 0,0 0 0,-1 0 0,1 1 0,-1-1 1,-4-5-1,5 8-2,0 0 0,-1 0 1,0 0-1,0 0 0,1 1 1,-1-1-1,-1 1 0,1 0 1,0 0-1,-1 0 0,1 0 1,-1 1-1,1-1 0,-1 1 1,-6-1-1,1 1 23,1 0 0,0 1 0,0 0 1,-1 1-1,1 0 0,0 0 0,0 1 0,0 0 0,0 0 0,1 1 0,-1 0 1,0 1-1,1-1 0,-11 8 0,-4 3 69,1 1-1,0 2 1,-23 21 0,5 2 5,1 1 0,2 2 1,-33 50-1,51-65-153,0 2 1,2 0-1,1 1 0,2 0 1,1 1-1,-10 41 1,19-62-72,1 0 0,1 1 0,0-1 0,0 0 0,1 1 0,2 15 0,-2-24 31,1 0 0,-1 0 1,1 0-1,0 0 0,0 0 1,0 0-1,0 0 0,0 0 1,1 0-1,-1-1 0,1 1 1,0-1-1,0 1 0,0-1 1,0 0-1,0 1 0,0-1 1,1 0-1,-1-1 0,1 1 1,-1 0-1,1-1 0,0 1 1,-1-1-1,1 0 0,0 0 1,5 1-1,4 0-120,0-1 1,-1 0-1,1-1 0,0-1 1,0 0-1,0 0 1,0-1-1,0-1 0,-1 0 1,0 0-1,1-1 0,-1-1 1,0 0-1,-1 0 0,18-13 1,-1 0 24,-2-2 1,0-1 0,-1-1-1,34-41 1,-12 5 135,-2-2 1,-3-2 0,-3-2 0,-2-2-1,42-110 1,92-361 1425,-166 522-1369,78-310 1021,-15 55 60,-63 253-783,-3 16-25,-2 2 32,-8 25 390,8-23-785,-32 113 777,-27 190-1,43-204-604,-6 34-161,-6 177-1,27-257-12,3 1 1,2-1-1,3 1 1,2-1-1,31 107 1,-35-151-98,0 0 0,1 0 0,1-1 0,0 1-1,0-1 1,1-1 0,1 1 0,0-1 0,0 0 0,12 10 0,-15-16 67,0 0-1,0 0 1,1 0 0,0-1 0,-1 0 0,1 0-1,1 0 1,-1-1 0,0 0 0,0 0-1,1-1 1,-1 0 0,1 0 0,-1 0 0,1-1-1,-1 0 1,1 0 0,0-1 0,-1 1-1,1-2 1,7-1 0,0-2-8,0 0 0,0 0 0,-1-2-1,1 1 1,-2-2 0,1 0 0,-1 0 0,0-1 0,-1-1 0,18-19 0,4-9 352,51-79 0,-58 77 800,1 2 1,36-38-1,-62 75-1054,-1 1 0,0 0 0,0-1 0,1 1 0,-1-1 0,0 1-1,1 0 1,-1-1 0,0 1 0,1 0 0,-1 0 0,0-1 0,1 1 0,-1 0 0,1 0-1,-1-1 1,1 1 0,-1 0 0,1 0 0,-1 0 0,0 0 0,1 0 0,-1 0 0,1 0-1,-1 0 1,1 0 0,-1 0 0,1 0 0,-1 0 0,1 0 0,-1 0 0,1 0 0,-1 1 0,0-1-1,1 0 1,-1 0 0,1 0 0,-1 1 0,1-1 0,-1 0 0,0 0 0,1 1 0,-1-1-1,1 1 1,0 2 33,1-1-1,-1 1 1,0 0-1,0 0 0,0-1 1,0 1-1,0 0 1,0 4-1,4 56 358,-9 26-2653,-16 90 0,9-91-1288,-1 89 0</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313"/>
    </inkml:context>
    <inkml:brush xml:id="br0">
      <inkml:brushProperty name="width" value="0.035" units="cm"/>
      <inkml:brushProperty name="height" value="0.035" units="cm"/>
    </inkml:brush>
  </inkml:definitions>
  <inkml:trace contextRef="#ctx0" brushRef="#br0">105 18 13937,'-19'-17'5009,"0"22"-3065,0 1-340,13 5-308,-1 4-348,-5 8-92,2-1-356,10 10-936,-3 19-616,0-34-1196,0 21-100,0 22-3593,6-12-5144</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5.948"/>
    </inkml:context>
    <inkml:brush xml:id="br0">
      <inkml:brushProperty name="width" value="0.035" units="cm"/>
      <inkml:brushProperty name="height" value="0.035" units="cm"/>
    </inkml:brush>
  </inkml:definitions>
  <inkml:trace contextRef="#ctx0" brushRef="#br0">280 171 10653,'-5'-8'1167,"-1"0"1,-1 0-1,-12-13 1,13 17 71,0-1 0,0 1 0,0 1 0,0-1 0,0 1 0,-12-5 0,10 5-91,6 3-959,1-1 0,-1 0 0,1 1 0,-1-1 0,0 1 1,1-1-1,-1 1 0,0 0 0,0 0 0,1 0 1,-1-1-1,0 2 0,1-1 0,-1 0 0,0 0 1,0 1-1,1-1 0,-1 1 0,0-1 0,1 1 0,-1-1 1,1 1-1,-4 2 0,-2 3-48,-1 0 0,1 0 0,0 0-1,0 1 1,1 0 0,0 1 0,0 0 0,1 0-1,0 0 1,0 0 0,1 1 0,0-1 0,-4 13 0,-3 11 229,1 1 1,-7 48-1,10-28-370,2 1 0,3 0 0,2 0 0,2 0 0,3-1 0,2 1 0,3-1 0,2-1 0,2 0 0,22 53 0,-29-85-195,2 0 0,0 0 0,1-1 0,2 0 1,23 31-1,-29-43 44,2 1 1,-1-1-1,1 0 1,0 0-1,1-1 1,-1 0 0,1-1-1,0 0 1,1 0-1,-1-1 1,1 0-1,0-1 1,19 5-1,-15-6-382,0 0-1,1-1 1,-1 0-1,0-1 1,0-1-1,0 0 1,0-1-1,0-1 0,0 0 1,0-1-1,16-6 1,-9 0-95,0 0 1,0-1 0,-2-2-1,1 0 1,-2-1-1,21-19 1,2-7-95,-1-2 0,-2-1 1,45-68-1,80-155 672,-92 145 721,108-230 4824,-166 320-4612,-7 18-347,0 0 0,0 0 0,2 0 0,-1 1 0,12-14-1,-19 26-479,0-1-1,0 1 0,1-1 0,-1 1 0,0 0 1,1-1-1,-1 1 0,0-1 0,1 1 0,-1 0 0,1-1 1,-1 1-1,0 0 0,1-1 0,-1 1 0,1 0 1,-1 0-1,1 0 0,-1-1 0,1 1 0,-1 0 1,1 0-1,-1 0 0,1 0 0,-1 0 0,1 0 1,0 0-1,-1 0 0,1 0 0,-1 0 0,1 0 0,-1 0 1,1 0-1,-1 0 0,1 1 0,-1-1 0,1 0 1,-1 0-1,1 1 0,-1-1 0,0 0 0,1 1 1,-1-1-1,1 0 0,-1 1 0,0-1 0,1 1 0,-1-1 1,0 0-1,1 1 0,-1-1 0,0 1 0,0-1 1,1 2-1,9 26 1238,-10-17-970,0 0-1,-1 0 1,0 0 0,0 0 0,-4 12 0,0 2-28,-107 450-91,71-321-226,-50 156-3460,87-297 1983,0 0 0,0 0-1,-2 0 1,-7 14 0,3-8-5677,13 0-4453</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6.664"/>
    </inkml:context>
    <inkml:brush xml:id="br0">
      <inkml:brushProperty name="width" value="0.035" units="cm"/>
      <inkml:brushProperty name="height" value="0.035" units="cm"/>
    </inkml:brush>
  </inkml:definitions>
  <inkml:trace contextRef="#ctx0" brushRef="#br0">1 897 9789,'14'-3'1289,"-10"2"-837,0 1-1,0-1 1,0 1-1,0-1 1,1 1-1,-1 0 1,0 1-1,0-1 1,0 1-1,0 0 1,7 2-1,37 9 619,91 10-1,-100-17-1655,14 2-979,1-2 0,0-3 1,-1-2-1,61-8 0,-86 5 1441,-1-1 0,1-1 0,-1-1 0,29-12 0,-27 6 1348,-1-1 0,0-2 0,-1-1 0,0-1 0,-1-1 0,-1-2 0,-1 0 0,-1-1 0,31-37 0,-52 55-991,1 0 0,-1-1 0,0 1 0,0 0 0,0-1 0,0 0 0,0 1 0,-1-1 0,0 0 0,2-4 0,-3 6-169,0 1 0,0 0 0,0-1 0,0 1-1,0-1 1,0 1 0,-1 0 0,1-1-1,0 1 1,-1 0 0,1-1 0,-1 1 0,1 0-1,-1 0 1,0 0 0,1-1 0,-1 1 0,0 0-1,0 0 1,0 0 0,0 0 0,0 0 0,0 0-1,0 1 1,0-1 0,0 0 0,0 0 0,-1 1-1,1-1 1,0 1 0,-3-1 0,-7-3 140,-1 1 0,1 1 1,-1 0-1,0 1 0,0 0 1,1 1-1,-1 0 0,0 1 1,0 1-1,1-1 0,-1 2 1,-21 6-1,4 1 216,0 2 1,1 0-1,-49 31 0,50-26-263,1 1 0,2 1 0,0 2 0,1 0 0,0 1 0,2 1 0,1 1-1,1 1 1,-17 31 0,28-42-137,0 0 0,1 0 0,1 1-1,0 0 1,1 0 0,1 0 0,0 1 0,1 0-1,1 0 1,1-1 0,0 1 0,1 0 0,0 0-1,1 0 1,1 0 0,1 0 0,0 0 0,1-1 0,10 25-1,-8-25-107,1-1 0,1 0 0,0 0-1,1 0 1,1-1 0,0-1 0,1 1-1,0-2 1,1 0 0,0 0-1,16 11 1,-7-9-241,1 0 1,1-2-1,0 0 0,0-2 0,1 0 0,37 7 0,-27-7-80,1-1 0,0-2-1,0-2 1,0-1-1,0-2 1,1-1-1,-1-2 1,0-1-1,1-2 1,49-13 0,-71 14 317,19-5-133,0-1 1,-1-1-1,-1-2 0,40-22 0,-46 19 118,0-1 1,-1-1-1,-1-1 0,0-1 0,-2-1 0,36-45 0,-41 45 98,-1-1-1,-1 0 0,-1-1 1,-1-1-1,-1 0 0,-1 0 1,-1-1-1,6-27 0,-14 48 30,0 0-1,-1 0 1,1 0-1,-1 0 0,0-1 1,0 1-1,0 0 0,0 0 1,-1-1-1,0 1 1,0 0-1,0 0 0,0 0 1,-1 0-1,1 0 0,-3-3 1,3 5 4,-1 0 0,0 0 0,1 1 0,-1-1 0,0 1 0,0 0 0,0-1 0,1 1-1,-1 0 1,-1 0 0,1 0 0,0 1 0,0-1 0,0 0 0,0 1 0,-1-1 0,1 1 0,0 0 0,0 0 0,-1 0 0,1 0 0,0 0 0,0 0 0,-1 0 0,1 1 0,0 0 0,0-1 0,0 1 0,-1 0 0,-1 1 0,-4 2 54,-1 0 1,1 1 0,0 0 0,0 1 0,1 0 0,-1 0 0,1 1 0,1-1 0,-1 2 0,1-1 0,1 0 0,-1 1 0,-6 13 0,1-2 62,1 1 0,1 1 0,1 0 1,-10 41-1,15-50-160,1 0 1,0 0-1,1 0 0,0-1 0,1 1 1,0 1-1,1-2 0,0 1 0,1 0 1,1 0-1,-1 0 0,2-1 0,0 1 1,0-1-1,1 0 0,12 19 0,-16-28-26,1 1-1,0-1 0,0 1 0,1-1 1,-1 0-1,0 0 0,1 0 0,-1 0 1,1 0-1,0 0 0,-1-1 0,1 0 1,0 1-1,0-1 0,0 0 1,0 0-1,0-1 0,0 1 0,6 0 1,-4-1-2,0-1 1,0 0-1,0 1 0,0-2 1,0 1-1,-1 0 1,1-1-1,-1 0 1,1 0-1,-1-1 1,7-4-1,2-2 0,-2-1 0,1 0 0,-2 0-1,1-1 1,-1-1 0,-1 0 0,13-21-1,-4-3 208,-2 0-1,22-76 0,-10 27 348,59-210 1357,7-19 73,-57 212-1016,75-189 2497,-111 288-3411,0 1-1,0-1 1,0 0-1,1 1 1,-1-1-1,0 1 1,1 0-1,0-1 1,0 1-1,-1 0 1,1 0-1,0 0 1,4-2-1,-6 4-5,1 0-1,-1 0 1,1 0 0,0 0-1,-1 1 1,1-1 0,-1 0-1,1 0 1,-1 0-1,1 1 1,-1-1 0,1 0-1,-1 1 1,1-1 0,-1 1-1,1-1 1,-1 0 0,1 1-1,-1-1 1,0 1 0,1-1-1,-1 1 1,0-1 0,0 1-1,1-1 1,-1 1 0,0 0-1,0-1 1,0 1-1,1-1 1,-1 1 0,0 0-1,0-1 1,0 2 0,2 10-6,-1-1 1,0 1-1,0 0 1,-2 18-1,-5 23 5,-21 89 0,13-81 0,-31 153-2866,-76 217-1,100-362-2978,-22 120-1,20-56-6513</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7.688"/>
    </inkml:context>
    <inkml:brush xml:id="br0">
      <inkml:brushProperty name="width" value="0.035" units="cm"/>
      <inkml:brushProperty name="height" value="0.035" units="cm"/>
    </inkml:brush>
  </inkml:definitions>
  <inkml:trace contextRef="#ctx0" brushRef="#br0">1 68 11641,'6'-8'837,"-4"7"-588,0-1-1,-1 1 0,1-1 1,-1 0-1,1 0 0,-1 0 0,0 0 1,0 0-1,0 0 0,0 0 0,0 0 1,0 0-1,-1 0 0,1-1 1,-1 1-1,1 0 0,-1 0 0,0-1 1,0 1-1,0-4 0,-9-8 5232,5 24 18,4 11-1967,1-1-3953,12 53 740,2 0 1,34 92-1,-24-84-285,148 438-33,-96-335 0,-64-156 0,1-1 0,2 0 0,36 47 0,-49-71 0,-1 0 0,2 0 0,-1 0 0,0 0 0,0-1 0,1 1 0,0-1 0,-1 0 0,1 0 0,0 0 0,0-1 0,0 1 0,0-1 0,0 0 0,0 0 0,7 0 0,-5-1 0,0 0 0,0 0 0,0-1 0,0 0 0,0-1 0,0 1 0,0-1 0,-1 0 0,1 0 0,7-5 0,5-4 0,-1-1 0,0-1 0,0 0 0,-2-1 0,18-20 0,-5 2 3,-1-1 1,-2-2-1,26-46 1,53-122-30,-62 118-23,-11 24-157,77-150-4586,12-7-7186,-107 195 7729,1 1 1,27-30-1</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09.399"/>
    </inkml:context>
    <inkml:brush xml:id="br0">
      <inkml:brushProperty name="width" value="0.035" units="cm"/>
      <inkml:brushProperty name="height" value="0.035" units="cm"/>
    </inkml:brush>
  </inkml:definitions>
  <inkml:trace contextRef="#ctx0" brushRef="#br0">881 976 13953,'-5'-19'911,"5"14"-636,-1 1 1,0 0-1,0 0 0,-1 0 0,1 0 0,-1 0 1,0 0-1,0 0 0,0 0 0,0 1 1,-1-1-1,1 1 0,-1 0 0,0-1 1,-5-3-1,5 4 109,-1-1 0,0 0 0,0 1 0,-1 0 0,1 0 0,-1 0 0,1 1 0,-1 0 0,0 0 0,0 0 1,0 0-1,0 1 0,0-1 0,0 1 0,-1 1 0,1-1 0,0 1 0,-1 0 0,-7 1 0,-7 4-79,0 1-1,1 0 1,0 2-1,1 0 1,0 1-1,-25 17 1,-103 82 235,84-60-623,-134 114-1999,163-130 1402,1 1 0,1 2 0,-37 54 0,67-87 636,-1 0 1,1 0-1,0-1 1,0 1-1,0 0 1,0 1-1,0-1 1,0 0 0,0 0-1,1 0 1,-1 1-1,1-1 1,0 0-1,-1 4 1,2-5 33,-1-1-1,0 1 1,0-1 0,1 1 0,-1 0-1,1-1 1,-1 1 0,0-1 0,1 1 0,-1-1-1,1 1 1,0-1 0,-1 1 0,1-1-1,-1 0 1,1 1 0,-1-1 0,1 0-1,0 1 1,-1-1 0,1 0 0,0 0-1,-1 1 1,1-1 0,0 0 0,-1 0-1,1 0 1,0 0 0,0 0 0,8-1-3,-1 0-1,1 0 1,-1-1 0,0 0 0,14-5-1,6-4 127,0-2 0,32-20-1,-2 1 380,41-23 803,-68 35-761,2 1 1,1 2-1,0 1 0,44-13 1,-71 27-451,1 0 1,0 1 0,-1 0-1,1 0 1,0 1-1,-1 0 1,1 0-1,0 1 1,-1 0-1,1 0 1,0 0-1,-1 1 1,0 1-1,1-1 1,-1 1-1,0 0 1,8 5 0,-4 0-27,0 1 1,-1-1 0,0 1 0,0 1 0,-1 0-1,0 1 1,-1-1 0,0 2 0,7 12-1,-12-20-46,18 33-24,31 37 0,-43-63-182,0 0 0,1-1 0,1 0 0,0 0 0,0-1 0,0-1 0,17 9 0,-13-9-45,1 0-1,0-2 1,0 0 0,1-1-1,0 0 1,0-1-1,0-1 1,0-1-1,1 0 1,-1-2-1,0 0 1,1-1 0,-1 0-1,1-1 1,-1-1-1,0-1 1,0-1-1,-1 0 1,1-1-1,-1-1 1,-1 0 0,22-14-1,-16 8 161,0-2-1,-2 0 1,1-1 0,-2-1-1,-1 0 1,19-25-1,-12 10 22,-2 0-1,-2-1 1,23-49-1,-5-9 62,-5-2-1,28-118 0,39-262 690,-82 372-135,13-94 898,-31 189-1248,0 0 0,0-1 0,-1 1 0,0 0-1,-2-9 1,-3 6 500,5 9-675,1 0 1,-1 1-1,1-1 1,-1 1-1,1-1 1,-1 1 0,1-1-1,-1 1 1,1-1-1,0 1 1,-1 0-1,1-1 1,0 1-1,-1-1 1,1 1-1,0 0 1,0-1-1,0 1 1,-1 0 0,1 0-1,0 0 1,-16 70 1216,-7 75 1,4-23-422,-32 135-122,-13 74-89,54-276-617,3 1 0,1 82 0,6-123 0,1 0 0,0 1 0,1-1 0,1 0 0,1 0 0,0-1 0,1 1 0,1-1 0,0 0 0,1 0 0,1-1 0,0 0 0,14 18 0,-16-25-43,0-1 0,0 0 1,0 0-1,1 0 0,0-1 0,0 0 0,1 0 1,-1-1-1,1 0 0,0 0 0,0-1 0,0 0 1,12 2-1,-9-3-107,1 0 1,0-1-1,0-1 1,-1 0-1,1 0 1,0-1-1,0-1 1,21-5-1,-6-2-127,0-1 0,-1-2 0,0 0 0,-1-2 0,-1 0-1,0-2 1,31-26 0,-14 9 158,-2-1 0,-1-3 0,-2 0 0,-1-3 0,54-80 0,-80 105 241,-4 8 19,0 0 0,-1 0-1,0-1 1,0 1-1,-1-1 1,0 0-1,3-12 1,-23 78 1771,9-7-1411,-2 97 1,10-130-461,0 0-1,2 0 1,0 0-1,2 0 1,0-1 0,0 1-1,2-1 1,0 0-1,11 21 1,-15-34-81,1 0 0,0 0 0,0 0 0,0 0 0,0 0 0,1 0 0,-1-1 0,1 0 0,0 0 0,0 0 0,0 0 0,0 0 0,0-1 0,1 0 0,-1 0 0,1 0 0,0 0 0,0-1 0,-1 0 0,1 0 0,0 0 0,0 0 0,0-1 0,0 0 0,0 0 0,0 0 0,0-1 0,5-1 0,4-1-7,-1 0-1,0-1 0,0-1 1,-1 0-1,1-1 1,-1 0-1,0-1 0,19-13 1,54-38 1943,-82 54-1896,1 0 0,19-5 0,13 2 0,-22 1 0,6-6 0,-18 6 0,-1 2 0,119-201 0,-85 153 0,-35 53 0,0-1 0,0 0 0,0 0 0,0 0 0,0 0 0,0 1 0,0-1 0,0 0 0,0 0 0,0 0 0,0 1 0,0-1 0,0 0 0,0 0 0,0 0 0,0 1 0,0-1 0,1 0 0,-1 0 0,0 0 0,0 0 0,0 1 0,0-1 0,0 0 0,0 0 0,0 0 0,1 0 0,-1 0 0,0 0 0,0 1 0,0-1 0,0 0 0,1 0 0,-1 0 0,0 0 0,0 0 0,0 0 0,1 0 0,-1 0 0,0 0 0,0 0 0,0 0 0,0 0 0,1 0 0,-1 0 0,0 0 0,0 0 0,0 0 0,1 0 0,-1 0 0,0 0 0,0 0 0,0 0 0,1-1 0,-7 20 0,-9 14 0,-23 38 0,21-43 0,2 0 0,-16 41 0,28-59 0,0-1 0,1 1 0,0-1 0,0 1 0,1 0 0,0 0 0,1 0 0,0-1 0,0 1 0,1 0 0,4 19 0,-2-22 0,0-1 0,0 1 0,0-1 0,1 0 0,0 0 0,0 0 0,0 0 0,1-1 0,0 0 0,0 0 0,0 0 0,0 0 0,1-1 0,0 0 0,0 0 0,0-1 0,1 1 0,6 1 0,8 4 0,1-1 0,0-1 0,0-1 0,28 4 0,-9-3-234,0-3-1,0-1 1,0-2-1,0-1 1,72-11 0,-95 8 131,0-1-1,0-1 1,-1 0 0,1-1 0,-1-1 0,-1 0 0,1-1 0,-1-1 0,-1-1 0,0 0 0,0-1 0,-1 0 0,0-2 0,-1 1 0,15-20 0,-12 10-116,-1-2 0,-1 0 0,-1-1 1,-1 0-1,-2-1 0,12-39 0,57-163-325,-61 176 533,-17 50 79,-2-1 80,0 2-124,1 0 0,-1 0 0,1 0 0,-1 0 0,0 0 0,1 1 0,-1-1 0,0 0 1,0 0-1,0 0 0,0 1 0,1-1 0,-1 1 0,0-1 0,0 0 0,0 1 0,0-1 1,0 1-1,-1 0 0,1-1 0,0 1 0,0 0 0,0 0 0,-2 0 0,-1 1 73,1 0 0,-1 0 1,0 1-1,1-1 0,-1 1 0,1 0 0,-4 3 0,-4 2 169,1 1 0,0 1 1,0 0-1,1 0 0,-9 11 0,-1 2 89,-7 6-143,1 2-1,1 1 1,-24 40 0,41-59-150,0 1 0,1 0 1,0 0-1,1 1 0,1 0 1,0-1-1,0 2 1,2-1-1,0 0 0,0 0 1,2 29-1,1-35-62,1 0 0,0-1 0,0 1 0,1-1 0,0 0 0,0 0 0,1 0 0,0 0 0,0-1 0,1 1 0,-1-1 0,1 0 0,1 0 0,8 7 0,-6-7-42,0 1 0,0-2 0,0 1 0,1-1 0,-1-1 0,1 1 0,0-2 0,1 1 0,-1-1 0,1 0 0,-1-1 0,16 2 0,-8-3-54,0 0 1,0-1-1,0-1 1,-1 0-1,1-1 1,19-5-1,-1-3-41,-1-1 0,-1-2-1,0-1 1,0-2 0,50-33 0,-41 20 101,0-2 1,-3-2 0,50-51-1,-49 36 9,-3-1-1,56-93 0,14-22 209,-100 152-264,1 0 692,-8 12-591,0 0 0,1 0-1,-1 0 1,0 0 0,1 0-1,-1 0 1,0 0 0,1 1 0,-1-1-1,0 0 1,1 0 0,-1 0-1,0 0 1,1 1 0,-1-1-1,0 0 1,0 0 0,1 0 0,-1 1-1,0-1 1,0 0 0,1 1-1,-1-1 1,0 0 0,0 1 0,0-1-1,0 0 1,1 1 0,-1-1-1,0 0 1,0 1 0,0-1-1,0 0 1,0 1 0,0-1 0,0 1-1,2 8 48,0-1 0,-1 1 0,0 0 0,-1 0 0,0 0 0,0 0 0,-1 0 0,0 0 0,0 0 0,-1 0 0,-4 11 0,-2 22 56,3 5-121,3 0 0,8 95 0,-2-83 0,-4 65 0,-2-103 0,0-1 0,-1 1 0,-2-1 0,0 0 0,-1-1 0,0 1 0,-11 20 0,8-24-84,0 1-1,-1-1 1,-1 0-1,-1-1 1,0 0 0,-1-1-1,0-1 1,-1 0-1,-24 17 1,17-16-179,1-2 1,-2 0-1,1-2 1,-2 0-1,1-2 0,-1 0 1,-28 4-1,-11-1-3022,-1-3 1,-88-1-1,72-4-1664,-47 2-7086</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596"/>
    </inkml:context>
    <inkml:brush xml:id="br0">
      <inkml:brushProperty name="width" value="0.035" units="cm"/>
      <inkml:brushProperty name="height" value="0.035" units="cm"/>
    </inkml:brush>
  </inkml:definitions>
  <inkml:trace contextRef="#ctx0" brushRef="#br0">740 189 12665,'0'-3'2,"0"-16"970,-1 1 1,0-1-1,-1 1 1,-6-24-1,7 37-551,-1 1 1,0-1-1,0 0 0,0 1 0,0-1 1,-1 1-1,1 0 0,-1 0 0,-6-7 1,6 9-206,1 0 1,-1 0 0,1 1 0,-1-1 0,1 1 0,-1-1 0,0 1 0,0 0 0,0 0 0,0 0-1,0 0 1,0 0 0,0 1 0,0-1 0,0 1 0,0 0 0,-5 0 0,-2 2-18,-1 0 0,1 0 0,-1 1 0,1 1 1,0-1-1,0 2 0,0-1 0,0 1 0,1 1 0,0 0 1,-13 10-1,-13 14 152,-44 47 1,58-55-202,-184 208 136,179-195-372,1 1-1,2 1 1,2 1 0,1 1-1,-16 44 1,32-70 73,-1 0 1,2 0 0,0 0 0,1 0-1,0 1 1,1-1 0,1 21 0,0-30 12,0-1 1,0 0-1,1 1 0,0-1 1,-1 1-1,1-1 1,1 0-1,-1 0 1,0 1-1,1-1 1,0 0-1,-1 0 1,1-1-1,0 1 1,1 0-1,-1 0 1,0-1-1,1 0 1,0 1-1,-1-1 1,1 0-1,0 0 0,0-1 1,0 1-1,0 0 1,0-1-1,1 0 1,-1 0-1,0 0 1,1 0-1,-1 0 1,0-1-1,7 1 1,0-1 46,0-1 1,-1 0-1,1 0 1,0-1-1,-1 0 1,0 0-1,1-1 1,-1-1-1,13-6 1,9-6 230,36-25 0,96-81 691,-6 3 477,-130 102-1297,0 1 0,1 1 1,0 1-1,36-11 0,-59 23-149,0 0 0,0 1 0,1 0 0,-1 0 0,0 0 0,1 1 0,-1 0 0,0 0 0,1 0 0,-1 1 0,0-1 0,1 1 0,-1 0 0,0 1 0,0 0 0,0-1 0,6 4 0,-6-1 0,0-1 0,0 1 0,0 0 0,0 0 0,-1 0 0,0 1 0,0-1 0,0 1 0,0 0 0,-1 0 0,0 1 0,0-1 0,0 1 0,3 11 0,4 22-426,-1 0 1,-3 1-1,0 0 0,-2 65 1,2-6-831,-4-69-134,5 42-3050,1-25-3498,4-9-4693</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922"/>
    </inkml:context>
    <inkml:brush xml:id="br0">
      <inkml:brushProperty name="width" value="0.035" units="cm"/>
      <inkml:brushProperty name="height" value="0.035" units="cm"/>
    </inkml:brush>
  </inkml:definitions>
  <inkml:trace contextRef="#ctx0" brushRef="#br0">1 0 10597,'12'16'1050,"1"-1"-1,0-1 1,2 0 0,-1 0-1,26 16 1,-13-9 19,-2 2 1,0 0-1,-2 1 0,-1 2 1,0 0-1,31 52 0,-39-56-829,-1 1 0,-1 0 0,-1 1 0,-2 0 0,0 1 0,-1 0 0,-1 1-1,4 35 1,-9-49-190,-1-1-1,-1 1 0,0 0 0,0-1 1,-1 1-1,-1 0 0,0-1 1,0 1-1,-1-1 0,0 0 1,-1 0-1,-1 0 0,0-1 0,0 1 1,-1-1-1,0 0 0,-1-1 1,0 1-1,0-1 0,-1-1 1,-9 9-1,5-7 147,0-1 1,-24 14 0,33-21-112,-1 0 1,1 0 0,-1 0 0,1-1-1,-1 1 1,0-1 0,0 0-1,0 0 1,0-1 0,0 1-1,0-1 1,1 0 0,-1 0 0,0 0-1,0 0 1,-5-2 0,8 2-50,0-1 0,-1 0 0,1 1 0,0-1 1,-1 0-1,1 0 0,0 0 0,0 0 0,0 0 0,0 0 0,0-1 1,0 1-1,0 0 0,0-1 0,0 1 0,1 0 0,-1-1 1,0 1-1,1-1 0,-1 1 0,1-1 0,0 1 0,-1-1 1,1 1-1,0-1 0,0 1 0,0-1 0,0 1 0,0-1 1,1 1-1,-1-1 0,0 1 0,1-1 0,0-1 0,1-6 41,1 0 0,0 0 0,0 1-1,6-10 1,-1 3 17,2 1-1,-1 0 1,2 0-1,21-21 0,56-44-156,-69 62-33,60-46-1602,104-65 1,98-37-6323,-270 160 7504,13-9-3614,44-18-1,-26 20-4321</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4.176"/>
    </inkml:context>
    <inkml:brush xml:id="br0">
      <inkml:brushProperty name="width" value="0.035" units="cm"/>
      <inkml:brushProperty name="height" value="0.035" units="cm"/>
    </inkml:brush>
  </inkml:definitions>
  <inkml:trace contextRef="#ctx0" brushRef="#br0">260 162 8409,'7'2'893,"0"-1"1,1 0 0,-1 0-1,0-1 1,0 0 0,1 0-1,-1 0 1,0-1 0,0 0-1,0-1 1,12-4-1,-16 5-621,0-1-1,-1 0 0,1 0 0,-1 0 0,1 0 0,-1 0 0,0-1 0,0 1 0,0-1 0,0 1 0,0-1 0,-1 0 1,1 1-1,1-7 0,-1 6 74,-1 1-256,0-1 0,0 1 0,0-1 0,-1 0 0,1 1 0,-1-1 0,1 0 0,-1 1 0,0-1 0,0 0 0,0 0 0,0 1 0,0-1 0,-1 0 0,0 1 0,1-1 0,-1 0 0,0 1 0,0-1 0,0 1 0,0-1 0,-1 1 0,1 0 0,-1-1 0,1 1 0,-1 0 1,0 0-1,0 0 0,0 0 0,0 0 0,0 1 0,0-1 0,-1 1 0,1-1 0,-4 0 0,-1-3 40,0 1 0,-1 1 0,0 0-1,0 0 1,0 0 0,0 1 0,0 0 0,-1 1 0,1 0 0,-12 0 0,10 1-68,0 1 1,1 1-1,-1-1 1,1 2-1,0-1 1,-1 1-1,1 1 1,0 0 0,1 0-1,-1 0 1,1 1-1,0 1 1,-8 6-1,5-3 113,1 1 0,1 0 0,0 0 0,0 1 0,1 1 0,0-1 0,1 1 0,-9 19 0,8-12-7,1 0 0,1 0 0,0 1 0,2 0 1,0 0-1,1 0 0,1 0 0,1 0 0,1 1 0,0-1 1,2 0-1,6 33 0,-3-35-494,1-1-1,0 1 1,2-2 0,-1 1 0,2-1-1,0 0 1,1-1 0,1 0-1,0-1 1,1 0 0,0 0-1,1-2 1,1 1 0,0-2 0,1 0-1,0 0 1,0-2 0,1 0-1,0 0 1,32 10 0,40 11-4593,-27-15-1143,15 1-5864</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7.699"/>
    </inkml:context>
    <inkml:brush xml:id="br0">
      <inkml:brushProperty name="width" value="0.035" units="cm"/>
      <inkml:brushProperty name="height" value="0.035" units="cm"/>
    </inkml:brush>
  </inkml:definitions>
  <inkml:trace contextRef="#ctx0" brushRef="#br0">347 58 16398,'-26'-19'2995,"15"6"1602,6-5-2633,4 14-914,0 1 2350,-4 4-2130,-3 2-1208,0 1-1,0 0 0,0 0 1,1 1-1,-1-1 1,1 2-1,0-1 1,1 1-1,0 0 0,-1 0 1,2 1-1,-11 13 1,-4 12 83,-29 58-1,40-72-139,-12 26-5,2 1 0,2 1 0,2 1 0,2 0 0,2 1 0,-9 94 0,18-118 0,2-1 0,0 0 0,2 1 0,0-1 0,2 0 0,0 0 0,2 0 0,0-1 0,2 0 0,15 33 0,-22-52 0,7 14 0,1 0 0,0-1 0,1 0 0,1-1 0,0 0 0,1-1 0,19 18 0,-14-19 0,0 0 0,1-2 0,0 0 0,1 0 0,0-2 0,1-1 0,0 0 0,0-1 0,1-2 0,-1 0 0,32 4 0,-22-6 0,1-2 0,0 0 0,0-2 0,0-1 0,-1-2 0,1-1 0,38-11 0,-17 0 0,-1-2 0,66-32 0,-90 35 0,1-1 0,-2-2 0,0 0 0,-1-2 0,32-32 0,-44 39 0,11-10 0,-2-2 0,27-37 0,-51 66 0,-14 21 0,0 1 0,-24 53 0,33-61 0,2-4 0,0 0 0,1 0 0,0 1 0,1-1 0,1 1 0,-1 17 0,-3 121 0,5-141 0,2 0 0,-1 0 0,2 0 0,0 0 0,0-1 0,1 1 0,0-1 0,1 1 0,8 16 0,-5-14 0,-2 0 0,2-2 0,-1 1 0,2-1 0,0 0 0,0 0 0,1-1 0,0 0 0,1-1 0,0 0 0,1 0 0,0-1 0,1-1 0,-1 0 0,2 0 0,-1-1 0,1-1 0,0 0 0,0-1 0,1 0 0,-1-1 0,1-1 0,0 0 0,0 0 0,1-2 0,-1 0 0,0 0 0,0-2 0,16-1 0,-11-1 0,0 0 0,-1-1 0,1-1 0,-1 0 0,0-2 0,-1 0 0,0-1 0,0-1 0,23-15 0,-21 10 0,0-1 0,-1-1 0,0 0 0,-1-1 0,-1-1 0,-1-1 0,17-25 0,-21 25 0,0 0 0,-1-1 0,-1 0 0,-1 0 0,-1-1 0,0 0 0,-2-1 0,3-21 0,-6 26 0,-1 1 0,0-1 0,-1 0 0,-1 1 0,-1-1 0,0 1 0,-1-1 0,-1 1 0,-1 0 0,0 0 0,-8-15 0,7 18 0,0 0 0,-2 0 0,1 1 0,-2 0 0,1 1 0,-2-1 0,1 2 0,-1-1 0,-1 2 0,0-1 0,-1 1 0,1 1 0,-2 0 0,1 1 0,-1 0 0,0 1 0,0 0 0,-1 1 0,0 1 0,0 0 0,0 1 0,0 0 0,0 1 0,-17 0 0,14 2-467,-1 1 0,0 0 0,0 1 0,1 1 1,-1 1-1,-26 9 0,7 1-1960,-66 36 1,96-46 1686,0 1 0,-1-1 1,1 2-1,1-1 0,-10 10 1,-9 19-5250,5 9-5246</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260"/>
    </inkml:context>
    <inkml:brush xml:id="br0">
      <inkml:brushProperty name="width" value="0.035" units="cm"/>
      <inkml:brushProperty name="height" value="0.035" units="cm"/>
    </inkml:brush>
  </inkml:definitions>
  <inkml:trace contextRef="#ctx0" brushRef="#br0">65 155 14153,'-39'-50'3311,"16"14"1877,23 35-4936,-1-1-1,1 1 1,0-1-1,-1 1 1,1-1-1,0 1 1,0-1-1,0 1 1,0-1-1,0 1 1,0-1-1,0 1 1,0-1-1,1 1 1,-1 0 0,0-1-1,1 1 1,0-1-1,-1 1 1,1 0-1,1-3 1,18-19 2005,-18 22-2168,0-1 0,1 1 0,-1 0 0,0 0 0,0 0 0,1 1 0,-1-1 0,0 1 0,1-1 0,-1 1 0,1 0 0,-1 0 1,4 0-1,5-1 95,5 0-84,0 0-1,0 1 0,0 1 0,0 1 0,0 0 0,0 1 1,0 0-1,17 7 0,16 9-99,0 1 0,-2 2 0,56 36 0,-79-42 0,0 0 0,0 2 0,-2 1 0,0 1 0,-2 1 0,0 0 0,24 35 0,-37-45 0,0 1 0,-1 0 0,-1 0 0,1 0 0,-2 1 0,0 0 0,-1 0 0,0 0 0,0 1 0,-2-1 0,0 0 0,0 1 0,-1-1 0,-1 1 0,-3 21 0,-1-14 0,0-1 0,-1 1 0,-1-1 0,-1 0 0,-1-1 0,0 0 0,-2-1 0,0 1 0,-15 17 0,-4-8 0,30-28 0,-1 1 0,1 0 0,-1-1 0,1 1 0,-1 0 0,1-1 0,-1 1 0,0-1 0,1 1 0,-1-1 0,0 0 0,1 1 0,-1-1 0,0 0 0,0 1 0,1-1 0,-1 0 0,0 0 0,0 0 0,0 1 0,1-1 0,-1 0 0,0 0 0,0 0 0,0-1 0,1 1 0,-1 0 0,0 0 0,0 0 0,0 0 0,1-1 0,-1 1 0,0 0 0,0-1 0,-1 0 0,-4-15 0,6 15 0,0-4 0,0-1 0,0 0 0,0 0 0,1 0 0,0 1 0,0-1 0,1 0 0,0 1 0,0-1 0,0 1 0,5-9 0,38-59 0,-40 65 0,38-52-1781,94-99-1,-87 109-1373,2 2-1,3 3 0,117-75 1,-113 85-10443</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557"/>
    </inkml:context>
    <inkml:brush xml:id="br0">
      <inkml:brushProperty name="width" value="0.035" units="cm"/>
      <inkml:brushProperty name="height" value="0.035" units="cm"/>
    </inkml:brush>
  </inkml:definitions>
  <inkml:trace contextRef="#ctx0" brushRef="#br0">0 146 13257,'0'-2'61,"0"-2"294,1 1-1,-1-1 0,0 1 1,1-1-1,0 1 0,-1 0 1,1-1-1,3-4 0,-3 7-115,0-1-1,0 1 0,1 0 0,-1-1 1,1 1-1,-1 0 0,1 0 0,-1 0 1,1 0-1,0 0 0,-1 1 1,1-1-1,0 0 0,0 1 0,0 0 1,-1-1-1,1 1 0,0 0 0,3 0 1,10-1 176,0 0 0,0 1 0,0 1 0,1 1 1,-1 0-1,0 1 0,0 0 0,-1 1 0,1 1 0,-1 1 1,0 0-1,0 0 0,-1 2 0,0-1 0,0 2 1,-1 0-1,18 16 0,-21-17-372,0 1 0,-1 0-1,0 1 1,-1 0 0,1 0 0,-2 0 0,0 1 0,0 0 0,-1 0-1,0 1 1,-1-1 0,-1 1 0,1 0 0,-2 0 0,0 0 0,0 1-1,-1-1 1,-1 0 0,0 1 0,0-1 0,-5 24 0,-1-17-44,0 1 0,-1-2 0,-1 1 0,-1-1 0,0 0 0,-21 28 0,4-5 98,18-24-127,-1-2 1614,11-33-468,2 2-1066,1 2-1,0-1 1,1 0 0,1 1 0,0 0-1,12-17 1,63-78-109,-40 58 63,-5 3-1558,2 1 1,2 2 0,73-61-1,-79 76-211,46-33-2863,-69 55 2348,0 1 0,23-10 0,16 0-8031</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8.998"/>
    </inkml:context>
    <inkml:brush xml:id="br0">
      <inkml:brushProperty name="width" value="0.035" units="cm"/>
      <inkml:brushProperty name="height" value="0.035" units="cm"/>
    </inkml:brush>
  </inkml:definitions>
  <inkml:trace contextRef="#ctx0" brushRef="#br0">367 194 12617,'2'-2'649,"1"0"-1,-1 0 0,1 0 1,-1 0-1,0-1 0,0 1 1,-1-1-1,1 1 0,0-1 1,-1 0-1,1 0 1,-1 1-1,0-1 0,2-6 1,-36-1 3402,23 11-3528,0 1 0,0 0 0,0 0 0,1 1 0,-1 0 0,0 1 0,1 0 0,0 0 0,-14 10 0,18-12-400,-16 11-24,0 0-1,1 2 1,1 0-1,0 1 1,1 1 0,0 1-1,-21 28 1,30-35-84,1 0 1,1 1-1,-1 0 1,2 1-1,0 0 0,0 0 1,1 0-1,1 0 1,0 1-1,1-1 0,1 1 1,0 0-1,0 0 1,2 19-1,1-23-130,1 1 1,0-1-1,1 0 0,0 0 1,1 0-1,0-1 0,0 1 0,1-1 1,0 0-1,1 0 0,0-1 1,0 0-1,1 0 0,0 0 1,1-1-1,-1 0 0,1 0 1,1-1-1,-1 0 0,12 6 0,1 0-292,2-1 0,0 0-1,0-2 1,1-1 0,0-1-1,0 0 1,33 3 0,-13-5-798,1-1 0,-1-3 1,1-1-1,-1-3 0,76-13 1,-105 12 1064,1-1 0,0 0 1,-1-1-1,0-1 0,-1 0 0,1-1 1,-2-1-1,1 0 0,24-21 0,-27 19 322,0-1-1,-1 1 0,0-2 0,-1 1 1,0-1-1,-1-1 0,0 1 1,-1-1-1,-1-1 0,7-22 1,24-129 2378,-17 58-363,-6 22 170,-10 56-1073,1 1-1,1-1 1,20-55-1,-20 76-1293,-2 14 0,-2 13 0,-1-17 0,2 67 16,-9 116 0,-25 62-40,5-50-143,18-134-1149,-5 46-2891,14-36-7500,-1-52-687</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9.306"/>
    </inkml:context>
    <inkml:brush xml:id="br0">
      <inkml:brushProperty name="width" value="0.035" units="cm"/>
      <inkml:brushProperty name="height" value="0.035" units="cm"/>
    </inkml:brush>
  </inkml:definitions>
  <inkml:trace contextRef="#ctx0" brushRef="#br0">1 221 9665,'190'-38'7207,"-6"1"-3753,-146 27-3116,159-54 216,-9-7-385,-193 71 216,0 1 0,1 0 0,-1 0 1,0 1-1,1-1 0,0 1 0,-1 0 0,1 0 1,0 1-1,0-1 0,0 1 0,0 0 1,1 0-1,-1 0 0,-3 4 0,-4 5 920,0 0-1,2 1 0,-12 17 0,11-15-1355,1 0 0,1 0 0,0 0 0,1 1 0,1 1 0,1-1 0,0 1 0,-4 28 0,5 3-3830,-2 5-7452,-1 0-2777</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9.833"/>
    </inkml:context>
    <inkml:brush xml:id="br0">
      <inkml:brushProperty name="width" value="0.035" units="cm"/>
      <inkml:brushProperty name="height" value="0.035" units="cm"/>
    </inkml:brush>
  </inkml:definitions>
  <inkml:trace contextRef="#ctx0" brushRef="#br0">1 37 14913,'3'15'1738,"-2"-12"-1300,-1 0-1,1 0 0,-1 0 1,1 1-1,-1-1 0,0 0 1,0 0-1,0 1 0,-1-1 1,0 5-1,-1 0 56,1-1 0,1 1-1,0-1 1,0 1 0,0-1 0,1 1-1,0-1 1,0 0 0,5 13 0,-2-5-174,2 0 1,-1-1-1,12 21 0,-10-26-445,-1 0 0,2 0 0,-1 0 0,1-1 0,0 0 0,1 0 0,0-1 1,0 0-1,1-1 0,0 0 0,0 0 0,0-1 0,1-1 0,-1 1 0,1-2 0,0 1 0,22 2 0,-25-4 72,0-1 0,-1 0-1,1-1 1,0 0 0,0 0 0,0-1 0,-1 0 0,1 0-1,0 0 1,-1-1 0,1-1 0,-1 1 0,0-1 0,0 0-1,0-1 1,0 0 0,0 0 0,-1 0 0,0-1 0,0 0-1,0 0 1,0 0 0,-1-1 0,0 0 0,0 0 0,6-11 0,0-4 415,-2-1 1,-1 0 0,9-35-1,-14 40 188,1 1 0,2-1-1,-1 1 1,2 0 0,0 0 0,1 1-1,1 0 1,14-20 0,-23 34-515,1 1 0,-1-1 0,0 1 0,1-1 0,-1 1 0,1 0 0,-1-1 0,1 1 0,-1-1 0,1 1 0,-1 0 0,1-1 0,-1 1 0,1 0 0,-1 0 0,1-1 0,-1 1 0,1 0 0,0 0 0,-1 0 0,1 0 0,0 0 0,-1 0 0,1 0 0,-1 0 0,1 0 0,0 0 0,-1 0 0,1 0 0,-1 0 0,1 0 0,0 1 0,-1-1 0,1 0 0,-1 0 0,1 1 0,-1-1 0,2 1 0,0 1 32,0 0 0,0 1 0,0-1 0,-1 1-1,1-1 1,0 1 0,-1 0 0,2 5 0,17 59 352,-16-41-399,-1 1 0,-1 0 0,-1-1 0,-3 37 0,-20 105-7,18-140-12,-16 86 0,-4 0 0,-5-1 0,-55 136 0,62-196 0,-2-1 0,-2 0 0,-2-2 0,-67 88 0,90-133 0,-1 1 0,1-1 0,-1 0 0,0 0 0,0 0 0,-1-1 0,-11 6 0,17-9 0,-1 0 0,1-1 0,-1 1 0,1-1 0,-1 1 0,0-1 0,1 0 0,-1 1 0,0-1 0,1 0 0,-1 0 0,1 0 0,-1-1 0,0 1 0,1 0 0,-1 0 0,-2-2 0,3 1 0,0 0 0,-1 0 0,1 0 0,0 0 0,0 0 0,0 0 0,0-1 0,0 1 0,0-1 0,0 1 0,0 0 0,0-1 0,1 0 0,-1 1 0,1-1 0,-1 1 0,1-1 0,-1 0 0,1 1 0,0-4 0,-1-6 0,1 1 0,1-1 0,0 1 0,0-1 0,1 1 0,0-1 0,1 1 0,4-11 0,38-83 0,-14 42-394,3 2-1,2 1 1,3 2 0,2 2-1,3 2 1,2 1-1,2 3 1,2 1 0,3 3-1,1 3 1,74-45 0,-110 76-159,128-71-4622,-114 67 1161,38-14 0,10 7-7281</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0.558"/>
    </inkml:context>
    <inkml:brush xml:id="br0">
      <inkml:brushProperty name="width" value="0.035" units="cm"/>
      <inkml:brushProperty name="height" value="0.035" units="cm"/>
    </inkml:brush>
  </inkml:definitions>
  <inkml:trace contextRef="#ctx0" brushRef="#br0">157 149 12809,'2'-43'1106,"-2"-29"2725,-10 41 698,9 29-1386,-1 4-1887,-3 10-797,-1 0 0,2 1 0,0-1 0,0 1 0,1 0-1,1 0 1,0 0 0,0 21 0,-2 2 97,-39 249-40,-12 107 105,48-306-531,3 0 0,11 133 0,-7-219-90,2 21 0,0 0 0,2-1 0,0 1 0,11 31 0,-13-47 0,0-1 0,0 1 0,0-1 0,1 0 0,-1 0 0,1 0 0,0 0 0,0 0 0,1 0 0,-1-1 0,1 1 0,0-1 0,0 0 0,0-1 0,0 1 0,0 0 0,0-1 0,1 0 0,-1 0 0,1-1 0,0 1 0,-1-1 0,1 0 0,0 0 0,6 0 0,6-1-52,0 0-1,-1-1 1,1-1-1,-1-1 1,1 0 0,21-8-1,93-40-517,-118 46 530,38-17-202,13-7 44,1 3 1,1 2 0,77-16 0,-131 38 204,-1 0 0,1 1 1,0 0-1,0 1 0,-1 0 1,1 0-1,0 2 0,0-1 1,-1 2-1,1-1 0,-1 1 1,0 1-1,0 0 0,0 1 1,0 0-1,-1 1 0,0 0 1,0 0-1,0 1 0,-1 0 1,0 1-1,-1 0 0,0 1 1,0-1-1,13 20 1,-13-16 0,10 14-169,0-1 0,1-1 1,45 42-1,-59-63 81,1-1 1,0 1 0,0-1-1,1 0 1,-1 0-1,0-1 1,1 0-1,-1 0 1,1 0 0,-1-1-1,1 0 1,9-2-1,-11 2 36,10-1-62,0 0 0,0-2 1,0 0-1,-1 0 0,1-2 0,15-6 1,79-43-147,-58 27 302,20-13 297,-42 22 175,53-23-1,-79 40-456,-1 0 0,1 1-1,0-1 1,0 0 0,0 1 0,0 0 0,0 0-1,0 0 1,0 0 0,-1 0 0,1 1 0,0-1-1,0 1 1,0-1 0,0 1 0,0 0 0,-1 1-1,1-1 1,-1 0 0,1 1 0,-1-1 0,1 1 0,2 2-1,-1 0 78,1 0-1,-1 1 0,0 0 1,0 0-1,0 0 1,-1 0-1,0 0 0,0 1 1,4 8-1,25 83-28,-20-54-102,28 62 1,-34-93-15,0-1 1,0 0-1,1 0 1,1-1 0,-1 1-1,2-2 1,-1 1 0,1-1-1,19 14 1,-20-18 2,0 0 0,0-1 0,1-1 0,-1 1 0,1-2 0,0 1 0,-1-1 0,1 0 0,0-1 0,0 0 0,14 0 0,-12-1 0,0-1 0,-1 0 0,1 0 0,0-1 0,0-1 0,-1 1 0,1-2 0,12-5 0,-4 0 0,0-1 0,33-23 0,-39 23-70,0-2 0,-1 1 0,0-1-1,-1-1 1,0 0 0,-1-1 0,-1 0 0,0 0 0,-1-1-1,0 0 1,-1-1 0,-1 1 0,8-33 0,-8 26-37,-2-1 0,-1 1 0,-1-1 0,0 1 0,-2-1 0,-1 0 0,0 1 0,-2-1 0,-10-41 0,7 48 87,0 0-1,-1 1 0,0-1 1,-2 1-1,0 1 0,0 0 0,-1 0 1,-1 1-1,-1 0 0,1 0 0,-2 2 1,0-1-1,0 2 0,-1 0 0,-27-15 1,29 18-263,-1 0 0,0 1 1,0 1-1,-1 0 0,0 1 0,1 0 1,-1 1-1,-1 1 0,1 0 1,0 1-1,0 1 0,-1 0 1,1 1-1,0 0 0,0 1 0,-1 0 1,1 2-1,1 0 0,-17 6 1,20-6-427,-37 20-2824,44-22 2969,1 0 0,-1 0 0,0 0 0,1 0 1,0 0-1,-1 0 0,1 1 0,0-1 0,0 1 1,0 0-1,1-1 0,-1 1 0,-1 4 0,-1 30-9046</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1.020"/>
    </inkml:context>
    <inkml:brush xml:id="br0">
      <inkml:brushProperty name="width" value="0.035" units="cm"/>
      <inkml:brushProperty name="height" value="0.035" units="cm"/>
    </inkml:brush>
  </inkml:definitions>
  <inkml:trace contextRef="#ctx0" brushRef="#br0">82 69 14389,'-2'3'2227,"-5"6"-854,5-7-1047,-1 1-1,1 0 1,0 0 0,1 0 0,-1 0 0,0 0 0,1 0-1,0 0 1,0 0 0,0 1 0,0-1 0,0 0-1,1 1 1,-1 4 0,-22 189 4477,-1 6-3294,23-187-1449,-1-4-47,1-1 0,1 1 0,0 0 0,0 0 0,4 17 1,-4-27-17,1 0 1,-1 0 0,1 0 0,0 0 0,0 1 0,0-2 0,0 1 0,0 0 0,0 0-1,0 0 1,1 0 0,-1-1 0,1 1 0,-1-1 0,1 1 0,0-1 0,-1 1 0,1-1 0,0 0-1,0 0 1,0 0 0,0 0 0,0 0 0,0-1 0,0 1 0,1-1 0,-1 1 0,0-1-1,0 0 1,0 1 0,0-1 0,1 0 0,-1-1 0,0 1 0,4-1 0,16-3-33,0-1 0,0-1 0,36-16 0,10-2-11,-55 20 50,0 0 1,0 1 0,0 1-1,0 0 1,0 0 0,1 2-1,-1-1 1,0 2 0,1 0-1,-1 0 1,0 1 0,0 1-1,0 0 1,0 1 0,-1 0-1,1 1 1,-1 1 0,0 0-1,-1 0 1,1 1 0,12 10-1,29 28 173,-38-31-1,0-1-1,2 0 1,22 14-1,-33-25-70,-1-1 0,1 1 0,0-1 0,0 0 0,0 0 0,-1-1-1,1 1 1,0-1 0,0-1 0,0 1 0,8-2 0,-4 0 24,-1 1-63,-1-1 1,1-1-1,0 1 0,0-2 0,-1 1 0,0-1 0,0 0 0,0-1 1,0 0-1,0 0 0,7-8 0,9-8 204,36-43-1,-36 35-269,-2 0 0,-1-2 0,-1 0 0,-2-1 0,-1-1 0,-2-1 0,-1 0 0,-2-1 0,-1 0 0,11-64 0,-21 88-3,0 0 1,0 0-1,-1 0 1,-1 0-1,1 0 1,-2 0-1,0 0 1,0 0-1,-1 0 1,0 0-1,-1 1 1,0 0-1,-1-1 1,0 2-1,-8-13 1,10 19-312,0-1 0,0 1 0,0 0 0,0 1 0,-1-1 0,1 1 0,-1-1 0,1 1 0,-1 0 0,0 0 0,0 1 0,0-1 0,0 1 0,0 0 0,0 0 0,0 0 0,-1 0 0,1 1 0,0 0 0,0 0 0,-8 0 0,3 1-1034,-1 0 0,1 1 0,0 0-1,0 0 1,0 0 0,0 2 0,-17 7-1,22-8-372,-1 0 0,1 0-1,0 1 1,0 0 0,0-1 0,-6 9-1</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2.028"/>
    </inkml:context>
    <inkml:brush xml:id="br0">
      <inkml:brushProperty name="width" value="0.035" units="cm"/>
      <inkml:brushProperty name="height" value="0.035" units="cm"/>
    </inkml:brush>
  </inkml:definitions>
  <inkml:trace contextRef="#ctx0" brushRef="#br0">120 65 11353,'-13'-25'8528,"4"10"-2839,-16 36-1277,18-11-4248,1 0 0,0 0 0,0 0 0,1 1 1,1-1-1,0 1 0,0 1 0,-2 13 0,-12 101 1047,14-90-1114,2 27-97,2 0 0,18 115 0,-17-170 0,1 14 0,2 0 0,0-1 0,8 23 0,-11-40 0,0 0 0,1-1 0,-1 1 0,1-1 0,0 1 0,0-1 0,0 0 0,0 0 0,0 0 0,1 0 0,-1 0 0,1 0 0,0-1 0,0 1 0,0-1 0,0 0 0,0 0 0,1 0 0,-1 0 0,1 0 0,-1-1 0,1 0 0,4 1 0,-2-1 0,-1-1 0,1 0 0,0 0 0,0-1 0,0 0 0,0 0 0,0 0 0,0 0 0,-1-1 0,1 0 0,0-1 0,-1 1 0,6-4 0,8-5 0,-1-2 0,21-17 0,103-91 0,93-70 0,-224 183 0,0 1 0,1 0 0,0 1 0,1 0 0,-1 0 0,1 2 0,0 0 0,21-4 0,-29 7 0,0 0 0,0 1 0,0 0 0,0 0 0,0 0 0,0 1 0,0-1 0,-1 1 0,1 0 0,0 1 0,0-1 0,-1 1 0,1 0 0,-1 0 0,1 1 0,-1-1 0,0 1 0,0 0 0,0 0 0,0 0 0,0 0 0,-1 1 0,0 0 0,0 0 0,0 0 0,4 6 0,-1 0 0,-2 0 0,1 1 0,-1-1 0,0 1 0,-1 0 0,-1 0 0,3 19 0,-1 84 0,-2-34 0,1-59 0,-3-21 0,0 1 0,0 0 0,0 0 0,1-1 0,-1 1 0,0 0 0,1 0 0,-1-1 0,0 1 0,1 0 0,-1-1 0,1 1 0,-1-1 0,1 1 0,-1 0 0,1-1 0,-1 1 0,1-1 0,-1 1 0,2-1 0,4 1 0,-1-1 0,1-1 0,0 0 0,0 1 0,-1-2 0,1 1 0,-1 0 0,1-1 0,5-3 0,5-2 0,1-1 0,-2-1 0,1 0 0,25-21 0,52-54 0,-42 36 0,-39 37 0,19-18 0,2 1 0,0 2 0,46-26 0,-70 46 0,1 1 0,-1 0 0,1 1 0,0 0 0,1 0 0,-1 1 0,1 1 0,-1-1 0,1 2 0,0 0 0,0 0 0,0 1 0,0 0 0,-1 1 0,1 0 0,0 0 0,0 2 0,10 2 0,17 12 0,-2 1 0,0 2 0,-2 1 0,39 31 0,-30-21 0,85 46 0,-113-69 0,0-2 0,0 0 0,1 0 0,0-2 0,0 0 0,0-1 0,1 0 0,-1-1 0,1-1 0,16-1 0,-22-1 0,-1 0 0,0-1 0,0 0 0,-1-1 0,1 0 0,0 0 0,-1-1 0,0 0 0,0-1 0,0 0 0,0 0 0,12-10 0,-10 4 0,1 0 0,-2 0 0,0-1 0,0 0 0,-1-1 0,0 0 0,9-21 0,-3 0 0,-1-1 0,-2-1 0,-1 0 0,-3 0 0,0-1 0,2-38 0,-5 33-3,-2 25-4,-1 0 1,0 0 0,-2 0 0,0 0 0,-2-19 0,-2 14-25,4 22 31,0 0 0,0 1-1,0-1 1,0 0 0,0 0-1,0 0 1,0 0 0,0 0-1,0 0 1,0 0 0,0 0-1,-1 0 1,1 0 0,0 0-1,0 0 1,0 0-1,0 1 1,0-1 0,0 0-1,0 0 1,-1 0 0,1 0-1,0 0 1,0 0 0,0 0-1,0 0 1,0 0 0,0 0-1,0 0 1,-1 0 0,1 0-1,0-1 1,0 1 0,0 0-1,0 0 1,0 0 0,0 0-1,0 0 1,0 0 0,-1 0-1,1 0 1,0 0 0,0 0-1,0 0 1,0 0 0,0 0-1,0-1 1,0 1-1,0 0 1,0 0 0,0 0-1,0 0 1,0 0 0,0 0-1,0 0 1,0-1 0,-1 1-1,1 0 1,0 0 0,0 0-1,0 0 1,0 0 0,0 0-1,1 0 1,-1-1 0,0 1-1,0 0 1,0 0 0,0 0-1,-8 4-12,1 0 0,-1 1-1,1 0 1,1 0 0,-1 1-1,1 0 1,0 0 0,0 0-1,0 1 1,-8 12 0,-3 11-219,-22 46 0,9-15-258,-63 138-2303,88-186 2629,-2 0 0,0 0-1,0-1 1,-14 17 0,0-1 531,20-26 5,3-5 54,12-15-9,1 0 0,1 0-1,1 2 1,0 0-1,1 1 1,38-24 0,-52 36-387,-1 1 0,1 0 0,0 0 0,0 0 0,0 0 0,0 1 0,0-1 1,1 1-1,-1 0 0,0 1 0,0-1 0,1 1 0,-1 0 0,0 0 0,1 0 1,-1 0-1,0 1 0,1 0 0,-1 0 0,0 0 0,0 0 0,0 0 0,0 1 1,0 0-1,6 4 0,-4-2-70,-1 0 1,0 0 0,0 1-1,0 0 1,0 0 0,-1 0 0,0 1-1,0 0 1,-1-1 0,1 1-1,-1 0 1,-1 1 0,1-1-1,-1 0 1,2 10 0,36 127-5199,-12-47-7177,-16-53 858</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2.546"/>
    </inkml:context>
    <inkml:brush xml:id="br0">
      <inkml:brushProperty name="width" value="0.035" units="cm"/>
      <inkml:brushProperty name="height" value="0.035" units="cm"/>
    </inkml:brush>
  </inkml:definitions>
  <inkml:trace contextRef="#ctx0" brushRef="#br0">363 0 9621,'-3'3'373,"0"-1"0,0 0 0,1 0-1,-1 0 1,-1-1 0,1 1 0,0-1 0,0 0 0,-1 1 0,1-1 0,0-1 0,-1 1-1,1 0 1,-1-1 0,1 0 0,-7 0 0,5 0 310,-1 1-1,1-1 1,-1 1-1,1 0 1,-1 0-1,1 1 1,-8 3 0,-21 10 1804,22-10-2020,1 0 1,0 0 0,0 1 0,1 1 0,0 0 0,0 0-1,0 1 1,1 0 0,-11 12 0,1 1-166,11-14-176,1 1 0,0 0-1,0 1 1,0 0 0,1 0 0,1 0-1,-6 12 1,-13 19 230,23-37-208,22-28 17,28-69 568,-35 70-458,-10 17-175,0 0 0,0 0-1,0 1 1,1-1 0,-1 1-1,2 0 1,-1 0-1,1 1 1,-1 0 0,2 0-1,11-8 1,-17 13-100,1-1 0,-1 1 0,0 0 0,1-1 0,-1 1 0,1 0 0,-1 0 0,1 0 0,-1 0 0,1 0 0,-1 0 0,0 0 0,1 1 0,-1-1 0,1 0 0,-1 1 0,0-1 0,1 1 0,-1-1 0,2 2 0,0 1 0,0-1 0,0 0 0,0 1 0,0 0 0,-1 0 0,1-1 0,3 8 0,0 0 0,0 1 0,-1 0 0,0 1 0,4 13 0,-4-1 0,0-1 0,-1 0 0,-1 1 0,-1 27 0,-8 96 0,3-114 0,6 19-113,14-60 57,-10 2 46,0 0 0,0-1 0,-1 0 0,0 0 0,0 0 0,7-14 0,14-17-58,1 4 64,1 1 1,1 2-1,2 0 0,1 2 0,38-25 0,-63 49 3,30-21-4,1 1-1,61-27 1,-87 46 15,1 0 0,0 1 0,0 1 0,0 0 0,28-3 0,-38 6-4,0 1-1,1 0 1,-1 0 0,0 0 0,0 0 0,0 1 0,0 0-1,0-1 1,0 2 0,0-1 0,0 0 0,-1 1 0,1 0-1,0-1 1,-1 1 0,1 1 0,-1-1 0,0 1-1,1-1 1,-1 1 0,-1 0 0,1 0 0,0 0 0,-1 0-1,1 1 1,1 3 0,0 2-3,-1 0 0,0 1 0,0-1 0,-1 0 0,0 1 0,-1 0 0,0-1 0,-1 1 0,1 0 0,-4 17 0,-2 15-276,-13 47 1,13-65-48,-24 150-4436,21-58-6987,7-72-579</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13.008"/>
    </inkml:context>
    <inkml:brush xml:id="br0">
      <inkml:brushProperty name="width" value="0.035" units="cm"/>
      <inkml:brushProperty name="height" value="0.035" units="cm"/>
    </inkml:brush>
  </inkml:definitions>
  <inkml:trace contextRef="#ctx0" brushRef="#br0">499 0 11825,'-7'6'623,"0"1"0,0-1 1,0 1-1,1 0 0,0 1 0,1 0 0,0 0 0,0 0 1,0 0-1,1 1 0,0 0 0,1 0 0,-3 11 1,2 0 217,1 0 1,1 0 0,1 1 0,1-1 0,2 25 0,1-17-298,1-1 0,0 0 0,13 38-1,-12-49-458,1 0-1,1 0 0,0-1 1,1 0-1,1-1 0,19 27 1,-23-36-142,1 0 1,-1 0-1,1 0 1,0-1-1,0 0 1,0 0-1,0 0 1,1-1-1,10 4 1,-13-5 34,0-1 0,0 0 0,0 0 0,0 0 0,0 0 0,1-1 0,-1 1 0,0-1 0,0 0 0,1-1 0,-1 1 0,0-1 0,0 1 0,0-1 0,0-1 0,0 1 0,7-4 1,-3 0 24,1-1 1,-2 0-1,1 0 1,-1-1-1,0 0 1,0-1-1,-1 1 1,0-1-1,-1 0 1,8-15-1,3-9 316,18-58 1,-6 16 119,-28 72-430,18-43 622,2 0 0,2 0 0,47-69 0,-66 111-551,-1-1 0,1 1 0,0 0 1,0 0-1,0 0 0,1 1 0,-1-1 0,1 1 0,-1 0 0,1 0 0,0 0 0,0 0 0,4-1 1,-5 2-51,0 1 0,0-1 0,0 1 0,0 0 1,0 0-1,0 0 0,0 0 0,0 1 1,0-1-1,0 1 0,0 0 0,-1 0 0,1 0 1,0 0-1,0 0 0,-1 1 0,1-1 0,3 3 1,0 2-30,0-1 1,-1 1-1,1 0 0,-2 0 1,1 1-1,-1 0 1,1 0-1,-2 0 1,1 0-1,3 12 0,-2-8-1,11 32 0,-1 0 0,-2 1 0,-2 0 0,-3 0 0,6 68 0,-10 232 0,-12-212 0,-6-1 0,-6 0 0,-5-2 0,-74 220 0,35-177 0,-7-2 0,-172 294 0,226-435 0,-106 160 0,110-172 0,-1-1 0,0 0 0,-1-1 0,-1-1 0,0 0 0,-1-1 0,-1 0 0,-22 11 0,32-20 0,0 0 0,0-1 0,-1 0 0,0 0 0,1-1 0,-1 0 0,0 0 0,0-1 0,0 0 0,0-1 0,0 0 0,-1 0 0,1-1 0,0-1 0,0 1 0,1-1 0,-1-1 0,0 1 0,1-1 0,-1-1 0,1 0 0,0 0 0,0-1 0,1 0 0,-1 0 0,1 0 0,0-1 0,0-1 0,1 1 0,0-1 0,0 0 0,1 0 0,-9-15 0,3 3 0,0-1 0,2-1 0,0 1 0,2-1 0,0-1 0,1 1 0,1-1 0,-2-33 0,5 25 0,1 0 0,2-1 0,1 1 0,2 0 0,12-50 0,0 27 0,2 1 0,2 1 0,3 1 0,2 1 0,1 1 0,54-71 0,-28 51-933,3 3 0,66-60-1,-47 58-1299,3 3-1,2 3 1,4 4 0,1 4-1,3 4 1,101-42-1,-48 36-9115</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133"/>
    </inkml:context>
    <inkml:brush xml:id="br0">
      <inkml:brushProperty name="width" value="0.035" units="cm"/>
      <inkml:brushProperty name="height" value="0.035" units="cm"/>
    </inkml:brush>
  </inkml:definitions>
  <inkml:trace contextRef="#ctx0" brushRef="#br0">125 3 11197,'-1'-1'1456,"1"1"-1213,-1 0-1,1-1 1,0 1 0,0 0-1,-1 0 1,1 0 0,0 0-1,0 0 1,0 0-1,-1 0 1,1 0 0,0 0-1,0 0 1,-1 0 0,1 0-1,0 0 1,0 0 0,-1 0-1,1 0 1,0 0 0,0 0-1,-1 0 1,-1 2 2911,2-2-2911,0 0 0,-1 1-1,1-1 1,0 0 0,0 0-1,0 1 1,0-1 0,0 0-1,0 0 1,0 0 0,0 1-1,0-1 1,0 0 0,0 0-1,0 1 1,0-1 0,-3 30 4462,8 42-4265,-4-65 653,3 32-766,1 17 17,-1 100 0,-67 602-344,53-662-1395,1-5-5995,-26 115 0,22-152-6218</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385"/>
    </inkml:context>
    <inkml:brush xml:id="br0">
      <inkml:brushProperty name="width" value="0.035" units="cm"/>
      <inkml:brushProperty name="height" value="0.035" units="cm"/>
    </inkml:brush>
  </inkml:definitions>
  <inkml:trace contextRef="#ctx0" brushRef="#br0">26 7 14233,'5'-2'467,"1"1"-1,0 0 1,0 0-1,1 0 1,-1 1-1,0 0 1,0 0-1,0 0 1,0 1-1,0 0 1,0 0-1,0 1 1,0 0-1,0 0 1,-1 0-1,1 1 1,9 5-1,57 35 2130,97 75-1,-157-109-2482,0 0 0,-1 1 0,-1 1-1,0 0 1,0 0 0,-1 1 0,13 20 0,-20-28-96,0-1 0,0 1 0,-1 0 0,1-1 0,-1 1 0,0 0 0,0 0 0,0 0 0,-1 0 0,1 0 0,-1 0 0,0 0 0,0 0 0,0 0 1,-1 0-1,1 0 0,-1 0 0,0 0 0,0 0 0,-1 0 0,1 0 0,-1-1 0,0 1 0,0 0 0,0-1 0,0 0 0,0 1 0,-1-1 0,0 0 1,1 0-1,-1 0 0,-6 3 0,-6 6 20,-1-1 0,0-1 0,-1-1 1,-26 11-1,-78 23-244,43-16-932,23-9-436,-3 2-3071,24-5-3857</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2.710"/>
    </inkml:context>
    <inkml:brush xml:id="br0">
      <inkml:brushProperty name="width" value="0.035" units="cm"/>
      <inkml:brushProperty name="height" value="0.035" units="cm"/>
    </inkml:brush>
  </inkml:definitions>
  <inkml:trace contextRef="#ctx0" brushRef="#br0">1 81 13997,'0'-3'301,"1"-1"1,-1 0-1,1 1 0,0-1 0,0 0 0,1 1 0,-1-1 1,1 1-1,0 0 0,-1-1 0,1 1 0,1 0 0,-1 0 1,0 0-1,1 0 0,0 1 0,-1-1 0,1 1 0,0-1 1,0 1-1,0 0 0,1 0 0,-1 1 0,1-1 0,-1 1 1,1-1-1,-1 1 0,1 0 0,-1 0 0,1 1 0,0-1 1,0 1-1,4 0 0,13-1 9,0 1 0,-1 1 0,1 1 0,-1 0 0,0 2 0,0 1 0,0 0 0,0 1 0,-1 1 0,0 1 0,0 1 0,-1 0 0,22 16 0,-15-8-212,-1 0 0,-1 2 0,-1 0 0,0 2 0,-2 0 0,0 1 0,-2 1 0,28 45 0,-33-44-95,-1 0-1,-2 0 0,0 1 1,7 33-1,12 104 18,-26-144-3,-1-5 327,-10-30-23,6 9-288,0 0 0,0 1 0,1-1 0,0 0 1,1 0-1,0 0 0,0-1 0,0 1 0,1 0 1,3-12-1,-1 5-242,1-1-1,1 0 1,1 1 0,10-21 0,1 6-1054,1 1 0,2 0 0,1 1 0,26-26 0,-25 31-2074,1 1 0,37-26 0,5 4-6845</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3.527"/>
    </inkml:context>
    <inkml:brush xml:id="br0">
      <inkml:brushProperty name="width" value="0.035" units="cm"/>
      <inkml:brushProperty name="height" value="0.035" units="cm"/>
    </inkml:brush>
  </inkml:definitions>
  <inkml:trace contextRef="#ctx0" brushRef="#br0">144 894 12833,'0'-1'100,"0"0"1,0 0-1,0 0 0,-1 0 1,1 0-1,0 1 0,0-1 0,0 0 1,0 0-1,1 0 0,-1 0 1,0 0-1,0 0 0,0 0 0,1 1 1,-1-1-1,1 0 0,-1 0 1,0 0-1,1 1 0,-1-1 0,1 0 1,0 1-1,-1-1 0,1 0 1,0 1-1,-1-1 0,1 1 0,0-1 1,-1 1-1,2-1 0,31-14 1349,-19 9-868,37-14 692,0 2 0,1 2 0,95-16 0,8-2-527,-112 22-614,98-29 892,-137 40-982,0-1-1,0 1 1,0-1-1,0 0 1,-1 0-1,1-1 1,-1 1-1,0-1 1,0 1-1,1-1 1,-2 0-1,1 0 1,2-4-1,-4 6-33,0-1-1,0 1 0,-1-1 0,1 0 1,-1 1-1,1-1 0,-1 0 0,1 1 1,-1-1-1,0 0 0,0 1 0,0-1 1,0 0-1,0 1 0,-1-1 1,1 0-1,0 1 0,-1-1 0,1 0 1,-1 1-1,0-1 0,1 1 0,-1-1 1,0 1-1,0-1 0,0 1 0,0-1 1,0 1-1,-2-2 0,0 0 6,-1 0-1,0 0 1,0 0 0,0 0-1,0 1 1,0-1 0,0 1-1,-1 0 1,1 1-1,-6-2 1,-47-10 241,29 11-51,1 0 0,-1 2 0,1 1 0,-1 1 0,1 1-1,-1 1 1,1 2 0,1 1 0,-37 14 0,15-1 111,0 2 0,1 2-1,2 2 1,-44 32-1,69-43-211,1 0 0,0 1 0,1 0 0,1 2 0,0 0 0,-23 34 0,35-44-73,-1 1 0,1 0 0,1 0 0,0 0 0,0 0 1,1 1-1,0 0 0,1-1 0,0 1 0,0 0 0,1 0 0,1 0 1,-1 0-1,2 0 0,-1 0 0,1 0 0,1 0 0,0 0 0,3 10 1,1-6-75,0 0 0,1 0 0,1-1 0,0 0 0,1 0 1,0-1-1,1 0 0,0-1 0,1 0 0,0-1 1,1 0-1,0 0 0,0-1 0,17 8 0,8 3-384,1-1-1,1-2 1,79 23-1,-40-18-253,1-4 0,1-4 0,0-3 0,123 1 0,-142-13 404,0-2 0,0-4 1,0-1-1,-1-4 0,-1-2 1,94-35-1,-134 41 268,-1-1 0,0 0-1,0-1 1,-1-1 0,0-1 0,-1-1 0,0 0 0,-1-1 0,-1 0 0,0-1 0,-1-1-1,0 0 1,11-21 0,-17 26 27,-1-1-1,-1 0 0,0 0 1,0 0-1,-1-1 0,-1 0 1,0 1-1,-1-1 0,0 0 1,-1 0-1,-1 0 0,0 0 1,0-1-1,-1 1 0,-1 0 1,0 0-1,-1 1 0,-1-1 1,0 1-1,0-1 0,-9-15 1,8 17 3,-1 0 1,-1 0-1,0 1 1,0 0-1,-1 0 1,0 1-1,-1 0 1,0 1-1,-11-9 1,14 13-16,0 0 1,-1 0-1,1 1 1,-1 0-1,0 0 1,0 1 0,0 0-1,0 0 1,0 0-1,0 1 1,-1 0-1,1 1 1,0 0-1,-1 0 1,1 0-1,-13 3 1,0 2 15,1 0 0,-1 2 0,1 0 0,1 1 0,-1 1 0,1 0-1,1 2 1,0 0 0,0 1 0,1 1 0,1 0 0,0 1 0,-15 18 0,0 5-21,1 1-1,2 1 1,2 1-1,-31 65 1,48-88-10,1-1-1,-6 22 1,11-33 12,1 0 1,0 0-1,0-1 0,1 1 0,-1 0 1,1 0-1,0 0 0,0 0 0,1 0 1,-1 0-1,1-1 0,0 1 1,3 6-1,-4-10-2,1 1 1,0-1-1,0 1 0,0-1 1,0 0-1,1 1 0,-1-1 1,0 0-1,1 0 0,-1 0 0,0 0 1,1 0-1,-1 0 0,1 0 1,0 0-1,-1-1 0,1 1 1,0 0-1,-1-1 0,1 0 1,0 1-1,-1-1 0,1 0 1,0 0-1,0 0 0,0 0 1,-1 0-1,1 0 0,0 0 1,0-1-1,-1 1 0,3-2 1,6 0 16,-1-1 0,1-1 1,-1 0-1,10-5 0,19-15-28,0-2-1,67-59 0,-85 68 9,34-33 9,-2-2 1,-2-2-1,-3-2 0,62-95 0,-43 44-40,92-208 1,-136 260 8,-2-1 0,24-115 1,-43 165 72,0 0 0,0-1 1,-1 1-1,1 0 1,-1-1-1,-2-9 1,2 15-34,0 1 1,0-1-1,0 1 1,0-1-1,-1 0 0,1 1 1,0-1-1,0 1 1,-1-1-1,1 1 1,0-1-1,-1 1 1,1-1-1,0 1 1,-1-1-1,1 1 1,-1-1-1,1 1 1,-1 0-1,1-1 1,-1 1-1,1 0 0,-1-1 1,0 1-1,-1 0 11,1 0 0,0 0 0,0 0 0,0 0 0,-1 1 0,1-1 0,0 0 0,0 1 0,0-1 0,0 1 0,0 0 0,0-1 0,0 1 0,0 0 0,0-1 0,0 1 0,-1 2 0,-12 11 147,2 0 1,-1 1-1,2 1 0,0 0 0,1 0 1,1 1-1,0 0 0,1 1 1,1 0-1,-7 25 0,5-6 45,1 0 0,1 0 0,2 1 0,1 55 0,5-61-152,1 0 1,2-1-1,1 0 1,2 1-1,1-2 1,1 1-1,1-1 1,2-1-1,1 0 1,2 0-1,0-2 1,20 27-1,-20-33-92,1-1 0,1 0-1,1-1 1,0-1 0,1-1 0,1-1 0,1 0-1,0-2 1,1 0 0,0-1 0,1-2-1,1 0 1,-1-1 0,2-2 0,31 8 0,-46-14 32,1 0 0,0 0 0,-1-1 1,1-1-1,0 0 0,-1 0 0,1-1 1,0 0-1,-1-1 0,1 0 0,-1-1 1,1 0-1,-1 0 0,0-1 0,0-1 1,-1 0-1,0 0 0,1-1 0,-2 0 1,1 0-1,-1-1 0,0 0 1,0-1-1,-1 0 0,12-16 0,-6 5 555,1 0 0,1 1 0,0 1 0,31-27 0,-43 41-197,-1 4-351,0-1 0,0 0 0,-1 0 1,1 1-1,0-1 0,0 1 1,-1-1-1,1 1 0,0 0 0,-1 0 1,1 0-1,-1 0 0,1 0 1,-1 0-1,1 0 0,-1 0 0,0 0 1,1 1-1,-1-1 0,0 1 1,0-1-1,0 1 0,0-1 0,0 1 1,-1-1-1,1 1 0,0 3 1,2 3-117,-1 1 1,0 0-1,0 0 1,0 10-1,-1-10-42,8 118-5486,-5-44-3726,-4-67 6713,3 32-8256</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3.697"/>
    </inkml:context>
    <inkml:brush xml:id="br0">
      <inkml:brushProperty name="width" value="0.035" units="cm"/>
      <inkml:brushProperty name="height" value="0.035" units="cm"/>
    </inkml:brush>
  </inkml:definitions>
  <inkml:trace contextRef="#ctx0" brushRef="#br0">1 187 9801,'79'-112'1940,"-41"81"-436,-3 8-340,-3 9-388,-16 8-640,22 17-764,16 6-596,-16 9-2672,6 17-2693</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106"/>
    </inkml:context>
    <inkml:brush xml:id="br0">
      <inkml:brushProperty name="width" value="0.035" units="cm"/>
      <inkml:brushProperty name="height" value="0.035" units="cm"/>
    </inkml:brush>
  </inkml:definitions>
  <inkml:trace contextRef="#ctx0" brushRef="#br0">453 154 12725,'-2'-50'2606,"-5"15"6853,-13 42-6152,0 7-2396,0 1 0,1 0 1,1 1-1,-18 20 0,25-24-854,-38 38-22,-83 110 1,116-137-37,2 0-1,0 0 1,1 2-1,2-1 0,0 2 1,2-1-1,1 1 1,-6 30-1,10-35-24,2 0 0,0 0 0,1 0-1,1 0 1,1 0 0,1 0 0,9 39 0,-8-48-30,1-1 0,0 0-1,1 1 1,1-2 0,0 1 0,0 0 0,1-1 0,0-1 0,0 1-1,1-1 1,1 0 0,-1-1 0,1 0 0,1 0 0,11 7 0,-7-7-455,0 0 0,0-1 1,0-1-1,0 0 0,1-1 1,0-1-1,1 0 0,26 2 1,-19-4-183,0-1 1,0-1-1,-1-2 0,1 0 1,34-8-1,-22 1 85,-1-2 1,0-1-1,-1-2 1,0-1-1,-1-2 0,-1 0 1,43-33-1,-47 28 662,-2-1 0,0 0-1,-2-2 1,0-1 0,-2-1 0,-1 0-1,-1-2 1,-1 0 0,-2-1 0,13-33-1,-9 10 811,-2-1 0,-3 0 0,-2-1 0,-2-1 0,4-70 0,-14 120-701,20-177 4249,-21 180-3480,-10 18 632,6-8-1420,0 0 0,1 1 0,0-1 0,1 0 0,-4 15 0,-2 60 316,5-55-375,-19 262-562,15-74-3555,0-16-4147,5-127 1756,7-3-3784</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811"/>
    </inkml:context>
    <inkml:brush xml:id="br0">
      <inkml:brushProperty name="width" value="0.035" units="cm"/>
      <inkml:brushProperty name="height" value="0.035" units="cm"/>
    </inkml:brush>
  </inkml:definitions>
  <inkml:trace contextRef="#ctx0" brushRef="#br0">0 426 6113,'15'-3'177,"19"-3"543,1 1 1,53 1-1,46-6 731,-30 1-1213,334-14-877,-394 22 1584,-31 2-242,0-1 0,0-1 0,0-1 0,0 1 0,21-7 0,75-32 3435,46-33-2029,-146 69-1991,0-1 0,-1 0 1,1-1-1,-1 0 0,0 0 0,-1 0 0,1-1 0,6-10 0,-12 15 3,-6-4 22,3 4-124,0 0 0,-1 0 0,0 0 0,1 1-1,-1-1 1,0 0 0,0 1 0,0-1 0,0 1 0,0-1 0,0 1 0,0 0 0,0 0-1,-1 0 1,1 0 0,0 0 0,-1 1 0,1-1 0,0 1 0,-1-1 0,1 1-1,-1 0 1,1 0 0,-1 0 0,1 0 0,-1 1 0,-4 0 0,-21 3 170,1 0 0,-1 2 0,1 1 0,1 2 0,-1 0 0,1 2 0,-41 23 0,48-24-91,2 1 1,0 0-1,0 2 0,1 0 0,1 0 0,0 2 1,1 0-1,0 0 0,1 1 0,1 1 0,-13 24 1,20-32-74,1 1 1,1-1 0,-1 1 0,2 0-1,-1 0 1,1 0 0,1 0-1,0 0 1,0 1 0,1-1 0,0 0-1,1 0 1,0 1 0,1-1-1,0 0 1,0 0 0,1 0 0,1-1-1,-1 1 1,2-1 0,-1 0-1,10 15 1,-3-9-143,1 0 0,1 0 0,0-1 1,1-1-1,0 0 0,1-1 0,0 0 0,1-2 0,1 1 0,-1-2 0,24 10 0,-9-7-232,0-1-1,0-1 0,1-2 0,0-1 0,49 4 1,-64-9 198,1-1 0,-1-2 0,1 1 0,-1-2 0,1 0 0,-1-1 1,0-1-1,0-1 0,0 0 0,-1-1 0,32-16 0,-33 12 127,0 0 0,0 0-1,-1-1 1,-1-1 0,0 0-1,0-1 1,-1-1 0,-1 0-1,0 0 1,-1-1 0,-1 0-1,0-1 1,-1 0 0,-1 0-1,0-1 1,-1 0 0,6-30-1,6-91 510,-13 96-336,-5 36-136,1-1 0,-1 1 1,0 0-1,-1 0 0,1 0 0,-1-1 0,0 1 0,-1 0 0,-2-7 0,4 12-7,-1 0-1,0-1 0,1 1 0,-1 0 1,0 0-1,0-1 0,0 1 0,0 0 1,0 0-1,0 0 0,0 0 0,0 0 1,0 0-1,-1 0 0,1 0 0,0 1 1,-1-1-1,1 0 0,0 1 1,-1-1-1,1 1 0,-1 0 0,1-1 1,-1 1-1,1 0 0,-1 0 0,1 0 1,-1 0-1,1 0 0,-1 0 0,1 0 1,-1 1-1,1-1 0,0 1 0,-1-1 1,1 1-1,-1-1 0,1 1 0,-3 1 1,-4 3 3,-1-1 0,1 2 0,0-1 0,0 1 1,1 0-1,0 1 0,0-1 0,-9 13 0,-5 8 72,-17 33-1,19-30-47,12-20-25,0 1 0,0 1 0,1 0 1,1-1-1,0 2 0,1-1 0,0 0 0,1 1 0,0 0 0,1 0 0,-1 18 0,4 16 84,-1-46-90,0-1 0,0 1 0,0-1 0,0 1 0,0 0 0,0-1 0,0 1 0,0-1 0,0 1 0,0 0 0,1-1 0,-1 1 0,0-1-1,0 1 1,1-1 0,-1 1 0,0-1 0,1 1 0,-1-1 0,0 1 0,1-1 0,-1 0 0,1 1 0,-1-1 0,0 1 0,1-1 0,-1 0 0,1 0 0,-1 1 0,1-1 0,0 0 0,-1 0 0,1 1 0,-1-1 0,1 0 0,-1 0 0,1 0 0,0 0 0,-1 0 0,1 0-1,-1 0 1,2 0 0,0 0 9,1 0-8,0 0 1,0 0 0,0 0 0,0 0 0,0 0 0,0-1-1,0 1 1,0-1 0,0 0 0,0 0 0,0 0-1,0 0 1,0-1 0,0 1 0,3-3 0,41-33 3,-39 30 1,13-12 123,-1-1 0,-1-1 1,28-38-1,38-77 695,-7 12 88,-18 24 387,-43 68-430,1 2 1,37-48-1,-54 76-839,-1 1 0,1 0-1,0 0 1,0 0 0,-1 0-1,1 0 1,0 0 0,0 0-1,0 0 1,0 1 0,0-1 0,0 0-1,0 0 1,1 1 0,-1-1-1,0 1 1,0-1 0,0 1-1,1 0 1,-1-1 0,0 1-1,0 0 1,1 0 0,-1 0 0,0 0-1,1 0 1,1 0 0,-2 2-5,1-1 1,0 1 0,0 0-1,-1-1 1,0 1 0,1 0 0,-1 0-1,0 0 1,0 0 0,0 0-1,0 1 1,0-1 0,0 0 0,-1 0-1,1 3 1,3 13-1,0-1 0,-2 1 0,1 32 0,-2-29-454,1 1-1,5 27 1,48 174-5237,-13-76-3571,-17-67-1130</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4.966"/>
    </inkml:context>
    <inkml:brush xml:id="br0">
      <inkml:brushProperty name="width" value="0.035" units="cm"/>
      <inkml:brushProperty name="height" value="0.035" units="cm"/>
    </inkml:brush>
  </inkml:definitions>
  <inkml:trace contextRef="#ctx0" brushRef="#br0">26 140 12753,'-19'-51'2316,"22"34"-239,-9-6-413,3 3-436,19 11-356,0 1-468,6 2-664,3 0-1020,-2 6-1120,21 12-2745,-6 11-4100</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6.102"/>
    </inkml:context>
    <inkml:brush xml:id="br0">
      <inkml:brushProperty name="width" value="0.035" units="cm"/>
      <inkml:brushProperty name="height" value="0.035" units="cm"/>
    </inkml:brush>
  </inkml:definitions>
  <inkml:trace contextRef="#ctx0" brushRef="#br0">340 381 7533,'1'-15'510,"-1"5"45,0-1-1,1 1 1,0 0-1,1 0 1,1-1 0,5-15-1,8-25 2665,9-22-153,-16 53-2408,2 0 1,-1 0 0,2 2 0,1-1-1,0 1 1,22-21 0,-27 64-41,-5 5-472,-2 0 0,-1 0 0,-2 0 0,0 0 0,-11 43 0,1 13-48,-34 323 93,40-350-320,2 0 0,3-1 0,2 1-1,14 89 1,-14-138 101,1 1 0,1-1 0,0 0 0,1 0 0,-1 0 0,2-1 0,8 16 0,-11-22 23,0 0 0,1 1 0,-1-2 0,1 1 0,-1 0 0,1 0-1,0-1 1,0 1 0,0-1 0,0 0 0,0 0 0,1 0-1,-1-1 1,0 1 0,1-1 0,0 0 0,-1 0 0,1 0 0,0 0-1,-1 0 1,1-1 0,0 0 0,7 0 0,6-2-4,0-1 0,-1-1 0,1 0-1,-1-1 1,0-1 0,0 0 0,26-16 0,-14 5 38,0-2 1,46-43-1,-49 34 269,-15 14-154,-8 12 165,-21 7 885,9 2-973,-1-1 0,1 1-1,0 1 1,0 0 0,1 0 0,0 1 0,0 0 0,1 1-1,0-1 1,1 2 0,-12 19 0,0 9 211,1 1 0,-15 45 0,21-46-284,2 0 1,1 1-1,2 0 1,2 1 0,-1 47-1,18 203 211,-4-183-279,-7 113 1,-3-197-74,-1-1 1,-1 0-1,-1 0 0,-1 0 1,-1-1-1,-2 0 0,0 0 0,-1-1 1,-1 0-1,-20 30 0,25-43-56,-1 0 0,1-1 0,-1 0 0,0 0 0,-1 0 0,0-1 0,-12 8 0,-130 72-1656,128-75 836,0-2 1,-1 0-1,0-1 0,-1-1 1,0-1-1,0-2 1,-25 3-1,-25 4-6839,29 0-3562</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26.318"/>
    </inkml:context>
    <inkml:brush xml:id="br0">
      <inkml:brushProperty name="width" value="0.035" units="cm"/>
      <inkml:brushProperty name="height" value="0.035" units="cm"/>
    </inkml:brush>
  </inkml:definitions>
  <inkml:trace contextRef="#ctx0" brushRef="#br0">80 84 11101,'-32'-20'2096,"23"8"2021,-1-5-3773,1 3-1220,-1 2-1517,1 4-1743</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44.374"/>
    </inkml:context>
    <inkml:brush xml:id="br0">
      <inkml:brushProperty name="width" value="0.035" units="cm"/>
      <inkml:brushProperty name="height" value="0.035" units="cm"/>
      <inkml:brushProperty name="color" value="#008C3A"/>
    </inkml:brush>
  </inkml:definitions>
  <inkml:trace contextRef="#ctx0" brushRef="#br0">151 243 6053,'-21'-7'3347,"18"7"-2986,0-1 0,1 0-1,-1 0 1,0 0 0,1 0 0,-1-1 0,1 1-1,-1-1 1,1 1 0,0-1 0,-1 0 0,1 0 0,-3-4-1,0 0 166,1 2-1,-1-1 0,0 0 1,0 1-1,-1 0 1,-8-5-1,12 8 386,0-1-831,-1 1 1,1 0 0,-1-1-1,0 1 1,1 0-1,-1 0 1,0 1 0,0-1-1,-5 0 24,5 0 567,-2 18 38,4-16-677,0 1 0,1-1 0,-1 0 0,1 0 0,-1 0 0,1 0 0,0 1 0,-1-1 0,1 0 0,0 0 0,0 1 0,0-1 0,0 0 0,0 0 0,0 1 0,0-1 0,0 0 0,0 0 0,1 1 0,-1-1 0,1 2 0,0 0-1,1 0 0,-1 0 1,1 0-1,-1 0 0,1 0 0,0 0 0,0 0 0,0 0 0,0-1 0,1 1 0,-1-1 0,1 0 0,0 1 0,-1-1 0,1-1 0,0 1 1,0 0-1,0-1 0,4 2 0,23 9 61,0-2 0,0 0 1,1-3-1,0 0 0,45 3 0,164-2 71,-236-8-162,882-59 172,-522 25-184,804-47 50,3 59 87,566 93-279,-702-6 69,-17-23 25,-447-58 41,-419 0-5,258-62-1,-344 58-16,119-52-1,-181 70 13,0 0-1,-1 0 0,0 0 0,1 0 0,-1 0 0,0 0 0,3-4 0,-5 5-25,0 0 0,-1 1 0,1-1 0,0 0 0,-1 0 0,1 0 0,-1 0 0,1 0 0,-1 0 0,0 0 0,1 0 0,-1 0 0,0 0 0,0 0 0,1 0 0,-1 0 0,0 0 0,0-2 0,-1 1-95,0 0 0,-1 0-1,1 0 1,0 0 0,0 0 0,-1 0 0,1 0-1,-1 0 1,0 0 0,0 1 0,1-1-1,-1 1 1,0-1 0,0 1 0,0 0 0,-1 0-1,1 0 1,0 0 0,-5-1 0,-9-4-1801,-1 1 1,0 0 0,-25-2-1,-6 1-6204</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45.635"/>
    </inkml:context>
    <inkml:brush xml:id="br0">
      <inkml:brushProperty name="width" value="0.035" units="cm"/>
      <inkml:brushProperty name="height" value="0.035" units="cm"/>
      <inkml:brushProperty name="color" value="#008C3A"/>
    </inkml:brush>
  </inkml:definitions>
  <inkml:trace contextRef="#ctx0" brushRef="#br0">1 1 240</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995"/>
    </inkml:context>
    <inkml:brush xml:id="br0">
      <inkml:brushProperty name="width" value="0.035" units="cm"/>
      <inkml:brushProperty name="height" value="0.035" units="cm"/>
      <inkml:brushProperty name="color" value="#008C3A"/>
    </inkml:brush>
  </inkml:definitions>
  <inkml:trace contextRef="#ctx0" brushRef="#br0">99 89 10481,'-41'11'2336,"28"-2"1725,-9-12-2689,0 3 956,28-17-3400,20-3-756,5 0-477,20-3-2163,16-3-3453</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6.183"/>
    </inkml:context>
    <inkml:brush xml:id="br0">
      <inkml:brushProperty name="width" value="0.035" units="cm"/>
      <inkml:brushProperty name="height" value="0.035" units="cm"/>
      <inkml:brushProperty name="color" value="#008C3A"/>
    </inkml:brush>
  </inkml:definitions>
  <inkml:trace contextRef="#ctx0" brushRef="#br0">25 77 9485,'4'-16'802,"1"-17"2875,-9 9 1958,-1 21-2814,-1 10-1053,2 3-1338,1 0 0,0 0 0,1 1 0,0-1 0,1 0 0,0 1 0,1-1 0,0 1 0,3 18 0,-1 19 681,-5 24 103,1-25-468,-1 130 462,5-138-1208,1-1 0,2 0 0,2 0 0,1 0 0,2-1 0,2 0 0,1-1 0,2 0 0,1-1 0,22 35 0,-26-51 0,1 0 0,1 0 0,0-1 0,2-1 0,0-1 0,0 0 0,2-1 0,0 0 0,1-2 0,0 0 0,0-1 0,2-1 0,-1-1 0,2-1 0,-1-1 0,1 0 0,0-2 0,25 4 0,-26-7 0,-1-2 0,1 0 0,0-1 0,0-1 0,0-1 0,-1-1 0,1-1 0,-1 0 0,0-2 0,0 0 0,-1-1 0,36-19 0,-34 14 0,0-1 0,-1-2 0,-1 0 0,0 0 0,-1-2 0,0 0 0,-2-1 0,0-1 0,-1-1 0,20-33 0,29-71-1393,69-191 0,-43 93-528,-66 167-180,10-25-2556,-9 32-2018,1 10-4968</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6.539"/>
    </inkml:context>
    <inkml:brush xml:id="br0">
      <inkml:brushProperty name="width" value="0.035" units="cm"/>
      <inkml:brushProperty name="height" value="0.035" units="cm"/>
      <inkml:brushProperty name="color" value="#008C3A"/>
    </inkml:brush>
  </inkml:definitions>
  <inkml:trace contextRef="#ctx0" brushRef="#br0">75 362 13705,'-1'-2'236,"0"1"0,0-1 0,1 1 0,-1-1 0,0 1-1,0-1 1,-1 1 0,1-1 0,0 1 0,0 0 0,-1 0 0,1 0-1,0 0 1,-1 0 0,0 0 0,1 0 0,-1 0 0,1 1 0,-1-1 0,-2 0-1,2 0 185,0 0-1,-1 0 0,1 0 0,0 0 0,0-1 1,0 1-1,0-1 0,0 1 0,0-1 1,1 0-1,-3-2 0,1 1 390,2 2-567,0-1 1,0 0 0,0 0 0,0 0-1,0 0 1,0 0 0,1 0 0,-1 0 0,1 0-1,0 0 1,-1-1 0,1 1 0,0 0-1,0-2 1,0-2 372,-3-7-392,1 1 0,1-1 0,0 1 0,0-1 0,2 1 0,-1-1 0,2 1 0,-1-1-1,2 1 1,-1 0 0,2-1 0,0 1 0,0 1 0,1-1 0,1 1 0,0 0 0,12-18 0,-16 25-223,1 0 0,0 0 0,1 0 0,-1 0 0,1 1 0,-1-1 0,9-5 0,-9 8 0,-1 0 0,0 1 0,1-1 0,-1 1 0,1-1 0,-1 1 0,1 0 0,-1 0 0,1 0 0,-1 0 0,1 1 0,-1-1 0,0 0 0,1 1 0,-1 0 0,1 0 0,-1 0 0,0 0 0,3 1 0,15 8 0,-1 0 0,0 2 0,0 0 0,-1 1 0,-1 1 0,0 1 0,-1 0 0,0 1 0,-2 1 0,0 0 0,0 1 0,20 38 0,-21-34 0,6 9 0,29 67 0,-43-83 0,0-1 0,0 1 0,-2 0 0,0 0 0,0 0 0,-2 1 0,0-1 0,0 0 0,-2 1 0,0-1 0,-1 1 0,0-1 0,-1 0 0,-6 19 0,2-16 0,-1 0 0,0-1 0,-1 0 0,-1 0 0,0-1 0,-2-1 0,1 1 0,-2-2 0,0 0 0,-1 0 0,-16 12 0,-3-2-530,0-2 0,-1 0-1,-1-2 1,-46 18 0,79-37 230,1-1 0,-1 1 0,0 0 0,0 0 0,0-1 0,1 1 0,-1-1 0,0 0 0,0 0 0,0 1 0,0-1 0,0 0 0,0-1 0,1 1 0,-1 0 0,0 0 0,0-1 0,0 1 0,-3-2 0,4 1-1,0 0 1,1 0-1,-1 0 0,0 0 0,1 0 0,-1 0 0,1 0 0,-1 0 0,1 0 0,0 0 0,-1 0 0,1-1 1,0 1-1,0 0 0,0 0 0,0 0 0,0 0 0,0 0 0,0-1 0,0 1 0,0 0 0,0 0 0,1 0 1,-1 0-1,0 0 0,1 0 0,-1 0 0,1 0 0,-1 0 0,1 0 0,1-2 0,20-37-11202</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615"/>
    </inkml:context>
    <inkml:brush xml:id="br0">
      <inkml:brushProperty name="width" value="0.035" units="cm"/>
      <inkml:brushProperty name="height" value="0.035" units="cm"/>
      <inkml:brushProperty name="color" value="#008C3A"/>
    </inkml:brush>
  </inkml:definitions>
  <inkml:trace contextRef="#ctx0" brushRef="#br0">143 324 11929,'90'-32'7473,"-61"22"-6501,-1-2 0,46-24 0,-22 10 229,-46 22-894,-1 1 0,0-1 0,0 0 1,-1 0-1,1 0 0,-1-1 0,0 1 0,0-1 1,0 0-1,-1 0 0,4-7 0,-6 10 205,-21-1 614,17 3-1073,1-1 0,0 1 0,-1 0 0,1 0 0,-1 0 0,0 0 0,1 0 0,-1 0 0,1 1 0,0-1 0,-1 1 0,1-1 0,-1 1-1,-3 2 1,-31 15 245,0 2 0,2 2-1,0 1 1,1 1-1,2 2 1,0 1-1,2 2 1,-43 52 0,65-71-275,1-1 0,0 1 0,1 1 1,0-1-1,0 1 0,1 1 1,1-1-1,0 0 0,0 1 0,1 0 1,-3 23-1,6-26-76,0-1 1,0 1-1,1-1 1,0 0-1,1 1 0,0-1 1,0 0-1,1 0 1,0 0-1,0 0 0,1 0 1,0-1-1,0 1 1,1-1-1,0 0 0,0-1 1,11 12-1,-4-7-257,0-1-1,0-1 0,1 0 1,0-1-1,0 0 0,1-1 1,0 0-1,0-1 1,1-1-1,-1 0 0,28 4 1,3-2-993,1-2 1,74-1 0,-62-5 20,1-2 1,-1-4 0,0-1 0,0-4 0,108-35 0,-128 33 1129,-1-2-1,0-1 1,-2-2-1,0-1 1,-1-2-1,-1-2 1,-1-1 0,-1-1-1,41-45 1,-45 39 944,-1 0 0,-2-2 0,26-49 0,-38 60 75,-1 0 0,-1-1 0,-2-1 0,0 1 0,-2-2 0,6-37 0,-11 57-597,-1-2 104,1 0-1,0 1 1,1-1 0,-1 0 0,2 1 0,-1-1 0,5-9 0,-6 15 1036,-2 3-1322,-1-1-1,1 1 0,0 0 1,-1-1-1,1 1 0,-1 0 1,1 0-1,0 0 0,0 0 1,0 0-1,0 1 0,-2 1 1,2-2 16,-3 4-14,0 0 0,0 0 0,1 1 0,0-1 0,0 1 0,0 0 0,1 0 0,-2 6 0,-14 58 457,10-33-255,3-17-219,1 1-1,1 0 1,1 0-1,1 0 1,1 1-1,0-1 1,2 0-1,6 33 1,-5-43-56,-1 0 0,2 0 0,0 0 0,0-1 0,0 1 0,2-1 0,-1 0 0,1 0 0,1-1 0,0 1 0,0-2 0,1 1 0,0-1 0,0 0 0,1 0 0,0-1 0,13 8 0,-8-7-66,0 0-1,1-1 1,0 0 0,0-1-1,0-1 1,1 0 0,-1-1-1,1-1 1,0-1 0,1 0-1,-1-1 1,0 0 0,0-2-1,0 0 1,24-4 0,-24 1-124,0 0 1,0-1 0,-1 0-1,1-2 1,-1 1 0,0-2-1,-1 0 1,0-1 0,0 0-1,20-20 1,102-86-3350,-133 112 3092,-6 5-324,1 0 682,0 0 0,1 0 0,-1-1-1,0 2 1,0-1 0,1 0 0,-1 0 0,-1 4 0,0-1-80,-4 4 40,1 0-1,0 1 1,1-1 0,0 1 0,0 0-1,1 0 1,1 1 0,-1-1-1,2 1 1,-1 0 0,2 0 0,-2 11-1,3-19 70,18 5-5,-6-2 40,-7-5 10,0-1 0,-1 0 0,1 0 0,0 0 0,0-1 0,0 1 0,-1-1 0,1 0 0,0-1 0,5-2 0,46-22-6,-14 0-133,-2-1 0,-1-2-1,0-1 1,-3-3 0,-1 0 0,-1-3 0,-2-1-1,-1-1 1,-2-1 0,41-75 0,-60 90 472,0 0 0,9-35 0,-1 2 1619,-28 84-96,-12 50 0,20-65-1740,0 1 0,1 0 0,1 0-1,0 0 1,0 0 0,5 21 0,-1-16-27,1 0 0,0 0 0,2 0 0,0-1 0,1 0 1,1 0-1,12 16 0,82 102-145,-43-61-649,-56-69 615,0 1 1,0-1 0,-1 0 0,0 1 0,0-1-1,0 1 1,-1 0 0,0 0 0,0 0 0,0 1-1,-1-1 1,0 0 0,0 0 0,-1 1 0,0-1 0,0 1-1,0-1 1,-2 9 0,-2 0-162,-1-1 0,-1 0 0,0 0 0,0 0 0,-17 23 0,9-13 44,-70 102-1165,82-123 1242,11-4 107,0 1 1,-1-2-1,1 1 1,0-1-1,-1 0 1,0-1-1,1 0 1,-1-1-1,-1 1 1,10-7-1,9-6 8,36-32-1,-30 22-38,-7 7 54,193-158-99,-171 135 248,-3-2 0,58-73 0,-59 62 298,4-4 1277,76-129 0,-77 105-158,-47 82-1517,0 0-1,-1 1 0,1-1 0,-1 1 0,1 0 0,-1 0 0,1-1 1,-1 1-1,1 0 0,-1 0 0,1 0 0,-4 1 0,-3 1 31,1 0-1,-1 0 1,0 0-1,1 1 0,-1 0 1,1 1-1,0-1 0,-12 10 1,-55 46 325,50-39-295,-3 2 15,1 2 0,-37 43 0,54-57-135,2 1-1,-1 0 1,1 0-1,1 1 1,0-1 0,1 1-1,0 0 1,1 1-1,0-1 1,-2 14-1,6-21-75,0 0 0,0-1 0,0 1 0,0-1 0,1 1 0,0-1 0,0 1 0,0-1 0,1 1 0,-1-1 0,1 0 0,0 0 0,0 0 0,0 0 0,1 0 0,0 0 0,3 4 0,1 0-210,0-1-1,0 0 0,1 0 0,0 0 0,0-1 1,13 7-1,5 1-845,1-2 0,1 0 0,0-2-1,32 8 1,59 6-7174,-33-10-2704</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7.833"/>
    </inkml:context>
    <inkml:brush xml:id="br0">
      <inkml:brushProperty name="width" value="0.035" units="cm"/>
      <inkml:brushProperty name="height" value="0.035" units="cm"/>
      <inkml:brushProperty name="color" value="#008C3A"/>
    </inkml:brush>
  </inkml:definitions>
  <inkml:trace contextRef="#ctx0" brushRef="#br0">130 106 16942,'-41'-43'3416,"25"32"-336,4-3-476,-4 2-595,0 1 887,3 2-1892,-3 3-448,35 21-4900,16 16 1443,0 6-391,13 15-3201,22 8-6000</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8:58.199"/>
    </inkml:context>
    <inkml:brush xml:id="br0">
      <inkml:brushProperty name="width" value="0.035" units="cm"/>
      <inkml:brushProperty name="height" value="0.035" units="cm"/>
      <inkml:brushProperty name="color" value="#008C3A"/>
    </inkml:brush>
  </inkml:definitions>
  <inkml:trace contextRef="#ctx0" brushRef="#br0">74 217 13625,'-60'-68'3321,"53"54"-397,1 2 1728,19 1-2864,12-9-607,-12 14-253,28-3-512,35-5-804,-3 0-857,10 0-927,15-6-1244,10 5-2977,13 15-5844</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3.496"/>
    </inkml:context>
    <inkml:brush xml:id="br0">
      <inkml:brushProperty name="width" value="0.035" units="cm"/>
      <inkml:brushProperty name="height" value="0.035" units="cm"/>
      <inkml:brushProperty name="color" value="#008C3A"/>
    </inkml:brush>
  </inkml:definitions>
  <inkml:trace contextRef="#ctx0" brushRef="#br0">285 1190 12141,'-4'13'2295,"1"-26"610,1 4 2217,0 8-3376,-7-4-1087,8 5-466,0-1 1,0 1-1,1 0 0,-1 0 1,0-1-1,0 1 1,1 0-1,-1-1 1,0 1-1,1-1 1,-1 1-1,1-1 1,-1 1-1,0-1 0,1 0 1,-1 1-1,1-1 1,0 0-1,-1 1 1,1-1-1,-1 0 1,1 1-1,0-1 1,0 0-1,-1 0 0,1 1 1,0-1-1,0 0 1,0 0-1,0 0 1,0 1-1,0-1 1,0 0-1,0 0 0,0 1 1,0-1-1,0 0 1,1-1-1,45-144 173,69-266-377,-111 395 11,56-307 0,-28 149 0,-29 163 0,6-32 0,-9 43 0,1 0 0,-1 1 0,0-1 0,0 0 0,0 0 0,0 1 0,0-1 0,-1 0 0,1 1 0,0-1 0,0 0 0,0 1 0,-1-1 0,1 1 0,0-1 0,0 0 0,-1 1 0,1-1 0,-1 1 0,1-1 0,-1 1 0,1-1 0,0 1 0,-1-1 0,0 1 0,1-1 0,-1 1 0,1 0 0,-1-1 0,1 1 0,-1 0 0,0-1 0,1 1 0,-1 0 0,0 0 0,1 0 0,-1 0 0,0 0 0,1 0 0,-1 0 0,0 0 0,1 0 0,-1 0 0,0 0 0,0 0 0,1 0 0,-1 0 0,1 1 0,-1-1 0,0 0 0,1 0 0,-2 1 0,-6 3 0,1 0 0,-1 0 0,1 0 0,0 1 0,0 0 0,0 1 0,1-1 0,-8 10 0,-45 56 0,36-38 0,2 1 0,1 0 0,2 2 0,2 0 0,1 1 0,-18 70 0,22-63 0,3 1 0,2 0 0,1 0 0,3 0 0,5 81 0,2-86 0,2 1 0,1-1 0,3 0 0,1-1 0,2 0 0,36 73 0,-19-58 0,3-1 0,1-1 0,81 89 0,-36-60 0,-43-45 0,-2 2 0,58 78 0,-88-109 0,0 1 0,-1 0 0,0 0 0,0 1 0,-1-1 0,0 1 0,0 0 0,-1 0 0,2 18 0,-4-21 0,0 0 0,0 0 0,-1 0 0,0 0 0,0 0 0,-1-1 0,1 1 0,-1 0 0,-1-1 0,1 1 0,-1-1 0,0 0 0,0 0 0,0 0 0,-9 9 0,-1 0 0,-1-1 0,0 0 0,-1-1 0,-1 0 0,0-1 0,-35 16 0,-113 41 0,124-54 0,-25 12-309,-71 24-1551,114-43 1299,0-2 0,-1 0 0,-45 4 0,63-9-97,-1 0 0,1-1 0,-1 1 0,1-1 0,-1 0 0,1-1 0,0 1 0,-7-4 0,10 4-129,-1 0 0,1 0 0,0 0 0,0-1 0,-1 1 1,1-1-1,0 0 0,1 0 0,-3-2 0,3 4 393,1 0 0,0-1 0,0 1 0,0-1 0,0 1 0,0 0 0,-1-1 0,1 1 0,0-1 0,0 1 0,0 0 0,0-1 0,0 1 0,0-1 0,0 1 0,0-1 0,0 1 0,0 0 0,1-1 0,-1 1 0,0-1 0,0 1 1,0 0-1,0-1 0,1 1 0,-1 0 0,0-1 0,1 0-154</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3.798"/>
    </inkml:context>
    <inkml:brush xml:id="br0">
      <inkml:brushProperty name="width" value="0.035" units="cm"/>
      <inkml:brushProperty name="height" value="0.035" units="cm"/>
      <inkml:brushProperty name="color" value="#008C3A"/>
    </inkml:brush>
  </inkml:definitions>
  <inkml:trace contextRef="#ctx0" brushRef="#br0">258 37 14765,'-3'-37'10888,"3"40"-9061,15 62 327,-7-29-588,6 46 1,-8 22-1567,-4-1 0,-5 1 0,-4-1 0,-24 116 0,-114 404 0,127-552 0,-73 345 0,89-398-616,0-1-1,2 0 1,-1 1-1,2-1 1,4 27-1,-4-39 339,0 0 0,1-1 1,-1 1-1,1-1 0,0 1 0,0-1 0,0 0 0,1 0 1,-1 0-1,1 0 0,3 3 0,-4-5 119,1 0 0,-1 0 0,0 0 0,1-1 1,-1 1-1,1-1 0,0 1 0,0-1 0,-1 0 0,1 0 0,0-1 0,0 1 0,0-1 0,0 1 1,0-1-1,0 0 0,0 0 0,0 0 0,4-1 0,37-8-7295,11-9-4664</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4.249"/>
    </inkml:context>
    <inkml:brush xml:id="br0">
      <inkml:brushProperty name="width" value="0.035" units="cm"/>
      <inkml:brushProperty name="height" value="0.035" units="cm"/>
      <inkml:brushProperty name="color" value="#008C3A"/>
    </inkml:brush>
  </inkml:definitions>
  <inkml:trace contextRef="#ctx0" brushRef="#br0">257 0 15441,'-1'0'370,"0"1"-1,-1-1 1,1 1-1,0-1 1,0 1-1,0-1 1,0 1-1,0-1 1,0 1-1,0 0 1,0 0-1,0 0 1,1-1-1,-1 1 1,0 0-1,0 0 1,1 0-1,-1 0 1,0 0-1,1 0 1,-1 0-1,1 1 1,0-1-1,-1 0 1,1 0-1,-1 2 1,6 12 2787,7 2-3844,13 16 1331,-15-21-474,0 0 0,-1 1 1,-1 0-1,0 0 0,6 15 1,-12-23-127,-1 1 0,1-1-1,-1 1 1,0-1 0,0 1 0,-1 0 0,0 0 0,0-1 0,0 1 0,0 0 0,-1-1 0,0 1 0,-1-1 0,1 1 0,-1-1 0,0 1 0,-5 8 0,-1 2 75,-2 0 0,0 0 0,-1-1 0,0-1 0,-27 26 1,-76 55 327,6-4-849,106-90 343,1 0 0,0 0 0,-1 1 0,1-1 0,0 0 0,0 0 0,0 1 0,0-1 0,0 1 0,0-1 0,1 1 0,-1-1 0,0 1 0,1 0 0,-1-1 1,1 1-1,0 0 0,-1-1 0,1 3 0,0-3 3,1 0 1,-1 0 0,1 0-1,-1 0 1,1 0 0,-1 0-1,1 0 1,0 0 0,-1-1-1,1 1 1,0 0 0,0 0-1,-1-1 1,1 1 0,0 0-1,0-1 1,0 1 0,0-1 0,0 1-1,0-1 1,0 0 0,1 1-1,7 1-245,-1 0 0,1-1-1,0 0 1,-1 0-1,18-1 1,30-5-797,0-2 0,76-20 0,107-45-588,-196 58 1951,1-1-1,-2-3 1,0-2-1,-2-1 1,0-2-1,38-29 1,-73 48-54,0-1-1,0 1 1,0-1 0,-1 0 0,0 0 0,0 0 0,4-7-1,-6 10-69,-1-1-1,0 0 1,0 0-1,0 1 1,0-1-1,0 0 1,-1 0-1,1 0 0,-1 0 1,0 0-1,0 0 1,0 0-1,0 0 1,-1 0-1,1 1 1,-1-1-1,1 0 0,-3-4 1,3 5-58,-1-1 0,0 1 0,0 0 0,0 0 1,0-1-1,0 1 0,0 0 0,0 0 0,-1 0 0,1 0 0,-1 0 0,0 1 1,1-1-1,-1 0 0,0 1 0,0-1 0,0 1 0,0 0 0,0-1 0,0 1 1,-1 0-1,1 0 0,0 1 0,-1-1 0,1 0 0,0 1 0,-1-1 0,1 1 1,-1 0-1,-3 0 0,-6 0 35,0 1-1,0 0 1,-1 1 0,1 0 0,1 1 0,-1 0-1,0 1 1,1 0 0,0 1 0,0 1 0,0-1-1,0 2 1,1-1 0,-14 13 0,11-9-217,0 2 1,0 0-1,1 0 1,0 1 0,1 1-1,1 0 1,0 0-1,1 1 1,-12 27 0,19-39 67,1-1 0,0 1 0,0-1 1,0 1-1,0-1 0,1 1 1,-1 0-1,1-1 0,0 1 1,0 0-1,0 0 0,0-1 1,0 1-1,0 0 0,1 0 0,-1-1 1,1 1-1,0 0 0,0-1 1,0 1-1,0-1 0,0 1 1,0-1-1,1 0 0,-1 1 1,1-1-1,0 0 0,0 0 0,0 0 1,0 0-1,0 0 0,0-1 1,0 1-1,0-1 0,4 2 1,1 1 11,1-1 0,0 0 1,0-1-1,0 0 1,1 0-1,-1-1 0,0 0 1,1 0-1,-1-1 1,12-1-1,148-17 1568,-159 17-1455,1 1 0,-1 0 0,1 0 0,-1 1 0,1 1 0,-1-1 0,1 2 0,-1-1 0,0 1 0,0 1 0,-1-1 0,16 10 0,-6 0-208,0 0 1,-2 1-1,30 32 1,-6-5-608,15 3-4648,-41-35 1299,0-1 0,23 10 0,5 1-7085</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4.890"/>
    </inkml:context>
    <inkml:brush xml:id="br0">
      <inkml:brushProperty name="width" value="0.035" units="cm"/>
      <inkml:brushProperty name="height" value="0.035" units="cm"/>
      <inkml:brushProperty name="color" value="#008C3A"/>
    </inkml:brush>
  </inkml:definitions>
  <inkml:trace contextRef="#ctx0" brushRef="#br0">219 14 13253,'0'-1'195,"0"1"0,0-1-1,0 1 1,0-1 0,0 1 0,0-1-1,0 1 1,0-1 0,0 1-1,-1-1 1,1 1 0,0-1 0,0 1-1,-1-1 1,1 1 0,0-1-1,0 1 1,-1-1 0,1 1 0,-1 0-1,1-1 1,0 1 0,-1 0 0,1-1-1,-1 1 1,1 0 0,-1 0-1,1-1 1,-1 1 0,1 0 0,-1 0-1,1 0 1,-1 0 0,1 0 0,-1-1-1,-14 17 6117,9-9-7498,-38 51 3192,20-26-1360,-39 42 1,9-6 1388,52-66-1062,5-5-593,10-8-336,0 1 0,1 0 0,0 1 0,1 1 1,0 0-1,0 1 0,1 0 0,0 2 1,18-5-1,-24 7-28,0 1-1,-1 0 1,1 1 0,0 0 0,0 1 0,0 0 0,0 0 0,0 1-1,-1 1 1,1-1 0,0 2 0,-1-1 0,1 1 0,-1 1-1,0 0 1,0 0 0,10 6 0,-13-5-15,0 0 0,0 0 0,-1 1 0,1 0 0,-1 0 0,0 0 0,-1 0 0,0 1 0,0 0 0,0-1 0,-1 2 0,0-1 0,0 0 0,-1 1 0,0-1 0,0 1 0,1 14 0,-1 8 0,-1 1 0,-1-1 0,-7 39 0,3-27 0,5-27 0,4-14 0,2-8 0,9-15 0,-2 0 0,0-1 0,12-29 0,12-20 0,-23 47 0,50-77 0,-57 91 0,1 1 0,-1 0 0,2 0 0,-1 1 0,1 0 0,20-12 0,-28 19-4,1 0 0,0 1 1,0 0-1,0 0 0,0 0 0,0 0 0,0 0 1,0 0-1,0 1 0,0-1 0,0 1 0,0 0 1,0 0-1,0 0 0,1 1 0,-1-1 0,0 1 1,0 0-1,0-1 0,0 1 0,0 1 0,-1-1 1,1 0-1,0 1 0,0-1 0,-1 1 0,1 0 1,-1 0-1,1 0 0,2 4 0,0-1-11,0 0-1,-1 1 0,0-1 1,0 1-1,0 0 1,-1 1-1,0-1 0,0 1 1,0-1-1,-1 1 1,0 0-1,1 10 0,2 82-512,-3-14 170,-2-85 359,0-1 1,0 1-1,0 0 1,0 0-1,1 0 1,-1 0 0,0 0-1,0 0 1,0 0-1,0 0 1,0 0 0,0 0-1,0 0 1,1-1-1,-1 1 1,0 0 0,0 0-1,0 0 1,0 0-1,0 0 1,0 0-1,1 0 1,-1 0 0,0 0-1,0 0 1,0 0-1,0 0 1,0 0 0,0 0-1,1 0 1,-1 0-1,0 0 1,0 1 0,0-1-1,0 0 1,0 0-1,0 0 1,0 0-1,1 0 1,-1 0 0,0 0-1,0 0 1,0 0-1,0 0 1,0 1 0,0-1-1,0 0 1,0 0-1,0 0 1,0 0 0,0 0-1,0 0 1,0 0-1,1 1 1,-1-1-1,0 0 1,0 0 0,0 0-1,0 0 1,0 0-1,0 0 1,0 1 0,0-1-1,-1 0 1,1 0-1,0 0 1,0 0 0,0 0-1,0 1 1,11-17 256,19-43 360,-11 22-398,-9 20-220,1 1 0,0 0 0,2 1 0,0 0 0,0 1 0,25-20 0,-26 24 0,1 1 0,0 0 0,0 1 0,1 0 0,0 1 0,1 1 0,-1 0 0,28-6 0,-35 10 0,1 1 0,-1 0 0,1 1 0,-1-1 0,1 2 0,-1-1 0,1 1 0,-1 0 0,1 0 0,-1 1 0,0 0 0,0 1 0,0-1 0,0 1 0,0 1 0,0-1 0,-1 1 0,7 5 0,-5-2 0,0 0 0,-1 0 0,0 1 0,0 0 0,-1 1 0,0 0 0,0 0 0,-1 0 0,0 0 0,-1 1 0,0-1 0,4 16 0,-1-3-752,-2 0 0,0 0 0,-2 1 0,-1 0 0,0-1 0,-2 1 0,0 0 0,-2 0 0,-7 39 0,2-27-4644,-2 43 1,3-17-6077</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6.390"/>
    </inkml:context>
    <inkml:brush xml:id="br0">
      <inkml:brushProperty name="width" value="0.035" units="cm"/>
      <inkml:brushProperty name="height" value="0.035" units="cm"/>
      <inkml:brushProperty name="color" value="#008C3A"/>
    </inkml:brush>
  </inkml:definitions>
  <inkml:trace contextRef="#ctx0" brushRef="#br0">623 445 12281,'0'-6'140,"0"-11"2064,0-1-1,-2 1 0,-4-25 0,5 37-1750,0 1-1,0 0 1,0 0-1,-1 0 0,1 0 1,-1 0-1,0 1 1,0-1-1,-1 0 0,1 1 1,-1-1-1,1 1 1,-1 0-1,0 0 0,0 0 1,-1 1-1,1-1 1,-1 1-1,1-1 0,-6-1 1,6 3-367,-1 0-1,1 0 1,0 1 0,-1-1-1,1 1 1,0 0 0,-1 0 0,1 0-1,-1 1 1,1-1 0,0 1-1,-1 0 1,1 0 0,-4 1 0,-40 21 657,45-22-740,-29 20-3,1 0 0,1 2 0,2 1 0,0 1 0,1 1 0,2 2 0,1 0 0,-31 51 0,27-37 0,3 1 0,1 2 0,2 0 0,2 1 0,2 1 0,3 1 0,1 0 0,-11 94 0,22-120 0,1 0 0,0 0 0,2 0 0,1 0 0,1-1 0,0 1 0,2-1 0,0 0 0,2 0 0,0 0 0,1-1 0,1 0 0,1 0 0,1-1 0,1-1 0,0 0 0,1 0 0,1-2 0,1 1 0,0-2 0,1 0 0,1-1 0,0 0 0,33 19 0,-10-12 0,1-2 0,0-1 0,1-3 0,1-1 0,0-2 0,1-2 0,1-2 0,52 3 0,-35-7 0,1-3 0,-1-3 0,1-3 0,-1-3 0,83-20 0,-98 15 0,0-2 0,-1-2 0,-1-2 0,-1-3 0,0-1 0,-2-2 0,-1-1 0,63-54 0,-60 39 0,-1-1 0,-2-2 0,-2-2 0,-2-2 0,-3-1 0,50-91 0,-28 24-195,53-153 1,13-132-265,-108 345 343,-2 7-36,22-56 0,-26 88 117,-8 17 37,0 0-1,0 0 0,0 0 1,0 0-1,0 1 0,0-1 1,0 0-1,0 0 1,0 0-1,0 0 0,0 0 1,0 0-1,0 0 1,0 0-1,0 0 0,0 0 1,0 0-1,0 0 0,0 0 1,0 0-1,0 0 1,0 0-1,0 0 0,0 0 1,0 0-1,1 0 0,-1 1 1,0-1-1,0 0 1,0 0-1,0 0 0,0 0 1,0 0-1,0 0 1,0 0-1,0 0 0,0 0 1,0 0-1,0 0 0,0 0 1,0 0-1,0 0 1,1 0-1,-1 0 0,0 0 1,0 0-1,0-1 1,-6 34 234,2-9-163,-27 158 323,-8 75 135,38-248-531,-3 48 0,5 68 0,0-109 0,1 38 0,3 0 0,14 64 0,-15-97 0,2 1 0,1-1 1,0-1-1,1 1 0,2-1 0,0-1 0,1 1 1,1-2-1,18 23 0,-22-32-1,-1-1 1,2 0-1,-1 0 1,1-1-1,1 0 1,-1-1-1,1 0 1,0-1-1,0 1 1,1-2-1,0 0 1,-1 0-1,1-1 1,1 0-1,-1-1 1,0 0-1,1-1 1,-1 0-1,17-1 1,-14-2-64,-1 0-1,0-1 1,0 0-1,0-1 1,0-1 0,0 0-1,-1 0 1,0-2-1,0 1 1,-1-1 0,0-1-1,0 0 1,0-1 0,-1 0-1,0 0 1,-1-1-1,0 0 1,-1-1 0,0 0-1,-1 0 1,0-1-1,0 0 1,-2 0 0,1-1-1,4-18 1,-8 25 21,0-1 0,-1 1 1,0-1-1,0 1 0,-1-1 0,0 0 1,0 1-1,-1-1 0,1 1 0,-1-1 1,-3-7-1,3 11 14,0 1 1,0-1-1,0 1 0,0 0 0,0-1 1,-1 1-1,1 0 0,-1 0 0,0 0 1,1 0-1,-1 0 0,0 0 1,0 1-1,-1-1 0,1 0 0,0 1 1,0 0-1,-1-1 0,1 1 0,-1 0 1,1 0-1,-1 1 0,1-1 1,-1 0-1,1 1 0,-1 0 0,0-1 1,1 1-1,-1 0 0,0 0 0,-2 1 1,-5 1-158,1-1 0,0 2 0,0-1 0,1 1 0,-1 1 0,0-1 0,1 2 0,0-1 0,-11 9 0,-70 57-2153,79-61 2087,-16 16-921,0 2 1,-41 58 0,64-81 1114,0 1 0,0-1 1,1 1-1,0 0 1,0 0-1,0 0 1,-2 8-1,1-3 133,4-9-53,-1 0-1,0 0 1,1-1 0,-1 1-1,0 0 1,1 0-1,-1-1 1,1 1-1,-1 0 1,1-1 0,0 1-1,-1 0 1,1-1-1,0 1 1,-1-1-1,1 1 1,0-1 0,0 1-1,-1-1 1,1 0-1,2 1 1,-2 0 39,2 0-15,0 1-1,-1-1 1,1 0 0,0 0 0,1-1 0,-1 1 0,0-1-1,0 1 1,0-1 0,0 0 0,0 0 0,1 0 0,-1-1 0,0 1-1,0-1 1,6-2 0,55-22 557,-43 16-307,109-45 994,234-102 275,-321 136-1466,0-1 1,47-34-1,-79 48-31,0-1 0,-1 0 0,0-1 1,0-1-1,-1 1 0,0-1 0,-1-1 0,0 1 0,-1-1 0,0-1 0,0 1 0,8-25 0,3-28 416,-13 41-160,1 1 1,0 0-1,2 1 1,1-1 0,17-29-1,-16 32 17,-6 12-229,0 0-1,0 0 0,1 1 1,9-12-1,-13 17-101,0 0 0,1-1 0,-1 1 0,1 0 0,-1 0-1,1 0 1,-1 0 0,1 0 0,0 1 0,0-1 0,-1 0 0,1 1 0,0-1 0,0 1 0,0 0-1,0-1 1,-1 1 0,1 0 0,0 0 0,0 0 0,0 0 0,0 1 0,0-1 0,-1 1 0,4 0 0,5 4 6,-1-1 1,0 1 0,0 1-1,-1 0 1,0 0 0,0 1-1,0 0 1,-1 0 0,0 1-1,0-1 1,-1 2 0,0-1-1,0 1 1,7 16 0,3 8 30,-2 1 1,19 67-1,-23-58-33,-2 1 0,-2 1 0,-1-1 0,-3 1 0,-1-1 0,-2 1 0,-3 0 0,-13 66 0,-8 13 186,24-121-170,11-18-19,135-247-189,137-404 607,-269 633-295,-12 30-131,0 0 0,0 1 0,0-1 0,0 1 0,1-1 0,-1 1 0,1 0-1,-1 0 1,1 0 0,0 0 0,0 0 0,0 0 0,0 0 0,0 0 0,4-2 0,-4 4-5,-1-1 1,1 1 0,0-1-1,-1 1 1,1 0 0,0 0 0,-1 0-1,1 0 1,0 0 0,0 0-1,-1 0 1,1 0 0,0 1-1,-1-1 1,1 0 0,0 1 0,-1 0-1,4 1 1,1 2 2,0 0 0,0 1 1,0 0-1,0 0 0,-1 1 0,0-1 0,0 1 0,0 0 0,6 13 1,2 4-99,-1 2 0,-1-1 0,-2 2 0,0-1 0,-2 1 1,-1 0-1,-1 1 0,-1 0 0,-1 0 0,-1-1 0,-2 1 0,-1 0 1,-1 0-1,-1 0 0,-1 0 0,-2-1 0,0 0 0,-13 31 0,-18 56-1086,-18 48-1737,54-159 2821,1 0-1,0-1 1,-1 1-1,1 0 0,0 0 1,0 0-1,0 0 0,0 0 1,0 0-1,0-1 1,1 5-1,-1-6 86,0 1 0,0-1 0,0 1 0,0-1 0,1 1-1,-1-1 1,0 1 0,0-1 0,1 1 0,-1-1 0,0 1 0,0-1 0,1 1 0,-1-1 0,0 1 0,1-1 0,-1 0 0,1 1 0,-1-1-1,1 0 1,-1 1 0,1-1 0,-1 0 0,0 0 0,1 1 0,0-1 0,-1 0 0,1 0 0,-1 0 0,1 0 0,-1 0 0,1 0-1,-1 0 1,1 0 0,0 0 0,5-3-14,0-1 0,0 0-1,-1 0 1,1 0 0,-1-1 0,0 0-1,-1 0 1,8-10 0,0 1-9,260-299 276,-116 131 2442,-108 135-1792,-33 34-532,-14 13-321,1 0 0,-1 0-1,0 0 1,0 0 0,1 0-1,-1 1 1,0-1-1,0 0 1,0 1 0,1-1-1,-1 1 1,0-1 0,2 2-1,-1-1 40,0 0-56,0 0 0,0 0 0,0 1 0,0-1 0,0 0 1,0 1-1,0-1 0,-1 1 0,1 0 0,-1 0 0,1-1 0,-1 1 0,0 0 0,1 0 0,-1 0 0,0 0 0,0 1 0,-1-1 0,1 0 0,0 0 0,-1 1 0,1-1 0,-1 0 0,0 0 0,0 4 0,2 10 44,-2 1 0,-2 25 0,1-32-19,-3 282-2284,5-244 712,2 20-3301,5-23-3115,7 2-2378</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6.544"/>
    </inkml:context>
    <inkml:brush xml:id="br0">
      <inkml:brushProperty name="width" value="0.035" units="cm"/>
      <inkml:brushProperty name="height" value="0.035" units="cm"/>
      <inkml:brushProperty name="color" value="#008C3A"/>
    </inkml:brush>
  </inkml:definitions>
  <inkml:trace contextRef="#ctx0" brushRef="#br0">0 20 15285,'0'0'4733,"7"-11"-1945,2 2-2436,7 15-388,3 2-816,0 1-1088,13 14-276,-3 5-3181,-7 4-4336</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387"/>
    </inkml:context>
    <inkml:brush xml:id="br0">
      <inkml:brushProperty name="width" value="0.035" units="cm"/>
      <inkml:brushProperty name="height" value="0.035" units="cm"/>
      <inkml:brushProperty name="color" value="#008C3A"/>
    </inkml:brush>
  </inkml:definitions>
  <inkml:trace contextRef="#ctx0" brushRef="#br0">646 820 14085,'25'-184'5501,"-12"81"-2994,3 0 0,37-123-1,6 69 274,-58 152-2629,1-1 0,1 1 0,-1 0 0,1-1-1,0 1 1,6-8 0,-9 13-141,0 0-1,0 0 1,0 0-1,0 0 1,0 0-1,0-1 0,0 1 1,0 0-1,1 0 1,-1 0-1,0 0 1,0 0-1,0 0 1,0 0-1,0 0 1,0 0-1,0 0 1,1 0-1,-1 0 1,0 0-1,0 0 0,0 0 1,0 0-1,0 0 1,0 0-1,1 0 1,-1 0-1,0 0 1,0 0-1,0 0 1,0 0-1,0 0 1,0 0-1,0 0 1,1 0-1,-1 0 1,0 0-1,0 0 0,0 0 1,0 0-1,0 0 1,0 0-1,0 0 1,0 1-1,1-1 1,-1 0-1,0 0 1,0 0-1,0 0 1,0 0-1,0 0 1,0 0-1,0 1 0,0-1 1,0 0-1,0 0 1,0 0-1,0 0 1,0 0-1,0 0 1,0 1-1,0-1 1,0 0-1,0 0 1,5 8 52,0 0 0,-1 0 0,0 1 1,0-1-1,-1 1 0,0 0 0,0 0 1,-1 0-1,0 0 0,0 18 1,-1 10 184,-5 56 1,1-59-219,-10 107-29,-36 150 0,-53 136 0,-173 399 0,116-384 0,141-389 0,-97 311 0,96-290 0,3 1 0,-11 148 0,26-203 12,0 0 0,2 0 0,1 0 0,0 0 1,2 0-1,6 23 0,-7-35-37,0 0 0,0 0 0,0-1 0,1 1 0,1-1 0,-1 1 0,1-1 0,0-1 0,1 1 0,0-1 0,0 0 0,0 0 0,0-1 1,1 1-1,0-2 0,13 8 0,-9-7-318,-1-1 1,0 0-1,1-1 1,0 0-1,0-1 1,-1 0-1,1-1 1,1 0-1,15-1 1,-9-1-228,0-1 0,0-1 0,-1-1 0,1 0 0,22-9 0,-9-1-284,1-1-1,-2-1 0,0-1 1,-1-2-1,42-36 0,-44 32 339,-1-2 1,-1 0-1,-2-2 0,0 0 0,26-43 0,-38 51 352,-1-1-1,0 1 0,-1-2 0,-1 1 1,-1-1-1,-1-1 0,-1 1 0,-1-1 1,2-40-1,-5 33 293,-2-1 0,-2 1 0,-1 0 0,0 0 0,-3 1 0,0 0 1,-2 0-1,-1 0 0,-21-42 0,13 38 182,-1 0 0,-1 2 0,-2 1 0,-1 0 0,-1 2 0,-2 1 0,-36-30 0,-47-26 844,-212-118 0,185 121-647,133 77-486,-2-1 8,-1 0 0,1 0 1,-1-1-1,1 0 1,1 0-1,-1 0 0,0 0 1,1-1-1,0 0 1,-5-7-1,8 11-29,1 0-1,-1 0 1,1-1 0,0 1-1,0 0 1,-1-1 0,1 1 0,0 0-1,0-1 1,0 1 0,0 0-1,1 0 1,-1-1 0,0 1-1,0 0 1,1-1 0,-1 1-1,1 0 1,-1 0 0,1 0-1,0-1 1,-1 1 0,1 0-1,0 0 1,1-1 0,2-2-26,1-1 1,0 1-1,1 1 1,-1-1-1,0 1 1,1 0-1,0 0 1,12-4-1,270-96-703,359-104 1178,-357 105 2810,-285 101-3165,1 1 1,-1-1-1,0 1 1,1 0-1,-1 1 1,0-1 0,1 1-1,-1 0 1,0 0-1,0 1 1,0-1-1,0 1 1,0 0 0,0 1-1,0-1 1,-1 1-1,1 0 1,-1 0-1,0 0 1,0 1-1,0 0 1,0-1 0,5 8-1,3 7 52,-1-1 0,-1 2 1,0-1-1,12 36 0,21 83-944,-41-130 670,35 165-3512,-18-57-2908,-13-71 2159,6 17-5498</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550"/>
    </inkml:context>
    <inkml:brush xml:id="br0">
      <inkml:brushProperty name="width" value="0.035" units="cm"/>
      <inkml:brushProperty name="height" value="0.035" units="cm"/>
      <inkml:brushProperty name="color" value="#008C3A"/>
    </inkml:brush>
  </inkml:definitions>
  <inkml:trace contextRef="#ctx0" brushRef="#br0">1 60 9825,'6'-34'1884,"4"22"-408,-1-2 728,4 34-3652,0-3-328,2 6-1784,11 14-2061</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7.844"/>
    </inkml:context>
    <inkml:brush xml:id="br0">
      <inkml:brushProperty name="width" value="0.035" units="cm"/>
      <inkml:brushProperty name="height" value="0.035" units="cm"/>
      <inkml:brushProperty name="color" value="#008C3A"/>
    </inkml:brush>
  </inkml:definitions>
  <inkml:trace contextRef="#ctx0" brushRef="#br0">194 2 11461,'-13'0'1123,"9"-1"-535,0 1 1,0-1-1,0 1 1,-1 0-1,1 1 1,0-1 0,0 1-1,0 0 1,0 0-1,0 0 1,0 0-1,0 1 1,0-1-1,-5 4 1,-2 6-113,1 1 0,-1 1 0,2 0 0,0 0 0,0 0 0,2 1 1,-1 1-1,2-1 0,0 1 0,1 0 0,-6 27 0,6-23-367,2 0 0,1 1 0,0-1 0,1 1 0,1 0 0,1-1 0,1 1 0,0 0 0,7 23 0,0-16-227,0-1 0,2 1 0,1-2-1,17 30 1,-20-41-76,0-1 0,1 1 0,0-2 0,1 1 0,0-2 0,1 1 0,0-1 0,25 16 0,-31-24 155,1 1-1,-1-1 0,0-1 0,1 1 0,0-1 1,-1 0-1,1-1 0,0 1 0,0-2 1,0 1-1,0-1 0,0 1 0,10-3 0,-6 1 31,-1-2 0,0 1 0,0-1 0,0-1-1,0 0 1,0 0 0,-1-1 0,11-7 0,-1-1 74,-1-1-1,-1 0 1,-1-2 0,0 0 0,0 0-1,-2-2 1,22-33 0,-24 29 15,0 0-1,-1-2 1,-2 1 0,0-1-1,8-43 1,-16 64-80,0-1 1,0 1-1,0 0 0,-1-1 0,0 1 0,1-1 1,-1 1-1,-1-1 0,1 1 0,0-1 1,-1 1-1,0-1 0,1 1 0,-2 0 0,1 0 1,0-1-1,0 1 0,-1 0 0,-4-6 1,5 8-6,0 0 1,0 0 0,0 1 0,-1-1 0,1 0-1,0 0 1,-1 1 0,1-1 0,0 1-1,-1-1 1,1 1 0,-1-1 0,1 1 0,-1 0-1,1 0 1,-1 0 0,-2 0 0,1 0-16,-1 1 0,0 0 0,0 0 0,1 0 0,-1 0 0,1 1 0,-1 0 0,1-1 0,-5 4 0,-10 8-244,0 0 0,1 1-1,0 1 1,-16 19 0,-58 76-2901,6-6-2946,51-67 1238,4-2-2637</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157"/>
    </inkml:context>
    <inkml:brush xml:id="br0">
      <inkml:brushProperty name="width" value="0.035" units="cm"/>
      <inkml:brushProperty name="height" value="0.035" units="cm"/>
      <inkml:brushProperty name="color" value="#008C3A"/>
    </inkml:brush>
  </inkml:definitions>
  <inkml:trace contextRef="#ctx0" brushRef="#br0">1 1377 8577,'104'-72'1673,"-90"64"-1263,-1 0-1,1 1 1,1 1 0,-1 1-1,1 0 1,0 0-1,0 2 1,0 0 0,1 1-1,-1 0 1,21 1-1,-23 1-228,-1 0-1,1 1 1,0 1-1,-1 0 1,1 1-1,-1 0 1,0 1-1,0 0 0,0 1 1,-1 0-1,1 1 1,-1 0-1,0 1 1,14 12-1,-18-13-92,1 2-309,1 0 0,0 0 0,1-1 1,-1-1-1,17 9 0,-21-13 60,-1 0-1,1-1 1,0 0 0,0 0 0,-1-1 0,1 1 0,0-1 0,0 0-1,0 0 1,0 0 0,0-1 0,0 0 0,-1 0 0,1 0 0,0-1-1,8-3 1,19-9-88,-1-2 1,0-1-1,-1-2 0,-1-1 0,-1-1 0,0-1 1,-2-2-1,-1 0 0,26-33 0,-34 36 531,-2-1 0,15-25 0,71-135 2018,-74 125-1113,-3-1 0,-2-1 0,-2-1 0,21-116 0,-15 55 917,-6 27-414,-7 34 210,29-87 0,-41 143-1745,10-21 549,-4 20-327,-1 14 54,4 25-171,-2 0 1,-2 0-1,5 65 0,-10 112-704,-2-70-1451,-2 91-4807,0-128-1263,2-31-2835</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341"/>
    </inkml:context>
    <inkml:brush xml:id="br0">
      <inkml:brushProperty name="width" value="0.035" units="cm"/>
      <inkml:brushProperty name="height" value="0.035" units="cm"/>
      <inkml:brushProperty name="color" value="#008C3A"/>
    </inkml:brush>
  </inkml:definitions>
  <inkml:trace contextRef="#ctx0" brushRef="#br0">25 221 12317,'-5'-9'317,"2"5"-57,1 0 1,-1-1 0,1 1-1,0-1 1,0 0 0,0 0-1,-1-8 1,3 11-37,0-1 0,0 1 0,0-1 0,1 1 0,-1-1 0,1 1 1,0 0-1,0-1 0,0 1 0,0 0 0,0-1 0,0 1 0,0 0 0,1 0 1,-1 0-1,1 0 0,-1 0 0,1 0 0,3-2 0,8-7 307,0 0-1,1 1 1,0 1-1,0 0 1,1 1-1,1 1 1,-1 0-1,1 1 1,0 1-1,19-4 1,10 0-57,0 1 1,69-2-1,-84 9-286,-1 1 0,45 6 0,-63-4-153,0 0 0,0 0 0,0 2 0,0-1 0,0 1 1,-1 1-1,0 0 0,0 0 0,14 10 0,-18-10-16,-1 0 0,0 1 1,0-1-1,-1 1 0,0 0 0,0 1 0,0-1 0,0 0 1,-1 1-1,0 0 0,-1 0 0,0 0 0,0 0 0,1 9 0,1 2-169,-2 1-1,-1 0 0,0-1 1,-3 27-1,-3-7-1380,-12 48 0,2-20-2281,6 1-3660,8-18-2107</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498"/>
    </inkml:context>
    <inkml:brush xml:id="br0">
      <inkml:brushProperty name="width" value="0.035" units="cm"/>
      <inkml:brushProperty name="height" value="0.035" units="cm"/>
      <inkml:brushProperty name="color" value="#008C3A"/>
    </inkml:brush>
  </inkml:definitions>
  <inkml:trace contextRef="#ctx0" brushRef="#br0">0 1 7141,'0'0'1696,"13"11"-4732,0 1 219</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8.765"/>
    </inkml:context>
    <inkml:brush xml:id="br0">
      <inkml:brushProperty name="width" value="0.035" units="cm"/>
      <inkml:brushProperty name="height" value="0.035" units="cm"/>
      <inkml:brushProperty name="color" value="#008C3A"/>
    </inkml:brush>
  </inkml:definitions>
  <inkml:trace contextRef="#ctx0" brushRef="#br0">58 277 11637,'-24'38'2336,"19"-30"2120,2-7-2522,2 0-1731,-1-1 0,0 1 0,1 0 1,-1 0-1,0 0 0,1 1 0,-1-1 0,1 0 1,0 0-1,-1 1 0,1-1 0,0 1 1,0-1-1,0 1 0,-2 3 0,3-2 8,-1 1-1,1 0 0,0-1 0,0 1 0,0-1 1,0 1-1,1-1 0,1 8 0,2 4 46,1 0 1,1 0-1,0-1 0,1 1 0,0-2 0,1 1 0,11 13 0,4 3-310,47 50 0,-52-63-300,1-1 0,31 20 1,-49-35 344,1-1 0,-1 1 0,1 0 1,-1 0-1,1-1 0,0 1 0,-1-1 0,1 1 1,0-1-1,-1 1 0,1-1 0,0 0 0,-1 0 1,1 0-1,0 0 0,2-1 0,-3 1 22,0 0-1,0 0 0,-1-1 1,1 1-1,0 0 0,0-1 1,-1 1-1,1-1 1,0 1-1,-1-1 0,1 1 1,0-1-1,-1 1 0,1-1 1,-1 0-1,1 1 1,-1-1-1,1 0 0,-1 1 1,1-1-1,-1 0 0,0 0 1,1 0-1,-1 1 1,0-1-1,0 0 0,0 0 1,1 0-1,-1 1 0,0-3 1,-2-16 298,0 0 1,-1 0-1,-8-24 1,-2-15 295,-7-44 478,-53-163 0,12 117-5526,61 147 4239,-1 1 0,1-1 0,-1 1 0,1 0 0,-1-1 0,1 1 0,-1 0 0,1-1 0,-1 1 0,1 0 0,-1-1 0,1 1 0,-1 0 0,1 0 0,-1 0 0,0 0 0,1-1 0,-1 1 0,1 0 0,-1 0 0,0 0 0,1 0 0,-1 0 0,1 0 0,-1 1 0,0-1 0,1 0 0,-1 0 0,1 0 0,-1 0 0,0 1 0,-14 8-5799,15 20-4752</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9.088"/>
    </inkml:context>
    <inkml:brush xml:id="br0">
      <inkml:brushProperty name="width" value="0.035" units="cm"/>
      <inkml:brushProperty name="height" value="0.035" units="cm"/>
      <inkml:brushProperty name="color" value="#008C3A"/>
    </inkml:brush>
  </inkml:definitions>
  <inkml:trace contextRef="#ctx0" brushRef="#br0">1 0 15097,'0'0'10667,"2"3"-9943,5 14-519,0 1 1,-1 0 0,-1 0-1,0 0 1,-2 1 0,0-1-1,-1 1 1,0 19 0,6 44-337,-6-85 208,-1 0 0,1-1 0,0 1 0,0 0-1,0 0 1,0 0 0,1 1 0,-1-1 0,6-4 0,0-1 37,14-16 343,1 1 0,2 1 0,0 2 0,1 0 0,1 1 0,33-16 0,-58 34-461,1 0-1,0-1 0,0 2 1,0-1-1,-1 0 0,1 0 0,0 1 1,0 0-1,0-1 0,0 1 1,0 0-1,0 1 0,0-1 1,0 0-1,0 1 0,0 0 1,0 0-1,0 0 0,0 0 1,0 0-1,-1 0 0,1 1 0,-1-1 1,1 1-1,-1 0 0,1 0 1,-1 0-1,0 0 0,0 0 1,3 4-1,6 8-577,-2 0-1,0 0 1,0 1-1,8 21 1,-7-15-528,2 2-167,24 48-3980,-13-22-1596,5 5-4899</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6:59:09.226"/>
    </inkml:context>
    <inkml:brush xml:id="br0">
      <inkml:brushProperty name="width" value="0.035" units="cm"/>
      <inkml:brushProperty name="height" value="0.035" units="cm"/>
      <inkml:brushProperty name="color" value="#008C3A"/>
    </inkml:brush>
  </inkml:definitions>
  <inkml:trace contextRef="#ctx0" brushRef="#br0">32 81 15933,'-31'3'3301,"31"-20"-321,3-1 1792,0 1-3155,3 3 1175,4-3-9217,6 17 3149,-3 28-3137,2-2-5884</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360"/>
    </inkml:context>
    <inkml:brush xml:id="br0">
      <inkml:brushProperty name="width" value="0.035" units="cm"/>
      <inkml:brushProperty name="height" value="0.035" units="cm"/>
      <inkml:brushProperty name="color" value="#008C3A"/>
    </inkml:brush>
  </inkml:definitions>
  <inkml:trace contextRef="#ctx0" brushRef="#br0">0 4 8689,'25'-3'5348,"1"11"-4660,18 12-484,-2-2-516,12 2-476,-4 0-372,65 37-8525</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547"/>
    </inkml:context>
    <inkml:brush xml:id="br0">
      <inkml:brushProperty name="width" value="0.035" units="cm"/>
      <inkml:brushProperty name="height" value="0.035" units="cm"/>
      <inkml:brushProperty name="color" value="#008C3A"/>
    </inkml:brush>
  </inkml:definitions>
  <inkml:trace contextRef="#ctx0" brushRef="#br0">252 1 6405,'-89'43'1780,"60"-38"-96,1 4-320,5 5-292,1 1-212,3 2-356,-6 17-236,12-3-752,10-19-696,3 19-2404,3 12-2121</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03.688"/>
    </inkml:context>
    <inkml:brush xml:id="br0">
      <inkml:brushProperty name="width" value="0.035" units="cm"/>
      <inkml:brushProperty name="height" value="0.035" units="cm"/>
      <inkml:brushProperty name="color" value="#008C3A"/>
    </inkml:brush>
  </inkml:definitions>
  <inkml:trace contextRef="#ctx0" brushRef="#br0">1 135 12909,'3'-28'2104,"16"11"-343,-3-1-345,9-2-364,13 12-200,10-4-196,16 9-252,21-2-532,20 2-968,16-9-1088,12 4-3089,16 14-4216</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0.723"/>
    </inkml:context>
    <inkml:brush xml:id="br0">
      <inkml:brushProperty name="width" value="0.035" units="cm"/>
      <inkml:brushProperty name="height" value="0.035" units="cm"/>
    </inkml:brush>
  </inkml:definitions>
  <inkml:trace contextRef="#ctx0" brushRef="#br0">88 32 12985,'11'-21'4761,"-13"16"-863,-9 0-3122,-6 5 9402,15 32-10126,-2-1 0,-1 1 0,-14 46 0,-8 50-91,20-54 39,3 1 0,6 91 0,33 150 0,-26-269-1511,2 0 1,1-1-1,3 0 0,25 52 0,-4-23-4421,74 112 0,-70-136-4433</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213"/>
    </inkml:context>
    <inkml:brush xml:id="br0">
      <inkml:brushProperty name="width" value="0.035" units="cm"/>
      <inkml:brushProperty name="height" value="0.035" units="cm"/>
    </inkml:brush>
  </inkml:definitions>
  <inkml:trace contextRef="#ctx0" brushRef="#br0">0 1 9601,'0'0'4561,"3"0"-2826,8 3-1158,0 0 0,0 1 0,0 0 0,-1 1-1,1 0 1,-1 1 0,-1 0 0,1 1-1,8 7 1,81 79 1071,-77-71-1092,8 9-297,-2 1 0,-1 1-1,-2 2 1,-1 0 0,-1 2 0,-3 1 0,30 71 0,-40-81-207,-2-1 1,0 1 0,-2 0-1,-1 0 1,-1 1 0,-1-1-1,-2 1 1,-1 0 0,-1 0-1,-2 0 1,0-1 0,-12 42-1,-23 34-22,17-52 183,20-52-211,0 0 0,0-1 0,0 1 1,1 0-1,-1-1 0,0 1 0,0-1 0,0 1 0,1-1 0,-1 1 0,0-1 0,1 0 1,-1 1-1,1-1 0,-1 0 0,0 1 0,0-3 0,-1 0-2,1-1 1,-1 1-1,1-1 0,0 1 0,0-1 0,0 0 1,0 1-1,1-1 0,-1 0 0,1 0 1,0 1-1,0-1 0,1 0 0,-1 0 0,2-6 1,3-10-106,13-33 1,-9 27-32,16-38-166,2 0 0,3 2 0,71-106 0,-85 143 245,1 2 1,2 0-1,0 0 1,43-36 0,-50 49 87,1 0 0,0 1-1,1 0 1,0 1 0,0 1 0,1 0 0,0 1 0,0 0 0,0 1 0,26-4 0,-33 8 23,0 0 1,0 1 0,0-1 0,1 2-1,-1-1 1,0 1 0,0 0-1,0 1 1,0 0 0,0 0-1,-1 1 1,1 0 0,-1 0 0,11 6-1,-9-3 10,-1 1-1,0-1 0,0 1 0,-1 1 0,0 0 1,0 0-1,-1 0 0,0 1 0,10 18 1,-2 5 15,-1 0 1,-2 2 0,-1 0 0,-2 0-1,7 55 1,3 91-1214,-13-114-585,2 0 0,3-1 0,24 87 0,-28-137 1074,-1 0 0,2 0 0,0-1 1,1 0-1,0 0 0,1-1 0,12 15 0,-13-20-652,0 0-1,0 0 1,15 10-1,14 5-4704</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608"/>
    </inkml:context>
    <inkml:brush xml:id="br0">
      <inkml:brushProperty name="width" value="0.035" units="cm"/>
      <inkml:brushProperty name="height" value="0.035" units="cm"/>
    </inkml:brush>
  </inkml:definitions>
  <inkml:trace contextRef="#ctx0" brushRef="#br0">258 70 9421,'-2'-9'354,"2"6"-136,-1 1-1,1-1 1,0 0-1,-1 1 1,0-1-1,1 0 0,-1 1 1,0-1-1,-1 1 1,1-1-1,0 1 0,-1 0 1,1-1-1,-1 1 1,0 0-1,1 0 1,-1 0-1,0 0 0,0 0 1,-1 1-1,1-1 1,-3-1-1,2 2-42,1 0 1,-1 0-1,0 0 1,0 0-1,0 1 1,0-1-1,0 1 1,0 0-1,-1 0 0,1 0 1,0 0-1,0 1 1,0-1-1,0 1 1,0 0-1,0-1 1,0 1-1,1 1 0,-1-1 1,0 0-1,0 1 1,1-1-1,-1 1 1,1 0-1,-1 0 1,-1 3-1,-3 2-79,1 0-1,0 1 1,1 0 0,0 0-1,0 0 1,1 1 0,-6 13 0,-4 19-143,-16 82 0,7-24-1732,-5 44-1915,28-142 3704,0 0 0,1-1 0,-1 1 0,0 0 0,1-1 0,-1 1 0,1-1 0,-1 1 0,1-1-1,-1 1 1,1-1 0,-1 1 0,1-1 0,-1 1 0,1-1 0,-1 0 0,1 1 0,0-1 0,-1 0 0,1 1 0,0-1 0,-1 0 0,1 0 0,0 0 0,-1 0 0,2 1 0,-1-1 24,1 0 8,0 1 1,0-1-1,1 0 0,-1 0 1,0 0-1,0 0 1,1 0-1,-1-1 1,0 1-1,0-1 1,0 1-1,0-1 0,0 0 1,4-1-1,29-19 404,-15 9-167,20-6 141,0 1 0,1 2 0,1 2-1,0 2 1,1 2 0,0 1 0,1 2 0,-1 3 0,1 1-1,0 2 1,61 8 0,39 18-15,-105-17-359,6-3 185,-43-7-209,0 0-1,0 0 1,-1 0-1,1 0 1,-1 0 0,1 0-1,-1 0 1,1-1 0,-1 1-1,0 0 1,0-1-1,0 1 1,0-1 0,0 0-1,0 1 1,0-1 0,0 0-1,0-1 1,4-14 397,-2 1 1,0 0-1,-1-1 1,0 0-1,-2 1 1,-1-25-1,0 21 374,1 0 0,1 0 0,1 0 0,6-32 0,7 2 714,-14 48-1190,2 2-266,-1-1-1,1 1 0,-1 0 1,1 1-1,-1-1 0,1 0 1,-1 1-1,1-1 0,-1 1 1,0 0-1,1 0 0,3 2 1,-4 0-87,1-1 0,-1 1 0,0-1 1,0 1-1,-1 0 0,1 0 0,0 0 0,1 4 1,0 0-57,7 13-1110,-1 1 0,10 32 1,-16-42-511,-1 1 0,0-1 1,-1 1-1,0 11 0,-1 2-4550,3 1-3801</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780"/>
    </inkml:context>
    <inkml:brush xml:id="br0">
      <inkml:brushProperty name="width" value="0.035" units="cm"/>
      <inkml:brushProperty name="height" value="0.035" units="cm"/>
    </inkml:brush>
  </inkml:definitions>
  <inkml:trace contextRef="#ctx0" brushRef="#br0">20 1 12377,'-19'20'4541,"22"-3"-3577,3 3-340,4 6-528,6 14-864,0 0-893,-4 2-3079,4 7-3709</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1.967"/>
    </inkml:context>
    <inkml:brush xml:id="br0">
      <inkml:brushProperty name="width" value="0.035" units="cm"/>
      <inkml:brushProperty name="height" value="0.035" units="cm"/>
    </inkml:brush>
  </inkml:definitions>
  <inkml:trace contextRef="#ctx0" brushRef="#br0">213 0 16822,'12'3'764,"14"7"1069,-25-9-1685,-1 0 0,1 0 0,0 0 0,0 0 0,-1 0 0,1 0 0,-1 0 0,1 0 0,-1 0 0,1 0 1,-1 0-1,0 0 0,1 0 0,-1 1 0,0-1 0,0 0 0,0 0 0,0 0 0,0 1 0,0-1 0,0 0 1,-1 0-1,0 2 0,0 15 1074,0 0 0,1 0 0,1 0 1,1-1-1,3 20 0,4 42 934,-9 91-2003,-25 184-1,25-350-152,-94 550 0,36-254 0,40-176-1225,10-58-1967,-23 87-1,6-59-5113,12-10-5561</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3.673"/>
    </inkml:context>
    <inkml:brush xml:id="br0">
      <inkml:brushProperty name="width" value="0.035" units="cm"/>
      <inkml:brushProperty name="height" value="0.035" units="cm"/>
    </inkml:brush>
  </inkml:definitions>
  <inkml:trace contextRef="#ctx0" brushRef="#br0">257 23 13557,'0'-19'2112,"0"15"2015,-3 6-2264,-2 0-1327,3-2-404,0 1 1,1-1 0,-1 1 0,1 0-1,-1 0 1,1-1 0,-1 1-1,1 0 1,-1 0 0,1 0 0,0 0-1,0 0 1,-1 1 0,1-1 0,0 0-1,0 1 1,0-1 0,0 0 0,1 1-1,-1-1 1,0 1 0,1 0 0,-1-1-1,1 1 1,-1-1 0,1 1 0,0 0-1,-1-1 1,1 1 0,0 0 0,1 2-1,-9 72 2526,-18 85 0,6-49-1746,-36 168-794,20-109-139,-22 181-3318,46-203-1616,9-55-5139,3-69-1301</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4.076"/>
    </inkml:context>
    <inkml:brush xml:id="br0">
      <inkml:brushProperty name="width" value="0.035" units="cm"/>
      <inkml:brushProperty name="height" value="0.035" units="cm"/>
    </inkml:brush>
  </inkml:definitions>
  <inkml:trace contextRef="#ctx0" brushRef="#br0">2 0 11965,'0'0'1808,"-1"4"-62,1 1-1341,0 1 0,0 0 0,0-1 0,0 1 1,1 0-1,0-1 0,0 1 0,1-1 0,3 9 0,27 54 786,-9-20-477,31 58 173,-34-70-684,-1 1 1,14 44-1,59 214 296,-81-261 309,6 36 0,-16-67 330,-1-9-701,2-21-266,0 0 1,2 0-1,2 0 0,0 1 1,15-40-1,4 3-19,36-68-1,-44 98 25,2 0-1,1 1 1,47-58-1,-58 81-68,1 0 0,-1 0-1,1 1 1,1 0 0,0 0 0,17-8 0,-21 13-29,0 0 0,1 0 0,-1 0 1,1 1-1,0 1 0,-1-1 0,1 1 0,0 0 1,0 1-1,0 0 0,13 2 0,-14-1 7,1 1 0,-1 1 0,1-1 0,-1 1 0,0 1-1,0-1 1,-1 1 0,1 0 0,-1 1 0,0-1 0,0 1-1,0 1 1,-1-1 0,1 1 0,-1 0 0,-1 0-1,5 8 1,5 7 115,-1 1-1,-2 1 1,16 43-1,-11-18-158,-3 1 0,-2 0 0,9 87 0,-7 154-1241,-13-268 918,-6 210-4958,-7-80-6248,7-96-188</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4.722"/>
    </inkml:context>
    <inkml:brush xml:id="br0">
      <inkml:brushProperty name="width" value="0.035" units="cm"/>
      <inkml:brushProperty name="height" value="0.035" units="cm"/>
    </inkml:brush>
  </inkml:definitions>
  <inkml:trace contextRef="#ctx0" brushRef="#br0">54 255 14201,'0'0'3615,"-2"-2"-2005,-4-7-1541,3 6 763,1 1 0,0-1 0,-1 1 0,0 0 0,1 0 0,-1 0 0,0 0 0,0 0 0,0 1 0,0-1 0,-4 0 0,4 1 1939,3 42-2254,-4 10-517,7 96 0,-1-125 0,2-1 0,0 1 0,1-1 0,1 0 0,1 0 0,1-1 0,11 21 0,-10-25 0,0 0 0,1-1 0,1 0 0,0-1 0,20 19 0,-27-29 0,0 0 0,0 0 0,1-1 0,-1 1 0,1-1 0,0 0 0,-1-1 0,1 1 0,1-1 0,-1 0 0,0 0 0,1-1 0,-1 1 0,0-1 0,1-1 0,0 1 0,-1-1 0,1 0 0,-1 0 0,1 0 0,10-3 0,-12 2 0,-1 0 0,1-1 0,-1 0 0,0 0 0,1 0 0,-1 0 0,0 0 0,0-1 0,0 1 0,-1-1 0,1 0 0,-1 0 0,1 0 0,-1 0 0,0 0 0,0-1 0,0 1 0,-1 0 0,1-1 0,-1 0 0,0 1 0,0-1 0,0 0 0,0-4 0,2-8 0,-2-1 0,0 0 0,0 1 0,-3-19 0,-5-22 0,-2 0 0,-2 1 0,-3 0 0,-40-100 0,45 129-47,-2 0-1,-1 1 1,-2 1-1,0 0 1,-1 1-1,-30-35 1,43 57-222,0-1-1,0 1 1,-1 1-1,1-1 1,-1 0-1,1 0 1,-1 1 0,0 0-1,0-1 1,0 1-1,1 0 1,-1 0 0,0 1-1,0-1 1,-4 0-1,5 1-45,0 0-1,0 0 1,0 1-1,0-1 1,0 1-1,0-1 1,0 1-1,0-1 0,0 1 1,0 0-1,0 0 1,1 0-1,-1 0 1,0 0-1,0 1 1,1-1-1,-1 0 1,1 1-1,-1-1 1,1 1-1,0 0 0,0-1 1,-1 1-1,0 2 1,-13 29-6235,9 2-4152</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5.536"/>
    </inkml:context>
    <inkml:brush xml:id="br0">
      <inkml:brushProperty name="width" value="0.035" units="cm"/>
      <inkml:brushProperty name="height" value="0.035" units="cm"/>
    </inkml:brush>
  </inkml:definitions>
  <inkml:trace contextRef="#ctx0" brushRef="#br0">428 747 12169,'-4'-3'561,"0"0"-1,1-1 1,0 1 0,-1-1 0,1 0-1,0 0 1,-3-7 0,4 7-98,0 1 0,0 0 0,0-1 0,-1 1 1,1 0-1,-1 0 0,0 0 0,0 0 1,0 1-1,0-1 0,0 1 0,0 0 0,-1 0 1,-4-2-1,4 3-257,1 0-1,0 0 1,0 0 0,-1 1 0,1-1-1,-1 1 1,1 0 0,0 0-1,-1 1 1,1-1 0,-1 1 0,1-1-1,0 1 1,-1 0 0,1 0 0,0 1-1,0-1 1,0 1 0,0-1 0,0 1-1,0 0 1,1 0 0,-1 0 0,0 0-1,1 1 1,0-1 0,-1 1 0,-1 3-1,-8 10-131,1 0 0,1 1-1,-15 33 1,13-24 373,-25 47-351,4 3 0,4 0 1,2 2-1,-24 123 0,48-189-146,-6 57-374,8-65 369,1 0 1,0 0 0,0 0-1,0 0 1,1 0 0,-1 0-1,1 0 1,0-1 0,0 1 0,0 0-1,1 0 1,-1-1 0,4 7-1,-4-9 24,1 0-1,-1 0 1,1 1-1,0-1 1,-1 0-1,1 0 0,0 0 1,-1-1-1,1 1 1,0 0-1,0-1 1,0 1-1,-1-1 1,1 0-1,0 1 0,0-1 1,0 0-1,0 0 1,0 0-1,0-1 1,0 1-1,0 0 0,-1-1 1,1 1-1,0-1 1,0 1-1,0-1 1,2-2-1,5-1-75,1-1-1,-2 0 0,15-11 1,-7 3-11,-1-1 0,0 0 0,-2-2-1,1 1 1,-2-2 0,0 0 0,-1 0 0,0-1 0,9-24 0,-1-5-108,-1 0 0,17-78 0,-8 11-164,-6 0 0,10-155 1,-27 180 244,25-352-228,-27 427 1352,-4 36 71,2-13-1211,3 206 1138,3-94-639,7 158 60,-6-213-366,2-1 1,23 78 0,-25-120-75,2 0 1,0-1-1,1 0 1,18 28-1,-25-45 18,0 0-1,0 0 1,0 0-1,1 0 1,0-1-1,0 0 0,0 1 1,0-1-1,1-1 1,-1 1-1,1-1 1,0 0-1,0 0 1,1 0-1,-1-1 1,0 1-1,1-1 0,0-1 1,-1 1-1,1-1 1,0 0-1,0 0 1,0-1-1,7 0 1,-4-1-48,1-1 0,0 0 0,-1-1 0,1 0 0,-1 0 0,0-1 0,0 0 1,-1-1-1,1 0 0,-1 0 0,0-1 0,11-10 0,0-1-58,-2-1-1,0-1 1,-1 0 0,-1-1-1,-1 0 1,-1-1-1,14-31 1,1-11 114,25-89 0,-37 81 560,-15 66-244,-5 7-230,-1-1 0,1 1 0,0-1 0,0 1 0,0 0 0,0 1 0,1-1 0,-1 1 0,1-1 0,-1 1 0,1 0 0,0 0 0,-5 7 1,3-3-21,1 1 1,-1 0 0,1 0-1,1 1 1,-1-1 0,1 1 0,1 0-1,0 0 1,-2 13 0,-1 3 9,-4 15 73,2 0-1,-4 58 1,11-85-128,-1 0 0,2 0 1,0 0-1,1 0 1,0 0-1,0-1 0,2 1 1,-1-1-1,2 1 0,0-1 1,11 20-1,-14-29-40,1 0 1,0 1-1,0-1 1,0 0-1,0 0 1,1-1-1,-1 1 1,1-1-1,-1 1 0,1-1 1,0-1-1,0 1 1,0 0-1,0-1 1,0 0-1,0 0 1,1 0-1,-1 0 0,0-1 1,1 1-1,-1-1 1,0 0-1,7-1 1,3-1-112,0 0 0,-1-1 1,1-1-1,0 0 1,24-11-1,-20 6 60,-1-1 0,-1 0 0,0-1 0,0-1 0,-2-1 0,1 0 0,-1-1 0,16-21 0,8-15-188,40-69 0,-52 73 386,-2-1-1,-2-2 1,-2 0 0,-2 0-1,-3-2 1,15-82-1,-26 115 196,-2 10-82,0-1 1,-1 1-1,1 0 0,-1-1 0,-1 1 0,0 0 0,0-1 0,-1 1 0,-2-14 0,3 21-201,0 1 1,0 0-1,0 0 1,0-1-1,0 1 1,-1 0-1,1 0 1,0-1-1,0 1 1,0 0-1,0 0 1,0-1-1,-1 1 1,1 0 0,0 0-1,0 0 1,0-1-1,0 1 1,-1 0-1,1 0 1,0 0-1,0 0 1,-1 0-1,1-1 1,0 1-1,0 0 1,-1 0-1,1 0 1,0 0-1,0 0 1,-1 0-1,1 0 1,0 0-1,0 0 1,-1 0-1,1 0 1,0 0-1,-1 0 1,1 0-1,0 0 1,0 0-1,-1 0 1,1 1-1,-12 11 646,-8 22 134,0 14-424,2 1 1,2 2-1,-16 92 1,28-123-370,-5 28-458,2 1-1,3 0 1,1 62-1,4-76-71,2-1 0,1 1-1,2-1 1,1 0 0,17 47-1,-20-73-255,-1 0 1,1 0-1,0 0 0,1 0 0,0-1 0,0 0 0,7 7 0,-6-7-1068,0-1 1,1-1-1,13 10 0,20 4-9464</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6.121"/>
    </inkml:context>
    <inkml:brush xml:id="br0">
      <inkml:brushProperty name="width" value="0.035" units="cm"/>
      <inkml:brushProperty name="height" value="0.035" units="cm"/>
    </inkml:brush>
  </inkml:definitions>
  <inkml:trace contextRef="#ctx0" brushRef="#br0">45 126 9685,'-21'12'2021,"20"-12"-1829,0 0 0,0 0 1,0 0-1,0 0 0,0 0 0,1-1 1,-1 1-1,0 0 0,0 0 1,0-1-1,0 1 0,0-1 0,1 1 1,-1-1-1,0 1 0,0-1 1,1 1-1,-1-1 0,0 0 0,1 1 1,-1-1-1,0 0 0,0 0 1,-2-7 6015,3 6-6111,0 0-1,0 0 1,1 0-1,-1 0 1,1 0-1,-1 0 1,1 1-1,0-1 1,-1 0-1,1 0 1,0 0-1,0 1 1,1-1-1,-1 0 1,0 1-1,0 0 1,1-1-1,-1 1 1,1-1-1,-1 1 1,1 0-1,0 0 1,-1 0-1,1 0 1,0 0-1,2 0 1,7-3 102,1 0 0,-1 1 0,19-3 0,-13 3-10,106-18 491,178-6-1,128 20-207,-389 7-432,516-2 296,-405 6-680,-141-2-633,-10 2 553,-11 3-57,11-7 294,-12 5-873,1-1 1,0 0 0,-1-1 0,0 0-1,-12 1 1,-11 3-4604,-10 6-5248</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6.447"/>
    </inkml:context>
    <inkml:brush xml:id="br0">
      <inkml:brushProperty name="width" value="0.035" units="cm"/>
      <inkml:brushProperty name="height" value="0.035" units="cm"/>
    </inkml:brush>
  </inkml:definitions>
  <inkml:trace contextRef="#ctx0" brushRef="#br0">16 164 14053,'-9'-55'2216,"6"35"229,-1-68-213</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7.783"/>
    </inkml:context>
    <inkml:brush xml:id="br0">
      <inkml:brushProperty name="width" value="0.035" units="cm"/>
      <inkml:brushProperty name="height" value="0.035" units="cm"/>
    </inkml:brush>
  </inkml:definitions>
  <inkml:trace contextRef="#ctx0" brushRef="#br0">1103 56 11241,'-43'-19'2093,"36"15"-1537,0 0-1,-1 1 1,0 0 0,1 0-1,-17-3 1,-18 0 839,-1 2-1,-46 1 0,64 4-963,0 1 1,0 1-1,1 1 0,-1 1 0,-28 11 0,5 2 88,2 3 0,0 2 0,1 1 0,2 3 0,0 1 0,2 2 0,1 2 0,-61 64 0,88-81-415,-1 0 0,2 1 0,0 0 0,1 1 0,0 1 0,2 0 0,-10 22 0,16-30-70,0 0-1,0 0 0,0 1 0,1-1 1,1 0-1,0 1 0,0-1 1,1 1-1,1-1 0,0 1 1,0-1-1,1 1 0,0-1 0,0 0 1,7 16-1,0-8-12,1 0 0,0-1 0,1 0 0,1-1 0,1-1 1,0 0-1,1 0 0,0-1 0,28 20 0,1-3-185,2-2-1,69 33 1,109 44-1175,196 107-1076,-400-202 2272,0 1 1,-1 1-1,24 23 1,-37-32 116,-2 1 0,1-1 1,0 1-1,-1-1 1,0 1-1,0 0 1,0 0-1,2 7 0,-4-9 21,-1-1 0,1 1 0,0 0-1,-1 0 1,0 0 0,1 0 0,-1 0-1,-1 0 1,1 0 0,0-1 0,-1 1-1,1 0 1,-1 0 0,0 0 0,0 0-1,0-1 1,-1 4 0,-4 2 42,1 0 0,-1-1 0,0 1 0,-1-1 1,0 0-1,0 0 0,0-1 0,-1 0 0,0-1 0,0 1 0,0-2 1,-17 8-1,-13 4 222,-67 17 0,88-28-202,-338 83 1176,-88 27-1599,409-105-872,-1-1 0,-42 6 1,75-19-3248,11-17-347,18-16-5622</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049"/>
    </inkml:context>
    <inkml:brush xml:id="br0">
      <inkml:brushProperty name="width" value="0.035" units="cm"/>
      <inkml:brushProperty name="height" value="0.035" units="cm"/>
    </inkml:brush>
  </inkml:definitions>
  <inkml:trace contextRef="#ctx0" brushRef="#br0">286 16 13781,'-3'-14'2329,"-6"13"1181,-14 21 968,20-15-4192,1 0 1,-1 0-1,1 1 1,0-1-1,0 0 1,0 1-1,1-1 1,0 1-1,0-1 1,0 1 0,1 8-1,-2 8 241,-15 89 46,-86 448 3319,89-508-3954,-47 194-1386,49-183 868,2 0 1,0 64-1,8-75-915,11 97 0,-6-128 512,1-1 0,0 1 1,2-1-1,0 0 1,1 0-1,1-1 0,19 34 1,4-14-4978,11-6-3524</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283"/>
    </inkml:context>
    <inkml:brush xml:id="br0">
      <inkml:brushProperty name="width" value="0.035" units="cm"/>
      <inkml:brushProperty name="height" value="0.035" units="cm"/>
    </inkml:brush>
  </inkml:definitions>
  <inkml:trace contextRef="#ctx0" brushRef="#br0">220 15 13529,'-7'-15'2173,"3"30"153,3-9-1932,4-1 676,317 171 2175,-288-157-3195,38 29 0,-57-37-39,0 0-1,-1 0 1,0 1 0,-1 0 0,12 18 0,-20-27-7,-1 0 1,0 0-1,0 1 1,-1-1-1,1 1 0,-1-1 1,1 1-1,-1 0 0,0 0 1,-1-1-1,1 1 0,0 0 1,-1 0-1,0 0 0,0 0 1,0 0-1,-1 0 0,1-1 1,-1 1-1,0 0 0,0 0 1,0-1-1,-1 1 1,1 0-1,-1-1 0,0 1 1,0-1-1,0 0 0,0 0 1,-1 0-1,1 0 0,-1 0 1,0 0-1,0-1 0,-5 5 1,-6 3 14,-1 0 1,0-1 0,0-1 0,-1 0-1,0-1 1,-25 7 0,-261 60 86,191-50-548,88-18 118,11-3-198,0 0 0,-1 0-1,1-1 1,-1-1 0,1 0 0,-1 0-1,-12-2 1,24 1 280,0 0 0,1-1 0,-1 1 0,0 0 1,1 0-1,-1 0 0,0 0 0,1-1 0,-1 1 0,1 0 0,-1-1 0,0 1 0,1 0 0,-1-1 1,1 1-1,-1-1 0,1 1 0,-1-1 0,1 1 0,0-1 0,-1 1 0,1-1 0,0 0 0,-1 1 0,1-1 1,0 1-1,0-1 0,-1 0 0,1 1 0,0-1 0,0 0 0,0-1 0,22-6-7150</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8.549"/>
    </inkml:context>
    <inkml:brush xml:id="br0">
      <inkml:brushProperty name="width" value="0.035" units="cm"/>
      <inkml:brushProperty name="height" value="0.035" units="cm"/>
    </inkml:brush>
  </inkml:definitions>
  <inkml:trace contextRef="#ctx0" brushRef="#br0">432 53 10353,'-9'-3'790,"0"1"0,0-1 0,1-1 0,-1 1-1,1-2 1,0 1 0,-8-6 0,13 7-563,-1 1 0,0 0 0,1 0 1,-1 1-1,0-1 0,0 1 0,0-1 0,1 1 0,-2 0 0,1 1 0,0-1 0,0 1 0,0 0 1,0 0-1,0 0 0,0 0 0,-5 2 0,3-1-65,-1 1 0,1 1 0,0-1 0,0 1 0,0 0 0,1 1 0,-1-1-1,1 1 1,-9 9 0,-2 3-33,1 1-1,0 1 1,2 0 0,0 1-1,-11 23 1,-7 13-557,-47 116 0,76-166 411,0 0 1,1 0-1,0 0 0,0 1 0,0-1 0,1 0 0,-1 0 0,1 0 0,1 1 0,-1-1 0,1 0 0,-1 0 0,2 0 0,-1 0 0,0 0 1,1 0-1,3 6 0,-4-9 47,1-1 1,0 1 0,-1-1 0,1 1-1,0-1 1,0 0 0,-1 0-1,1 0 1,0 0 0,0 0 0,0 0-1,1 0 1,-1-1 0,0 1 0,0-1-1,0 0 1,0 1 0,1-1-1,-1 0 1,0 0 0,0 0 0,0-1-1,3 0 1,6-1 342,0 0-1,0-1 0,12-6 1,-15 6-57,40-18 1388,-39 16-1494,0 1-1,1-1 0,-1 2 0,1-1 1,0 1-1,1 1 0,-1 0 0,0 0 0,20 0 1,-3 3-1014,0 2 1,0 1-1,37 10 1,-17 3-3536,1 5-4157,-3 2-802</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9.131"/>
    </inkml:context>
    <inkml:brush xml:id="br0">
      <inkml:brushProperty name="width" value="0.035" units="cm"/>
      <inkml:brushProperty name="height" value="0.035" units="cm"/>
    </inkml:brush>
  </inkml:definitions>
  <inkml:trace contextRef="#ctx0" brushRef="#br0">30 86 12821,'-28'-46'4305,"27"43"-2300,3-11 1021,0 3-1929,-3 2 2480,18 6-2785,-14 3-758,1 1 0,-1-1 1,1 0-1,-1 1 1,0 0-1,1 0 0,-1 0 1,0 0-1,1 1 1,-1-1-1,0 1 0,0 0 1,0 0-1,0 0 1,-1 0-1,1 0 0,0 1 1,-1-1-1,0 1 1,1-1-1,-1 1 0,3 6 1,3 3 12,0 0 0,-1 0 0,-1 1 0,7 18 0,-8-15-27,-1 1 1,0 0 0,-2-1 0,0 1-1,0 0 1,-2 28 0,-17 100 28,9-96-66,8-47 24,0 0 0,-1 0 0,1 0 0,0 0 0,0-1 0,0 1 0,0 0 0,1 0 1,-1 0-1,0 0 0,1 0 0,-1-1 0,2 3 0,-2-3-6,0-1 0,1 1 0,-1-1 1,1 0-1,-1 1 0,0-1 0,1 0 0,-1 1 0,1-1 1,-1 0-1,1 0 0,-1 1 0,1-1 0,-1 0 0,1 0 0,-1 0 1,1 0-1,-1 0 0,1 0 0,-1 1 0,1-1 0,0 0 1,-1-1-1,1 1 0,-1 0 0,1 0 0,-1 0 0,2 0 1,2-2 2,1 0 0,-1-1 0,1 1 1,-1-1-1,0 0 0,0 0 0,0 0 0,3-4 1,136-144 8,-34 33 6,-97 106-29,0-1 0,1 1 0,1 1 0,0 0 0,1 1 1,0 1-1,24-12 0,-35 20 10,0 0-1,0 0 1,-1 1 0,1-1-1,0 1 1,0 0 0,0 0-1,0 0 1,0 0 0,0 1-1,0-1 1,0 1 0,0 0-1,0 0 1,0 1 0,-1-1-1,1 1 1,0 0 0,3 2-1,-1 0 0,-1 0-1,1 0 1,-1 1-1,0 0 0,-1 0 1,1 0-1,-1 0 1,0 0-1,0 1 1,2 6-1,3 9-60,-1 1 0,-1 0 0,-1 0 0,-1 1 0,-1 0-1,1 27 1,12 61-540,-11-67 516,-5-40 69,0-4 16,-1 0 0,1 0 1,0 0-1,0 0 0,0 1 0,0-1 0,0 0 1,0 0-1,-1 1 0,1-1 0,0 1 1,0-1-1,0 1 0,-1-1 0,1 1 1,0-1-1,-1 1 0,2 1 0,5 1 118,6-17 28,92-165 1056,-70 114-554,74-102 0,-100 155-528,1 0 0,0 0 0,1 1 0,0 0 0,14-9 0,-22 17-97,1 1 1,-1 0-1,1 0 1,-1 0-1,1 1 1,0-1 0,0 1-1,0 0 1,0 0-1,0 0 1,0 1 0,0-1-1,0 1 1,0 0-1,0 0 1,1 1-1,-1-1 1,0 1 0,0 0-1,0 0 1,0 0-1,-1 0 1,6 3 0,-3-1 1,-1 1 1,0-1-1,0 1 1,0 0 0,-1 0-1,1 1 1,-1 0 0,0-1-1,0 1 1,-1 0-1,6 10 1,1 5 51,14 38-1,20 93-762,1 1-4328,-34-123-727,20 38 0,-10-27-6318</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19.288"/>
    </inkml:context>
    <inkml:brush xml:id="br0">
      <inkml:brushProperty name="width" value="0.035" units="cm"/>
      <inkml:brushProperty name="height" value="0.035" units="cm"/>
    </inkml:brush>
  </inkml:definitions>
  <inkml:trace contextRef="#ctx0" brushRef="#br0">19 18 13369,'-9'-17'1760,"12"34"-359,0-3 467,-9 4-5381,-4-1-787</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0.315"/>
    </inkml:context>
    <inkml:brush xml:id="br0">
      <inkml:brushProperty name="width" value="0.035" units="cm"/>
      <inkml:brushProperty name="height" value="0.035" units="cm"/>
    </inkml:brush>
  </inkml:definitions>
  <inkml:trace contextRef="#ctx0" brushRef="#br0">168 264 11221,'-66'20'4130,"62"-20"-3725,-1 0 0,1 0 0,0 0-1,0-1 1,0 0 0,-1 0-1,1 0 1,0 0 0,0-1-1,0 1 1,-4-3 0,5 2 155,-1 0 1,1 0 0,-1 1-1,1 0 1,-1 0-1,0 0 1,0 0 0,1 0-1,-1 1 1,-8 0-1,82-13 85,0 3-1,0 3 1,90 3-1,-87 2-396,12 0-98,1443-53 271,-1243 44-468,111-8-14,-277 8 23,148-33 1,-266 44 4,0 0-1,1 0 1,-1-1 0,0 1 0,0 0-1,1-1 1,-1 1 0,0-1-1,0 1 1,0-1 0,0 1-1,0-1 1,0 0 0,0 0-1,0 0 1,0 1 0,1-3 0,-2 2-8,1 1 1,-1-1-1,0 1 1,0-1-1,0 1 1,0-1 0,0 1-1,-1-1 1,1 1-1,0-1 1,0 1 0,0-1-1,0 1 1,-1-1-1,1 1 1,0-1 0,0 1-1,-1-1 1,1 1-1,0-1 1,-1 1 0,1 0-1,0-1 1,-1 1-1,1-1 1,-1 1-1,-3-3-254,-1 0-1,1 0 1,0 1-1,-1-1 1,1 1-1,-6-2 0,-16-3-1459,-5-2-2099,11 1-2394,-3-5-4739</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0.880"/>
    </inkml:context>
    <inkml:brush xml:id="br0">
      <inkml:brushProperty name="width" value="0.035" units="cm"/>
      <inkml:brushProperty name="height" value="0.035" units="cm"/>
    </inkml:brush>
  </inkml:definitions>
  <inkml:trace contextRef="#ctx0" brushRef="#br0">674 693 10913,'-1'-9'995,"1"0"1,1 0-1,0 0 0,0 0 0,0 0 1,5-12-1,20-58 2050,-14 47-2321,8-29 727,5-8 562,-4-1 0,20-114 0,-40 178-1926,0-1 1,-1 1 0,0-1-1,0 1 1,0-1 0,-1 1 0,0-1-1,0 1 1,-1-1 0,0 1-1,0 0 1,-5-9 0,6 12-61,-1 1 1,1 0-1,-1 0 1,0 0-1,0 0 1,0 0-1,-1 0 1,1 0-1,0 1 1,-1-1-1,1 1 1,-1-1-1,1 1 0,-1 0 1,1 0-1,-1 0 1,0 1-1,0-1 1,1 1-1,-1-1 1,0 1-1,0 0 1,0 0-1,1 0 1,-1 1-1,0-1 1,0 0-1,0 1 1,1 0-1,-1 0 1,0 0-1,-2 1 1,-19 8 116,0 0 1,1 1 0,0 2 0,1 0 0,1 2 0,0 0 0,-22 21 0,-5 9 60,-69 86-1,86-94-201,2 2 0,2 1-1,1 1 1,3 1 0,-33 80-1,47-96-2,1 0 0,1 0-1,1 1 1,2-1 0,0 1 0,2 1-1,1-1 1,1 0 0,2 0 0,0 0-1,12 48 1,-5-45 0,1 0 0,1-1 0,2 0 0,1-1 0,1-1 0,26 35 0,126 143 0,-114-145 0,-32-35-42,-2 0 0,-1 0-1,18 34 1,-35-56 39,0-1 0,0 1 1,0-1-1,0 1 0,0 0 0,-1 0 0,1-1 0,-1 1 0,0 0 0,0 0 0,0-1 0,0 1 0,0 0 0,-1 0 0,1-1 0,-1 1 0,0 0 1,1-1-1,-1 1 0,-1 0 0,1-1 0,0 0 0,-1 1 0,-1 2 0,0-1-2,0 0 0,-1 0 0,0 0 0,0 0 0,0-1 0,0 1 0,0-1 0,-1 0-1,0-1 1,1 1 0,-7 2 0,-11 2-38,-1 0-1,0-1 1,-41 4-1,-76 0-715,65-6-309,43-2-220,-37 1-1098,46-4-1699,-1-3-3287,5 0-4976</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1.116"/>
    </inkml:context>
    <inkml:brush xml:id="br0">
      <inkml:brushProperty name="width" value="0.035" units="cm"/>
      <inkml:brushProperty name="height" value="0.035" units="cm"/>
    </inkml:brush>
  </inkml:definitions>
  <inkml:trace contextRef="#ctx0" brushRef="#br0">103 13 15901,'0'0'134,"0"-1"0,0 0-1,0 1 1,-1-1 0,1 0-1,0 1 1,0-1-1,-1 1 1,1-1 0,0 1-1,-1-1 1,1 1-1,-1-1 1,1 1 0,-1-1-1,1 1 1,-1-1-1,1 1 1,-1-1 0,1 1-1,-1 0 1,1 0 0,-1-1-1,0 1 1,1 0-1,-1 0 1,1-1 0,-1 1-1,-1 0 1,-17 9 3515,17-3-1410,10 223 1188,-1 74 115,-48 169-4254,6-109-435,29-256 533,11 147-1,-1-212-1117,14 61-1,5-31-1964,-18-59 1044,2 1-1,13 22 0,13 3-8918</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1.381"/>
    </inkml:context>
    <inkml:brush xml:id="br0">
      <inkml:brushProperty name="width" value="0.035" units="cm"/>
      <inkml:brushProperty name="height" value="0.035" units="cm"/>
    </inkml:brush>
  </inkml:definitions>
  <inkml:trace contextRef="#ctx0" brushRef="#br0">242 0 9217,'0'0'7617,"2"2"-6632,62 62 874,20 23-955,-76-77-832,0 1 1,0 0-1,-1 0 0,-1 0 1,1 1-1,7 24 1,-12-29-41,-1 0 0,0 0 0,0 0 1,0 1-1,-1-1 0,0 0 0,-1 0 1,0 1-1,0-1 0,0 0 1,-1 0-1,0 0 0,0 0 0,-1-1 1,0 1-1,0 0 0,-1-1 0,0 0 1,0 0-1,0 0 0,0 0 0,-9 7 1,-7 7 132,-2 0 0,0-2-1,-46 30 1,61-43-154,-116 68 286,82-51-315,-50 36-1,91-58-71,-1 1 0,0-1 0,1 1 1,-1 0-1,0-1 0,1 1 0,-1-1 0,1 1 0,-1 0 0,1-1 0,-1 1 0,1 0 0,0-1 0,-1 1 0,1 0 0,0 0 0,-1 0 0,1-1 0,0 1 0,0 0 0,0 0 0,0 0 0,0 0 0,0-1 0,0 1 0,0 0 0,0 0 0,0 0 0,0 0 0,1-1 0,-1 1 0,0 0 0,0 0 0,1-1 0,-1 1 0,1 0 0,-1 0 0,1-1 0,-1 1 0,1 0 0,-1-1 0,1 1 0,-1-1 0,1 1 0,0-1 0,-1 1 0,2 0 0,5-2-717,-1 0-1,1 0 0,-1 0 0,0-1 0,12-5 0,9-2-2175,29-5-4645</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2.074"/>
    </inkml:context>
    <inkml:brush xml:id="br0">
      <inkml:brushProperty name="width" value="0.035" units="cm"/>
      <inkml:brushProperty name="height" value="0.035" units="cm"/>
    </inkml:brush>
  </inkml:definitions>
  <inkml:trace contextRef="#ctx0" brushRef="#br0">306 20 9301,'-11'-4'654,"0"0"1,0 1-1,0 0 1,0 1-1,-20-1 0,24 3-327,1 0-1,0 1 0,0 0 1,0 0-1,0 1 0,0 0 1,0 0-1,0 0 0,0 0 1,1 1-1,-1 0 0,-9 7 1,5-1-272,0-1 1,1 2-1,0-1 1,0 1-1,1 0 1,1 1-1,0 0 1,0 0-1,-5 14 1,2-4-864,2 0 1,1 0-1,0 1 0,-5 31 1,12-45 558,-1-1-1,1 0 1,1 1 0,-1-1 0,1 1 0,1-1 0,-1 0 0,1 0 0,0 0 0,4 8 0,-2-4 26,-3-8 234,0 0 0,0 0 0,0 0 0,1 0 0,-1 0 0,1-1 0,0 1 0,0 0 0,0-1 0,0 1 0,0-1 0,0 0 0,1 0 0,-1 0 0,1 0 0,-1 0-1,1 0 1,0-1 0,0 1 0,0-1 0,0 0 0,0 0 0,0 0 0,0 0 0,0 0 0,1-1 0,4 1 0,6-1 527,-1-1 1,1-1 0,-1 0-1,1-1 1,16-5-1,19-4 1267,-29 9-1199,-6 0-345,1 1 1,-1 0-1,1 1 1,0 1 0,-1 0-1,1 1 1,0 0-1,-1 2 1,15 3-1,35 12 228,60 19-33,-76-21-359,-45-15-76,1-2 27,3 1 20,0-1 1,0-1 0,0 1 0,0-1 0,0-1 0,0 1 0,10-6 0,-8 3 12,-1 0-1,1 1 1,0 1-1,0-1 1,0 1-1,0 1 1,1 0 0,-1 0-1,1 1 1,0 0-1,-1 0 1,11 2-1,7 2-47,-1 1 0,0 1 0,26 9 0,-45-12-25,-2-1-12,1 0-1,-1 0 0,1-1 0,-1 0 0,1 0 0,-1 0 1,0-1-1,1 0 0,-1 0 0,0 0 0,1 0 0,-1-1 1,0 0-1,0 0 0,0-1 0,0 1 0,-1-1 1,8-5-1,-5 3 47,0 1 1,1 0 0,-1 1-1,1-1 1,10-2-1,-15 6-8,1 0-10,27 1-8,39 8 1,-64-8-34,0-1 9,0 1 0,0-1 0,1-1 0,-1 1 0,0-1 0,0 0 0,0-1 0,0 0 0,0 1 0,0-2 0,0 1 0,0-1 0,-1 0 0,1 0 0,-1 0 0,0-1 0,0 0 0,5-5 1,11-11 70,-1-1 0,30-42 0,-9 11 576,-36 47-536,0-1 0,1 1 0,-1 0 0,1 0 0,0 1 0,0-1 0,0 1 0,13-5 0,-14 7-72,-1 1 0,0 0-1,0 0 1,1 0 0,-1 1 0,0-1-1,1 1 1,-1 0 0,0 1-1,1-1 1,-1 1 0,0 0-1,1 0 1,-1 0 0,0 0-1,0 1 1,5 2 0,6 4 31,0 1 1,-1 1 0,0 0 0,-1 1 0,24 24 0,54 73-564,-75-85-249,39 47-1404,-14-23-7548,-25-29 584</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3.105"/>
    </inkml:context>
    <inkml:brush xml:id="br0">
      <inkml:brushProperty name="width" value="0.035" units="cm"/>
      <inkml:brushProperty name="height" value="0.035" units="cm"/>
    </inkml:brush>
  </inkml:definitions>
  <inkml:trace contextRef="#ctx0" brushRef="#br0">1 265 10189,'9'-25'485,"-6"16"-251,0 1-1,0-1 0,1 1 0,0-1 0,0 1 0,1 1 1,0-1-1,1 1 0,0-1 0,7-6 0,4-1 284,1 1 1,0 0-1,1 2 0,1 0 0,0 1 0,0 1 0,1 1 0,0 1 1,39-10-1,-26 11-256,0 1 0,0 1 0,1 3 0,-1 0 1,60 6-1,-68-1-173,-1 2 0,-1 0 1,1 1-1,-1 2 0,0 0 1,-1 2-1,0 1 0,0 0 1,-1 2-1,37 27 0,-45-29-57,0 1-1,-1 0 1,0 1-1,-1 0 0,0 1 1,-1 1-1,-1-1 1,0 2-1,-1-1 1,-1 2-1,0-1 1,-1 1-1,-1 0 1,-1 0-1,6 32 1,-8-20 12,-2-1 0,-1 1 1,-2 0-1,0 0 0,-2-1 1,-1 1-1,-2-1 1,0 0-1,-20 45 0,-4-1 143,-4-2 1,-60 89-1,-47 54 226,-70 114 211,175-262-513,2 3 0,4 0 0,-26 84 0,47-121-76,3 0 0,0 1 0,2-1 0,1 1 0,0 47 0,5-60-17,0 0-1,2 0 1,0 0 0,1 0 0,0-1-1,2 1 1,0-1 0,1-1 0,1 1-1,15 25 1,-3-16-84,0-1 0,2 0-1,1-2 1,1-1 0,1 0-1,1-2 1,0-1 0,2-1-1,0-1 1,1-2 0,42 18 0,-24-15-46,0-2 0,0-2 0,2-2 1,0-3-1,0-1 0,99 4 0,-127-13 83,-1-1-1,1 0 0,-1-2 0,0 0 0,0-1 1,0-2-1,0 1 0,29-15 0,-37 14 43,0 0 0,-1-1 0,0 0 0,0-1 0,0-1 0,-1 1 0,-1-2-1,1 1 1,-1-1 0,-1-1 0,0 0 0,-1 0 0,0 0 0,7-15 0,-11 17 73,1-1 1,-1 1-1,-1-1 1,0 0-1,0 0 0,-1 0 1,1-14-1,-2 17 40,0 0 0,-1 1 0,1-1-1,-1 1 1,-1-1 0,1 0-1,-1 1 1,0 0 0,-1-1 0,1 1-1,-7-10 1,8 15-89,1 0 0,-1 1 0,0-1 0,0 0 1,1 0-1,-1 1 0,0-1 0,0 0 0,0 1 0,0-1 0,0 1 0,0-1 0,0 1 1,0-1-1,0 1 0,0 0 0,0 0 0,0-1 0,0 1 0,0 0 0,0 0 0,0 0 1,-2 0-1,0 1 26,0-1 0,0 1 1,1 0-1,-1 0 0,0 0 0,0 0 1,0 1-1,-3 2 0,-1 0 63,1 1 0,0 0-1,0 0 1,0 1 0,1-1-1,-8 11 1,7-5 18,0 0-1,0 1 1,1-1 0,0 1-1,1 0 1,-4 22-1,-7 79 387,13-92-454,-4 71 270,8 127 0,24 94-20,-1-17-181,-4 261-456,-36 1-729,9-493 872,-3 0-1,-2 0 1,-30 94 0,30-126 130,-2 0 1,-1 0 0,-2-2 0,-1 0-1,-1 0 1,-2-2 0,0 0-1,-30 29 1,6-15 42,-1-2-1,-2-2 1,-2-2-1,-2-3 1,-67 36-1,38-30-60,-1-4-1,-168 51 1,164-69-1899,82-18 1608,1 1 1,-1-1-1,0 0 0,0 0 0,0 0 0,0 0 0,0-1 0,0 1 1,0-1-1,1 1 0,-1-1 0,0 0 0,-3-2 0,-13-14-6635,18 16 6399,1 1-1,0-1 1,0 0 0,-1 1-1,1-1 1,0 0 0,0 0-1,0 1 1,0-1-1,0 0 1,0 0 0,0 1-1,0-1 1,0 0 0,0 0-1,0 1 1,1-2-1,-1 2 585</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010"/>
    </inkml:context>
    <inkml:brush xml:id="br0">
      <inkml:brushProperty name="width" value="0.035" units="cm"/>
      <inkml:brushProperty name="height" value="0.035" units="cm"/>
    </inkml:brush>
  </inkml:definitions>
  <inkml:trace contextRef="#ctx0" brushRef="#br0">201 72 12017,'1'-5'563,"1"0"1,-1 0-1,0 0 1,0 0-1,-1-1 0,0 1 1,1 0-1,-2 0 1,1-1-1,-1 1 0,-1-9 3597,-20 20-1666,20-5-2371,0 0-1,0 0 0,0 0 0,0 1 1,0-1-1,0 1 0,0-1 0,1 1 1,-1 0-1,1 0 0,-1-1 0,1 1 1,-1 0-1,1 0 0,0 1 0,0-1 1,0 0-1,-1 5 0,-13 52 876,10-34-466,-40 157 1491,-30 273 0,69-383-2017,2 0 0,4 0 0,2 0 0,16 86 0,-11-123-12,1-1 0,2 1 0,1-2 0,20 43 0,-20-55-9,1 0 0,0-1-1,2 0 1,0-1 0,1 0 0,1-1 0,22 18 0,-26-26-284,0-1 1,0 0 0,1-1-1,0 0 1,1-1 0,0 0 0,0-2-1,0 1 1,0-2 0,1 0-1,0 0 1,0-2 0,0 0 0,0 0-1,0-2 1,1 0 0,-1 0-1,0-2 1,0 1 0,0-2 0,0 0-1,0-1 1,-1-1 0,1 0-1,-1-1 1,-1 0 0,24-15 0,-14 5-247,0-1 1,-2-1-1,0-1 1,-1 0 0,-1-2-1,-1 0 1,0-1 0,-2-1-1,-1-1 1,-1 0-1,18-42 1,-21 40 472,-1 0 1,-2 0-1,-1 0 0,-1-1 1,-1 0-1,-1 0 0,-2-1 1,0 1-1,-2-1 0,-1 1 1,-9-50-1,7 61 344,-1 1-1,-1 0 1,0 0 0,-12-21 0,16 34-205,0 0 0,1 0 1,-1 0-1,0 0 1,1 0-1,-1 0 0,1 0 1,0 0-1,0 0 1,0 0-1,0-1 0,0-2 1,0-2 494,19 1 212,-2 3-606,-1 0 1,1 2-1,0 0 1,0 0-1,-1 2 1,1 0-1,26 6 1,-15-3 41,1 0 19,-1 2 0,0 0-1,0 2 1,31 14 0,-52-19-128,1 0-1,-1 1 1,0 0-1,0 0 0,0 1 1,-1 0-1,0 0 1,1 0-1,-2 1 1,1 0-1,-1 0 1,0 1-1,0-1 1,-1 1-1,1 0 1,-2 0-1,1 1 1,4 14-1,-4-2 177,-1 0-1,-1 0 1,-1 0-1,-1 1 1,-1-1 0,-3 21-1,-26 164 758,13-108-789,14-76-425,1 0 0,0 0 0,2 1 0,1-1 0,0 0 0,2 0 0,7 33 0,-7-43-369,1-1 1,0 1-1,0-1 0,1 0 0,1 0 1,11 17-1,-11-20-481,-1-1 0,1 0 0,0 0-1,1 0 1,-1-1 0,1 0 0,0 0 0,1-1 0,14 7 0,27 9-8702</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549"/>
    </inkml:context>
    <inkml:brush xml:id="br0">
      <inkml:brushProperty name="width" value="0.035" units="cm"/>
      <inkml:brushProperty name="height" value="0.035" units="cm"/>
    </inkml:brush>
  </inkml:definitions>
  <inkml:trace contextRef="#ctx0" brushRef="#br0">14 229 7869,'-13'143'8829,"12"-120"-8502,1 0-1,2-1 1,0 1-1,1-1 1,2 0-1,0 0 1,1 0-1,17 40 0,-11-38-378,1-1-1,1 0 0,0-1 0,2 0 0,1-1 0,22 21 0,-36-38 10,0-1 0,0-1 1,1 1-1,-1 0 1,1-1-1,0 0 0,-1 0 1,9 3-1,-5-2-15,-6-3 47,0 0-1,0 0 0,0-1 1,0 1-1,0 0 1,0-1-1,0 1 0,0 0 1,0-1-1,0 1 0,-1-1 1,1 0-1,0 1 0,0-1 1,0 0-1,-1 1 1,1-1-1,1-1 0,0 0-26,1-1 23,-1 1 0,1-1-1,-1 1 1,1-1 0,-1 0 0,0 0-1,0 0 1,0 0 0,0 0 0,-1 0 0,1-1-1,-1 1 1,0 0 0,0-1 0,0 1 0,-1-1-1,1-5 1,1-9-3,-2-1 1,-1-23-1,0 6-28,-4-87 289,4-86 556,2 188-671,2 0 0,0 0 0,1 0-1,2 0 1,0 1 0,1 0 0,14-29 0,-16 41-86,-1 1 0,2-1 0,-1 1 0,1 1 0,0-1 0,1 1 0,-1 0 0,1 1 1,0-1-1,1 1 0,-1 1 0,1-1 0,0 1 0,0 1 0,0-1 0,17-3 0,-17 5 8,-1 0 0,1 1 0,-1 0-1,1 1 1,0-1 0,-1 1 0,1 1-1,-1-1 1,1 1 0,0 1 0,-1 0-1,0 0 1,1 0 0,-1 1 0,0 0-1,0 0 1,0 0 0,-1 1 0,11 8-1,-8-4 15,0 1 0,-1 0 0,0 0 0,-1 1 0,0 0 0,0 0 0,-1 1 0,7 15 0,1 11 133,13 48 0,-2-4 5,-10-39-118,-7-15-39,1-1 1,2 0-1,0-1 0,2-1 0,21 32 1,-6-17 7,-16-20-3,2 0 1,20 22 0,-32-39-21,-1-1 1,1 1-1,0 0 1,0-1 0,0 1-1,0-1 1,0 0 0,1 1-1,-1-1 1,0 0 0,1 0-1,-1-1 1,0 1 0,1 0-1,-1-1 1,1 1 0,-1-1-1,1 0 1,-1 0 0,1 0-1,-1 0 1,1 0 0,-1-1-1,1 1 1,-1-1-1,1 0 1,-1 0 0,0 1-1,1-1 1,-1-1 0,2 0-1,0-1 32,-1 1-1,1-1 1,-1 0-1,0 0 1,0 0-1,-1 0 1,1-1-1,-1 1 1,1-1-1,-1 1 1,0-1-1,0 0 1,-1 0-1,1 0 1,-1 0-1,0 0 1,1-7-1,-1-8 45,0 1 0,-2-1 0,0 0 0,-1 1 0,-1-1 0,-1 1 0,0-1 0,-2 2 0,-13-34 0,-3 5-130,-1 2 1,-42-61-1,57 93-253,-1 1 1,0 0-1,0 0 0,-1 1 1,-1 0-1,0 1 0,-12-8 1,19 14-148,0 0 0,-1 0 1,1 1-1,-1 0 1,1 0-1,-1 0 0,0 0 1,0 1-1,0 0 0,0 0 1,0 0-1,0 1 1,0-1-1,0 1 0,0 0 1,-1 1-1,1-1 0,0 1 1,0 0-1,0 1 1,1-1-1,-7 3 0,-8 9-4261,13 5-2465</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4.993"/>
    </inkml:context>
    <inkml:brush xml:id="br0">
      <inkml:brushProperty name="width" value="0.035" units="cm"/>
      <inkml:brushProperty name="height" value="0.035" units="cm"/>
    </inkml:brush>
  </inkml:definitions>
  <inkml:trace contextRef="#ctx0" brushRef="#br0">485 560 9337,'-7'-17'1154,"-2"0"1,0 1-1,-1 0 1,0 0-1,-2 1 0,0 0 1,0 1-1,-1 1 1,-18-15-1,29 27-1024,0-1-1,0 1 1,-1 0-1,1-1 1,0 1-1,-1 0 1,1 0-1,0 0 1,-1 1-1,1-1 1,-1 1 0,0-1-1,1 1 1,-1 0-1,1 0 1,-1 0-1,1 0 1,-1 1-1,0-1 1,1 1-1,-1-1 1,1 1-1,-1 0 1,1 0-1,0 0 1,-1 0-1,1 0 1,0 1-1,0-1 1,-4 4 0,-3 2 99,-1 1 0,1 0 1,0 1-1,-14 19 1,-5 8 30,1 2 1,2 1-1,1 0 1,3 2-1,1 1 1,2 0-1,2 2 0,-14 56 1,26-82-258,1-1 1,0 1-1,2 0 0,0 0 1,0 0-1,2 0 0,5 32 1,-5-44-72,1 1 1,0 0 0,0-1-1,0 1 1,1-1-1,0 0 1,0 1 0,1-1-1,0-1 1,0 1 0,0-1-1,1 1 1,-1-1 0,1-1-1,0 1 1,1-1 0,-1 1-1,1-2 1,0 1 0,0-1-1,0 1 1,12 3 0,-12-6 19,0 0 0,0 0 0,-1 0 0,1-1 0,0 0 0,0 0 1,-1 0-1,1-1 0,0 0 0,0 0 0,-1 0 0,1-1 0,-1 1 0,1-2 0,-1 1 1,0 0-1,1-1 0,-2 0 0,1 0 0,9-8 0,-1 0-16,0-1 0,-1 0 0,0-1-1,-1 0 1,17-26 0,-5-2 90,-1 0 0,-1-2 1,-3 0-1,-2-1 0,19-79 0,22-234 1366,-22 103 689,-30 221-1800,-4 23-109,0 1-1,1-1 1,0 0 0,6-15 0,-7 22 329,-1 10-61,4 133-6,5 0-1,37 184 0,-19-197-2439,50 141-1,-54-204-506,55 106-1,11-25-6868,-35-69-1698</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25.115"/>
    </inkml:context>
    <inkml:brush xml:id="br0">
      <inkml:brushProperty name="width" value="0.035" units="cm"/>
      <inkml:brushProperty name="height" value="0.035" units="cm"/>
    </inkml:brush>
  </inkml:definitions>
  <inkml:trace contextRef="#ctx0" brushRef="#br0">16 1 11493,'0'0'5709,"-10"11"-12658,4 1-320</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262"/>
    </inkml:context>
    <inkml:brush xml:id="br0">
      <inkml:brushProperty name="width" value="0.035" units="cm"/>
      <inkml:brushProperty name="height" value="0.035" units="cm"/>
    </inkml:brush>
  </inkml:definitions>
  <inkml:trace contextRef="#ctx0" brushRef="#br0">1 172 11833,'2'-2'238,"0"1"0,1-1-1,-1 0 1,0 1 0,0-1 0,0 0-1,0 0 1,-1-1 0,1 1-1,-1 0 1,1 0 0,-1-1 0,0 1-1,0-1 1,0 1 0,0-1 0,0 0-1,0 1 1,-1-1 0,1 0 0,-1 1-1,0-1 1,0 0 0,0 0-1,0 1 1,0-1 0,-2-5 0,1 1 1149,1-1 1,-1 0-1,1 1 1,1-1-1,0 0 0,0 1 1,3-13-1,-2 18-1145,1 0-1,-1 0 0,0 0 0,1 0 0,-1 1 0,1-1 0,-1 1 0,1-1 1,0 1-1,0 0 0,4-1 0,9-1-195,-1 1 0,1 0 0,0 2 1,29 1-1,70 14 7,-47-6-53,87 7-1977,79 1-5928,-58-5 916,-44-3-5923</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6.740"/>
    </inkml:context>
    <inkml:brush xml:id="br0">
      <inkml:brushProperty name="width" value="0.035" units="cm"/>
      <inkml:brushProperty name="height" value="0.035" units="cm"/>
    </inkml:brush>
  </inkml:definitions>
  <inkml:trace contextRef="#ctx0" brushRef="#br0">1 52 18358,'9'-8'2712,"-2"25"4701,15-20-5805,3 0-232,10 3-456,29-3-628,-7-2-612,13 2-776,9-3-768,13-3-597,4-8-1019,-1 6-3424,0 16-6666</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677"/>
    </inkml:context>
    <inkml:brush xml:id="br0">
      <inkml:brushProperty name="width" value="0.035" units="cm"/>
      <inkml:brushProperty name="height" value="0.035" units="cm"/>
    </inkml:brush>
  </inkml:definitions>
  <inkml:trace contextRef="#ctx0" brushRef="#br0">146 390 15149,'7'-45'5162,"-7"38"-4425,1 0 0,0 0 0,0 0 0,1-1 0,0 1 0,0 0-1,5-11 1,18-18 747,1 1-1,2 1 1,60-57-1,-41 44-856,-36 32-627,-11 15 0,1 0 0,-1-1 0,1 1 0,-1 0 0,1-1 0,-1 1 0,0-1 0,1 1 0,-1-1 0,0 1 0,1-1 0,-1 1 0,0-1 0,0 1 0,1-1 0,-1 0 0,0 1 0,0-1 0,0 1 0,0-1 0,0 0 0,0 1 0,0-1 0,0 1 0,0-1 0,0 0 0,0 1 0,0-1 0,0 1 0,-1-1 0,-9-2 0,9 3 0,-5 0 0,1 1 0,-1-1 0,0 1 0,1 0 0,-1 0 0,1 1 0,-1-1 0,1 1 0,0 1 0,0-1 0,0 1 0,0-1 0,0 2 0,0-1 0,1 0 0,0 1 0,-7 6 0,-4 6 0,0 0 0,1 1 0,-15 23 0,13-15 0,2 1 0,0 0 0,2 1 0,1 0 0,1 1 0,2 1 0,0-1 0,2 1 0,1 0 0,2 1 0,-1 48 0,9 15 0,3 0 0,27 123 0,-12-80 0,-16-89 0,2 75 0,-9-103 0,-1 0 0,0 0 0,-2 0 0,0 0 0,-1-1 0,-12 34 0,2-20 0,0-1 0,-19 29 0,26-49 0,-1 0 0,0-1 0,0 0 0,-1 0 0,0-1 0,0 0 0,-1 0 0,-13 8 0,12-12 41,10-8 0,8-7-450,21-14-2485,1 1 0,48-27 0,-3 1-4760,12-12-5466</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2.836"/>
    </inkml:context>
    <inkml:brush xml:id="br0">
      <inkml:brushProperty name="width" value="0.035" units="cm"/>
      <inkml:brushProperty name="height" value="0.035" units="cm"/>
    </inkml:brush>
  </inkml:definitions>
  <inkml:trace contextRef="#ctx0" brushRef="#br0">397 1 12093,'-95'23'2790,"87"-21"-2237,0 1 0,1 0 0,-1 1 0,1 0 0,-1 0 0,1 0 0,0 1 0,0 0 0,1 0 0,-1 1 1,1-1-1,1 2 0,-1-1 0,1 1 0,0-1 0,-4 9 0,-4 9 844,0 1 1,2 1-1,-10 34 1,16-45-1009,-79 275 1334,71-227-1463,2 2 0,-4 107 0,15-163-264,5 236-2107,-2-214 1593,1-1 0,1 0 0,2 0 1,1-1-1,2 0 0,12 28 0,7-8-4376,-3-19-1731,10 4-5899</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053"/>
    </inkml:context>
    <inkml:brush xml:id="br0">
      <inkml:brushProperty name="width" value="0.035" units="cm"/>
      <inkml:brushProperty name="height" value="0.035" units="cm"/>
    </inkml:brush>
  </inkml:definitions>
  <inkml:trace contextRef="#ctx0" brushRef="#br0">289 46 13765,'2'-2'229,"-1"1"0,0 0 0,0 0 0,0 0 0,1-1-1,-1 1 1,0-1 0,-1 1 0,1-1 0,0 1 0,0-1 0,-1 1 0,1-1-1,-1 0 1,1 1 0,-1-1 0,1-2 0,-1 3-136,0 0-1,0 1 1,0-1-1,0 0 1,0 0-1,1 1 1,-1-1 0,0 0-1,1 1 1,-1-1-1,0 0 1,1 1-1,-1-1 1,1 0-1,-1 1 1,1-1 0,-1 1-1,1-1 1,0 1-1,-1-1 1,1 1-1,-1-1 1,1 1 0,0 0-1,0-1 1,-1 1-1,2 0 1,26-1 1697,29 18-63,-45-12-1552,-1 0 1,1 1-1,-1 0 1,0 1 0,-1 0-1,0 0 1,0 1 0,0 1-1,-1 0 1,14 17 0,-20-22-143,0 0 0,0 1 1,0 0-1,-1-1 0,0 1 1,0 0-1,0 0 0,0 0 1,-1 0-1,0 0 0,0 1 1,0-1-1,-1 0 0,0 0 1,0 1-1,0-1 0,0 0 1,-1 1-1,0-1 0,0 0 1,0 0-1,-1 0 0,0 0 1,0 0-1,0 0 0,-1 0 1,-5 7-1,1-1 28,-2-2-1,1 1 1,-1-1 0,0 0-1,-1-1 1,0 0 0,-1-1-1,1 0 1,-1 0 0,-15 5-1,-17 7 56,-65 17-1,54-19-60,-72 30-595,44-12-3005,80-34 1317,13 8-3943,-2-1 3322,28 10-6646</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366"/>
    </inkml:context>
    <inkml:brush xml:id="br0">
      <inkml:brushProperty name="width" value="0.035" units="cm"/>
      <inkml:brushProperty name="height" value="0.035" units="cm"/>
    </inkml:brush>
  </inkml:definitions>
  <inkml:trace contextRef="#ctx0" brushRef="#br0">142 83 13217,'-9'-18'943,"7"14"-696,1 1 0,0 0 0,-1-1 0,0 1 0,0 0 0,0 0 0,0 0 0,-1 1 0,1-1 0,-1 0 0,1 1 0,-1 0 0,0-1 0,0 1 0,0 0 0,0 0 0,-6-2 0,-42-10 6353,50 14-6527,0 0-1,0 0 1,0 0 0,0 1 0,0-1 0,0 0 0,0 0 0,0 1 0,0-1 0,0 0 0,0 1 0,0-1-1,0 1 1,0-1 0,1 1 0,-1-1 0,0 1 0,0 0 0,1-1 0,-1 1 0,0 0 0,1 0 0,-1-1-1,1 1 1,-1 0 0,1 0 0,-1 0 0,0 2 0,-7 23 448,7-5-661,1-1 0,0 1 0,2 0 0,0 0 0,2-1 0,0 1 0,13 36 0,6 29-1336,-22-81 1464,0-1 0,0 1 0,1-1 0,-1 0 1,1 0-1,0 1 0,1-2 0,-1 1 0,1 0 0,2 3 0,-3-4 530,1-2 140,0 1-505,-1-1-27,0 0 1,0 1-1,0-1 0,1 0 0,-1 0 0,0-1 1,0 1-1,1 0 0,-1-1 0,0 0 0,1 1 1,-1-1-1,0 0 0,1 0 0,-1 0 0,5-1 1,5-2 421,1 1 0,0 1 0,0 0 0,0 1 1,1 0-1,23 4 0,-28-2-539,-1 0 0,1 1 0,-1-1 0,1 2 0,-1-1 1,0 1-1,-1 0 0,1 1 0,-1 0 0,1 0 0,8 9 0,-10-8-842,1 1 1,-1 1-1,0-1 1,-1 1-1,0 0 0,7 15 1,-7-13-2426,-1 1 0,-1 0 0,3 15 0,0 1-7433</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3.886"/>
    </inkml:context>
    <inkml:brush xml:id="br0">
      <inkml:brushProperty name="width" value="0.035" units="cm"/>
      <inkml:brushProperty name="height" value="0.035" units="cm"/>
    </inkml:brush>
  </inkml:definitions>
  <inkml:trace contextRef="#ctx0" brushRef="#br0">1 69 12377,'2'-54'2590,"-5"39"12313,8 21-16844,4 6 2155,0 0 0,-1 1 1,0 0-1,-1 0 0,8 22 1,-2 0-76,-2 0 0,12 70 1,7 23-1478,-29-126 1312,0 1 1,0-1 0,0 0 0,1 1 0,-1-1 0,1 0 0,-1 0 0,1 0 0,0 0 0,0 0-1,0 0 1,0 0 0,0-1 0,0 1 0,0-1 0,0 0 0,1 1 0,-1-1 0,1 0 0,-1 0-1,1-1 1,-1 1 0,1 0 0,-1-1 0,1 1 0,0-1 0,-1 0 0,1 0 0,0 0 0,-1-1-1,4 1 1,2-1 50,1-1 0,-1 0-1,1 0 1,-1 0 0,0-1-1,0 0 1,0-1 0,13-8-1,19-17 509,-26 18-256,1 1 0,29-16 0,-25 15-123,-18 10-166,0 1 1,1-1 0,-1 0-1,0 0 1,0 1-1,1-1 1,-1 1-1,0-1 1,1 1-1,-1 0 1,1-1-1,-1 1 1,1 0-1,-1 0 1,1 0-1,-1 0 1,0 0-1,1 0 1,-1 1-1,1-1 1,-1 0 0,0 1-1,1-1 1,-1 1-1,3 1 1,40 16-1150,-16-6 49,36 10-1,-56-20 1005,0 0-1,1 0 1,-1-1 0,0 0-1,1-1 1,-1 0-1,1 0 1,-1-1-1,10-1 1,-8-2 355,0-1 1,-1 1-1,1-2 0,-1 1 1,0-2-1,0 1 0,-1-1 0,15-15 1,-11 11 145,-2 2 105,1 0 0,0 0 0,1 1 0,-1 0 0,15-6 0,-21 12-439,0 0-1,1 0 1,0 0-1,-1 1 1,1 0-1,0 0 1,0 0-1,0 1 1,0 0-1,-1 0 1,1 0-1,0 1 1,10 2-1,35 12-1565,95 42 0,-7-1-1498,-100-43 1905,1-2 0,1-1 0,62 6 0,-82-15 1167,-1 0 1,1-1-1,-1-2 0,0 0 1,1-1-1,-1 0 0,0-2 1,-1-1-1,25-9 0,-30 7 585,0 0 0,0-1 0,-1-1 0,0 0 0,0 0 0,19-22 0,-28 28-813,0 1-1,1-1 1,0 1-1,-1 1 1,1-1-1,6-1 1,7-5-3569,-4-1-3570</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4.058"/>
    </inkml:context>
    <inkml:brush xml:id="br0">
      <inkml:brushProperty name="width" value="0.035" units="cm"/>
      <inkml:brushProperty name="height" value="0.035" units="cm"/>
    </inkml:brush>
  </inkml:definitions>
  <inkml:trace contextRef="#ctx0" brushRef="#br0">1 57 13221,'9'-37'2428,"1"29"-2696,2-4-1272</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344"/>
    </inkml:context>
    <inkml:brush xml:id="br0">
      <inkml:brushProperty name="width" value="0.035" units="cm"/>
      <inkml:brushProperty name="height" value="0.035" units="cm"/>
    </inkml:brush>
  </inkml:definitions>
  <inkml:trace contextRef="#ctx0" brushRef="#br0">41 0 14465,'-41'6'12474,"44"-4"-10495,-1-1-1856,1 1 0,-1 0-1,0 0 1,1 0 0,-1 0 0,0 0-1,0 0 1,-1 1 0,1-1 0,0 1 0,-1-1-1,1 1 1,-1 0 0,0 0 0,1 4-1,10 52 1531,-8-33-1421,14 82-232,4 126 0,-12-27 0,3 98 0,-12-265-1356,1-1-1,3 0 1,1 0 0,18 59 0,-22-92 515,0 0 0,1 0 1,0-1-1,0 1 1,5 6-1,9 7-5322,-2-7-5632</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690"/>
    </inkml:context>
    <inkml:brush xml:id="br0">
      <inkml:brushProperty name="width" value="0.035" units="cm"/>
      <inkml:brushProperty name="height" value="0.035" units="cm"/>
    </inkml:brush>
  </inkml:definitions>
  <inkml:trace contextRef="#ctx0" brushRef="#br0">1 1 9429,'-1'27'1135,"2"0"1,1 1-1,1-1 0,1 0 1,2-1-1,0 1 1,2-1-1,18 42 1,-7-29-543,2 0 0,1-2 0,2-1 0,49 58 0,-58-78-521,0-1 0,1 0 0,0-1 0,1-1 0,1 0 0,0-1 0,1-1-1,0-1 1,1-1 0,0 0 0,0-2 0,1 0 0,33 6 0,-36-10-62,1-1 1,-1 0 0,1-2 0,0 0 0,-1-1 0,1 0 0,-1-2-1,1 0 1,-1-1 0,0-1 0,0-1 0,-1-1 0,1 0 0,-2-1-1,1-1 1,17-11 0,-1-6 42,0 0 1,51-55-1,45-70 1390,-56 64 454,-56 67-1237,2 0 0,27-21 0,-45 40-623,0 0-1,0 0 1,0 0-1,0 0 1,0 0-1,0 0 1,1 0-1,-1 0 1,0 0-1,1 1 1,-1-1-1,1 1 1,-1-1 0,1 1-1,-1-1 1,0 1-1,1 0 1,0 0-1,-1 0 1,1 0-1,-1 0 1,1 0-1,-1 0 1,1 0-1,-1 1 1,1-1 0,-1 1-1,0-1 1,1 1-1,-1-1 1,1 1-1,-1 0 1,0 0-1,1-1 1,-1 1-1,0 0 1,0 0-1,0 0 1,0 0 0,0 1-1,1 0 1,2 4 27,-1 0 1,0 0-1,0 0 1,0 0 0,-1 1-1,0-1 1,2 9 0,-1 9-27,-1 0 0,-1 0 1,0 0-1,-2 0 1,-1 0-1,-6 29 1,-3 54-1591,11-87 690,-2 19-877,6 51-1,-3-76 40,2-1 1,6 23-1,-7-30 151,1 1 0,-1-1 0,1 1 0,1-1 0,-1 0 0,8 8 0</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7.928"/>
    </inkml:context>
    <inkml:brush xml:id="br0">
      <inkml:brushProperty name="width" value="0.035" units="cm"/>
      <inkml:brushProperty name="height" value="0.035" units="cm"/>
    </inkml:brush>
  </inkml:definitions>
  <inkml:trace contextRef="#ctx0" brushRef="#br0">0 278 9041,'2'-12'584,"1"-1"0,0 0 1,1 1-1,10-22 0,-10 25 276,1 0 0,0 0 0,1 1 0,0 0 0,0 0 0,1 1 0,7-7 0,-12 12-692,0 1 0,0-1 1,0 1-1,0 0 1,1 0-1,-1 0 0,0 0 1,1 0-1,-1 1 0,0-1 1,1 0-1,-1 1 1,1 0-1,-1 0 0,0 0 1,1 0-1,-1 0 0,1 0 1,-1 0-1,1 1 1,-1 0-1,0-1 0,5 3 1,1 0 166,0 1 1,0 0 0,-1 0-1,1 1 1,6 6-1,12 12 319,-1 2 0,-1 0-1,-2 1 1,36 56 0,10 10 72,-55-75-588,-5-7-56,0 0 0,1 0 0,0 0 0,0-1 0,21 15 0,-28-22-79,0-1 0,1 0 0,-1 0 1,1 0-1,-1 0 0,1 0 0,0 0 0,-1-1 1,1 1-1,0-1 0,-1 0 0,1 0 0,0 0 0,0 0 1,-1 0-1,1 0 0,0-1 0,-1 1 0,1-1 1,0 0-1,-1 0 0,1 0 0,-1 0 0,1 0 0,-1-1 1,0 1-1,0-1 0,1 0 0,-1 1 0,0-1 0,0 0 1,-1 0-1,1 0 0,0 0 0,1-3 0,0 1-8,0 1 0,0-1 0,0 0 0,-1 0 0,1-1-1,-1 1 1,0 0 0,0-1 0,-1 1 0,1-1 0,-1 0-1,0 1 1,0-1 0,-1 0 0,1-6 0,-2-19-468,-1-1 1,-1 1-1,-2 0 1,-1 0 0,-1 0-1,-1 1 1,-2 0-1,-25-50 1,28 66-724,-1 1-1,-1 0 1,-20-21-1,9 9-6810</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132"/>
    </inkml:context>
    <inkml:brush xml:id="br0">
      <inkml:brushProperty name="width" value="0.035" units="cm"/>
      <inkml:brushProperty name="height" value="0.035" units="cm"/>
    </inkml:brush>
  </inkml:definitions>
  <inkml:trace contextRef="#ctx0" brushRef="#br0">204 8 16958,'-3'-3'208,"-5"-2"4680,-2 16-115,-6 18-3742,1 2 0,1 0 0,2 1 0,1 0-1,-10 45 1,-16 170-1040,-3 12-4378,28-183-1250,8-26-1030,4 9-6661</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302"/>
    </inkml:context>
    <inkml:brush xml:id="br0">
      <inkml:brushProperty name="width" value="0.035" units="cm"/>
      <inkml:brushProperty name="height" value="0.035" units="cm"/>
    </inkml:brush>
  </inkml:definitions>
  <inkml:trace contextRef="#ctx0" brushRef="#br0">19 218 15797,'-19'-31'3181,"67"-4"-685,-16 15-388,9 0-468,10 3-340,9 6-315,10-1-437,6 1-560,16-1-885,7 1-395,-4 0-1072,6-4-740,-2 4-2945,2 11-5304</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8.817"/>
    </inkml:context>
    <inkml:brush xml:id="br0">
      <inkml:brushProperty name="width" value="0.035" units="cm"/>
      <inkml:brushProperty name="height" value="0.035" units="cm"/>
    </inkml:brush>
  </inkml:definitions>
  <inkml:trace contextRef="#ctx0" brushRef="#br0">0 938 15729,'1'-7'591,"0"0"-1,0 0 1,0 0-1,1 1 0,0-1 1,0 0-1,0 1 1,7-13-1,36-51 4375,-33 53-3986,122-147 3106,-44 60-2390,-43 41-1695,-2-1 0,52-100 0,-87 145 0,-1-1 0,-1 0 0,6-25 0,13-34 0,-20 56 0,0 10 0,-1 14 0,0 14 0,-6-14 0,50 189 0,-7-24 0,-12-64 0,5 13 0,24 138 0,-56-232 0,-2 1 0,-1-1 0,0 0 0,-2 0 0,0 0 0,-1 1 0,-1-1 0,-2-1 0,0 1 0,-8 21 0,7-26 0,-1-2 0,0 1 0,-1-1 0,-1 0 0,0 0 0,-1-1 0,-1 0 0,0-1 0,0 0 0,-1-1 0,-1 0 0,0-1 0,-22 13 0,-11 2-13,0-2 1,-2-3-1,-1-1 1,0-3-1,-98 20 1,132-35-923,13-4-2310,22-11-2811,-12 8 6127,49-25-7439,14 1-4807</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9.016"/>
    </inkml:context>
    <inkml:brush xml:id="br0">
      <inkml:brushProperty name="width" value="0.035" units="cm"/>
      <inkml:brushProperty name="height" value="0.035" units="cm"/>
    </inkml:brush>
  </inkml:definitions>
  <inkml:trace contextRef="#ctx0" brushRef="#br0">170 1 15209,'-49'14'3231,"47"-13"-2983,0 0 1,0 0-1,0 1 0,0-1 0,0 1 0,0-1 0,1 1 0,-1 0 0,1-1 0,-1 1 1,1 0-1,-1 0 0,1 0 0,0 0 0,0 0 0,0 1 0,0-1 0,1 0 0,-1 0 1,1 1-1,-1 3 0,-1 1 395,-7 42 1180,3-1 0,2 1 1,3 86-1,1-48-891,2 208-932,3-118 0,-25 228 0,-1-215-2670,-8 64-4472,23-189-410,8-1-4867</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9.864"/>
    </inkml:context>
    <inkml:brush xml:id="br0">
      <inkml:brushProperty name="width" value="0.035" units="cm"/>
      <inkml:brushProperty name="height" value="0.035" units="cm"/>
    </inkml:brush>
  </inkml:definitions>
  <inkml:trace contextRef="#ctx0" brushRef="#br0">88 1 8877,'50'1'605,"98"10"1749,-124-7-1810,-1 1 0,0 1-1,0 1 1,-1 0-1,0 2 1,22 12 0,-36-17-391,0 1 1,0-1 0,-1 1 0,1 1 0,-1-1 0,-1 1-1,1 1 1,-1-1 0,0 1 0,0 0 0,-1 0 0,0 1-1,0-1 1,-1 1 0,0 0 0,0 1 0,-1-1 0,4 16-1,-6-18-56,-1 1 0,0-1-1,0 0 1,-1 1-1,0-1 1,0 0-1,0 1 1,-1-1 0,0 0-1,0 0 1,0 0-1,-1 0 1,0-1-1,0 1 1,-1-1 0,1 0-1,-1 0 1,0 0-1,-1 0 1,1 0-1,-1-1 1,-8 6 0,-7 5 143,-1-1 1,0-1-1,0-1 1,-36 15-1,-25 7 62,2 5 0,-91 58 0,169-96-296,-30 25-257,31-25 213,0-1 1,0 1 0,0 0-1,1 0 1,-1-1 0,0 1-1,0 0 1,1 0 0,-1 0-1,1-1 1,-1 1 0,1 0-1,-1 0 1,1 0-1,0 0 1,-1 0 0,1 0-1,0 0 1,0 0 0,0 0-1,0 0 1,0 0 0,0 0-1,0 0 1,0 0-1,0 0 1,0 0 0,0 0-1,1 0 1,-1 0 0,0 0-1,1 0 1,-1 0 0,1 1-1,5 1-136,-1 0-1,1 0 0,0-1 1,0 1-1,0-1 0,0-1 1,0 1-1,0-1 0,0 0 0,9 0 1,6 0-361,1 0 1,-1-2-1,1 0 0,-1-1 1,36-9-1,100-38-1410,-117 34 1881,-1-2 1,0-2 0,-1-1 0,-1-1-1,40-32 1,-44 28 816,-1-1 0,-2-2 0,44-50 0,-66 67-418,0-1 0,0 1 0,-1-1 0,-1-1 0,0 1-1,5-17 1,-8 20-128,-1 1 0,0-1 1,-1 1-1,0-1 0,0 0 0,-1 1 0,0-1 0,-1 0 1,0 0-1,-4-16 0,5 24-186,0-1 0,0 0-1,-1 1 1,1-1 0,-1 1 0,1-1 0,-1 1-1,0 0 1,1-1 0,-1 1 0,0-1 0,0 1 0,0 0-1,0 0 1,0 0 0,0 0 0,0-1 0,-1 1-1,1 1 1,0-1 0,-1 0 0,1 0 0,0 0 0,-1 1-1,1-1 1,-1 1 0,1-1 0,-1 1 0,1-1-1,-1 1 1,0 0 0,1 0 0,-1 0 0,1 0-1,-1 0 1,1 0 0,-1 0 0,0 1 0,1-1 0,-1 1-1,1-1 1,-1 1 0,-2 1 0,-2 1 12,0 0 0,0 0 0,0 1 1,0 0-1,1 0 0,-1 0 0,1 1 1,-5 6-1,-7 12-110,2 0 0,0 2 0,1 0 0,2 1 0,0 0 0,-12 46 0,4-15-350,18-52 402,1-1 0,0 1-1,0 0 1,1 0 0,-1 0 0,1 0 0,0 0 0,0 0 0,2 10 0,-1-14 23,0-1 0,0 1 0,0 0 0,0-1 0,0 1 0,0-1 1,1 1-1,-1-1 0,0 0 0,0 1 0,0-1 0,0 0 0,0 0 0,1 1 0,-1-1 0,0 0 0,2-1 0,-2 1-1,10 1-9,0-1-1,0 0 1,0-1-1,0 0 1,0-1 0,0 0-1,0-1 1,0 0 0,12-5-1,-11 4 14,43-15-65,-13 4-119,1 2 1,1 1 0,77-9-1,-107 21 71,0 0 1,0 1-1,0 0 0,-1 1 0,1 1 0,0 0 1,-1 1-1,0 0 0,17 9 0,-28-12-33,14 8-84,-11-6 203,0-1-1,1 1 1,0-1 0,-1-1-1,1 1 1,0-1 0,0 0-1,-1 0 1,1 0 0,0-1-1,0 0 1,10-1 0,-8 0 8,0 1 0,1 0 1,-1 1-1,0 0 1,0 0-1,0 1 0,10 2 1,-13-2-5,-1 0-10,-1-1 0,1 0 0,-1 1 1,1 0-1,-1 0 0,1 0 0,-1 0 0,3 4 0,-4-4-11,7-3-3,0-1 59,-1 0-1,1 0 1,0-1 0,-1 0 0,1 0 0,-1-1 0,0 0-1,0 0 1,11-9 0,-7 5 145,0 1 0,-1 1-1,26-9 1,-33 13-138,1 1 0,0 0 0,1 1 0,-1-1-1,0 1 1,0 0 0,0 0 0,0 1 0,0 0 0,0 0 0,0 0-1,0 0 1,0 1 0,0 0 0,-1 0 0,1 0 0,-1 0 0,6 4-1,0 1-2,-1 0-1,-1 0 0,1 1 0,-1 0 1,-1 1-1,0-1 0,8 13 0,-13-18 35,1-3-30,0 0-14,0 0-1,1 1 0,-1-1 0,1-1 0,-1 1 0,0-1 0,1 1 0,-1-1 1,0 0-1,0 0 0,1 0 0,-1 0 0,0-1 0,0 0 0,0 1 0,-1-1 0,1 0 1,0 0-1,-1 0 0,1-1 0,-1 1 0,3-4 0,15-14 349,1 1-1,1 1 1,41-26-1,-55 39-254,1 0-1,1 0 1,-1 1-1,1 0 0,-1 1 1,1 0-1,0 0 1,0 1-1,0 0 1,1 1-1,-1 0 0,0 1 1,16 1-1,-20 0-101,1 0 0,-1 1 0,1-1-1,-1 1 1,0 0 0,0 1 0,0 0-1,0 0 1,0 0 0,-1 1-1,1-1 1,-1 1 0,0 1 0,0-1-1,0 1 1,-1 0 0,0 0 0,0 0-1,0 0 1,0 1 0,-1 0 0,4 9-1,14 39-3098,-4 3-4652,-7-27-838</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0.600"/>
    </inkml:context>
    <inkml:brush xml:id="br0">
      <inkml:brushProperty name="width" value="0.035" units="cm"/>
      <inkml:brushProperty name="height" value="0.035" units="cm"/>
    </inkml:brush>
  </inkml:definitions>
  <inkml:trace contextRef="#ctx0" brushRef="#br0">665 545 7981,'-3'-18'489,"1"4"111,0 1 1,1-1 0,0 1 0,1-1 0,0 1 0,1-1-1,1 1 1,0-1 0,1 1 0,1 0 0,5-16-1,-7 25-457,4-12 535,1 1 0,1 0 0,0 0 0,1 0 0,19-22 0,-8 13-381,1 2 0,2 1 0,0 1 0,0 0 0,2 2 0,1 1 0,0 1 0,43-19 0,-50 27-209,0 1 1,1 1-1,-1 0 0,1 2 0,41-4 1,-47 7-49,0 1 0,0 1 0,0 0 0,0 1 0,0 0 0,0 1 0,0 1 0,-1 0 0,18 9 0,-19-7-4,0 1 1,-1 0-1,0 1 1,0 0-1,-1 1 1,0 0-1,0 0 1,-1 1-1,0 1 0,-1-1 1,0 1-1,-1 1 1,0 0-1,-1 0 1,0 0-1,-1 0 1,5 20-1,-3-7 54,-1 1 0,-2 0 1,0 0-1,-2 0 0,-1 0 0,-1 0 0,-1 1 0,-5 27 0,-10 23 114,-3-1 0,-4 0 0,-41 94-1,-20 60 49,71-186-186,2 0 1,2 1 0,-5 64-1,13-90-84,1-1-1,0 1 1,2 0 0,0 0-1,1-1 1,1 1 0,1-1-1,0 0 1,1 0 0,13 24 0,-12-29-60,1 0 0,1 0 1,0-1-1,0 0 0,2 0 1,-1-1-1,1 0 0,1-1 1,0-1-1,0 0 0,1 0 1,0-1-1,18 8 0,-13-8-12,1 0 0,0-1 0,1-1 0,0 0 0,-1-2 0,2 0 0,-1-1 0,0-2 0,23 0 0,-31-2 67,0 0 0,0-1-1,-1 0 1,1-1 0,-1 0-1,0-1 1,0 0 0,0-1 0,0 0-1,-1-1 1,0 0 0,0-1-1,0 0 1,-1 0 0,0-1-1,-1 0 1,10-11 0,-8 6 49,0-1 1,-1 0-1,0-1 1,-1 0-1,-1 0 1,0-1-1,-1 1 1,-1-2-1,0 1 1,-2 0-1,1-1 1,0-28-1,-3 23 188,-1 1-1,-1-1 0,-1 0 0,-1 0 0,0 1 0,-2-1 1,-1 1-1,0 0 0,-12-23 0,17 42-175,1 1 1,-1-1-1,0 1 0,0 0 1,0-1-1,0 1 0,0 0 0,0 0 1,0-1-1,0 1 0,-1 0 1,1 0-1,0 0 0,-1 0 1,1 1-1,-1-1 0,1 0 0,-1 1 1,1-1-1,-1 1 0,1-1 1,-1 1-1,0 0 0,1-1 1,-1 1-1,0 0 0,1 0 1,-1 0-1,1 0 0,-3 1 0,1 0 20,0 0-1,0-1 0,0 1 0,0 1 0,0-1 0,1 0 0,-1 1 0,1-1 0,-1 1 0,1 0 0,-1 0 1,1 0-1,0 0 0,0 0 0,-3 4 0,-1 4 153,0 1 0,1-1-1,1 1 1,-1 0 0,2 1 0,-5 21 0,-8 77 819,15-99-943,-39 538 959,-6 60-169,2-275-876,25-228 0,-36 114 0,30-141 0,-3-1 0,-4-1 0,-3-1 0,-56 88 0,64-123 0,-1-3 0,-1 0 0,-3-2 0,0-1 0,-3-1 0,-1-2 0,-1-2 0,-75 47 0,40-38-194,-136 53-1,-86 9-835,53-20-167,205-70-1466,-42 8-1,33-8-1190,29-6-2919</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0.565"/>
    </inkml:context>
    <inkml:brush xml:id="br0">
      <inkml:brushProperty name="width" value="0.035" units="cm"/>
      <inkml:brushProperty name="height" value="0.035" units="cm"/>
    </inkml:brush>
  </inkml:definitions>
  <inkml:trace contextRef="#ctx0" brushRef="#br0">26 12 15189,'-19'4'2373,"18"-5"-2292,1 1 1,0 0-1,-1 0 1,1 0-1,0-1 1,-1 1-1,1 0 1,0 0-1,-1-1 1,1 1-1,0 0 1,-1-1-1,1 1 1,0 0-1,0-1 0,-1 1 1,1 0-1,0-1 1,0 1-1,0-1 1,0 1-1,0 0 1,-1-1-1,1 1 1,0-1-1,0 1 1,0 0-1,0-1 1,0 1-1,0-1 1,0 1-1,1-1 1,-1-2 3789,2 5-3288,1 0-1,-1 1 1,0 0-1,0-1 1,0 1-1,0 0 1,2 3-1,40 93 2734,-17-36-2672,17 24-617,-25-53-52,-2 1-1,22 63 1,-17-37-1265,-3-8-1646,-6 5-4266,-9-33 259,2 3-4395</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447"/>
    </inkml:context>
    <inkml:brush xml:id="br0">
      <inkml:brushProperty name="width" value="0.035" units="cm"/>
      <inkml:brushProperty name="height" value="0.035" units="cm"/>
    </inkml:brush>
  </inkml:definitions>
  <inkml:trace contextRef="#ctx0" brushRef="#br0">26 25 14245,'-25'-23'9017,"26"23"-8849,1 0 0,0-1 0,0 1 0,0 0 0,0 0 0,0 0 0,0 0 0,0 0 0,0 0 0,0 1 0,2 0 0,3 0 137,52 6 232,-1 3-1,-1 2 0,0 3 1,-1 2-1,106 49 1,-145-58-484,-1 1 0,-1 1 0,1 1 1,-1 0-1,25 25 0,-34-30-39,-1 0 0,0 0 0,0 0-1,-1 1 1,0-1 0,0 1 0,-1 0 0,0 0 0,0 0 0,0 1 0,-1-1 0,0 1 0,-1-1 0,1 1 0,-2 0-1,1 14 1,-1-18-5,0 9 6,-1 0 0,-1 0 0,1 0-1,-2-1 1,0 1 0,-1-1 0,-5 14 0,28-68-72,-8 20-84,23-37 0,-4 22 109,1 2 0,2 1 0,2 1 0,1 2 0,1 1 1,44-26-1,-73 51 87,0 0 0,1 1 1,-1 0-1,1 0 0,17-4 1,6 0 357,63-7 0,-86 14-325,1 1 1,-1 0 0,0 1 0,0 0-1,0 0 1,0 1 0,0 0 0,0 1-1,0-1 1,0 2 0,-1 0 0,12 6-1,-8-2 70,0 1-1,0 0 0,-1 1 0,0 0 0,16 20 1,-15-14-120,-1 0 0,-1 1 0,-1 0 1,0 1-1,-1-1 0,0 2 1,-2-1-1,6 29 0,2 20 75,3 73 0,-9-74-94,-2-12-945,2-1 1,26 91-1,-29-128 667,1-1 0,1 1 1,0-1-1,1 0 0,1 0 0,0-1 0,1-1 0,1 1 0,0-1 0,0-1 0,1 0 0,27 20 0,-29-26 48,0-1 0,0 0 0,0 0 0,1-1 0,-1 0 0,1 0 0,0-2 0,0 1 0,0-1 0,0-1 0,1 0 0,-1 0 0,0-1 0,0-1 0,1 0 0,-1-1 0,0 0 0,0 0 0,0-1 0,0-1 0,14-6 0,2-2-40,0-2 0,-2-1 0,0 0 0,0-2 0,-2-1 0,0-1 0,20-22 0,-15 12 433,-2 0-1,-1-2 1,-1-1-1,-2 0 1,-1-2-1,-1 0 1,-3-2-1,16-42 1,-28 61 43,-2-1-1,0 1 1,-1-1 0,0 0-1,-2 0 1,-3-33 0,3 50-214,0 0 0,0 0 0,0-1 0,0 1 0,0 0 0,0 0 0,-1 0 0,1 0 0,0 0 0,-1-1 0,1 1 0,-1 0 0,0 0 0,1 0 0,-1 0 0,0 0 0,1 0 0,-1 1 0,0-1 0,0 0 0,0 0 0,0 1 1,0-1-1,0 0 0,0 1 0,0-1 0,0 1 0,0-1 0,0 1 0,0-1 0,-1 1 0,1 0 0,0 0 0,0-1 0,0 1 0,0 0 0,-1 0 0,1 0 0,-2 1 0,-2 0 5,0 0 0,0 1 0,1-1 0,-1 1 0,0 0 0,-5 4 0,9-6-13,-14 11-49,1 0 1,0 0-1,0 1 1,2 1-1,-1 0 1,2 1-1,-13 18 0,0-1-334,8-12 101,-38 51-793,51-66 1013,0 0-1,1 0 0,0 0 1,-1 0-1,2 0 0,-1 1 1,0-1-1,1 1 0,0-1 1,0 1-1,0-1 1,0 1-1,1 0 0,0 6 1,0-10 49,1 0 1,-1 0 0,0 0 0,1-1 0,-1 1 0,1 0-1,-1 0 1,1 0 0,-1-1 0,1 1 0,0 0 0,-1 0-1,1-1 1,0 1 0,-1-1 0,1 1 0,0-1 0,0 1-1,0-1 1,0 1 0,-1-1 0,1 0 0,0 1 0,0-1-1,0 0 1,0 0 0,1 0 0,30 0-103,217-38 1396,-138 18 790,210-10 1,-155 30-181,-160 0-1856,-1-1 0,0 1 0,1-1 0,-1-1 0,0 1 0,0-1 0,0 1 0,0-2 0,0 1 0,0 0 0,0-1 0,7-6 1,3-3-13,-1 0 0,16-20 0,5-3 52,39-42-100,-72 75-46,-1 2 70,0 0 1,0 0-1,-1 0 1,1-1-1,0 1 1,0 0-1,0 0 1,-1-1-1,1 1 0,0-1 1,0 1-1,-1 0 1,1-1-1,0 1 1,-1-1-1,1 0 1,0 1-1,-1-1 0,2-1 1,-2 2 2,0 0 0,0-1 1,1 1-1,-1 0 0,0-1 0,0 1 1,1 0-1,-1 0 0,0-1 0,1 1 1,-1 0-1,0 0 0,1-1 0,-1 1 1,0 0-1,1 0 0,-1 0 0,0 0 1,1 0-1,-1 0 0,1-1 0,-1 1 1,0 0-1,1 0 0,-1 0 0,1 0 0,-1 0 1,0 1-1,1-1 0,-1 0 0,1 0 1,-1 0-1,0 0 0,1 0 0,-1 0 1,0 1-1,1-1 0,-1 0 0,0 0 1,1 0-1,-1 1 0,0-1 0,1 0 1,-1 1-1,0-1 0,0 0 0,1 1 1,-1-1-1,0 0 0,0 1 0,0-1 1,0 0-1,1 1 0,-1-1 0,0 1 1,6 9 94,-1-1 1,0 1 0,-1 0-1,1 0 1,-2 1-1,0 0 1,0-1 0,-1 1-1,2 17 1,6 26 47,4-8-407,1-1 0,23 45 0,21 21-4388,-57-108 4015,0-1 1,0 1-1,0-1 1,1 0-1,-1 0 1,0 0-1,1 0 1,0 0-1,-1-1 1,1 1-1,0-1 0,0 0 1,0 0-1,0 0 1,0 0-1,0 0 1,4 0-1,12 0-9355</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606"/>
    </inkml:context>
    <inkml:brush xml:id="br0">
      <inkml:brushProperty name="width" value="0.035" units="cm"/>
      <inkml:brushProperty name="height" value="0.035" units="cm"/>
    </inkml:brush>
  </inkml:definitions>
  <inkml:trace contextRef="#ctx0" brushRef="#br0">105 12 12361,'-25'-3'1880,"12"-5"-356,0 19-279,1 1-261,-1 8-248,0 14-520,7-3-916,-1 4-1016,4 8-3145,3 5-3824</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1.809"/>
    </inkml:context>
    <inkml:brush xml:id="br0">
      <inkml:brushProperty name="width" value="0.035" units="cm"/>
      <inkml:brushProperty name="height" value="0.035" units="cm"/>
    </inkml:brush>
  </inkml:definitions>
  <inkml:trace contextRef="#ctx0" brushRef="#br0">99 0 16914,'3'3'575,"0"0"1,0-1-1,0 1 1,-1 0 0,1 1-1,-1-1 1,0 0-1,0 1 1,0-1-1,0 1 1,0 0 0,-1-1-1,2 6 1,0 5 1125,0-1 0,2 24 0,-1 19-726,-4 0 1,-10 101-1,-34 109-1400,15-104 470,2-44-3137,-1 4-8547,19-39-3267</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087"/>
    </inkml:context>
    <inkml:brush xml:id="br0">
      <inkml:brushProperty name="width" value="0.035" units="cm"/>
      <inkml:brushProperty name="height" value="0.035" units="cm"/>
    </inkml:brush>
  </inkml:definitions>
  <inkml:trace contextRef="#ctx0" brushRef="#br0">0 32 11273,'3'-15'2913,"-5"-1"12558,1 33-12361,4 100-3110,4-1 0,24 122 0,-13-126-925,21 96-3462,-31-162-950,-6-18-986,-2-5-6488</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478"/>
    </inkml:context>
    <inkml:brush xml:id="br0">
      <inkml:brushProperty name="width" value="0.035" units="cm"/>
      <inkml:brushProperty name="height" value="0.035" units="cm"/>
    </inkml:brush>
  </inkml:definitions>
  <inkml:trace contextRef="#ctx0" brushRef="#br0">0 0 14273,'0'0'5118,"3"4"-2979,20 19-777,0-1 1,2-1-1,48 33 1,12 9-359,-34-22-570,-2 2 1,72 81-1,-108-108-413,0 1 0,-1 1-1,-1 0 1,0 0-1,-2 1 1,0 0 0,-1 0-1,-1 1 1,-1 1 0,0-1-1,-2 1 1,3 28-1,-5-25 1,-2-1-1,-2 31 1,0-29 97,8-44-55,4-15-52,7-5 1,1 0 0,3 1-1,1 1 1,1 1 0,2 2-1,2 0 1,57-56 0,-71 79 77,0-1 0,1 2 0,0 0 0,1 0 1,0 2-1,1-1 0,0 2 0,0 0 0,0 1 0,21-4 1,-28 8 1,1 0 0,0 1 0,0 0 0,-1 1 0,1 0 1,0 0-1,0 1 0,-1 0 0,1 1 0,0 0 0,-1 1 1,0 0-1,1 0 0,-1 1 0,0 0 0,-1 1 1,1 0-1,-1 0 0,10 9 0,-4-1-87,-1 0 1,0 1-1,-2 0 1,1 1-1,-2 1 1,0-1-1,-1 2 1,0-1-1,-1 1 1,-1 1-1,-1-1 1,-1 1-1,0 0 1,-1 0-1,2 24 1,-1 26-30,-2-1 1,-12 123-1,7-163 10,-12 138-2116,4-49-2110,2-3-6085,5-59-2682</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5.780"/>
    </inkml:context>
    <inkml:brush xml:id="br0">
      <inkml:brushProperty name="width" value="0.035" units="cm"/>
      <inkml:brushProperty name="height" value="0.035" units="cm"/>
    </inkml:brush>
  </inkml:definitions>
  <inkml:trace contextRef="#ctx0" brushRef="#br0">65 0 15189,'-6'8'1128,"0"1"0,1 0-1,0 0 1,1 0-1,0 1 1,0-1-1,-4 19 1,4-7 229,1-1 1,1 0-1,0 28 0,2-27-947,1 1 0,1-1 0,1 0-1,1 0 1,1 0 0,12 35-1,-11-43-390,-1-1 0,2 0-1,0 0 1,0 0 0,1-1 0,1 0-1,0 0 1,0-1 0,1 0-1,0-1 1,23 16 0,-20-16-136,0-1 1,1-1-1,-1 0 1,2 0-1,-1-2 1,22 6-1,-29-9 78,1-1 0,-1 0 0,1 0 0,-1-1 0,1 0 1,0 0-1,-1-1 0,1 0 0,-1 0 0,1-1 0,-1 0 0,0 0 0,1-1 0,12-7 0,-16 8 35,1-1-1,-1 0 1,0 0-1,0 0 1,0 0 0,-1-1-1,1 1 1,-1-1-1,0 0 1,0 0-1,0-1 1,0 1-1,-1 0 1,0-1-1,3-8 1,-3 5 29,0 0 1,0 0-1,-1 0 0,0 0 1,-1-1-1,0 1 0,0 0 1,-3-17-1,-1 8 43,-1 0-1,0-1 1,-1 2 0,0-1-1,-2 1 1,0 0-1,-1 0 1,-14-19 0,7 15-23,-2-1 0,0 2 0,-2 0 0,0 2 1,-1 0-1,-38-24 0,39 30-678,0 0-1,-1 2 1,0 0 0,-38-10-1,52 17-185,0 1-1,0 0 0,0 0 0,-1 1 0,-9 0 1,16 0 544,-1 0 0,1 0 0,-1 0 0,1 1 0,-1-1 0,1 1 0,-1-1 0,1 1 0,0-1 0,-1 1 0,1 0 0,0-1 0,0 1 0,-1 0 0,0 2 0,1-2-77,1-1 1,-1 1-1,1 0 1,-1 0-1,1 0 1,0-1-1,-1 1 1,1 0-1,0 0 0,0 0 1,-1 0-1,1 0 1,0 0-1,0 0 1,0 0-1,1 1 1,6 30-10618</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36.570"/>
    </inkml:context>
    <inkml:brush xml:id="br0">
      <inkml:brushProperty name="width" value="0.035" units="cm"/>
      <inkml:brushProperty name="height" value="0.035" units="cm"/>
    </inkml:brush>
  </inkml:definitions>
  <inkml:trace contextRef="#ctx0" brushRef="#br0">220 702 15101,'-2'0'426,"-1"-1"-1,0 1 0,0-1 0,0 1 1,1-1-1,-1 0 0,0 0 0,1 0 1,-4-2-1,-10-12 5959,16 15-6291,0 0 0,-1 0 0,1 0 0,-1-1 0,1 1 0,-1 0 0,1 0 0,0 0 0,-1 0 0,1 0 0,-1 0 0,1 0 0,0 0 0,-1 0 0,1 0 0,-1 1 0,1-1 0,0 0 0,-1 0 0,1 0 0,-1 0 0,1 1 0,0-1 0,-1 0 0,1 0 0,0 1 0,-1-1 0,1 0 0,0 1 0,-1-1 0,1 1 0,-12 11 353,11-12-238,-13 18 146,1 0 1,1 1-1,0 0 0,1 1 1,1 0-1,-13 41 0,9-16-174,1 2-1,-6 53 1,19-97-173,-3 17 89,0 0 0,1 21 0,2-38-104,0 1 0,0-1 1,1 1-1,-1-1 0,0 1 1,1-1-1,0 0 0,0 1 1,0-1-1,0 0 1,1 0-1,-1 0 0,1 1 1,0-2-1,0 1 0,0 0 1,0 0-1,5 4 0,-5-6-9,-1 0-1,1 0 0,0 0 1,0-1-1,-1 1 1,1 0-1,0-1 0,0 0 1,0 1-1,-1-1 1,1 0-1,0 0 0,0 0 1,0 0-1,0 0 1,0 0-1,0-1 0,-1 1 1,1-1-1,0 1 1,0-1-1,-1 0 0,1 0 1,2-1-1,1-1-25,0 0 0,0-1-1,0 0 1,-1 0 0,1 0 0,6-9 0,24-35-129,-2-2 1,-2-1 0,-2-1 0,-2-2 0,-3-1-1,27-92 1,61-356-575,-74 298 504,-36 196 277,-4 9 10,-5 21 63,-9 38 94,-5 56 20,6 1 0,-1 131-1,16-205-221,1 0 1,11 59-1,-8-78-59,1-1 0,0-1 1,2 1-1,1-1 0,1 0 0,12 22 0,-16-35-13,-1-1 1,2 0-1,-1 0 0,1 0 0,0-1 0,0 0 0,0 0 0,1-1 0,0 0 0,0 0 0,1 0 0,-1-1 0,1 0 0,0 0 0,0-1 0,0 0 0,1-1 0,-1 0 0,16 2 0,-13-3 25,-1-1-1,1 0 0,0 0 1,0-2-1,-1 1 0,1-1 0,-1-1 1,1 0-1,-1 0 0,0-1 1,0 0-1,0-1 0,-1 0 1,0-1-1,13-10 0,-2-1 121,-1-2-1,0 0 1,-2-1-1,-1 0 0,0-2 1,-1 0-1,15-32 1,-28 51 380,-6 4-391,1 1 0,-1 0 0,1-1-1,-1 2 1,1-1 0,0 0 0,0 1 0,0-1 0,0 1 0,0 0-1,-3 5 1,5-8-53,-8 14 70,0 0-1,1 0 0,1 0 0,0 1 0,1 1 0,0-1 0,2 1 1,0 0-1,-3 21 0,5-27-54,1 1 0,1 0 0,0-1 0,0 1 0,1 0 0,0-1 0,1 1 0,0 0 0,1-1 0,0 0 0,7 17 0,-7-22-24,0 0 0,0 1 0,0-1 0,0 0 0,1-1 0,0 1 0,0-1 0,0 1 0,1-1 0,-1 0 1,1-1-1,0 1 0,0-1 0,0 0 0,1 0 0,-1-1 0,1 0 0,-1 1 0,1-2 0,0 1 0,11 1 0,-5-2-39,0-1 0,-1 0-1,1-1 1,0-1 0,0 1-1,-1-2 1,1 0 0,-1 0 0,0-1-1,0 0 1,15-9 0,10-7-123,64-49 0,-73 49 122,2-4-3,-1 0 1,-1-1-1,-1-2 1,-1-1-1,-2-1 1,-1 0-1,-1-2 1,-1-1-1,26-60 1,-15 16 206,-3-2 0,-3 0 0,18-111 0,-19 82 577,-24 104-666,1 0 0,-1 0 0,1 0-1,-1 0 1,0 0 0,0 0 0,-1 1 0,1-1 0,-1 0 0,1 0 0,-1 0 0,-1-3-1,2 6-56,0-1-1,-1 1 1,1 0-1,0-1 1,0 1-1,0 0 1,0-1-1,-1 1 1,1 0-1,0 0 1,0-1-1,-1 1 1,1 0-1,0 0 1,-1-1-1,1 1 1,0 0-1,-1 0 0,1 0 1,0-1-1,-1 1 1,1 0-1,0 0 1,-1 0-1,1 0 1,0 0-1,-1 0 1,1 0-1,-1 0 1,0 0-5,0 1 1,0-1-1,0 1 0,1 0 1,-1-1-1,0 1 1,0 0-1,1-1 1,-1 1-1,0 0 0,1 0 1,-1 0-1,1 0 1,-1 0-1,1-1 1,-1 3-1,-20 50-13,-20 77 0,34-104 0,-91 373-1125,87-329 444,2 1 1,3 0-1,6 123 1,14-100-4605,1-35-1635,9 8-6811</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2.656"/>
    </inkml:context>
    <inkml:brush xml:id="br0">
      <inkml:brushProperty name="width" value="0.035" units="cm"/>
      <inkml:brushProperty name="height" value="0.035" units="cm"/>
    </inkml:brush>
  </inkml:definitions>
  <inkml:trace contextRef="#ctx0" brushRef="#br0">1311 53 10513,'-3'-3'77,"1"-1"146,-1 0-1,1 1 0,-1-1 1,0 1-1,0 0 0,-1 0 0,1 0 1,-1 0-1,1 1 0,-1-1 1,0 1-1,0 0 0,0 0 1,0 0-1,0 1 0,-1-1 1,1 1-1,0 0 0,-1 0 0,-6 0 1,-1 2 248,-1 0 1,0 0 0,1 1-1,-1 0 1,1 2 0,0-1-1,0 1 1,-18 9 0,4 0 130,1 1 1,-42 31-1,2 9 89,3 2-1,2 2 0,-60 79 0,17-5-149,86-108-451,1 1 0,1 1 0,-17 43 1,28-57-61,1-1 1,0 1 0,1-1 0,0 1-1,1 0 1,1 0 0,-1 0-1,2 0 1,0-1 0,0 1 0,1 0-1,5 17 1,-2-13-13,1-1 1,0 1-1,1-1 1,0 0-1,1-1 1,1 0-1,1 0 1,15 18-1,5-1 55,-9-10-64,23 31 0,-26-28-27,0 2 0,-2 0 0,-1 1 0,-1 1 0,-1 0 0,11 35 0,-19-43-22,-1 0 1,0-1-1,-2 1 1,0 0-1,-1 0 1,-1 1-1,-1-1 1,-1 0-1,-1 0 1,0-1-1,-2 1 1,0-1-1,-1 1 0,-1-2 1,-1 1-1,0-1 1,-1 0-1,-18 24 1,-1-2-87,-2-2 1,-2-2-1,-62 57 0,-123 84-287,166-138 331,27-20 50,-89 64 67,16-18 219,69-44 142,43-23-30,0-1-373,150-31 264,12-2-173,-141 31-50,0 2 0,0 1 1,50 5-1,-74-2 9,0 1 0,0 1 0,0 0 0,-1 0 0,1 1 0,10 6 0,-15-7 12,-1 1 1,0 0 0,-1 0-1,1 0 1,-1 0 0,0 1-1,0 0 1,0 0 0,0 1-1,-1-1 1,5 10 0,-5-8-12,0 1-1,-1 0 1,-1 0 0,1 0 0,-1 1 0,-1-1 0,1 1 0,-1-1-1,-1 1 1,0-1 0,0 1 0,-1-1 0,0 1 0,0-1-1,-3 11 1,-5 13 71,-1-1 1,-23 46-1,28-64-97,-87 158 87,65-126-78,1 1 1,3 1-1,-25 71 1,44-103-152,0 0 1,1 1-1,1-1 0,1 1 1,0 0-1,1 0 1,0-1-1,1 1 0,1 0 1,1-1-1,0 0 0,1 1 1,1-1-1,0 0 1,1-1-1,12 23 0,-2-10-458,1-2-1,2 0 1,0-1-1,2-1 1,0-1-1,1-1 0,41 30 1,309 186-9940,-351-225 9318,55 31-4818</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3.606"/>
    </inkml:context>
    <inkml:brush xml:id="br0">
      <inkml:brushProperty name="width" value="0.035" units="cm"/>
      <inkml:brushProperty name="height" value="0.035" units="cm"/>
    </inkml:brush>
  </inkml:definitions>
  <inkml:trace contextRef="#ctx0" brushRef="#br0">14 64 14553,'1'-2'353,"0"-1"-1,0 1 0,-1 0 0,1-1 1,0 1-1,-1 0 0,1-1 1,-1 1-1,0-1 0,0 1 0,0 0 1,0-1-1,0 1 0,0-1 0,-1 1 1,1 0-1,-1-1 0,0 1 1,0 0-1,0-1 0,0 1 0,0 0 1,0 0-1,-4-5 7888,16 22-6826,-5-8-1348,0 3-60,-1-1 0,0 1 0,0 1 0,-1-1 0,-1 0 0,0 1 0,2 11 1,10 82-16,-13-88 8,8 100 1,-4 1 0,-15 172 0,3-191-829,5-53-483,-3 0-1,-1 0 1,-12 46-1,-20 36-10629,24-66 180</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042"/>
    </inkml:context>
    <inkml:brush xml:id="br0">
      <inkml:brushProperty name="width" value="0.035" units="cm"/>
      <inkml:brushProperty name="height" value="0.035" units="cm"/>
    </inkml:brush>
  </inkml:definitions>
  <inkml:trace contextRef="#ctx0" brushRef="#br0">233 176 10613,'10'-12'899,"1"0"0,0 1 0,1 1 0,0 0 0,1 1 0,0 0 0,0 0 0,1 2 0,0 0 0,20-7 0,4 0-96,1 1 0,76-12 0,-108 23-756,15-2 63,-1 1-1,1 0 1,0 2-1,0 0 0,0 2 1,37 5-1,-27 0 16,40 13 0,-68-19-118,-1 2 0,0-1 0,0 0-1,0 0 1,0 1 0,0 0 0,-1-1-1,1 1 1,0 0 0,-1 0 0,0 1 0,1-1-1,-1 0 1,0 1 0,0 0 0,0-1 0,0 1-1,-1 0 1,1 0 0,-1 0 0,0 0-1,0 0 1,0 0 0,0 0 0,0 1 0,-1-1-1,1 5 1,-1 1-1,-1 0-1,0 0 1,0 0-1,-1-1 1,0 1-1,0-1 1,-6 13-1,-31 65 75,-98 160-1,21-46-98,92-154 49,2 1 1,-21 71 0,40-109-27,0 0 0,1 1 0,1-1 0,-1 1 0,1-1 0,1 1 0,0 0 0,2 14-1,-1-19 6,0 1 0,1-1-1,0 0 1,-1 0-1,2 0 1,-1 0-1,1 0 1,-1-1 0,1 1-1,1-1 1,-1 1-1,1-1 1,-1 0-1,1-1 1,0 1-1,1 0 1,4 2 0,23 12 2,0-2 0,1-1 0,1-2 0,0-1 0,53 11 0,-31-8-3,64 26 1,-104-34-15,0 0 0,0 2 0,-1 0-1,0 0 1,-1 2 0,0-1 0,0 2 0,13 15 0,-22-23 6,-1 1 1,0 1 0,0-1 0,0 0-1,-1 1 1,0 0 0,0 0 0,0 0 0,-1 0-1,0 0 1,0 1 0,0-1 0,-1 1-1,0-1 1,-1 1 0,1-1 0,-1 1-1,0 0 1,-1-1 0,0 1 0,-1 6 0,-1-3 0,0-1 1,-1 1 0,0-1 0,-1 0 0,0 0 0,0 0-1,-1-1 1,0 0 0,-1 0 0,1 0 0,-2-1-1,-13 12 1,-15 7 14,-1-1 0,-1-2 0,-1-1 0,-1-2 0,-1-2 0,-1-1 0,-50 12 0,-305 53 10,261-59-107,95-15-131,27-4-224,-1-1 0,0-1 1,1 0-1,-1 0 0,0-2 0,0 0 0,0-1 0,-22-3 1,31 2-44,5 2 323,0 0 0,0 0 0,0 0-1,0 0 1,0 0 0,0 0-1,0-1 1,0 1 0,0 0-1,0-1 1,0 1 0,0-1-1,0 1 1,1-1 0,-1 1-1,0-1 1,0 0 0,0 0-1,0 0-135,1 0-1,0 0 0,0 0 1,0 0-1,0 0 0,-1 0 1,1 0-1,1 0 0,-1 0 1,0 0-1,0 0 0,0 0 1,0 0-1,1 0 0,-1 0 1,1-1-1,13-30-8936</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322"/>
    </inkml:context>
    <inkml:brush xml:id="br0">
      <inkml:brushProperty name="width" value="0.035" units="cm"/>
      <inkml:brushProperty name="height" value="0.035" units="cm"/>
    </inkml:brush>
  </inkml:definitions>
  <inkml:trace contextRef="#ctx0" brushRef="#br0">1 1 17242,'2'1'704,"1"0"0,-1 0 0,1 0 0,-1 1 0,0-1 0,1 1 0,-1 0 0,0-1 0,0 1 0,0 0 0,0 0 0,-1 1 0,4 3 1,17 37 2173,-17-32-1959,8 22-583,-1 1-1,-1 0 0,11 63 1,3 109 169,-20-144-481,4 63-24,-11 192 0,-39 124 0,4-219 139,5-27-841,19-118-2115,1-10-1486,7 0-4378,9-17-4738</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4.660"/>
    </inkml:context>
    <inkml:brush xml:id="br0">
      <inkml:brushProperty name="width" value="0.035" units="cm"/>
      <inkml:brushProperty name="height" value="0.035" units="cm"/>
    </inkml:brush>
  </inkml:definitions>
  <inkml:trace contextRef="#ctx0" brushRef="#br0">52 1 13977,'-13'38'4093,"3"-7"-1863,0 0 0,-6 42 0,15-63-2078,0 0-1,0 0 1,1 0-1,0 0 1,1 0-1,0 0 1,1 0-1,0 0 1,1 0-1,0 0 1,7 15-1,-1-6-105,1-2-1,0 1 0,2-1 0,0-1 1,1 0-1,1-1 0,0 0 0,1-1 1,0-1-1,1 0 0,1-1 0,23 12 1,-26-16-160,0-2 0,0 0 0,1 0 1,-1-2-1,1 0 0,0 0 0,1-2 1,-1 1-1,0-2 0,1 0 0,-1-1 1,1-1-1,-1 0 0,1-1 0,-1-1 1,28-8-1,-31 6 117,1 0 0,-1-1 0,0-1 0,-1 0 0,0 0 0,0-1 0,0 0 0,-1-1 0,0-1 0,-1 1 0,0-2 1,0 1-1,12-21 0,1-8 1305,-1-1 0,26-74 1,-20 50 1778,-60 155-2608,-35 108-479,26-69 0,16-53-2165,-41 108-12455,48-144 1622</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5.056"/>
    </inkml:context>
    <inkml:brush xml:id="br0">
      <inkml:brushProperty name="width" value="0.035" units="cm"/>
      <inkml:brushProperty name="height" value="0.035" units="cm"/>
    </inkml:brush>
  </inkml:definitions>
  <inkml:trace contextRef="#ctx0" brushRef="#br0">99 10 14117,'42'24'2004,"-39"-22"-1618,0-1 0,-1 1 0,1 0 0,-1 0-1,0 0 1,1 0 0,-1 1 0,0-1 0,0 1 0,0-1 0,-1 1 0,1-1 0,-1 1 0,1 0 0,-1 0 0,2 5 0,-2 0-83,1 0 0,-1 0 1,-1 0-1,0 12 1,0-12 57,-1 24 15,-2 0 0,-2 0 0,0 0-1,-3-1 1,0 0 0,-2 0 0,-26 54 0,-67 160-600,101-242 212,4-15 29,1 1 1,0-1-1,1 1 0,8-20 0,1 0 41,66-161 337,-59 149-147,2 1-1,39-54 1,-52 83-163,78-98 698,-77 100-646,0 0 1,0 1-1,1 1 1,0 0-1,1 0 1,0 1-1,16-9 1,-25 17-81,0-1 0,-1 0 0,1 1 0,-1-1 0,1 1 0,0 0 1,-1-1-1,1 1 0,0 1 0,-1-1 0,1 0 0,0 1 0,-1-1 0,1 1 0,-1 0 1,1 0-1,-1 0 0,1 0 0,-1 0 0,0 1 0,4 1 0,2 3 96,-1 0 0,1 1 1,11 12-1,-19-18-146,8 9 23,0 0 0,-1 1 0,0 0 0,0 0 0,-2 1 0,1 0 0,-1 0 0,3 13 0,0 4-17,-2 0 0,4 41 1,-6-18-124,-2 1 1,-11 103-1,-32 100-1009,26-177 593,2 22-4915,7-46-3534,2-28-4418</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5.713"/>
    </inkml:context>
    <inkml:brush xml:id="br0">
      <inkml:brushProperty name="width" value="0.035" units="cm"/>
      <inkml:brushProperty name="height" value="0.035" units="cm"/>
    </inkml:brush>
  </inkml:definitions>
  <inkml:trace contextRef="#ctx0" brushRef="#br0">413 1064 16261,'-4'0'176,"-33"-1"2395,1 2 0,-1 2 1,-71 13-1,98-13-2319,0 0-1,0 0 0,0 1 1,0 0-1,0 1 0,1 0 1,0 0-1,0 1 0,1 1 1,0-1-1,0 1 0,0 1 1,1-1-1,0 1 0,0 1 1,1-1-1,0 1 0,-9 17 1,10-13-187,1-1 1,0 0 0,1 1 0,0 0 0,1 0 0,1 0-1,0 0 1,0 0 0,3 21 0,2 3-344,2 0 0,11 40 0,-14-67 97,0 0 0,1 0 0,0 0 0,1-1 0,0 1 1,0-1-1,1 0 0,0-1 0,1 1 0,0-1 0,0 0 0,14 11 1,-13-18-201,0-2 227,1-1 0,-1 0 0,1-1 0,14-6 0,-19 6 113,-1 1 1,0 0 0,1-1-1,-1 1 1,0-1 0,0 0-1,-1 0 1,1-1 0,0 1-1,-1 0 1,0-1 0,0 1 0,3-8-1,1-4-16,0-1 0,-1 0 0,-1 0 0,3-21-1,-1 7 1,40-254 132,15-55-6,82-385 1062,-139 701-1022,-3 18-40,1-1 0,-1 1 0,0-1 1,-1 0-1,0 0 0,0 1 0,0-1 0,0 0 0,-1 0 1,-2-7-1,3 13-55,0-1 0,0 1 0,0-1 1,0 1-1,0-1 0,0 1 1,0 0-1,0-1 0,-1 1 0,1-1 1,0 1-1,0 0 0,-1-1 0,1 1 1,0-1-1,0 1 0,-1 0 1,1-1-1,0 1 0,-1 0 0,1 0 1,-1-1-1,1 1 0,0 0 0,-1 0 1,1 0-1,-1-1 0,0 1 1,-7 10 324,-6 28 161,13-34-444,-10 47 464,1 2-1,3 0 1,-1 73 0,6-76-319,-3 90-134,17 189-1,-1-224-70,5 0 0,42 148 0,-50-226 2,1-1 0,19 38 0,-24-56-14,1 0 1,0 0 0,0 0-1,1 0 1,0-1 0,0 0 0,1 0-1,0-1 1,0 0 0,14 10-1,-19-15-46,1 0 0,0 0 0,0 0 0,0-1 0,0 1 0,0-1 0,0 1 0,0-1 0,0 0 0,0 0 0,1-1 0,-1 1 0,0 0 0,0-1 0,0 0 0,0 0 0,-1 0 0,1 0 0,0 0 0,3-2 0,2-2-77,0 1 1,0-1-1,-1-1 0,1 1 1,8-9-1,-4 0-107,-1 0 0,0 0-1,-1-1 1,0 0 0,-1-1-1,11-27 1,32-105-804,-48 134 972,95-320-716,-99 334 822,0-1-1,1 1 1,-1-1 0,0 1 0,0 0 0,1-1 0,-1 1 0,0-1-1,0 1 1,0-1 0,0 1 0,0-1 0,0 1 0,0-1 0,0 1-1,0-1 1,0 1 0,0-1 0,0 1 0,0-1 0,0 1 0,0-1-1,0 1 1,0-1 0,-1 1 0,1 0 0,0-1 0,-11 8 263,-13 23-36,14-10-121,1 0-1,0 1 1,2 0 0,-7 28 0,-14 93 183,23-111-263,2-13-16,1 1-1,0 0 1,2 0-1,0 0 1,6 36-1,-5-48-60,1 1 0,0 0-1,0 0 1,0-1 0,1 1 0,1-1-1,-1 0 1,1 0 0,0 0-1,1 0 1,-1-1 0,1 0-1,1 0 1,-1 0 0,1 0 0,6 4-1,-6-7-39,1-1-1,-1 1 0,0-1 1,1 0-1,0-1 1,-1 1-1,1-1 0,0-1 1,0 1-1,0-1 1,-1 0-1,1-1 0,7-1 1,-8 2 11,19-5-237,0 0 1,0-2 0,0-1-1,-1 0 1,0-2 0,0-1-1,-1-1 1,27-19 0,-12 5-828,-2-2 0,56-56 1,6-19-8611,-66 69 313</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6.103"/>
    </inkml:context>
    <inkml:brush xml:id="br0">
      <inkml:brushProperty name="width" value="0.035" units="cm"/>
      <inkml:brushProperty name="height" value="0.035" units="cm"/>
    </inkml:brush>
  </inkml:definitions>
  <inkml:trace contextRef="#ctx0" brushRef="#br0">35 103 13281,'-17'-33'1159,"0"1"4089,17 29-5010,1 0 0,0 0 0,-1-1 0,1 1 0,-1 0 0,0 0 1,0-6-1,0 6-19,0 3-213,0 0 0,0-1 0,0 1 0,0 0 0,0 0 0,0 0 0,0 0 0,0 0 0,0 0 0,0-1 0,0 1 0,0 0 0,0 0 0,0 0 0,0 0 0,0 0 0,0 0 0,0 0 0,0-1 0,0 1 0,0 0 0,0 0 0,0 0 0,1 0 0,-1 0-1,0 0 1,0 0 0,0 0 0,0 0 0,0-1 0,0 1 0,0 0 0,0 0 0,1 0 0,-1 0 0,0 0 0,0 0 0,0 0 0,0 0 0,0 0 0,0 0 0,1 0 0,-1 0 0,0 0 0,0 0 0,0 0 0,0 0 0,0 0 0,1 0 0,-1 0 0,0 0 0,0 0 0,0 0 0,0 1 0,0-1 0,0 0 0,0 0 0,0 0 0,1 0 0,-1 0 0,0 0 0,0 0 0,0 0 0,29 7 116,1 1 1,-2 1 0,1 2 0,-1 0 0,-1 2-1,0 1 1,-1 2 0,-1 0 0,0 1-1,-1 2 1,-1 1 0,31 33 0,-45-41 51,0 0 0,-1 0 0,0 0 0,-1 1 1,9 23-1,-3-1 165,9 39 0,-15-42-311,-2 0-1,-1 1 1,-2-1-1,-1 1 1,-1 0-1,-2-1 1,-1 1-1,-12 50 1,4-38-203,-2-1 1,-1 0 0,-3-1 0,-2-1 0,-34 57-1,50-94 392,-1 0 1,1-1-1,-1 0 0,0 0 0,-6 5 0,1 0 146,8-10-317,1 1 1,-1-1-1,1 0 1,-1 1-1,0-1 1,1 0-1,-1 1 1,1-1-1,0 0 1,-1 0-1,1 1 1,-1-1-1,1 0 1,0 0-1,0 0 1,0 0-1,-1 1 1,1-1-1,0 0 1,0-1 0,0-6 47,0 0 1,0 0 0,1 0 0,0 1 0,1-1-1,-1 1 1,2-1 0,3-11 0,33-65 250,-22 49-228,221-408-2063,-59 157-4759,-100 159-2011,-52 88 393</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0:46.693"/>
    </inkml:context>
    <inkml:brush xml:id="br0">
      <inkml:brushProperty name="width" value="0.035" units="cm"/>
      <inkml:brushProperty name="height" value="0.035" units="cm"/>
    </inkml:brush>
  </inkml:definitions>
  <inkml:trace contextRef="#ctx0" brushRef="#br0">51 309 4824,'4'-3'486,"-1"1"0,0-1 0,0 0 0,0 0 0,0 0 0,-1 0 0,1-1 0,-1 1 0,0-1 0,0 0 0,0 1 0,0-1 0,0 0 0,-1 0-1,0 0 1,0 0 0,1-7 0,0-8 969,0 0 0,-2-29-1,0 29-291,-2-6-167,2 22-849,-1 0 1,1 0-1,0 0 1,0-1-1,0 1 1,0 0-1,0 0 1,1 0-1,-1 0 1,1 0 0,2-5-1,-2 6-81,2 1-2,157-42 307,-127 35-307,1 3 0,67-4 0,-95 9-52,0 0-1,1 1 0,-1-1 0,0 1 0,0 1 0,12 3 1,-17-5-5,1 1 0,0 0 0,-1 0 0,1 0 0,-1 0 1,1 0-1,-1 0 0,0 0 0,1 0 0,-1 1 1,0-1-1,0 0 0,0 1 0,0-1 0,0 1 0,0 0 1,0-1-1,-1 1 0,1-1 0,0 1 0,-1 0 0,1 0 1,-1-1-1,0 1 0,0 0 0,0 0 0,0 0 1,0-1-1,0 1 0,0 2 0,-2 6 21,-1 0 1,0-1-1,0 1 1,-1-1-1,0 0 0,0 0 1,-1 0-1,-1-1 0,1 1 1,-14 13-1,-11 12 62,-36 31 1,55-56-90,-29 27-818,-67 45 0,2-14-3947,57-35-637,3 7-3168</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07.876"/>
    </inkml:context>
    <inkml:brush xml:id="br0">
      <inkml:brushProperty name="width" value="0.035" units="cm"/>
      <inkml:brushProperty name="height" value="0.035" units="cm"/>
    </inkml:brush>
  </inkml:definitions>
  <inkml:trace contextRef="#ctx0" brushRef="#br0">463 452 4300,'-3'-18'604,"-35"-182"4194,10 121-3387,21 63-980,1 1 0,1-1 0,0 0 0,1-1 0,0 1 0,-1-22 0,5 36-370,-1 1 0,0-1 0,1 1 0,-1 0 0,0-1-1,0 1 1,0 0 0,0 0 0,0-1 0,0 1 0,0 0 0,-1 0 0,1 0 0,0 0 0,-2 0 0,-10 26 566,2 2 1,1 0 0,0 0-1,3 1 1,-8 40-1,-10 154 2216,22-191-2599,-15 219 1410,-28 244 402,-92 601-396,93-439-1178,59 272-1200,-6-802 51,14 163-2232,-21-281 2591,8 32-1067,-9-39 1276,0 0-1,0-1 1,0 1 0,0-1-1,0 1 1,1-1 0,-1 1-1,0 0 1,1-1 0,-1 1-1,0-1 1,1 1 0,-1-1-1,1 1 1,-1-1-1,0 0 1,1 1 0,-1-1-1,1 1 1,-1-1 0,1 0-1,0 0 1,-1 1 0,1-1-1,-1 0 1,1 0 0,-1 1-1,1-1 1,0 0 0,-1 0-1,1 0 1,0 0 0,-1 0-1,1 0 1,-1 0 0,1 0-1,0 0 1,-1-1 0,1 1-1,-1 0 1,1 0 0,0 0-1,-1-1 1,1 1 0,-1 0-1,1-1 1,-1 1 0,1 0-1,-1-1 1,1 0 0,25-23-5249,3-18-3096</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08.861"/>
    </inkml:context>
    <inkml:brush xml:id="br0">
      <inkml:brushProperty name="width" value="0.035" units="cm"/>
      <inkml:brushProperty name="height" value="0.035" units="cm"/>
    </inkml:brush>
  </inkml:definitions>
  <inkml:trace contextRef="#ctx0" brushRef="#br0">6 346 5276,'0'0'1821,"-1"-2"-1069,0-5-589,0 1 0,0 0-1,0-1 1,1 1 0,0 0-1,0-1 1,1 1 0,-1-1-1,1 1 1,1 0-1,-1 0 1,1 0 0,0 0-1,1 0 1,-1 0 0,1 0-1,4-5 1,9-8 44,-3 5 87,0-1 1,-2 0-1,1 0 1,8-19-1,8-46 1887,-27 77-1850,0-3-199,-2 5-130,1 0-1,0 0 1,0 0 0,0 0 0,0-1 0,0 1 0,0 0 0,0 0 0,0 0 0,0 0 0,0 0-1,1 0 1,-1-1 0,0 1 0,1 0 0,-1 0 0,1 0 0,-1 0 0,1 0 0,0 0 0,-1 1-1,2-2 1,40 4 75,73 14 0,-30-3-61,686 57 155,10-38-22,816-6-53,6-30 142,-54 1 326,-1064 5-327,558 7 537,231 23 831,-1187-30-1504,-51-1-47,223 15 135,-226-11-137,1 0 0,-1 3 0,-1 0 0,0 2 0,48 22-1,-1 11 32,-54-28-82,-1-2-1,2 0 0,0-2 1,0 0-1,41 9 1,18-6 63,113 6 0,90-14 725,-217-15-87,-45 4-608,-23 5 96,29-12-664,28-1-2917,-16 8-2668,-33 4 3920,14-2-4605</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0.291"/>
    </inkml:context>
    <inkml:brush xml:id="br0">
      <inkml:brushProperty name="width" value="0.035" units="cm"/>
      <inkml:brushProperty name="height" value="0.035" units="cm"/>
    </inkml:brush>
  </inkml:definitions>
  <inkml:trace contextRef="#ctx0" brushRef="#br0">72 798 3116,'3'-22'975,"-3"18"1862,-1 2-2615,0 0 0,1 0 0,-1 0 0,0 0 0,-1 0 0,1 0 0,0 1 0,-1-1 0,1 0 0,-3-1 0,-6-10 805,7 7-793,0 1 0,-1-1 0,1 1 0,-1 0 1,-6-5-1,8 8 24,-4-3 239,5 4-419,0 1-1,0 0 0,1-1 0,-1 1 1,0-1-1,0 1 0,1 0 0,-1-1 1,0 0-1,1 1 0,-1-1 0,0 1 1,1-1-1,-1 0 0,1 1 0,-1-1 1,1 0-1,-1 0 0,1 0 0,0 1 1,-1-1-1,1 0 0,0 0 0,-1-1 1,4 0-47,-1-1 0,0 2-1,0-1 1,1 0 0,-1 0 0,1 1 0,0-1 0,-1 1 0,1 0 0,0 0 0,0 0 0,0 0 0,0 0 0,0 1 0,4-1 0,49 1 105,-33 1-59,676 11 1061,-194-1-903,1402-27-10,4-46 75,-787 22 56,-127 6-134,1003-29 55,-951 49-187,-305 6-72,-691 7-21,212-12 400,-262 13-392,0-1 1,0 1-1,0 0 0,0-1 0,0 0 0,-1 1 0,1-1 0,0 0 0,0-1 1,-1 1-1,1 0 0,-1-1 0,1 1 0,-1-1 0,0 0 0,1 0 0,-1 0 1,0 0-1,2-3 0,-4 3-2,1 0 0,-1 0 0,0 0 0,1 0-1,-1 0 1,0 1 0,0-1 0,-1 0 0,1 0 0,0 0 0,-1 0 0,1 0 0,-1 0 0,0 0 0,1 0 0,-1 1 0,0-1 0,0 0 0,0 1 0,0-1-1,-1 1 1,1-1 0,0 1 0,-1-1 0,1 1 0,0 0 0,-3-2 0,-66-57 32,-23-23-683,84 73 263,0 0-1,0-1 0,1 1 0,1-2 1,0 1-1,0-1 0,-5-13 1,-2-15-2477,-10-26-6231</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1.147"/>
    </inkml:context>
    <inkml:brush xml:id="br0">
      <inkml:brushProperty name="width" value="0.035" units="cm"/>
      <inkml:brushProperty name="height" value="0.035" units="cm"/>
    </inkml:brush>
  </inkml:definitions>
  <inkml:trace contextRef="#ctx0" brushRef="#br0">458 135 4048,'-13'-19'1073,"10"15"-145,18-27 1928,30-47 2062,-44 76-3527,-1 4-1207,-1 9-55,0 0-1,-1 0 1,0 0 0,-1-1-1,0 1 1,-1-1 0,-5 13 0,-12 33 400,3 2 1,-15 81 0,-8 121 510,39-246-997,-29 286 638,24-65-301,1 224 176,-1 39-146,-24 211-50,-37-4-1109,62-662 503,-30 169-1372,29-183 919,-1 0 0,-1-1 0,-2-1 0,0 0 0,-19 31 0,-19 11-3840,4-10-2618</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2.606"/>
    </inkml:context>
    <inkml:brush xml:id="br0">
      <inkml:brushProperty name="width" value="0.035" units="cm"/>
      <inkml:brushProperty name="height" value="0.035" units="cm"/>
    </inkml:brush>
  </inkml:definitions>
  <inkml:trace contextRef="#ctx0" brushRef="#br0">0 117 2736,'29'-2'784,"-23"1"-113,27-7 1031,-31 8-916,2-2-630,-1-1 0,0 1 0,1-1 0,-1 1 0,0-1 0,-1 0 0,1 0-1,0 0 1,-1-1 0,4-5 0,1-1 96,-5 8-19,5-10 118,-6 10-263,1-1 0,1 0 0,-1 1 0,0-1-1,0 1 1,1 0 0,0 0 0,-1 0 0,1 0 0,0 0 0,0 1 0,0-1-1,0 1 1,4-2 0,46-7 587,-35 8-530,-8 1 64,0 1 0,0 1 0,0 0-1,0 0 1,-1 1 0,12 4 0,-18-5 58,4 9 28,-7-10-267,1 1 0,0-1-1,-1 1 1,1-1 0,-1 1 0,1-1 0,-1 1-1,1-1 1,-1 1 0,0 0 0,1-1 0,-1 1-1,0 0 1,1-1 0,-1 1 0,0 0-1,0-1 1,0 1 0,1 0 0,-1 0 0,0-1-1,0 2 1,-3 7 400,1 1 1,0-1-1,1 1 0,0-1 0,0 1 0,2 15 1,8 64-41,-5-55-23,4 72 429,-6 118-1,-22 104 317,-15-23-473,23-216-495,-26 127 121,3-24-109,-25 415 140,47-335-219,0 77 32,-10 63-57,-2 55-6,26-2-1,13-347 19,-8-73-740,2 59-1,4-121-2181,-11 11 2273,1-1 0,-1 1 0,-1-1 0,1 1 0,-1-1 0,-1-9 0,1-16-2777,9-24-4312</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3.987"/>
    </inkml:context>
    <inkml:brush xml:id="br0">
      <inkml:brushProperty name="width" value="0.035" units="cm"/>
      <inkml:brushProperty name="height" value="0.035" units="cm"/>
    </inkml:brush>
  </inkml:definitions>
  <inkml:trace contextRef="#ctx0" brushRef="#br0">49 0 3940,'0'0'4736,"-10"9"-4352,6-5-221,0 1 0,1-1 0,-1 1 0,1 0 0,-6 9 0,8-11 205,-1 1 122,-5 9-340,7-13-117,0 0 0,0 1-1,0-1 1,0 0-1,0 0 1,-1 0-1,1 1 1,0-1-1,0 0 1,0 0 0,0 0-1,0 0 1,0 1-1,0-1 1,0 0-1,0 0 1,0 1 0,0-1-1,0 0 1,0 0-1,0 0 1,0 1-1,0-1 1,0 0-1,0 0 1,0 0 0,0 1-1,0-1 1,0 0-1,0 0 1,0 0-1,0 1 1,0-1 0,1 0-1,-1 0 1,0 0-1,0 1 1,0-1-1,0 0 1,1 0-1,-1 0 1,0 0 0,0 0-1,692-14 2662,705 30-1718,-220-1-793,287-20-21,-8 0-324,826 67 90,-320 89 103,-1921-147-31,578 39 61,-461-40 76,302-32 0,-162-11 77,50 10 58,-329 29-183,0-1 1,0-2 0,0 0 0,18-6-1,-36 10-68,0-1 0,0 0-1,0 1 1,0-1 0,0 0 0,0 1-1,0-1 1,-1 0 0,1 0 0,0 0-1,-1 0 1,1 1 0,0-1-1,-1 0 1,1 0 0,-1 0 0,0 0-1,1 0 1,-1-1 0,0 1 0,0 0-1,1 0 1,-1 0 0,0-2 0,-2-27 371,2 23-408,0 5-41,0 0 1,-1 0-1,1 0 1,0-1-1,-1 1 0,1 0 1,-1 0-1,0 0 1,0 0-1,0 0 1,0 0-1,0 1 0,0-1 1,0 0-1,0 0 1,-1 1-1,1-1 0,-1 1 1,1-1-1,-1 1 1,0 0-1,1-1 0,-1 1 1,0 0-1,0 0 1,0 0-1,0 1 0,0-1 1,0 0-1,0 1 1,0-1-1,0 1 0,0 0 1,-3-1-1,-1 1-436,0-1 1,0 1-1,0 0 0,-1 1 0,1 0 0,0-1 0,1 2 0,-1-1 1,-11 5-1,12-4-181,1 1-1,0-1 1,0 1 0,1 0 0,-1 0 0,1 0 0,-1 0 0,-4 6 0,2 3-1821</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7.209"/>
    </inkml:context>
    <inkml:brush xml:id="br0">
      <inkml:brushProperty name="width" value="0.035" units="cm"/>
      <inkml:brushProperty name="height" value="0.035" units="cm"/>
    </inkml:brush>
  </inkml:definitions>
  <inkml:trace contextRef="#ctx0" brushRef="#br0">508 44 3144,'-16'-20'536,"-19"17"-124,7 0-92,-1-3 8,7 3-132,-7-2-56,1 2-28,-4 3-16,-3 0-16,6 5 61,-18 7-129,15-1-81,-3 4-135,-3-1-356,3 0-796,-3 3 1012</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7.699"/>
    </inkml:context>
    <inkml:brush xml:id="br0">
      <inkml:brushProperty name="width" value="0.035" units="cm"/>
      <inkml:brushProperty name="height" value="0.035" units="cm"/>
    </inkml:brush>
  </inkml:definitions>
  <inkml:trace contextRef="#ctx0" brushRef="#br0">1 405 5881,'3'-2'263,"0"1"-1,1-1 1,-1-1 0,0 1 0,0 0 0,0-1 0,-1 1 0,1-1 0,-1 0 0,1 0 0,-1 0 0,0 0 0,0 0 0,0-1 0,-1 1 0,1-1 0,-1 1 0,2-5 0,29-72 5435,8-45-1625,-30 97-3391,2 2-67,-12 26-604,0 0-1,1-1 0,-1 1 0,0 0 0,0 0 0,0 0 0,0 0 0,0 0 1,0 0-1,1 0 0,-1 0 0,0 0 0,0-1 0,0 1 0,0 0 0,0 0 1,1 0-1,-1 0 0,0 0 0,0 0 0,0 0 0,0 0 0,1 0 0,-1 0 1,0 0-1,0 0 0,0 0 0,0 0 0,0 0 0,1 0 0,-1 1 1,0-1-1,0 0 0,0 0 0,0 0 0,0 0 0,1 0 0,-1 0 0,0 0 1,0 0-1,0 0 0,0 1 0,0-1 0,0 0 0,0 0 0,0 0 0,1 0 1,-1 0-1,0 1 0,0-1 0,0 0 0,0 0 0,0 0 0,0 0 0,0 1 1,0-1-1,0 0 0,0 0 0,0 0 0,0 1 0,2 46 369,-19 149-276,7-114-84,-34 354 14,38-340-45,6-91 14,5-29-19,85-509-514,-76 465 430,3 2 0,36-95 0,-50 152 88,1 1 0,0 0 1,1 1-1,-1-1 0,2 1 0,-1-1 1,1 2-1,8-9 0,-11 12 8,1 0-1,0 1 1,-1-1-1,1 1 1,0 0 0,0 0-1,0 0 1,1 1-1,-1-1 1,0 1-1,1 0 1,-1 0 0,1 1-1,-1-1 1,0 1-1,1 0 1,-1 0-1,8 2 1,2 1 18,1 1 1,-1 0-1,0 2 1,0-1-1,-1 2 1,0 0-1,0 0 0,0 1 1,-1 1-1,13 11 1,9 10 54,-2 2-1,31 39 1,-13-8-2,-3 1 0,-3 3 0,66 132 0,-87-146-544,-3 1 0,-1 1-1,16 88 1,-29-99-1497,1 66 0,-7-90 1214,0-7-884,0 1-1,-2 0 1,-3 18 0,1-15-4799</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18.513"/>
    </inkml:context>
    <inkml:brush xml:id="br0">
      <inkml:brushProperty name="width" value="0.035" units="cm"/>
      <inkml:brushProperty name="height" value="0.035" units="cm"/>
    </inkml:brush>
  </inkml:definitions>
  <inkml:trace contextRef="#ctx0" brushRef="#br0">0 389 5136,'159'-32'3111,"158"-54"0,-243 64-2954,29-12-14,-1-4 0,150-79 0,-195 79-71,-30 18 61,-25 19 201,-11 21 30,2-3-233,1 0-1,0 1 0,2 0 1,-5 35-1,9-46-114,0-1 0,0 1 0,1 0 0,0-1 0,0 1 0,0-1 0,1 1 0,0-1 0,1 1 0,-1-1 0,1 0 0,0 0 0,1-1 0,-1 1 0,1 0 0,1-1 0,4 6 0,1-2-61,0-1 0,0 1-1,1-2 1,0 1 0,0-1 0,1-1-1,0 0 1,0-1 0,0 0-1,0-1 1,1 0 0,0-1 0,0-1-1,14 2 1,4-2-192,-1-1-1,1-1 1,0-1-1,-1-2 1,32-7 0,49-17-102,22-5 529,-132 32-184,1 0 0,-1 1 0,1-1 0,-1 0 0,1 1 0,-1-1 0,1 1 1,-1-1-1,1 1 0,-1 0 0,0-1 0,1 1 0,-1 0 0,0 0 0,0 0 0,1 0 0,-1 0 0,0 0 0,0 0 0,0 1 0,0-1 0,0 0 0,-1 0 1,1 1-1,0-1 0,-1 1 0,1-1 0,-1 1 0,1-1 0,-1 1 0,1-1 0,-1 3 0,3 39 198,-2-21-164,0-1 0,2 1 0,0-1 0,8 25-1,-10-43-64,0 0 0,0 0 0,1 0-1,-1 0 1,1-1 0,0 1 0,-1 0-1,1-1 1,0 1 0,1-1 0,-1 0-1,0 1 1,1-1 0,-1 0 0,1-1-1,-1 1 1,1 0 0,0-1 0,0 1-1,0-1 1,0 0 0,0 0 0,4 1-1,1-2-104,0 1-1,0-1 0,0 0 1,-1-1-1,1 0 1,0 0-1,0-1 0,-1 0 1,8-3-1,4-2-313,0-2-1,-1 1 1,0-2-1,-1-1 0,0 0 1,0-1-1,-1 0 1,19-21-1,-27 25 264,97-89-229,-84 82 893,39-20 0,0-1 626,-40 24-749,1 1 0,0 0 1,40-12-1,-51 20-336,0 1 0,0 0 0,0 0 0,0 1 0,1 1-1,-1 0 1,0 0 0,1 1 0,-1 0 0,0 1 0,0 0 0,0 1 0,0-1-1,0 2 1,17 9 0,83 62-154,-58-31 24,-50-42 113,19-30-54,-8 14 47,0 0 0,1 1 0,21-15-1,-28 23 89,0 0-1,0 1 1,1 0-1,0 0 0,0 1 1,0 0-1,0 1 1,1-1-1,-1 1 1,12 0-1,8-2 73,-20 2-119,1 1 1,0 1 0,0 0-1,0 0 1,0 1-1,0 0 1,-1 0 0,1 1-1,12 3 1,-14-2-137,-1-1 0,1 1 0,0 0 0,-1 0 0,1 1 0,-1-1 0,7 7 0,6 3-1537,-13-13-757,10-7-639</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0.498"/>
    </inkml:context>
    <inkml:brush xml:id="br0">
      <inkml:brushProperty name="width" value="0.035" units="cm"/>
      <inkml:brushProperty name="height" value="0.035" units="cm"/>
    </inkml:brush>
  </inkml:definitions>
  <inkml:trace contextRef="#ctx0" brushRef="#br0">394 248 10517,'-11'-17'440,"-6"-6"708,2-2 0,-15-31 0,26 44 4,-1 0 1,1 0 0,1 0 0,-3-22 0,6 32-966,-1 0 1,1-1 0,0 1 0,-1 0 0,0-1 0,1 1 0,-1 0 0,0 0 0,0-1 0,0 1 0,-1 0 0,1 0-1,0 0 1,-1 1 0,0-1 0,1 0 0,-1 1 0,0-1 0,0 0 0,-3-1 0,5 3-126,-1 0 1,0 1 0,1-1-1,-1 0 1,0 1-1,1-1 1,-1 1-1,0-1 1,1 0 0,-1 1-1,1 0 1,-1-1-1,1 1 1,-1-1-1,1 1 1,0-1 0,-1 1-1,1 0 1,0-1-1,-1 1 1,1 0-1,0 0 1,0 0 0,-1 0 40,-14 38 531,2 1 0,1 1 0,-11 80 0,21-109-559,-106 654 1339,43-158-2667,44 1-4492,21-469 4655,4 69-1947,-2-97 1370,0 1-1,1-1 1,6 19 0,12 4-7296</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0.718"/>
    </inkml:context>
    <inkml:brush xml:id="br0">
      <inkml:brushProperty name="width" value="0.035" units="cm"/>
      <inkml:brushProperty name="height" value="0.035" units="cm"/>
    </inkml:brush>
  </inkml:definitions>
  <inkml:trace contextRef="#ctx0" brushRef="#br0">39 75 9305,'-35'-45'1955,"35"44"-1890,0 1 1,-1-1-1,1 1 0,0-1 0,-1 1 0,1-1 0,0 1 0,-1-1 0,1 1 0,0-1 1,0 0-1,0 1 0,0-1 0,-1 1 0,1-1 0,0 1 0,0-1 0,0 0 0,0 1 1,0-1-1,0 1 0,1-1 0,-1 0 0,0 1 0,0-1 0,0 1 0,0-1 0,1 1 1,-1-1-1,0 1 0,1-1 0,-1 1 0,0-1 0,1 1 0,-1-1 0,1 1 0,-1-1 1,0 1-1,1 0 0,-1-1 0,1 1 0,-1 0 0,1-1 0,1 1 0,-2 0 139,0-1 9,1 0-1,0 1 1,-1-1-1,1 1 1,0-1 0,-1 1-1,1-1 1,0 1-1,0 0 1,-1-1-1,1 1 1,0 0 0,0 0-1,0-1 1,-1 1-1,1 0 1,0 0 0,0 0-1,0 0 1,0 0-1,0 0 1,22 8 1054,22 25-1544,-40-29 672,15 13-347,-2 1 0,0 0 0,-1 1-1,-1 1 1,-1 1 0,-1 0 0,0 1 0,-2 1 0,-1-1 0,0 2 0,-2 0-1,-1 0 1,0 1 0,-2-1 0,-1 2 0,-1-1 0,-1 0 0,-2 1 0,0-1 0,-1 1-1,-6 34 1,-3-3-715,-27 96-1,-34 48-4547,35-120-912,30-61 279</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1.014"/>
    </inkml:context>
    <inkml:brush xml:id="br0">
      <inkml:brushProperty name="width" value="0.035" units="cm"/>
      <inkml:brushProperty name="height" value="0.035" units="cm"/>
    </inkml:brush>
  </inkml:definitions>
  <inkml:trace contextRef="#ctx0" brushRef="#br0">0 1 7513,'13'14'651,"0"1"0,-1 0 0,0 1 0,-2 0 1,0 1-1,10 22 0,8 35 564,-3 2 1,26 135-1,-34-129-917,4 0-1,35 91 1,-37-126-197,-5-12 88,26 50 1,-38-83-172,-1 0 1,1 1-1,0-1 0,0 0 1,0 0-1,0 0 1,0 0-1,0 0 1,1 0-1,-1-1 1,1 1-1,-1-1 1,6 2-1,-7-3-8,0 1-1,0-1 0,0 0 0,0 0 1,0 1-1,0-1 0,0 0 1,0 0-1,0 0 0,0 0 1,0 0-1,0-1 0,0 1 0,0 0 1,0 0-1,0-1 0,0 1 1,0 0-1,0-1 0,-1 1 1,1-1-1,0 0 0,0 1 0,0-1 1,0 0-1,-1 1 0,1-1 1,0 0-1,-1 0 0,1 1 1,-1-1-1,1 0 0,-1 0 0,1 0 1,-1 0-1,1 0 0,-1 0 1,0 0-1,1-1 0,2-14-11,1 1-1,-2-1 1,0 0 0,-1 0-1,-1 0 1,-2-22-1,-19-102-983,2 14-898,10-86-5072,14 153 2063</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1.276"/>
    </inkml:context>
    <inkml:brush xml:id="br0">
      <inkml:brushProperty name="width" value="0.035" units="cm"/>
      <inkml:brushProperty name="height" value="0.035" units="cm"/>
    </inkml:brush>
  </inkml:definitions>
  <inkml:trace contextRef="#ctx0" brushRef="#br0">440 9 6725,'-35'-9'3479,"33"10"-3328,1 0-1,-1 0 1,1 1-1,-1-1 1,1 0-1,0 1 1,-1-1 0,1 1-1,0-1 1,0 1-1,0-1 1,0 1-1,-1 3 1,5 3-230,-1 0 0,1 0 1,0 0-1,1 0 0,0-1 0,0 0 1,1 1-1,0-2 0,8 10 0,-12-14 11,0 1 0,0-1-1,0 0 1,-1 1-1,1-1 1,-1 1 0,1-1-1,-1 1 1,0 0-1,0-1 1,0 1 0,0-1-1,0 1 1,-1 2-1,0-3 60,0-1-1,-1 1 0,1-1 1,0 0-1,0 0 0,-1 1 1,1-1-1,0 0 0,-1 0 1,1 0-1,-1-1 0,0 1 1,-1 0-1,-34 17 708,-72 22 0,-31 12 2181,126-45-2479,0 1-1,0 0 1,0 0 0,1 1 0,0 1-1,1 0 1,-11 13 0,21-21-334,1-1 1,0 1-1,-1 0 1,1 0-1,0 0 1,0 0-1,1 0 1,-1 0 0,0 0-1,1 0 1,-1 1-1,1-1 1,-1 0-1,1 0 1,0 0-1,0 1 1,0-1 0,1 0-1,-1 0 1,0 0-1,1 1 1,0 1-1,0 0-12,0-1 0,1 0 0,-1 0-1,1 0 1,-1 0 0,1-1 0,0 1 0,0 0-1,1-1 1,-1 1 0,0-1 0,1 0 0,-1 0-1,6 3 1,8 4 69,2-1 0,-1-1 0,1-1 0,1 0 0,21 3 0,99 11-433,11-16-2341,-52-12-4294,-48-2-1076</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2.290"/>
    </inkml:context>
    <inkml:brush xml:id="br0">
      <inkml:brushProperty name="width" value="0.035" units="cm"/>
      <inkml:brushProperty name="height" value="0.035" units="cm"/>
    </inkml:brush>
  </inkml:definitions>
  <inkml:trace contextRef="#ctx0" brushRef="#br0">350 118 5228,'0'0'1720,"-1"-4"-35,0 1-1581,-1-1 468,1 0 1,0 0-1,0 0 1,0 0-1,1 0 1,-1 0-1,1-1 1,0 1-1,0 0 1,0 0 0,1 0-1,-1 0 1,3-8-1,-1 10 801,-9-41 4261,1 46-3949,-15 9-467,18-5-1037,0 0 0,1 1 0,0-1 0,0 1 0,1 0 1,-1 8-1,0 1 47,-39 270 1578,-44 267-4599,-22-154-7116,88-338 6744,-25 88-7948</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2.763"/>
    </inkml:context>
    <inkml:brush xml:id="br0">
      <inkml:brushProperty name="width" value="0.035" units="cm"/>
      <inkml:brushProperty name="height" value="0.035" units="cm"/>
    </inkml:brush>
  </inkml:definitions>
  <inkml:trace contextRef="#ctx0" brushRef="#br0">442 67 13601,'0'0'2590,"-3"0"1,3 0-2617,-2 0 461,0 1 0,0-1 0,1 0 0,-1 1-1,0-1 1,1 1 0,-1-1 0,0 1 0,1 0 0,-1 0 0,-2 1 0,3 0-136,1-1 1,-1 0 0,0 1-1,1-1 1,-1 1 0,1-1-1,-1 1 1,1-1-1,0 1 1,-1-1 0,1 1-1,0-1 1,0 1 0,0 0-1,0-1 1,0 1-1,1 1 1,15 196 617,41 336 1565,-44-453-2476,43 137 0,-47-194-12,0 1 0,2-1 0,1 0 0,1-1 1,1-1-1,0 0 0,2-1 0,1-1 0,25 25 0,-34-39-44,0 1-1,1-1 0,-1-1 0,2 0 0,-1 0 0,1-1 1,0 0-1,0-1 0,0 0 0,0 0 0,1-1 0,0-1 1,-1 0-1,1 0 0,0-1 0,0 0 0,0-1 1,0 0-1,0-1 0,0 0 0,0-1 0,0 0 0,0-1 1,-1 0-1,1 0 0,-1-1 0,0-1 0,0 0 0,-1 0 1,16-11-1,-2-2-19,-1 0 0,0-2 1,-1 0-1,-1-2 0,-2 0 1,0-1-1,-1 0 0,22-43 0,-14 18-21,-3-2 0,-1 0-1,22-91 1,-33 103 56,-2-1-1,-2-1 1,-1 1-1,-3-1 1,-1 1-1,-1-1 1,-11-70-1,6 86 22,0 0 0,-2 1 0,0 0 0,-2 0 0,0 0 0,-2 1 0,0 0 0,-1 1 0,-2 1 0,0 0 0,-1 1 0,-1 0-1,-32-29 1,21 26-133,0 2-1,-2 1 0,0 1 0,-1 2 1,-1 0-1,0 3 0,-1 0 0,0 2 1,-1 1-1,-1 2 0,1 1 0,-1 2 1,0 1-1,-66 2 0,57 4-738,1 1 0,-1 3-1,1 1 1,-74 24 0,76-17-1030,0 2 1,1 2-1,1 1 0,-64 44 1,-4 18-8547</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4.967"/>
    </inkml:context>
    <inkml:brush xml:id="br0">
      <inkml:brushProperty name="width" value="0.035" units="cm"/>
      <inkml:brushProperty name="height" value="0.035" units="cm"/>
    </inkml:brush>
  </inkml:definitions>
  <inkml:trace contextRef="#ctx0" brushRef="#br0">357 452 6333,'20'-46'4298,"-16"40"-3689,-1 0-1,0 0 1,0-1 0,0 1 0,-1-1 0,0 1 0,-1-1 0,1 0 0,-1 0 0,0-14 0,-2 2-30,-1-1 0,-1 0 1,0 1-1,-2-1 0,0 1 0,-1 0 1,-1 1-1,-1-1 0,-15-25 0,10 20 226,9 15-636,-1 0 0,0 0 0,-1 0 0,1 1 0,-12-12 0,15 18-153,1 1-1,-1 0 1,0-1-1,1 1 1,-1 0-1,0 0 1,0 0-1,0 0 1,0 1-1,0-1 1,0 0-1,0 1 1,0-1 0,0 1-1,0 0 1,0 0-1,0 0 1,0 0-1,-1 0 1,1 0-1,0 0 1,0 1-1,0-1 1,0 1-1,0-1 1,0 1-1,0 0 1,0 0-1,0 0 1,1 0-1,-1 0 1,-2 2-1,-7 5 52,1 0 0,0 1 1,0 1-1,1 0 0,0 0 0,0 0 0,1 1 0,1 1 0,-9 14 0,-5 19 104,-20 56 1,37-91-170,-8 24 77,2 0 1,1 1-1,2 0 1,-4 47 0,9-55-23,1 0 1,1 1 0,2-1 0,0 0 0,2 0 0,10 34 0,-9-46-38,0-1 1,2 1 0,0-1 0,0-1 0,2 1 0,-1-1 0,2 0 0,0-1-1,0 0 1,1-1 0,0 0 0,1-1 0,1 0 0,-1-1 0,21 11 0,-24-14-15,0-2 0,0 0 0,0 0 0,1 0 0,-1-1 1,1-1-1,0 1 0,0-2 0,0 1 0,0-1 0,0-1 0,0 0 1,0 0-1,0-1 0,0-1 0,0 1 0,0-1 0,-1-1 1,1 0-1,-1 0 0,1-1 0,-1 0 0,0-1 0,-1 0 0,10-7 1,-9 5-6,-1-1 0,0 0 0,-1 0 0,0 0 0,0-1 0,-1 0 0,0-1 0,0 1 0,-1-1 0,-1 0 0,1-1 0,-2 1 0,1-1 0,-1 1 0,1-14 0,2-16-89,-3 0 0,-2-72 0,-2 84-162,-1 0 0,-1 0 1,-1 0-1,-2 1 0,-1-1 1,-1 2-1,-1-1 0,-2 1 1,-19-36-1,23 50-89,-1 0 0,0 1 0,-1 0 0,-1 0 0,1 1 0,-2 0 0,1 1 0,-23-16 0,23 20-80,0-1 0,-1 1 0,1 1 0,-1 0 0,0 0 0,0 1 0,-1 0 0,1 1 0,-1 1 1,1 0-1,-1 0 0,-11 1 0,10 1-884,0 1 0,1 0 0,-17 4 0,-37 18-7024</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4.227"/>
    </inkml:context>
    <inkml:brush xml:id="br0">
      <inkml:brushProperty name="width" value="0.035" units="cm"/>
      <inkml:brushProperty name="height" value="0.035" units="cm"/>
    </inkml:brush>
  </inkml:definitions>
  <inkml:trace contextRef="#ctx0" brushRef="#br0">0 295 4272,'0'0'1026,"1"-3"-151,3-8 433,0-12 7359,-6 8-8592,1 12 1265,2-5-946,1 1 1,0-1-1,0 1 1,0-1 0,1 1-1,3-9 1,-5 14 87,-1-4-375,0 0 0,0-1 0,1 1 1,0 0-1,0 0 0,0 0 0,1-1 0,0 1 1,0 1-1,3-8 0,34-57 1647,-21 40-66,-16 27-568,14 251 1562,0-44-4898,-16-161-54,-1 0 0,-12 77-1,-2-24-4328,12-1-4021</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26.553"/>
    </inkml:context>
    <inkml:brush xml:id="br0">
      <inkml:brushProperty name="width" value="0.035" units="cm"/>
      <inkml:brushProperty name="height" value="0.035" units="cm"/>
    </inkml:brush>
  </inkml:definitions>
  <inkml:trace contextRef="#ctx0" brushRef="#br0">0 149 5144,'2'-10'490,"-1"1"520,-1-1 7951,26 5-7601,71-7-427,135 2 0,-89 6-708,197-8 117,392-27-2552,-664 34 1076,-37 4-1254,0-2 0,60-12-1,-56 1-3516</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3.177"/>
    </inkml:context>
    <inkml:brush xml:id="br0">
      <inkml:brushProperty name="width" value="0.035" units="cm"/>
      <inkml:brushProperty name="height" value="0.035" units="cm"/>
    </inkml:brush>
  </inkml:definitions>
  <inkml:trace contextRef="#ctx0" brushRef="#br0">1921 67 2652,'9'2'326,"0"-1"1,0 1-1,0-2 0,1 1 0,-1-1 0,0-1 1,12-1-1,-17 2 69,-1-1-146,1 1 0,-1 0 0,1-1 0,0 1 0,-1-1 1,1 0-1,-1-1 0,0 1 0,1 0 0,-1-1 0,0 0 1,0 0-1,0 0 0,5-4 0,-6 5 1097,-31-15-146,-41-5 111,67 21-994,-32-9 44,16 9-285,5 1-24,-1 0 1,1 1 0,-23 6 0,-21 4 106,-2-4-3,0 3 0,1 2 0,1 3 0,0 2 0,-58 28 1,85-32-61,0 2 1,2 1-1,0 1 1,1 2-1,1 0 1,1 2-1,0 1 1,2 1-1,1 2 1,-31 42 0,29-27 97,2 0 1,1 2 0,-23 67 0,-35 145 611,57-174-541,-115 509 1567,89-357-931,-78 315 357,-38-11-656,88-321-418,11 3-1,-40 232 0,60-56-11,40-317-154,-4 325 115,29-2-32,-14-318-52,4 67-54,-6-1 0,-23 201 0,-12-39 9,31-296-3,-7 93 36,8 111-1,5-147-42,3 0-1,21 85 0,-16-108 23,3-1 0,2 0 0,2-2 1,2 0-1,2-2 0,2 0 0,2-2 0,56 66 0,12-2-28,197 168-1,-162-162 6,5-6 1,185 110-1,-263-184 17,1-3-1,1-3 1,2-2 0,71 18 0,-85-31-26,-1-1 0,1-2 0,0-3 0,0-1 0,1-3 0,63-6 0,-72 0 0,-1-2 1,0-1-1,0-3 0,-1 0 0,-1-3 0,0-1 0,0-2 1,-2-1-1,0-2 0,34-26 0,-48 30-85,-2 3-512,-1-1-1,21-21 1,-37 32-1006,6 14-1291,-1-2 881,-25-12-10234</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3.710"/>
    </inkml:context>
    <inkml:brush xml:id="br0">
      <inkml:brushProperty name="width" value="0.035" units="cm"/>
      <inkml:brushProperty name="height" value="0.035" units="cm"/>
    </inkml:brush>
  </inkml:definitions>
  <inkml:trace contextRef="#ctx0" brushRef="#br0">709 256 9921,'-5'-8'770,"0"0"0,1 0 0,0 0 0,1 0 0,0-1 0,0 0 0,1 1 0,0-1 0,-1-11 0,-1 1 829,0-7-498,2 1 0,1-43-1,1 46-750,-17 21 83,13 2-392,-1 0 0,1 1 0,1-1 0,-1 1 0,0 0 0,0 0 0,1 0 0,-1 1 0,1-1 0,-1 1 0,1 0 0,0 0 0,0 0 0,1 0 0,-4 5 0,-5 6 122,1 1 1,-12 22-1,9-12-85,2 1-1,0 0 1,2 1 0,1 1-1,2-1 1,0 1 0,2 0-1,1 0 1,1 0 0,1 1-1,2-1 1,1 0 0,1 0-1,1 0 1,16 54 0,-6-46-30,1-1 1,1-1 0,2 0-1,1-2 1,2 0-1,35 41 1,166 157 178,-111-122-272,-105-102 51,0 0-1,-1 0 0,0 1 0,0-1 0,0 1 0,-1 0 0,0 0 0,4 10 1,-7-13-5,0-1 1,0 0-1,-1 0 1,1 1-1,-1-1 1,0 0-1,0 1 1,0-1-1,-1 0 1,1 0-1,-1 1 1,1-1-1,-1 0 1,0 0 0,0 0-1,-1 0 1,1 0-1,-1 0 1,1 0-1,-1 0 1,0 0-1,-5 4 1,-4 5 16,-1 0 1,0-1 0,-1-1-1,0 0 1,-1-1-1,-22 12 1,-99 40-31,71-34-3,-50 25-457,-134 84 1,80-17-2304,129-86-570,-67 73-1,76-68-1769,23-17-2778</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4.385"/>
    </inkml:context>
    <inkml:brush xml:id="br0">
      <inkml:brushProperty name="width" value="0.035" units="cm"/>
      <inkml:brushProperty name="height" value="0.035" units="cm"/>
    </inkml:brush>
  </inkml:definitions>
  <inkml:trace contextRef="#ctx0" brushRef="#br0">40 29 8057,'-19'-29'13354,"17"33"-12227,-2 8-709,0 1 1,1-1-1,0 1 0,1-1 1,1 1-1,0 0 0,1 0 0,2 24 1,4 12 289,13 48 1,-13-67-449,40 125 497,-13-53-459,22 74-996,13 49-4320,-37-73-5699,-26-111 1099</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5.006"/>
    </inkml:context>
    <inkml:brush xml:id="br0">
      <inkml:brushProperty name="width" value="0.035" units="cm"/>
      <inkml:brushProperty name="height" value="0.035" units="cm"/>
    </inkml:brush>
  </inkml:definitions>
  <inkml:trace contextRef="#ctx0" brushRef="#br0">1 12 12457,'0'-1'95,"0"1"1,0 0-1,0-1 0,0 1 1,0-1-1,0 1 0,0 0 1,0-1-1,0 1 0,0 0 1,0-1-1,0 1 0,0 0 1,0-1-1,0 1 0,0-1 1,0 1-1,1 0 0,-1-1 1,0 1-1,0 0 0,0 0 1,1-1-1,-1 1 0,0 0 1,0 0-1,1-1 0,-1 1 1,0 0-1,1 0 0,-1-1 1,0 1-1,1 0 0,-1 0 1,0 0-1,1 0 0,-1 0 1,0 0-1,1-1 0,-1 1 1,17 10 2296,-13-6-2127,0-1 0,-1 1-1,0 1 1,0-1 0,0 0 0,0 1-1,-1-1 1,4 9 0,-3-4-114,1 5 37,0-1 1,0 1 0,-2 0 0,2 26-1,-5-11-12,-11 50 0,8-59-236,1 0-1,0 0 1,1 0-1,2 0 1,0 1-1,3 24 0,-2-44 27,-1 0-1,1 1 1,0-1-1,0 0 0,-1 0 1,1 0-1,0 0 1,0 0-1,0 0 0,0 0 1,0-1-1,0 1 1,1 0-1,-1 0 0,0-1 1,0 1-1,0-1 1,1 1-1,-1-1 0,0 0 1,1 1-1,-1-1 1,0 0-1,1 0 0,-1 0 1,0 0-1,1 0 0,-1 0 1,0 0-1,2-1 1,6 1-156,0-1-1,-1-1 1,1 1 0,10-5 0,-3 0-129,1 0 1,-1-2 0,0 0-1,-1 0 1,0-2-1,17-13 1,9-10-324,0-3 1,64-73-1,-76 58 579,-27 48 99,-5 4-32,2 0-5,-1-1 0,0 1 0,1 0-1,-1 0 1,1 0 0,-1 0-1,1 0 1,-1 0 0,1 0 0,0 1-1,-1-1 1,1 0 0,0 1-1,0-1 1,0 1 0,0-1 0,0 1-1,-1 2 1,-4 33 87,4-17-42,2-18-45,0 0 1,1 1-1,0-1 1,-1 0-1,1 1 0,0-1 1,0 0-1,0 0 1,1 1-1,2 2 1,-2-2 0,-1-2-2,-1 0 0,1-1 0,0 1-1,-1-1 1,1 1 0,0-1 0,0 1-1,0-1 1,0 0 0,-1 1-1,1-1 1,0 0 0,0 0 0,0 1-1,0-1 1,0 0 0,0 0-1,0 0 1,1 0 0,-1 0-4,3 0 8,-1 0-1,0 0 1,0 0-1,1 0 1,-1 0-1,0-1 0,0 1 1,0-1-1,0 0 1,0 0-1,0 0 1,0 0-1,0-1 1,0 1-1,0-1 1,0 0-1,3-2 1,-3 1-7,0 1 1,1 0-1,0 0 0,-1 0 1,1 0-1,0 1 1,0-1-1,0 1 1,0 0-1,0 0 0,0 0 1,0 1-1,8-1 1,8 4 20,-1 0 0,1 1 1,34 12-1,-36-10-16,0 0 1,0-1-1,1 0 1,0-2-1,0 0 0,21-1 1,-30-1 32,0-2 0,1 1 1,-1-2-1,0 1 1,0-1-1,0-1 0,0 0 1,0 0-1,-1-1 1,1 0-1,-1 0 0,13-10 1,-19 13-7,-1-1 0,1 1 1,0-1-1,-1 1 0,1 0 0,0 0 1,0 0-1,0 0 0,4 0 1,-4 0 22,0 1-17,10 6-42,18 7-47,-20-8-21,1 0 1,0 0-1,0-1 1,1-1-1,-1 0 1,16 2-1,2-4-84,0 0-1,0-2 1,0-2-1,54-11 1,121-41 529,-142 36 172,-13 4-158,0 0 390,67-12 1,-99 24-890,1 1-1,-1 1 1,1 1-1,-1 0 1,1 2 0,-1 0-1,27 6 1,-3 1-2296,-11-6-2931,-6 0-1236</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6.041"/>
    </inkml:context>
    <inkml:brush xml:id="br0">
      <inkml:brushProperty name="width" value="0.035" units="cm"/>
      <inkml:brushProperty name="height" value="0.035" units="cm"/>
    </inkml:brush>
  </inkml:definitions>
  <inkml:trace contextRef="#ctx0" brushRef="#br0">1535 343 5553,'-2'-7'337,"0"-1"1,0 1 0,-1 0 0,0 0 0,0 0 0,-1 1-1,0-1 1,0 1 0,0 0 0,-8-8 0,-17-27 1572,19 21-1223,2-1-1,0 0 1,1 0-1,2-1 1,0 1-1,-3-30 1,1 11 288,7 37-697,-10 20 425,2-7-514,-5 17 227,1 0 0,-16 54-1,9-24-46,-213 509 1880,-242 529-279,257-454-970,138-337-649,-56 238 124,65-241-320,-28 298 159,92-517-310,2 1-1,5 0 1,3-1 0,3 0 0,25 106-1,-22-147-171,1 0 0,3-1-1,1-1 1,2-1-1,1 0 1,3-1-1,0-1 1,3-1-1,0-1 1,3-1 0,0-1-1,2-2 1,2-1-1,0-1 1,2-2-1,1-1 1,1-1 0,66 32-1,-56-36-313,0-2 1,2-2-1,0-2 0,60 9 0,-37-12-310,1-4 0,94-2 0,26-17-1158,233-43 1,-378 48 1730,378-67-1817,540-166 0,-913 225 2012,317-107 70,-137 24 221,-202 80-289,-28 18-8,0 0 0,-1-1-1,1 1 1,-1 0 0,1 0 0,0-1-1,-1 1 1,1-1 0,-1 1 0,1 0-1,-1-1 1,1 1 0,-1-1 0,1 1 0,-1-1-1,0 1 1,1-1 0,-1 0 0,0 1-1,1-1 1,-1 1 0,0-1 0,0 0-1,1 1 1,-1-1 0,0 0 0,0 0 0,-12 0-502,0 1 1,0 0 0,-1 1 0,1 1 0,0 0-1,-11 3 1,-43 13-2294</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7.591"/>
    </inkml:context>
    <inkml:brush xml:id="br0">
      <inkml:brushProperty name="width" value="0.035" units="cm"/>
      <inkml:brushProperty name="height" value="0.035" units="cm"/>
    </inkml:brush>
  </inkml:definitions>
  <inkml:trace contextRef="#ctx0" brushRef="#br0">83 10 4536,'-2'-1'5621,"1"0"-5535,0 0 0,1 1 1,-1-1-1,0 0 0,0 1 1,0-1-1,0 1 0,0-1 0,1 1 1,-1-1-1,0 1 0,0 0 0,0 0 1,0-1-1,0 1 0,-1 0 1,1 0-1,0 0 0,0 0 0,0 0 1,0 0-1,0 0 0,0 0 0,0 1 1,0-1-1,0 0 0,0 1 1,0-1-1,0 1 0,0-1 0,1 1 1,-1-1-1,0 1 0,0-1 0,0 1 1,1 0-1,-1 0 0,0-1 1,0 1-1,1 0 0,-1 0 0,1 0 1,-1 0-1,1 0 0,-1 0 0,1 1 1,-4 6 155,2 1 1,0 0-1,0 0 1,-1 15-1,0-8 212,-9 82 1239,-1 129 0,19 102-228,-2-189-1009,3 39-64,8-1 1,67 308-1,-65-418-352,2-1 0,4-1 0,2-1 0,4-2 0,2 0-1,57 85 1,-60-108-27,2-2-1,1-1 1,2-1-1,2-2 1,1-1-1,1-2 1,2-1-1,1-2 1,2-2-1,48 22 1,-21-18-108,0-4 1,2-2 0,0-4-1,2-3 1,0-3 0,139 8-1,-51-19-510,-1-7-1,179-27 0,394-114-2237,-106-51-99,-453 112 1050,-147 69 1170,-24 14-107,-19-8-3397,-13 3 363</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7.983"/>
    </inkml:context>
    <inkml:brush xml:id="br0">
      <inkml:brushProperty name="width" value="0.035" units="cm"/>
      <inkml:brushProperty name="height" value="0.035" units="cm"/>
    </inkml:brush>
  </inkml:definitions>
  <inkml:trace contextRef="#ctx0" brushRef="#br0">102 1 10677,'0'0'3668,"-1"3"-2491,-1 2-937,0 0 1,0 1-1,1-1 1,0 1-1,0-1 0,0 1 1,1 0-1,-1-1 1,1 1-1,1 0 0,-1-1 1,1 1-1,0-1 1,1 1-1,-1-1 0,4 9 1,6 13 345,26 49 0,-35-72-517,214 419 1701,-100-135-1475,-103-247-269,-1 1-1,-2 1 1,-2 0 0,-2 0-1,0 50 1,-7-64-114,-2 0 0,-1 0 1,-1 0-1,-1 0 0,-2-1 1,-1 0-1,-1-1 0,-1 0 1,-2 0-1,-1-1 0,0-1 0,-2 0 1,-1-2-1,-1 1 0,-1-2 1,-34 31-1,-119 95-3080,142-125-1182,-65 34 0,76-47-2376</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232"/>
    </inkml:context>
    <inkml:brush xml:id="br0">
      <inkml:brushProperty name="width" value="0.035" units="cm"/>
      <inkml:brushProperty name="height" value="0.035" units="cm"/>
    </inkml:brush>
  </inkml:definitions>
  <inkml:trace contextRef="#ctx0" brushRef="#br0">6 1 9665,'-3'26'2132,"1"1"0,2 29 0,-1-10-1047,2 14-547,3-1 0,3 0 1,19 83-1,9 76-5962,-32-183 1206,0-12-2455</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608"/>
    </inkml:context>
    <inkml:brush xml:id="br0">
      <inkml:brushProperty name="width" value="0.035" units="cm"/>
      <inkml:brushProperty name="height" value="0.035" units="cm"/>
    </inkml:brush>
  </inkml:definitions>
  <inkml:trace contextRef="#ctx0" brushRef="#br0">1 0 10917,'7'11'1077,"-1"-1"0,0 1 0,-1 0 0,7 20 0,8 17 1102,7-5-382,49 60-1,-56-77-1425,25 30 22,1-2 0,4-2 0,1-3 0,63 48 0,-100-86-491,1-1 1,1 0-1,0-1 0,0 0 1,0-1-1,1-1 0,0-1 0,1-1 1,28 6-1,-34-9-68,-1-1 1,1 0-1,0-1 0,-1-1 1,1 0-1,-1 0 1,1-1-1,-1 0 1,1-1-1,-1-1 0,0 1 1,-1-2-1,1 0 1,-1 0-1,0-1 0,10-6 1,-4-1-91,-1-1 0,0 0 0,-1 0 0,0-2 1,-2 0-1,1 0 0,-2-1 0,11-20 0,1-10 92,35-97 1,-39 76 1917,-3 0 0,10-83 0,-27 151-1677,0-1-1,0 1 1,1 0 0,-1 0-1,0 0 1,0 0 0,1 0-1,-1 0 1,0 0 0,0 0-1,1 1 1,-1-1 0,0 0-1,1 0 1,-1 0-1,0 1 1,1-1 0,-1 1-1,0-1 1,1 0 0,-2 2-1,-1 0 23,-1 1 0,1 1 0,0-1 0,0 0 0,1 1 0,-1 0-1,1-1 1,-1 1 0,1 0 0,0 0 0,1 1 0,-1-1 0,1 0-1,0 0 1,0 1 0,-1 6 0,-2 13 269,0 42-1,4-57-307,0 70-511,11 92 1,31 71-7593,-33-214 3719,5 11-6836</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8.874"/>
    </inkml:context>
    <inkml:brush xml:id="br0">
      <inkml:brushProperty name="width" value="0.035" units="cm"/>
      <inkml:brushProperty name="height" value="0.035" units="cm"/>
    </inkml:brush>
  </inkml:definitions>
  <inkml:trace contextRef="#ctx0" brushRef="#br0">134 101 12293,'0'3'490,"0"1"-1,1-1 1,0 0-1,-1 0 0,1 0 1,0-1-1,0 1 1,1 0-1,-1 0 1,1 0-1,2 4 1,11 23 1453,-1 15-1089,2-2 1,1 0-1,24 41 1,-28-61-686,2 0-1,0-1 1,1 0 0,1-1 0,1-1 0,36 31 0,-50-49-159,-1 1 1,1-1-1,-1 0 1,1 0-1,0 0 0,0 0 1,0 0-1,0-1 1,0 0-1,0 0 1,0 0-1,0 0 1,0-1-1,0 0 1,1 0-1,-1 0 1,0 0-1,0 0 1,1-1-1,-1 0 1,0 0-1,0 0 1,0 0-1,0-1 1,0 0-1,-1 1 1,1-1-1,0-1 1,-1 1-1,1 0 0,-1-1 1,0 0-1,0 0 1,0 0-1,0 0 1,0 0-1,-1-1 1,5-6-1,-3 2 1,0 0-1,0 1 0,-1-1 0,0-1 1,0 1-1,-1 0 0,0-1 0,-1 1 1,1-1-1,-2 1 0,1-1 0,-2-11 1,0 8-8,-1-1 0,0 0-1,-1 1 1,-1-1 0,0 1 0,-1 0 0,-9-18 0,0 8 0,0 0 0,-1 1-1,-1 1 1,-1 0 0,0 1 0,-2 1 0,-33-25 0,28 25-4,0 2 0,-2 0 0,0 2 1,-28-11-1,39 19-286,0 1 0,0 0 1,0 2-1,0-1 0,-1 2 0,1 0 0,-1 1 1,0 0-1,-21 3 0,7 5-1044,29-7 1215,0 0-1,1 0 1,-1 0-1,0 0 1,0 0-1,1 0 1,-1 1-1,0-1 1,0 0-1,1 1 1,-1-1-1,1 0 1,-1 1-1,0-1 1,1 1-1,-1-1 1,1 1-1,-1-1 1,1 1-1,-1-1 1,1 1-1,-1 0 1,1-1-1,0 1 1,-1 0-1,1-1 1,0 1 0,-1 0-1,1 0 1,0-1-1,0 1 1,0 0-1,0 0 1,0-1-1,0 1 1,0 0-1,0 0 1,0 0-1,1 0-230,0 0-1,-1 0 0,1 0 0,0-1 1,0 1-1,0 0 0,0-1 1,0 1-1,0-1 0,0 1 1,0-1-1,1 1 0,-1-1 1,2 1-1,37 7-8005</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9.045"/>
    </inkml:context>
    <inkml:brush xml:id="br0">
      <inkml:brushProperty name="width" value="0.035" units="cm"/>
      <inkml:brushProperty name="height" value="0.035" units="cm"/>
    </inkml:brush>
  </inkml:definitions>
  <inkml:trace contextRef="#ctx0" brushRef="#br0">359 1 13241,'-66'51'2168,"40"-13"-15,-5-1-1,2 11-240,4 7-348,-7 2-172,6 11-252,1 12-272,3 3-167,-26 183 403,42-175-1648,3 1-389,-4-9-483,4-6-720,0-3-592,-3-11-3393,6-6-5412</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39.221"/>
    </inkml:context>
    <inkml:brush xml:id="br0">
      <inkml:brushProperty name="width" value="0.035" units="cm"/>
      <inkml:brushProperty name="height" value="0.035" units="cm"/>
    </inkml:brush>
  </inkml:definitions>
  <inkml:trace contextRef="#ctx0" brushRef="#br0">22 307 13729,'-22'-49'2260,"32"35"-251,9-15-605,6 15-292,4 0-196,15-4-180,17 1-164,12 6-120,12-1-404,17-2-284,6-3-640,9 0-784,10-9-704,7 0-3029,9-2-4332</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272"/>
    </inkml:context>
    <inkml:brush xml:id="br0">
      <inkml:brushProperty name="width" value="0.035" units="cm"/>
      <inkml:brushProperty name="height" value="0.035" units="cm"/>
    </inkml:brush>
  </inkml:definitions>
  <inkml:trace contextRef="#ctx0" brushRef="#br0">157 704 11233,'-3'-3'383,"0"-1"1,1 1-1,-1-1 0,1 1 0,0-1 1,0 0-1,0 0 0,1 0 0,-1 0 1,1 0-1,0 0 0,0 0 0,0 0 1,1-1-1,-1 1 0,1 0 0,0-1 1,0 1-1,1 0 0,0-6 0,3-2-147,0 1-1,1 0 0,0 0 1,1 1-1,0 0 0,8-12 1,-11 18-186,122-198 1170,-109 173-1115,-2 0 0,-2-1 1,0-1-1,-2 1 0,7-41 1,2-28 348,-18 97-403,-3 4 62,-6 10 19,0 1 0,2 0 0,-1 0 0,2 0 0,-8 27 0,6-19 23,1-2-23,2 1 1,0-1 0,1 1 0,1 0 0,1 36-1,14 100 282,-6-114-340,2 0 0,1 0 0,27 67 0,64 111 11,0-1-40,-96-206-38,-1-1 0,0 2 0,0-1 0,-1 0 0,-1 1 0,-1-1 0,0 1 0,-1 27 0,-1-31-4,-1 0 0,0 1 0,-1-1 0,0 0 0,-1 0 0,0-1 0,0 1 0,-1-1 0,0 0 0,-1 0 0,0 0 0,-10 11 0,2-6-3,-1 0 0,-1-1 0,0 0 0,0-1 0,-1-1 0,-1-1 0,-35 16 0,-143 41 13,152-53-5,-4 1 18,14-3-202,-40 7-1,66-19-280,7-4 91,15-11-170,38-24-275,-44 32 588,108-73-1579,68-53-704,135-149-355,-255 216 2675,-2-3-1,85-124 1,-90 105 1634,-3-2 0,67-154 1,-108 215-1002,-7 15 29,1-1 0,-2-1-1,5-19 1,-32 201 449,0 197 0,9 18-3561,13-289 685,-3 53-3495,3-144 5359,0 1 1,0-1 0,0 0-1,0 0 1,0 0 0,0 0 0,-1 0-1,1 0 1,0 0 0,-1 0-1,1 0 1,0 0 0,-1 0 0,1 0-1,-1 0 1,0 0 0,-1 1-1,2-2 49,0 0 0,-1 0 0,1 0 0,-1 0-1,1 0 1,-1 0 0,1 0 0,-1 0-1,1 0 1,0 0 0,-1 0 0,1-1 0,-1 1-1,1 0 1,-1 0 0,1 0 0,0-1-1,-1 1 1,1 0 0,0-1 0,-1 1 0,1 0-1,0-1 1,0 1 0,-1 0 0,1-1 0,0 0-1,-19-33-609,15 22 578,0 0 1,1-1-1,0 1 1,1-1-1,0-22 1,3-65 86,-1 94-14,3-36 112,1-1 0,2 1 1,2 0-1,2 0 0,23-59 0,-25 80-48,2 1 0,0 0 0,1 1 0,1 1 0,17-22 0,-20 29-10,1 1 0,0 0 0,1 0 0,0 1 0,1 1 0,-1 0 0,2 0 0,24-11 0,-34 18-6,0 0 0,0 0 1,0 0-1,1 0 1,-1 0-1,1 1 0,-1-1 1,0 1-1,1 0 0,-1 0 1,5 1-1,-6-1 23,0 0 0,0 1 0,-1-1-1,1 1 1,0 0 0,0 0 0,-1 0 0,1 0-1,-1 0 1,1 0 0,-1 0 0,1 0 0,-1 0 0,0 1-1,1-1 1,0 3 0,0-1 22,-1 0 1,1 0-1,-1 1 0,0-1 1,0 0-1,0 1 0,-1 0 1,1-1-1,-1 1 0,0-1 1,0 1-1,0-1 0,0 1 1,-1-1-1,1 1 0,-1-1 1,0 1-1,0-1 0,0 1 1,-3 4-1,-4 8 139,-1-1 0,-1 0 0,-18 23 0,16-24-70,1 1 1,1 0-1,-10 19 0,19-32-179,0 0 1,0-1 0,0 1-1,1-1 1,-1 1-1,1 0 1,-1 0-1,1-1 1,0 1-1,-1 0 1,1 0-1,0-1 1,0 1 0,0 0-1,1 0 1,-1-1-1,0 1 1,1 0-1,0 1 1,-1-2-18,1 0 0,0 0 1,0 0-1,0 0 0,0 0 0,0 0 1,0 0-1,0 0 0,0-1 0,0 1 1,0 0-1,0-1 0,0 1 0,1-1 1,-1 0-1,0 1 0,0-1 0,1 0 1,1 1-1,4-1-112,0 0 0,0 0 1,0-1-1,-1 0 0,1 0 0,0 0 1,9-4-1,8-4-84,-2 0 1,1-2-1,-1 0 1,-1-2-1,0 0 1,-1-1 0,0-1-1,-1-1 1,-1-1-1,-1-1 1,24-29-1,-36 41 300,-1 1 0,1 1 0,0-1 0,0 1-1,1 0 1,-1 0 0,1 0 0,0 1 0,0 0 0,0 0 0,0 1 0,8-3-1,0 2-45,0 0-1,0 0 0,1 2 1,23-1-1,-25 1-82,0 0 1,1-1-1,15-5 1,10-1-424,-1-4-54,-35 12 536,1 0-76,141-10 326,-60 3 627,-8 7 138,-72 1-992,-1 0 1,0 0-1,1 1 0,-1 0 1,0 0-1,0 0 1,0 0-1,0 0 0,0 1 1,-1 0-1,5 4 1,-3-3-8,6 5 23,-3-3-243,-1 0 1,1 0 0,1 0-1,-1-1 1,1 0 0,0-1-1,17 6 1,-16-7 76,1 1-532,1-1-1,0 0 0,0-1 1,0 0-1,15 0 1,18-2-2204,-2 0-841</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426"/>
    </inkml:context>
    <inkml:brush xml:id="br0">
      <inkml:brushProperty name="width" value="0.035" units="cm"/>
      <inkml:brushProperty name="height" value="0.035" units="cm"/>
    </inkml:brush>
  </inkml:definitions>
  <inkml:trace contextRef="#ctx0" brushRef="#br0">0 46 4052,'61'-20'960,"-39"9"-191,0 2-225,7 6-36,-1 0-232,1 6-340,-1-3-412,4 0-1453,22 6 273</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1:40.558"/>
    </inkml:context>
    <inkml:brush xml:id="br0">
      <inkml:brushProperty name="width" value="0.035" units="cm"/>
      <inkml:brushProperty name="height" value="0.035" units="cm"/>
    </inkml:brush>
  </inkml:definitions>
  <inkml:trace contextRef="#ctx0" brushRef="#br0">0 175 5733,'0'0'2876,"3"-23"-1552,0 0 324,4 9-1104,-1-6-344,7 3-516,3 0-532,0-9-2452,9-8-1577</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1.758"/>
    </inkml:context>
    <inkml:brush xml:id="br0">
      <inkml:brushProperty name="width" value="0.035" units="cm"/>
      <inkml:brushProperty name="height" value="0.035" units="cm"/>
    </inkml:brush>
  </inkml:definitions>
  <inkml:trace contextRef="#ctx0" brushRef="#br0">1 161 5985,'0'-4'499,"0"0"0,0 0 1,0 0-1,0 0 0,1 0 1,-1 0-1,1 0 0,0 0 1,1 0-1,-1 0 0,1 1 1,-1-1-1,1 0 1,4-4-1,3-6 1227,1 1 0,15-16 1,-5 7 351,5 2 508,-24 21-2452,1-1 0,-1 1-1,0-1 1,0 1 0,0-1-1,1 1 1,-1 0 0,0-1-1,0 1 1,0 0 0,0 0-1,0 0 1,0 0 0,1 1 0,-2-2 18,7 7 139,0 0 1,0 1-1,-1-1 0,0 1 0,-1 1 0,0-1 0,0 1 0,0 0 1,-1 0-1,3 13 0,2 4 191,-2 1 1,5 40 0,-5-8 65,-3 112 1,-19 61-597,9-166-235,-5 57-3724,-47 207 0,21-175-3479,4-7-4923</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3.804"/>
    </inkml:context>
    <inkml:brush xml:id="br0">
      <inkml:brushProperty name="width" value="0.035" units="cm"/>
      <inkml:brushProperty name="height" value="0.035" units="cm"/>
    </inkml:brush>
  </inkml:definitions>
  <inkml:trace contextRef="#ctx0" brushRef="#br0">509 147 4624,'0'0'273,"-1"1"-1,1-1 0,-1 1 0,0-1 0,0 1 0,1-1 0,-1 1 0,0-1 0,0 0 0,0 1 0,0-1 0,1 0 0,-1 0 1,0 0-1,0 1 0,0-1 0,0 0 0,0 0 0,0 0 0,0 0 0,1-1 0,-1 1 0,0 0 0,0 0 0,0 0 0,0-1 1,1 1-1,-1 0 0,-1-2 0,-15-20 1264,7 6 34,9 14-985,-3-17 634,3 14-921,0 0 0,-1 0 0,0 0 0,0 0 1,0 0-1,-5-6 0,5 8 395,1 1-387,0-2-200,-1 1 1,0-1 0,0 0-1,0 1 1,0-1 0,-1 1-1,1 0 1,-5-4 0,6 6-96,0 1 0,0-1 0,0 0 0,0 1 0,-1-1 0,1 1 0,0-1 0,-1 1 0,1-1 0,0 1 0,-1 0 0,1 0 0,0 0 0,-1-1 0,1 1 0,0 1 0,-1-1 0,1 0 0,0 0 0,-1 0 0,1 1 0,0-1 0,-1 1 0,1-1 0,0 1 0,0-1 0,0 1 0,-1 0 0,-1 1 0,-13 10 65,0 0 0,1 1 0,1 1 0,0 0 0,0 1 0,-19 29 0,-56 108 446,65-108-406,0 5-8,3 1 0,1 1 0,3 1 1,2 0-1,2 1 0,-7 73 0,17-99-88,2-1-1,2 1 1,0-1 0,1 0-1,2 1 1,1-1-1,0-1 1,2 1 0,2-1-1,0 0 1,1-1-1,1 0 1,2 0 0,0-1-1,1-1 1,2-1-1,0 0 1,1 0 0,1-2-1,1 0 1,0-2-1,44 31 1,-36-33 34,1-1 0,1-1 0,0-2 0,1-1 0,0-1 0,1-2-1,-1 0 1,1-3 0,0 0 0,1-2 0,-1-1 0,0-2 0,1-1 0,-1-1 0,49-12 0,-50 7 25,-1 0-1,0-2 1,0-1 0,-1-2-1,0-1 1,51-34 0,-60 34-68,0-1 0,-1-1 0,0-1 0,-1-1 0,-1 0 0,-1-1 0,-1 0 0,0-1 0,13-30 0,-17 30-9,-1-1 0,-2-1 1,0 0-1,-1 0 0,-1 0 0,-1-1 0,-1 1 0,-1-28 1,-2 18 1,-2 0 1,-1 0 0,-2 0 0,-1 0-1,-13-38 1,1 18-44,-2 2-1,-3 0 1,-2 1 0,-1 2-1,-3 0 1,-54-66 0,62 88-76,-1 0 1,-1 1 0,-1 1 0,-1 2-1,-41-28 1,53 40-44,-2 1-1,1 1 0,-1 0 1,-1 1-1,1 0 0,-1 2 1,0-1-1,0 2 0,0 0 0,0 2 1,0-1-1,-33 3 0,29 1-412,-1 2 0,1 0-1,0 1 1,0 1-1,0 1 1,1 1-1,0 0 1,-28 18-1,28-14-980,-1 2 1,2 0-1,0 1 0,-18 19 0,-2 13-5561</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4.008"/>
    </inkml:context>
    <inkml:brush xml:id="br0">
      <inkml:brushProperty name="width" value="0.035" units="cm"/>
      <inkml:brushProperty name="height" value="0.035" units="cm"/>
    </inkml:brush>
  </inkml:definitions>
  <inkml:trace contextRef="#ctx0" brushRef="#br0">1 1 10997,'0'0'4568,"13"8"-4704,3 1-672</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4.754"/>
    </inkml:context>
    <inkml:brush xml:id="br0">
      <inkml:brushProperty name="width" value="0.035" units="cm"/>
      <inkml:brushProperty name="height" value="0.035" units="cm"/>
    </inkml:brush>
  </inkml:definitions>
  <inkml:trace contextRef="#ctx0" brushRef="#br0">36 0 7053,'-34'0'968,"33"0"-920,1 1-1,0-1 0,0 0 0,0 1 0,0-1 0,0 0 1,0 0-1,0 1 0,0-1 0,0 0 0,0 1 0,0-1 0,0 0 1,0 1-1,0-1 0,0 0 0,0 0 0,0 1 0,1-1 1,-1 0-1,0 1 0,0-1 0,0 0 0,0 0 0,0 1 1,1-1-1,-1 0 0,0 0 0,0 1 0,1-1 0,-1 0 0,0 0 1,0 0-1,1 0 0,-1 1 0,0-1 0,1 0 0,11 12 753,-2-8-605,0 0 0,0 0 0,0-1 0,1 0 0,-1-1 0,1 0 0,-1-1 0,13 0 0,3 2 25,1050 80 1539,6-39-1581,-601-26-92,649 14-6,-3-46 180,-1121 13-256,275-15 70,-10-22-75,-256 35-64,0 0-1,-1-1 1,1-1-1,-1 0 1,1-1-1,-2 0 1,19-11-1,-32 17 56,0 0 0,0 0 0,0 0 0,0-1 0,0 1 0,0 0 0,0 0-1,1 0 1,-1 0 0,0 0 0,0 0 0,0 0 0,0 0 0,0 0 0,0 0 0,0 0 0,0-1 0,0 1 0,0 0 0,0 0 0,0 0-1,1 0 1,-1 0 0,0 0 0,0 0 0,0-1 0,0 1 0,0 0 0,0 0 0,0 0 0,0 0 0,0 0 0,0 0 0,0 0 0,0-1 0,0 1-1,0 0 1,-1 0 0,1 0 0,0 0 0,0 0 0,0 0 0,0 0 0,0-1 0,0 1 0,0 0 0,0 0 0,0 0 0,0 0 0,0 0-1,0 0 1,-1 0 0,1 0 0,0 0 0,0 0 0,0 0 0,0 0 0,0-1 0,-5-4-339,0 0 1,-1 0-1,1 0 0,-1 1 1,0 0-1,0 0 1,0 0-1,0 1 0,-1 0 1,0 0-1,1 1 0,-1-1 1,0 2-1,0-1 1,0 1-1,-13-1 0,-46-7-4650</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5.351"/>
    </inkml:context>
    <inkml:brush xml:id="br0">
      <inkml:brushProperty name="width" value="0.035" units="cm"/>
      <inkml:brushProperty name="height" value="0.035" units="cm"/>
    </inkml:brush>
  </inkml:definitions>
  <inkml:trace contextRef="#ctx0" brushRef="#br0">861 139 4388,'3'-12'1882,"0"0"0,0 0 0,1 0 0,10-21 0,-11 28-1540,0 0 0,0 0 0,0 0 1,1 0-1,0 1 0,0-1 0,0 1 0,0 0 1,1 0-1,-1 1 0,8-5 0,-10 8-254,1-1 0,-1 1 0,0 1 0,0-1 0,0 0-1,0 1 1,0-1 0,0 1 0,1-1 0,-1 1 0,0 0 0,0 0-1,-1 0 1,1 0 0,0 0 0,0 1 0,2 1 0,-2 2 7,1 0 0,-1 1 0,0-1 0,0 1 0,-1-1 0,0 1 0,0 0 0,0-1 0,0 10 0,-1-8-9,2 23 106,-2 0 1,-1-1-1,-1 1 1,-8 35-1,-34 118 199,-92 198-12,-34-5-897,66-153-307,-133 323-2151,30 13-4384,121-274-231</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8.591"/>
    </inkml:context>
    <inkml:brush xml:id="br0">
      <inkml:brushProperty name="width" value="0.035" units="cm"/>
      <inkml:brushProperty name="height" value="0.035" units="cm"/>
    </inkml:brush>
  </inkml:definitions>
  <inkml:trace contextRef="#ctx0" brushRef="#br0">5919 2473 3480,'0'0'1836,"-4"0"-1017,-21 4 55,-17 1 140,-1 3 1,1 1-1,-43 16 1,72-20-881,1 0 1,0 1-1,0 0 1,0 1-1,1 0 1,0 1 0,1 0-1,0 1 1,0 0-1,0 1 1,1 0-1,1 0 1,0 1 0,-10 16-1,7-4 100,1 0-1,0 1 0,2 0 1,1 0-1,1 0 1,-4 33-1,-5 153 850,13-176-943,-4 261 722,-8 136 35,-11-94-519,-19 344 51,43-623-409,-44 677 202,37-672-216,-3-2 1,-2 1-1,-4-2 1,-1 0 0,-4-1-1,-2-1 1,-62 107-1,-153 173-997,175-252 364,35-43 83,-35 70 0,33-56 303,9-4 304,12-25 436,9-26 27,-1 1-450,1-1 0,-1 1 0,0-1-1,-1 1 1,1-1 0,0 0 0,-1 0 0,1 0 0,-4 1 0,-11-11 12,0 1 1,0 0-1,-1 1 1,-30-5 0,-82-8-464,19 3-392,-450-100-1596,-244-93 1430,727 184 911,1-5 1,2-2-1,1-4 1,-74-48-1,95 48-21,1-2 1,2-2-1,2-2 1,2-2-1,-72-89 1,-44-80-246,-234-276-114,251 347 499,-6 6 0,-234-161 0,201 172 16,90 65 223,3-3-1,-110-102 1,175 140-275,2 0-1,0-2 1,2 0 0,1-2 0,2 0 0,1-1 0,1-1-1,1-1 1,2 0 0,1-1 0,-13-56 0,24 81-55,-5-18 18,2-1 1,-2-39-1,7 25-21,2 0 1,11-57-1,57-259-76,-53 287 32,2 1 0,54-126 1,-57 159 27,119-259-123,12 6-1,189-276 1,-257 448 16,6 4 1,113-119 0,-126 159 32,3 3-1,3 3 1,147-95 0,193-80-231,-291 172 319,-53 24-83,93-76 1,-165 121 81,-2 1-4,0 0-1,1 0 1,-1-1 0,0 1 0,0 0 0,1 0-1,-1 0 1,0-1 0,0 1 0,1 0 0,-1 0-1,0-1 1,0 1 0,0 0 0,0 0 0,1-1-1,-1 1 1,0 0 0,0-1 0,0 1 0,0 0-1,0-1 1,0 1 0,0 0 0,0 0 0,0-1-1,0 1 1,0 0 0,0-1 0,0 1 0,0 0-1,0-1 1,0 1 0,0 0 0,0-1 0,0 1-1,-1 0 1,1 0 0,0-1 0,0 1 0,-16-9-30,-25 0 53,31 9 37,0 0 0,1-1 1,-1 0-1,0-1 0,1 0 1,0-1-1,-1 1 0,1-2 1,0 0-1,0 0 0,-8-5 1,15 6-47,1 1 0,0 0 0,0 0 0,0 0 0,0 0 0,1-1 0,-1 1 0,1 0 0,-1-1 0,1 1 0,0 0 0,0-1 0,0-3 0,0 3-6,0 1-1,0-1 1,1 0-1,-1 1 0,0-1 1,1 1-1,0-1 1,0 0-1,0 1 1,0 0-1,0-1 1,0 1-1,0 0 0,1-1 1,-1 1-1,1 0 1,0 0-1,0 0 1,-1 0-1,1 1 0,0-1 1,1 0-1,-1 1 1,0 0-1,0-1 1,1 1-1,-1 0 1,1 0-1,-1 0 0,1 0 1,4 0-1,27-8-14,0 2-1,0 1 0,36-1 1,110 2 33,-116 5-9,1556 17-241,7 0-311,-1439-19 458,686-28-182,-865 29 260,177-23-77,-165 20 58,0-1 0,0-1-1,-1-1 1,0 0 0,0-2 0,23-13-1,-42 21 24,1 1-1,-1-1 0,0 0 0,0 0 0,0 1 0,0-1 0,0 0 1,0 0-1,-1 0 0,1 0 0,0 0 0,0 0 0,-1 0 0,1-1 1,-1 1-1,1 0 0,-1 0 0,1 0 0,-1-1 0,0 1 0,1 0 1,-1 0-1,0-1 0,0 1 0,0-2 0,-1 1 0,1-1 0,-1 1-1,0-1 1,0 1 0,0-1 0,0 1-1,0 0 1,-1 0 0,1-1 0,-1 1-1,-3-3 1,-1-2-8,0 1 1,-1 0-1,0 1 0,0 0 1,-1 0-1,-10-6 0,-10 0-17,-1 1 0,-1 1 0,0 1 1,0 2-1,0 1 0,0 1 0,-1 2 0,-57 2 0,86 0 22,-2 0-2,1 0-1,-1 0 1,1 1 0,-1-1 0,1 1-1,-1-1 1,1 1 0,0 0-1,0 0 1,-1 1 0,1-1-1,0 1 1,0-1 0,0 1-1,-5 4 1,7-5 3,1 0-1,0-1 1,-1 1 0,1 0-1,0 0 1,-1-1-1,1 1 1,0 0 0,0 0-1,0 0 1,0-1-1,0 1 1,0 0 0,0 0-1,0 0 1,0-1-1,0 1 1,0 0 0,0 0-1,1 0 1,-1-1-1,0 1 1,1 0 0,-1 0-1,0-1 1,1 1-1,-1 0 1,1-1 0,-1 1-1,1-1 1,-1 1-1,1 0 1,0-1 0,-1 1-1,1-1 1,0 0-1,-1 1 1,1-1 0,1 1-1,32 19-142,22 0 76,0-2-1,1-3 0,87 12 0,-123-23 36,35 5 18,1-2-1,0-2 1,1-3-1,-1-3 1,71-9-1,-18-10-39,-69 11 34,0 2-1,65-3 1,-53 15-39,-48-4 50,12 7-2,-16-8 11,-1 0 0,1 0 1,0 1-1,0-1 1,-1 0-1,1 0 0,0 1 1,0-1-1,-1 0 1,1 1-1,0-1 0,-1 0 1,1 1-1,0-1 0,-1 1 1,1-1-1,-1 1 1,1 0-1,-1-1 0,1 1 1,-1-1-1,1 1 1,-1 0-1,0 0 0,1-1 1,-1 1-1,0 0 0,0-1 1,0 1-1,1 0 1,-1 0-1,0-1 0,0 1 1,0 0-1,0 0 1,0 0-1,0-1 0,0 1 1,-1 0-1,1 0 0,0-1 1,0 1-1,0 0 1,-1 0-1,1-1 0,-1 1 1,1 0-1,0-1 1,-1 1-1,1-1 0,-2 2 1,0 2 5,0-1-4,-1-1 0,0 1 0,0-1 1,0 0-1,-1 0 0,1 0 0,0 0 0,-1-1 0,1 0 0,-5 2 0,2-1-11,4-1 14,0 0 0,1 0-1,-1 0 1,1 0 0,-1 0 0,1 0 0,-1 0 0,1 1 0,-1-1 0,1 0 0,0 1 0,0-1 0,0 1 0,0-1 0,0 1 0,0 0 0,0-1-1,0 4 1,-3 36 129,2-5 56,-6 19 93,3 1 0,3 60 0,14 118 204,-6-135-353,11 158 124,10 381 96,-27-554-359,-10 264-242,4-266 122,-5 0 1,-23 96 0,17-112 69,-3 0 0,-3-2 1,-3 0-1,-3-2 0,-68 111 0,81-149 46,-80 127-46,78-120 39,2 1-1,-23 64 1,35-83 19,1-1 0,1 1 1,1 0-1,0 0 0,0 0 0,1 0 1,1 0-1,0 0 0,1-1 0,0 1 1,1 0-1,0-1 0,1 1 0,6 12 0,-7-17 1,1-1 0,0 1 0,0-1 0,0 0 0,1 0 0,0 0 0,0-1 0,1 0-1,0 0 1,0 0 0,1-1 0,-1 0 0,1 0 0,0 0 0,0-1 0,1 0 0,-1-1-1,1 0 1,0 0 0,0 0 0,0-1 0,14 2 0,-16-3-8,-1-1 1,1 0-1,-1-1 1,0 1-1,1-1 0,-1 0 1,0 0-1,0-1 1,1 0-1,-1 1 0,0-2 1,6-3-1,2-2-40,-1-1 0,22-20-1,-32 28 87,-6 3 2,-7 4-12,0 1-1,1 0 1,0 1-1,1 0 1,0 0-1,0 1 1,0 0-1,-10 17 0,-57 94 272,49-71-233,-460 908 446,434-832-379,7 1 1,4 3-1,-36 199 1,67-256-51,4 1 0,2-1 0,4 1 0,2 0 1,14 85-1,-7-110-41,0 0-105,2 79-1,-10-125 25,0 1 0,0-1 0,0 1 0,-1-1 0,1 0 0,-1 1 0,0-1 0,0 0 0,0 0 0,0 1 0,0-1 0,0 0 0,0 0 0,-1 0 0,1 0 0,-1-1 0,1 1 0,-1 0 0,0 0 0,0-1 0,1 1 0,-1-1 0,-3 2 1,-4 1-155,0 0 0,1-1 0,-2 0 0,-13 3 1,10-2 115,-161 34-1015,70-16 716,-161 25-127,140-28 374,-9 1 41,-140 17 7,46-14 79,166-18 32,0-3 0,0-2 1,-89-13-1,105 6-31,1-2 1,0-3-1,0-1 0,2-2 1,-55-26-1,-336-207-217,395 225 186,-1 1 0,0 2 0,-2 2 0,0 2 0,-68-17 0,76 26-159,-1 1-1,1 1 0,-1 3 1,0 0-1,0 2 1,0 2-1,-61 11 0,39 0-1505,-107 39-1,100-27-520</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19.270"/>
    </inkml:context>
    <inkml:brush xml:id="br0">
      <inkml:brushProperty name="width" value="0.035" units="cm"/>
      <inkml:brushProperty name="height" value="0.035" units="cm"/>
    </inkml:brush>
  </inkml:definitions>
  <inkml:trace contextRef="#ctx0" brushRef="#br0">0 0 3740,'51'3'696,"-7"6"-280,-21-9-272,5-6-664,4 0-772,6 9 1092</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0.256"/>
    </inkml:context>
    <inkml:brush xml:id="br0">
      <inkml:brushProperty name="width" value="0.035" units="cm"/>
      <inkml:brushProperty name="height" value="0.035" units="cm"/>
    </inkml:brush>
  </inkml:definitions>
  <inkml:trace contextRef="#ctx0" brushRef="#br0">80 0 4868,'0'0'1189,"-1"4"-19,-30 87 2270,21-68-2969,1 1-1,2 0 1,0 0-1,2 1 0,-4 38 1,9-48-321,0 1 0,2-1-1,0 0 1,0 0 0,1 0 0,1-1 0,0 1 0,2-1-1,-1 0 1,2 0 0,-1 0 0,2-1 0,0 0 0,11 12 0,-11-14-64,1-1 1,0 0 0,1 0 0,0-1 0,1-1 0,0 0 0,0 0 0,1-1 0,0-1 0,0 0 0,1 0 0,-1-1 0,1-1 0,0 0 0,0-1 0,16 2 0,11-2-2,0-1 0,1-3 0,-1-1 0,0-2 0,57-12 0,-44 3-334,-1-2 0,-1-2 0,77-37 0,-58 15-3459,108-78 0,-95 60-2622</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0.641"/>
    </inkml:context>
    <inkml:brush xml:id="br0">
      <inkml:brushProperty name="width" value="0.035" units="cm"/>
      <inkml:brushProperty name="height" value="0.035" units="cm"/>
    </inkml:brush>
  </inkml:definitions>
  <inkml:trace contextRef="#ctx0" brushRef="#br0">122 1 4452,'-20'18'1952,"-1"0"0,-37 24 0,56-40-1316,1-3-587,0 1 0,0 0 0,1 0 0,-1 0 0,0 0 0,0 0 0,1 0 0,-1 0 0,0 0 0,0 1 0,1-1 0,-1 0 0,0 0 0,1 1 0,-1-1 0,0 0 0,1 1 0,-1-1 0,0 0 0,1 1 0,-1-1 0,1 1 0,-1-1 0,1 1 0,-1-1 0,1 1 0,-1 0 0,1-1 0,-1 1 1,1 0-1,0-1 0,-1 2 0,1-1-7,0 0-1,1-1 1,-1 1 0,0 0 0,1 0 0,-1 0 0,0-1 0,1 1 0,-1 0 0,1 0 0,-1-1 0,1 1 0,-1 0-1,1-1 1,0 1 0,-1-1 0,1 1 0,0-1 0,0 1 0,-1-1 0,1 1 0,0-1 0,0 0 0,0 1 0,-1-1-1,1 0 1,0 0 0,1 1 0,18 4 188,1-1 0,-1-1 0,1 0 0,0-2 0,23 0 0,107-14 58,-119 9-266,1 0-716,1-2 0,36-12 0,-42 9-2175,34-16 1,-13-1-1796</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2.340"/>
    </inkml:context>
    <inkml:brush xml:id="br0">
      <inkml:brushProperty name="width" value="0.035" units="cm"/>
      <inkml:brushProperty name="height" value="0.035" units="cm"/>
    </inkml:brush>
  </inkml:definitions>
  <inkml:trace contextRef="#ctx0" brushRef="#br0">43 80 3480,'-1'3'805,"-7"21"645,7-22 1031,0 0-2014,-4 6-345,1 1-1,1-1 1,0 1-1,0-1 0,0 1 1,1 0-1,0 0 1,0 14-1,-2 79 102,5-87-188,-2 7 16,1 10-40,0 1 0,3 0 0,8 49 0,-9-74 30,0-1 1,0 1-1,0-1 1,1 1 0,0-1-1,1 0 1,0 0-1,0 0 1,0-1-1,1 0 1,0 1 0,0-1-1,0-1 1,1 1-1,0-1 1,0 0-1,0 0 1,1-1 0,0 0-1,8 4 1,-9-6 2,-1-1 1,0 1-1,0-1 1,0-1-1,1 1 1,-1-1-1,1 0 0,-1 0 1,0 0-1,1-1 1,-1 0-1,0 0 1,7-3-1,5-1 117,-1-1-1,30-17 0,8-11 42,0-3-1,-3-2 1,69-66-1,-53 45-315,150-128-1717,-69 69-2830,-94 80 1340</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22.696"/>
    </inkml:context>
    <inkml:brush xml:id="br0">
      <inkml:brushProperty name="width" value="0.035" units="cm"/>
      <inkml:brushProperty name="height" value="0.035" units="cm"/>
    </inkml:brush>
  </inkml:definitions>
  <inkml:trace contextRef="#ctx0" brushRef="#br0">1 558 3168,'12'-3'290,"0"0"1,0-1-1,0 0 0,0-1 0,-1 0 0,0-1 1,0 0-1,0-1 0,-1 0 0,0-1 0,17-16 1,206-231 2196,-99 71-4200,-125 168-305,0-5-405</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3.247"/>
    </inkml:context>
    <inkml:brush xml:id="br0">
      <inkml:brushProperty name="width" value="0.035" units="cm"/>
      <inkml:brushProperty name="height" value="0.035" units="cm"/>
    </inkml:brush>
  </inkml:definitions>
  <inkml:trace contextRef="#ctx0" brushRef="#br0">772 75 10293,'3'-13'555,"10"-30"2270,-1 24 5335,-34 36-7361,0 0-1,1 1 1,1 1 0,1 0-1,-19 26 1,-80 120 814,115-160-1569,-43 67 258,-48 102 0,-20 85-2297,25-54-1473,-46 133-6458,76-167-587</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4.084"/>
    </inkml:context>
    <inkml:brush xml:id="br0">
      <inkml:brushProperty name="width" value="0.035" units="cm"/>
      <inkml:brushProperty name="height" value="0.035" units="cm"/>
    </inkml:brush>
  </inkml:definitions>
  <inkml:trace contextRef="#ctx0" brushRef="#br0">912 14 11845,'-5'-4'554,"-5"-4"13,3 6 2591,-2 18-709,-6 5-1580,-1-1 0,-28 27 1,-9 12 276,-47 63 732,-104 168-1,168-231-1696,3 2 0,3 1 1,3 1-1,2 2 0,-24 97 1,38-111-140,1 2 1,4 0-1,1 0 0,2 0 1,3 0-1,13 99 0,-8-124-53,0-1 0,2 0 0,1 0 0,1-1 0,1 0 0,2 0 0,0-1 0,2-1 0,0 0 0,2-1 0,1-1 0,0 0 0,2-1 0,38 34 0,-45-46 12,1 0 0,0 0-1,0-1 1,0-1 0,1 0 0,0 0-1,0-2 1,1 0 0,0-1 0,0 0 0,0-1-1,0 0 1,0-2 0,1 0 0,-1 0-1,0-2 1,1 0 0,-1 0 0,0-1-1,0-1 1,0-1 0,0 0 0,0-1-1,-1-1 1,0 0 0,0-1 0,0 0-1,19-15 1,-4-1-2,-1-1-1,-1-1 1,-1-1-1,-1-1 1,-2-2 0,-1 0-1,-1-2 1,-1 0-1,-2-1 1,-2-1-1,22-59 1,-19 37-5,-3 0-1,-3-1 1,-2-1-1,-2 0 1,-3-1-1,-3-102 0,-6 105 12,-2 0 0,-3 0-1,-2 1 1,-3 0-1,-2 1 1,-2 1-1,-3 0 1,-42-80-1,42 99-27,-1 0 0,-1 1 0,-2 1 0,-1 1-1,-43-39 1,46 49-64,-1 2 0,-1 1 0,0 0 1,-2 2-1,1 1 0,-2 1 0,-52-18 0,48 22-315,-1 1 1,0 2-1,0 0 1,-1 3-1,1 0 0,-1 3 1,0 0-1,1 2 0,-48 9 1,51-5-1040,0 2 1,1 1 0,-1 1-1,2 2 1,0 0 0,-34 22-1,-11 15-7943</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4.696"/>
    </inkml:context>
    <inkml:brush xml:id="br0">
      <inkml:brushProperty name="width" value="0.035" units="cm"/>
      <inkml:brushProperty name="height" value="0.035" units="cm"/>
    </inkml:brush>
  </inkml:definitions>
  <inkml:trace contextRef="#ctx0" brushRef="#br0">64 234 5561,'-64'-28'12315,"66"27"-12200,0 1 0,0-1 0,0 1 0,0-1 0,0 1 0,0 0 0,0 0 0,0-1 0,4 2 0,11-1 83,439 7 1123,-321-2-1121,2239 34 623,-84-130-2260,-2209 85 1210,169-17-803,-196 16 14,-1-3-1,74-23 1,-123 32 839,-1 0 1,0 0 0,1-1-1,-1 1 1,0-1 0,0 1-1,0-1 1,0 0 0,0 0-1,0-1 1,0 1 0,-1 0-1,5-6 1,-7 7 88,1 0-1,-1 1 1,0-1 0,0 1-1,0-1 1,1 0 0,-1 0 0,0 1-1,0-1 1,0 0 0,0 1-1,0-1 1,-1 0 0,1 1-1,0-1 1,0 0 0,0 1-1,0-1 1,-1 0 0,1 1-1,0-1 1,-1 0 0,1 1-1,0-1 1,-1 0 0,-1-1-198,-1 0 1,1 0-1,0 0 0,-1 0 1,1 1-1,-1-1 1,1 1-1,-1 0 1,-3-2-1,-52-15-4934</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5.129"/>
    </inkml:context>
    <inkml:brush xml:id="br0">
      <inkml:brushProperty name="width" value="0.035" units="cm"/>
      <inkml:brushProperty name="height" value="0.035" units="cm"/>
    </inkml:brush>
  </inkml:definitions>
  <inkml:trace contextRef="#ctx0" brushRef="#br0">956 686 4936,'10'-14'848,"-1"0"-1,0-1 0,-1 0 1,-1 0-1,9-26 0,49-117 2779,19-54-826,-43 115-1456,2-7 599,-126 212-161,-13 28-951,5 4 0,-134 280 1,132-197-338,10 3 1,-92 403-1,1 515-685,77 11-2506,62-692 620,21-251 572,-12 128-2137,-4-117-1982,4-88-1148</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5.836"/>
    </inkml:context>
    <inkml:brush xml:id="br0">
      <inkml:brushProperty name="width" value="0.035" units="cm"/>
      <inkml:brushProperty name="height" value="0.035" units="cm"/>
    </inkml:brush>
  </inkml:definitions>
  <inkml:trace contextRef="#ctx0" brushRef="#br0">1486 220 4544,'2'-25'1394,"-1"0"-1,-1-1 0,-1 1 0,-1 0 0,-10-42 0,10 55-879,-2-3 132,3 15-620,1 0-1,-1 0 0,1 1 1,-1-1-1,1 0 0,-1 0 1,1 0-1,-1 0 0,1 0 1,-1 0-1,1 1 0,-1-1 0,1 0 1,0 0-1,-1 1 0,1-1 1,-1 0-1,1 1 0,0-1 1,-1 0-1,1 1 0,0-1 1,-1 1-1,1-1 0,0 0 1,0 1-1,-1-1 0,1 1 0,0-1 1,0 1-1,0-1 0,0 1 1,-23 38 1036,-27 64 0,27-53-641,-359 952 2997,75 190-2316,88 27-728,105-551-762,-111 539-4538,172-969 2139,11-55-2611,24-93-457</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6.401"/>
    </inkml:context>
    <inkml:brush xml:id="br0">
      <inkml:brushProperty name="width" value="0.035" units="cm"/>
      <inkml:brushProperty name="height" value="0.035" units="cm"/>
    </inkml:brush>
  </inkml:definitions>
  <inkml:trace contextRef="#ctx0" brushRef="#br0">0 1006 6021,'6'-4'346,"-2"0"0,1 0 0,0-1 0,-1 0 0,0 0 0,0 0 0,0 0 0,-1-1 0,0 0 0,0 1 1,4-12-1,-4 8-151,1 1 1,0 0 0,0 0 0,1 1-1,0-1 1,0 1 0,1 0 0,0 0-1,0 1 1,1 0 0,-1 0 0,1 1 0,1-1-1,14-7 1,10-4-27,1 1 0,44-14 0,-67 26-86,137-44 150,1 6 0,162-25 0,315-20-120,-588 83-105,1052-104 2,3 27-103,1008-97-25,-1286 58-332,-758 103-496,-46 12 6,-33 9 216,-41 15-861,32-7-1617,3-1-286</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7.714"/>
    </inkml:context>
    <inkml:brush xml:id="br0">
      <inkml:brushProperty name="width" value="0.035" units="cm"/>
      <inkml:brushProperty name="height" value="0.035" units="cm"/>
    </inkml:brush>
  </inkml:definitions>
  <inkml:trace contextRef="#ctx0" brushRef="#br0">1 0 7913,'0'0'5765,"8"0"-5058,1936 35 765,-702 45-1647,-373-21 260,109-23 1145,-826-32-868,94-9-551,-332 3-1688,-54 1-1526,82 1-1253,53 0 406</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8.168"/>
    </inkml:context>
    <inkml:brush xml:id="br0">
      <inkml:brushProperty name="width" value="0.035" units="cm"/>
      <inkml:brushProperty name="height" value="0.035" units="cm"/>
    </inkml:brush>
  </inkml:definitions>
  <inkml:trace contextRef="#ctx0" brushRef="#br0">779 1 7477,'0'4'1128,"6"60"429,-4 1 0,-2 0-1,-3 0 1,-15 87-1,-71 257 934,61-293-1939,-140 525 836,68-265-1754,-41 106-2243,-47-17-6536,137-363 3437</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2:59.809"/>
    </inkml:context>
    <inkml:brush xml:id="br0">
      <inkml:brushProperty name="width" value="0.035" units="cm"/>
      <inkml:brushProperty name="height" value="0.035" units="cm"/>
    </inkml:brush>
  </inkml:definitions>
  <inkml:trace contextRef="#ctx0" brushRef="#br0">743 316 4568,'23'-78'3540,"-18"59"-2591,0 1-1,1 0 0,8-18 0,-10 29-800,-1 0 0,2 1-1,-1-1 1,1 1-1,0 0 1,0 0-1,1 1 1,-1 0-1,1 0 1,0 0-1,8-4 1,7-2 14,0 0 1,0 2 0,1 0-1,1 2 1,-1 1-1,1 0 1,0 2-1,1 0 1,28 0 0,-7 3-14,0 1 1,1 3-1,83 16 1,-98-13-111,-1 2 0,0 2 0,-1 0 0,1 2 0,-2 2 0,0 0 0,-1 2 0,0 0 0,43 37 1,-59-42-33,0 0 1,0 0 0,-1 1 0,-1 0 0,0 1-1,-1 0 1,0 0 0,-1 1 0,8 20 0,-12-21 8,1-1 1,-2 0 0,1 1 0,-2 0-1,0-1 1,0 1 0,-1 0 0,-1 0 0,0 0-1,-1-1 1,0 1 0,-7 20 0,-1-5-8,-1 0 0,-2-1 0,-1-1 0,-1 0 0,-1 0 1,-34 41-1,-135 127 0,143-153 0,-110 105 69,-152 157-294,253-246 175,2 3 1,4 1-1,-60 104 0,94-144 25,1 0 0,1 0 0,0 1 0,2 0 0,1 1 0,0 0 0,-3 31-1,8-41 23,1 0-1,0 0 0,1 0 0,0 0 0,1-1 0,0 1 0,1 0 0,1-1 0,0 1 0,0-1 0,1 0 0,1-1 0,0 1 0,13 17 0,-6-12-9,2-1 0,0-1 0,0 0 0,2-1 0,0-1-1,0 0 1,1-1 0,1-1 0,34 15 0,-4-6-14,1-2 0,93 20-1,-73-25-9,0-3-1,1-4 0,-1-3 0,1-2 0,0-4 0,0-3 1,116-25-1,-150 23-4,0-2 0,-1-1 1,-1-2-1,57-30 0,-76 34 15,-1 0-1,1-2 0,-2 0 1,1 0-1,-2-1 0,0-1 0,0 0 1,-1-1-1,-1-1 0,0 0 0,13-23 1,-23 37 17,0-1 0,-1 1 1,1 0-1,0-1 0,0 1 1,-1-1-1,1 1 0,-1-1 1,0 1-1,1-1 0,-1 1 0,0-1 1,0 0-1,0 1 0,0-1 1,0 1-1,0-1 0,0 1 1,0-1-1,-1 0 0,1 1 1,-1-1-1,1 1 0,-1-1 0,0 1 1,1 0-1,-1-1 0,0 1 1,0 0-1,0-1 0,0 1 1,0 0-1,0 0 0,-3-2 1,1 1-6,0 1 1,0 0 0,0-1 0,0 1 0,0 0 0,0 1 0,0-1 0,0 0 0,-1 1-1,1 0 1,0 0 0,0 0 0,-1 0 0,1 0 0,-5 2 0,-4 1 17,1 1 0,-1 1 0,1 0 1,-1 1-1,1 0 0,1 1 0,0 0 0,-1 0 0,-14 15 1,-6 9 59,-37 47 1,42-44-21,1 1 0,2 2 0,1 0 1,-19 47-1,11-9 104,-28 101 0,38-91-121,3 1 0,4 0 0,-3 160 0,34 266 241,-12-418-253,11 184 79,12 217 33,-26-432-124,-4 0 1,-2 0-1,-2-1 0,-27 115 1,23-142-11,-2 0 1,-2-1-1,-1 0 1,-1-1-1,-2 0 1,-1-1-1,-2-1 1,-1-1-1,-42 46 1,9-24 12,-2-3 1,-2-1 0,-2-4-1,-115 65 1,-281 113 126,452-220-138,-599 259 325,550-237-1220,50-23-317,7-4-879,21-17-2011,19-17-2253</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00.027"/>
    </inkml:context>
    <inkml:brush xml:id="br0">
      <inkml:brushProperty name="width" value="0.035" units="cm"/>
      <inkml:brushProperty name="height" value="0.035" units="cm"/>
    </inkml:brush>
  </inkml:definitions>
  <inkml:trace contextRef="#ctx0" brushRef="#br0">0 72 12249,'0'0'5713,"10"-17"-5281,-4 3-432,1 2-2469,2-2-2183,-6 0-3637</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0.832"/>
    </inkml:context>
    <inkml:brush xml:id="br0">
      <inkml:brushProperty name="width" value="0.035" units="cm"/>
      <inkml:brushProperty name="height" value="0.035" units="cm"/>
    </inkml:brush>
  </inkml:definitions>
  <inkml:trace contextRef="#ctx0" brushRef="#br0">208 40 7653,'-16'-40'10535,"16"43"-9675,-13 388 5550,-36 197-3808,41-509-2318,-42 329 414,-16 257-915,65-650 141,-3 322-1904,7-243-292,24 144-1,-21-200 1298,-2-8-740,17 57 0,-17-76 424,1 0 1,-1-1-1,2 1 0,12 17 1,18 14-7092</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068"/>
    </inkml:context>
    <inkml:brush xml:id="br0">
      <inkml:brushProperty name="width" value="0.035" units="cm"/>
      <inkml:brushProperty name="height" value="0.035" units="cm"/>
    </inkml:brush>
  </inkml:definitions>
  <inkml:trace contextRef="#ctx0" brushRef="#br0">28 322 6457,'0'-1'29,"-3"-1"160,0-1 0,1 0 1,0 1-1,0-1 0,0 0 0,0-1 1,0 1-1,0 0 0,1 0 1,0-1-1,0 1 0,0-1 0,0 1 1,0-1-1,1 0 0,-1 1 0,1-1 1,0 0-1,0 1 0,0-1 1,1 1-1,-1-1 0,2-4 0,2-1 28,1 1 0,0 0 0,0 0 0,0 1 0,1-1 0,0 1 0,0 1 0,1-1 0,0 1 0,0 0 0,0 0 0,1 1 0,0 0 0,13-6 0,13-4 221,1 1 1,45-13-1,-69 24-367,56-16 287,2 3 0,0 2 0,109-6 0,-131 18-488,1 2 1,0 2-1,-1 2 0,0 2 1,0 3-1,55 16 0,-82-19-208,-2 1-1,1 1 1,-1 0-1,0 1 0,-1 2 1,19 12-1,-25-14-524,-1 0 1,0 1-1,-1 0 0,0 0 0,16 24 0,7 20-4799</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270"/>
    </inkml:context>
    <inkml:brush xml:id="br0">
      <inkml:brushProperty name="width" value="0.035" units="cm"/>
      <inkml:brushProperty name="height" value="0.035" units="cm"/>
    </inkml:brush>
  </inkml:definitions>
  <inkml:trace contextRef="#ctx0" brushRef="#br0">108 595 7717,'-60'28'1803,"47"-22"5529,12-6-7226,0 0 0,0 1 0,0-1 0,-1 0-1,1 0 1,0 0 0,0 0 0,0 0 0,-1-1 0,1 1-1,0 0 1,0-1 0,0 1 0,0 0 0,-1-1 0,1 1 0,0-1-1,0 0 1,0 1 0,0-1 0,0 0 0,0 0 0,0 0-1,1 1 1,-1-1 0,0 0 0,0 0 0,1 0 0,-1 0-1,0 0 1,1-1 0,-1 1 0,1 0 0,0 0 0,-1 0-1,1 0 1,0 0 0,0-1 0,-1 1 0,1 0 0,0 0 0,0-1-1,0 1 1,1 0 0,-1 0 0,1-2 0,0-3 11,1 0 0,0 0 1,1 1-1,-1-1 0,1 1 0,0-1 1,0 1-1,8-8 0,5-5 49,1 1 1,1 1-1,0 1 1,31-20-1,89-46-460,-76 47-37,435-213-8149,-399 207 3913,2 7-2491</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501"/>
    </inkml:context>
    <inkml:brush xml:id="br0">
      <inkml:brushProperty name="width" value="0.035" units="cm"/>
      <inkml:brushProperty name="height" value="0.035" units="cm"/>
    </inkml:brush>
  </inkml:definitions>
  <inkml:trace contextRef="#ctx0" brushRef="#br0">19 83 7905,'-19'-23'11445,"45"23"-10821,2-2-132,14 2-208,34 0-196,-6-6-432,12 3-708,10-3-772,4-5-1161,2-1-1227,19-8-3225</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1.769"/>
    </inkml:context>
    <inkml:brush xml:id="br0">
      <inkml:brushProperty name="width" value="0.035" units="cm"/>
      <inkml:brushProperty name="height" value="0.035" units="cm"/>
    </inkml:brush>
  </inkml:definitions>
  <inkml:trace contextRef="#ctx0" brushRef="#br0">737 1 10245,'9'11'2585,"-9"-9"-2501,1-1-1,0 0 1,-1 0 0,0 1 0,1-1-1,-1 0 1,0 1 0,0-1 0,0 0-1,0 1 1,0-1 0,0 0 0,0 1-1,0-1 1,0 0 0,-1 1 0,1-1-1,0 0 1,-1 1 0,1-1 0,-1 0 0,0 0-1,1 0 1,-1 1 0,-1 0 0,-4 10 377,-29 86 2070,-38 169 0,19-60-1742,-16 26-148,-81 292-5,-21 205-388,59-240-4047,102-436 2574,8-34 178,-2 0 1,1-1 0,-2 0 0,-13 30 0,5-23-2873,8-9-1768</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2.145"/>
    </inkml:context>
    <inkml:brush xml:id="br0">
      <inkml:brushProperty name="width" value="0.035" units="cm"/>
      <inkml:brushProperty name="height" value="0.035" units="cm"/>
    </inkml:brush>
  </inkml:definitions>
  <inkml:trace contextRef="#ctx0" brushRef="#br0">0 163 7709,'2'-11'389,"0"0"0,0 1 0,1-1 1,1 1-1,8-18 0,-9 22-197,0 2 0,0-1-1,1 0 1,0 0 0,0 1 0,0 0-1,1 0 1,-1 0 0,1 1-1,0-1 1,0 1 0,9-4-1,-2 2 13,0 1 0,0 0-1,0 1 1,1 1-1,-1 0 1,20-1-1,3 2 152,39 5-1,-36-1-223,-1 2 1,0 1-1,0 3 0,-1 0 0,0 3 1,-1 1-1,0 1 0,40 23 0,-58-26-99,0-1-1,0 2 0,-1 0 0,-1 1 0,0 1 1,0 0-1,-2 1 0,0 1 0,0 0 1,-2 0-1,0 1 0,-1 1 0,-1 0 0,0 0 1,-1 1-1,9 36 0,-12-30-11,-1-1 1,-1 1-1,-2 0 0,0 0 1,-2 0-1,-4 31 0,-37 148 157,26-137-86,-12 97 0,26-142-80,1 0-1,1 1 1,1-1-1,0 0 1,2 0-1,1 0 1,1 0-1,11 31 1,8 0 1,2-1 1,3-1-1,63 85 1,-57-89 18,-2 2-1,-3 1 1,40 87-1,-67-128-17,0 0 0,0 0 0,-1 0-1,0 0 1,0 1 0,-1-1 0,-1 1 0,1-1-1,-1 1 1,-1-1 0,0 1 0,0-1 0,-1 0-1,-6 18 1,3-15 43,0-1 0,-1 0-1,0 0 1,-1 0-1,-1-1 1,1 0 0,-2 0-1,1-1 1,-1 0 0,-18 13-1,-5 1 183,0-2 1,-2-1-1,-60 27 0,-117 34 558,155-61-621,-517 165-801,556-180-82,-4 0-264,5-3-5914</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2.719"/>
    </inkml:context>
    <inkml:brush xml:id="br0">
      <inkml:brushProperty name="width" value="0.035" units="cm"/>
      <inkml:brushProperty name="height" value="0.035" units="cm"/>
    </inkml:brush>
  </inkml:definitions>
  <inkml:trace contextRef="#ctx0" brushRef="#br0">96 1235 5304,'32'4'611,"-1"-1"-1,1-2 0,-1-1 0,1-1 0,-1-2 0,1-1 0,-1-1 0,0-2 0,-1-1 0,38-15 0,-51 16-519,1-1 0,-2 0-1,1-1 1,-1-1-1,0-1 1,-1 0 0,0-1-1,-1-1 1,0 0 0,-1-1-1,-1 0 1,0-1-1,-1 0 1,-1-1 0,0 0-1,-1-1 1,-1 0 0,8-22-1,-14 30-74,1 0-1,-2 1 1,1-1-1,-1 0 1,-1 0-1,1 0 1,-2 0-1,1 0 1,-1 0-1,0 1 1,-1-1-1,0 0 1,-1 1-1,0-1 1,0 1-1,-5-10 1,5 13 26,0 1 0,1 0 0,-1-1 0,-1 2 0,1-1 0,0 0 0,-1 1 0,0-1 1,0 1-1,0 0 0,0 0 0,-1 1 0,1-1 0,-1 1 0,1 0 0,-1 0 0,0 1 0,0-1 0,0 1 0,0 0 0,0 0 0,0 1 0,0 0 0,0-1 0,0 2 0,0-1 1,0 1-1,0-1 0,-9 4 0,-4 1 147,1 2 0,0 0 0,0 0 1,1 2-1,0 0 0,0 1 0,1 0 0,-23 22 1,-10 13 263,-43 54 1,77-84-393,-37 44 349,-45 66-1,79-100-321,1 1-1,1 1 1,2 0 0,0 0-1,-14 53 1,23-69-61,2 0-1,0 0 1,0 1-1,1-1 1,0 1-1,1-1 1,0 0-1,1 1 1,0-1-1,1 1 1,0-1-1,1 0 1,0 0-1,1 0 1,0-1-1,1 1 1,0-1-1,0 0 1,1 0-1,1-1 1,0 1-1,0-1 1,0-1-1,1 0 1,1 0-1,-1 0 1,20 12-1,-5-7-39,-1-2 0,2 0 0,0-2 0,0 0 0,0-2 0,1 0 0,0-2 0,1-1 0,-1-1-1,48 0 1,-4-5-245,0-3 0,122-26-1,-109 12 73,-1-3 0,-2-4 0,0-3 0,-2-4 0,-1-3 0,-2-4 0,-2-2-1,-2-4 1,-1-3 0,-3-2 0,-3-4 0,73-79 0,-56 45 234,-5-4 0,114-183 1,-106 130 862,91-221 0,-158 330-732,-3 6 247,15-52 1,-27 80-117,-4 8-64,-9 22 104,-15 45 143,8 6-155,2 1 0,-5 92 0,8 165 83,36 59-1669,-5-265-2104,5-1-3673,-15-79-882</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3.063"/>
    </inkml:context>
    <inkml:brush xml:id="br0">
      <inkml:brushProperty name="width" value="0.035" units="cm"/>
      <inkml:brushProperty name="height" value="0.035" units="cm"/>
    </inkml:brush>
  </inkml:definitions>
  <inkml:trace contextRef="#ctx0" brushRef="#br0">1 140 6117,'3'-3'183,"-1"1"1,1-1 0,0 0 0,0 1 0,0-1 0,0 1 0,1 0 0,-1 0 0,1 0 0,-1 0 0,1 1-1,0 0 1,-1 0 0,8-2 0,7 0 522,-1 1-1,22 1 1,2-1 65,166-10 1054,47-5-907,252-44 655,-432 52-1303,-107 43-1,-22 11-232,16-14-63,-44 46 0,72-65-8,0 0 1,1 1 0,1 0-1,0 0 1,1 1 0,0 1-1,1-1 1,-6 18 0,12-28 25,-1 1-1,1-1 1,0 1 0,0 0 0,1 0 0,-1-1 0,1 1-1,0 0 1,0 0 0,1 0 0,-1-1 0,1 1-1,0 0 1,0 0 0,1-1 0,-1 1 0,4 4 0,-2-3-2,1-1 1,-1 0-1,2 0 0,-1 0 1,0-1-1,1 1 1,0-1-1,0 0 1,0 0-1,1-1 1,7 5-1,8 1 24,-1-1 0,1-1 0,0-1 0,1 0 0,-1-2 0,33 3 0,218 16 1062,-266-22-1040,0 0 0,0 0 0,1 0 0,-1 0 1,-1 1-1,1 0 0,0 0 0,0 1 0,6 3 0,-11-4-40,1-1-1,0 0 1,-1 1-1,1-1 1,-1 1-1,1-1 0,-1 1 1,0 0-1,0-1 1,0 1-1,0 0 1,0 0-1,0 0 1,0 0-1,0 0 1,-1 0-1,1 0 1,-1 0-1,0 0 0,0 0 1,1 0-1,-1 0 1,-1 1-1,1-1 1,0 0-1,-1 4 1,-1 0-201,0 0 1,-1-1-1,1 1 1,-1 0-1,0-1 1,0 0-1,-1 0 1,-6 8-1,-40 39-3582,32-34 1108,-9 10-3484</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3.585"/>
    </inkml:context>
    <inkml:brush xml:id="br0">
      <inkml:brushProperty name="width" value="0.035" units="cm"/>
      <inkml:brushProperty name="height" value="0.035" units="cm"/>
    </inkml:brush>
  </inkml:definitions>
  <inkml:trace contextRef="#ctx0" brushRef="#br0">528 891 9085,'-1'0'86,"1"0"0,0 0 0,-1 0-1,1 0 1,0-1 0,0 1 0,-1 0 0,1 0 0,0-1 0,0 1 0,0 0 0,-1-1-1,1 1 1,0 0 0,0 0 0,0-1 0,0 1 0,-1 0 0,1-1 0,0 1 0,0 0-1,0-1 1,0 1 0,0 0 0,0-1 0,0 1 0,0-1 0,0 1 0,0 0 0,0-1-1,0 1 1,1 0 0,-1-1 0,0 1 0,0 0 0,0 0 0,0-1 0,0 1 0,1 0 0,-1-1-1,0 1 1,13-29 2133,21-25-84,79-63 375,20-25-1320,-93 91-937,-2-2 0,-2-1 0,-3-2 0,-2-1 0,-2-2 0,-4 0 0,21-72 0,-45 131-249,-1-1-1,0 1 0,0 0 1,1-1-1,-1 1 1,0-1-1,0 1 1,0-1-1,0 1 1,0 0-1,0-1 1,1 1-1,-1-1 1,0 1-1,0-1 1,0 1-1,0 0 0,-1-1 1,1 1-1,0-1 1,0 1-1,0-1 1,0 1-1,0 0 1,-1-1-1,1 1 1,0-1-1,0 1 1,-1 0-1,1-1 1,0 1-1,0 0 0,-1-1 1,1 1-1,0 0 1,-1-1-1,1 1 1,-1 0-1,1 0 1,0 0-1,-1-1 1,1 1-1,-1 0 1,1 0-1,0 0 1,-1 0-1,1 0 0,-1 0 1,1 0-1,-1 0 1,1 0-1,-1 0 1,1 0-1,0 0 1,-1 0-1,1 0 1,-1 0-1,1 0 1,-1 0-1,1 1 1,0-1-1,-1 0 0,1 0 1,0 0-1,-1 1 1,1-1-1,-1 0 1,1 1-1,-1-1 1,-33 22 92,18-9-43,2 1-1,-1 1 0,2 0 0,0 1 0,-19 31 1,-43 94 331,58-98-329,1 1-1,2 0 1,2 1 0,2 0 0,2 1-1,2 0 1,0 77 0,8-35 3,4 0-1,4-1 1,23 95 0,60 135-221,1 6-65,-91-310 215,0 0 0,-2 1 0,1-1 0,-2 1 0,0-1 0,0 1 0,-1-1 0,-4 17 0,3-23 10,0 1 0,-1-1 0,1 0 0,-2 0 0,1-1 0,-1 1 0,0-1 0,-1 1 0,1-1 0,-1-1 0,0 1 0,-1-1 0,1 1 0,-1-2 0,0 1 0,-8 4 0,-4 1-8,0 0 0,-1-2 0,-1 0 1,0-1-1,0-1 0,0-1 0,-35 5 0,-8-4-288,-78-1-1,-6-8-2422,-146-23-1,230 12-2903,21-2-3550</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166"/>
    </inkml:context>
    <inkml:brush xml:id="br0">
      <inkml:brushProperty name="width" value="0.035" units="cm"/>
      <inkml:brushProperty name="height" value="0.035" units="cm"/>
    </inkml:brush>
  </inkml:definitions>
  <inkml:trace contextRef="#ctx0" brushRef="#br0">678 12 9845,'10'-12'5267,"-13"17"-4209,-34 37 4,-2-1 1,-1-1-1,-76 56 0,-13 12-302,-44 70-22,151-152-663,1 1 0,2 0 0,1 2 0,1 0 0,-16 40 0,29-60-64,0 0-1,1 0 1,1 1-1,0-1 1,0 1 0,0 0-1,2 0 1,-1 0-1,1-1 1,0 1-1,1 0 1,0 0-1,1 0 1,0-1-1,1 1 1,-1-1-1,2 1 1,-1-1-1,2 0 1,-1-1-1,1 1 1,0-1-1,1 1 1,0-2-1,0 1 1,1-1-1,0 0 1,0 0 0,0-1-1,1 0 1,15 10-1,-2-5-63,1-1 0,0-1 0,0-1 0,0 0 0,1-2 0,0-1 0,0-1 0,1 0 0,-1-2 0,1-1 0,0-1 0,-1-1 0,30-5 0,6-3-229,0-3 1,0-3-1,-2-2 1,61-27 0,-17-1 33,-2-5 1,-3-5 0,-1-3 0,131-108 0,-212 154 249,3-2 13,1 1 0,0 0 0,25-12 0,-42 25-5,0-1 0,0 0-1,1 1 1,-1-1 0,0 0-1,1 1 1,-1 0 0,1-1 0,-1 1-1,0 0 1,1 0 0,-1-1 0,1 1-1,-1 0 1,1 1 0,-1-1-1,1 0 1,-1 0 0,3 1 0,-3 0 1,0 0 1,0 0 0,-1-1 0,1 1 0,0 0-1,0 0 1,-1 0 0,1 0 0,-1 0 0,1 0-1,0 0 1,-1 0 0,0 0 0,1 0 0,-1 0-1,0 1 1,0-1 0,1 0 0,-1 2-1,0 7 75,0 1 0,-1 0 0,-1 0 0,-3 14-1,3-14-28,2-9-45,-32 202 793,29-170-715,1-1 0,2 0-1,1 1 1,7 38 0,-6-58-60,2 1 1,-1-1-1,2-1 1,0 1 0,0-1-1,2 1 1,-1-2-1,17 23 1,-20-30-19,1 0 1,0 0-1,1 0 1,-1-1-1,1 0 0,0 0 1,0 0-1,0-1 1,1 1-1,-1-1 1,1-1-1,0 1 1,0-1-1,0 0 0,0 0 1,0 0-1,0-1 1,1 0-1,-1-1 1,0 1-1,1-1 1,11-1-1,-9 0-3,0-1-1,0 0 1,0 0-1,-1-1 1,1 0 0,-1 0-1,1-1 1,-1 0-1,0-1 1,-1 0 0,1 0-1,-1-1 1,9-8-1,-7 5 0,-1-1 0,0 0 0,-1 0 0,0-1 0,-1 1 0,0-2 0,0 1 0,6-22 0,-4 2 2,-1 0 1,-1-1-1,-2 0 0,-2 1 0,0-1 0,-6-63 0,-6 0-310,-3 0 0,-5 1-1,-43-136 1,59 224-25,0 0 1,-1 1-1,1-1 0,-1 1 1,0 0-1,-6-8 1,8 12 52,0 0-1,0 0 1,0 0 0,0 0 0,0 0 0,0 0 0,0 0 0,0 1 0,0-1 0,0 0 0,-1 1 0,1-1 0,0 1 0,0-1 0,-1 1 0,1 0 0,0-1 0,-1 1-1,1 0 1,0 0 0,-1 0 0,1 0 0,0 0 0,-1 0 0,1 0 0,0 1 0,-1-1 0,1 0 0,0 1 0,0-1 0,-1 1 0,1-1 0,-2 2 0,-12 7-6408</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447"/>
    </inkml:context>
    <inkml:brush xml:id="br0">
      <inkml:brushProperty name="width" value="0.035" units="cm"/>
      <inkml:brushProperty name="height" value="0.035" units="cm"/>
    </inkml:brush>
  </inkml:definitions>
  <inkml:trace contextRef="#ctx0" brushRef="#br0">1 278 9113,'2'-2'158,"0"0"1,0 0-1,1 1 0,-1-1 1,1 0-1,-1 1 1,1 0-1,0 0 0,0 0 1,-1 0-1,1 0 1,0 0-1,0 1 0,5-1 1,-4 1 14,0 1 1,-1 0 0,1 0-1,-1 0 1,1 1 0,-1-1-1,1 1 1,-1 0 0,0 0-1,0 0 1,0 0 0,0 0-1,3 4 1,29 26 427,-2 2 0,-1 1-1,-1 2 1,-3 1 0,26 43 0,104 219 144,-131-241-559,35 116 1,-61-173-169,-1-1 0,1 1 0,-1 0 0,0 0 0,1 0 0,-1-1 0,0 1 0,0 0-1,0 0 1,0 0 0,-1-1 0,1 1 0,0 0 0,-1 0 0,1-1 0,-2 4 0,1-5-13,1 1-1,-1-1 1,1 0 0,-1 1-1,1-1 1,-1 0 0,0 0 0,1 1-1,-1-1 1,1 0 0,-1 0-1,0 0 1,1 0 0,-1 0-1,1 0 1,-1 0 0,0 0-1,1 0 1,-1 0 0,1 0 0,-1-1-1,0 1 1,1 0 0,-1 0-1,1 0 1,-1-1 0,1 1-1,-1 0 1,1-1 0,-1 1-1,1 0 1,-1-1 0,1 1 0,0-1-1,-1 1 1,1-1 0,-1 1-1,1-1 1,0 1 0,0-1-1,-1 1 1,1-2 0,-10-11 70,1-1 0,1 0 0,0 0 0,1-1 0,0 0 0,1 0 0,1-1 0,-5-27 0,2 3 31,3 0 0,-2-59 1,7 75-65,1-1 1,7-38-1,34-142 68,-37 184-148,1 1 0,1 0 0,0 1 0,1-1 0,2 2 0,0-1 0,19-26 1,-24 38 8,12-18-302,1 2 1,1 0-1,1 1 0,0 2 1,41-32-1,-46 41-496,1 0-1,0 1 1,0 1 0,1 1 0,1 0 0,-1 1-1,1 1 1,1 1 0,35-6 0,18 6-5982</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795"/>
    </inkml:context>
    <inkml:brush xml:id="br0">
      <inkml:brushProperty name="width" value="0.035" units="cm"/>
      <inkml:brushProperty name="height" value="0.035" units="cm"/>
    </inkml:brush>
  </inkml:definitions>
  <inkml:trace contextRef="#ctx0" brushRef="#br0">370 517 3948,'9'-6'120,"7"-7"212,1 1 0,1 1-1,0 0 1,0 1 0,1 2-1,25-9 1,-36 14-211,185-62 2260,-163 53-1909,-2-1-1,0-2 1,-1 0-1,38-29 1,-55 35-215,1 0 1,-1-1 0,-1-1-1,0 1 1,0-2-1,-1 1 1,-1-1 0,10-19-1,-15 27-141,-1-1 0,1 1 0,-1-1-1,0 1 1,0-1 0,0 0 0,0 1-1,-1-1 1,0 0 0,0 0 0,0 0 0,-2-6-1,1 8-31,0 0-1,0-1 1,-1 1 0,1 0-1,-1 0 1,0 0-1,0 0 1,0 0 0,0 0-1,0 1 1,-1-1-1,1 1 1,-1 0 0,0-1-1,0 1 1,0 0-1,0 1 1,-5-4 0,-5 0 120,0 0 1,-1 1 0,1 0 0,-1 1 0,1 1 0,-1 0-1,0 1 1,-18 0 0,-9 3 393,-63 9-1,68-4-407,0 1 1,1 2-1,0 1 1,1 2-1,0 2 1,1 0-1,0 3 1,2 0-1,0 2 1,1 2-1,1 0 1,-39 40-1,47-39-122,0 0 1,1 1-1,2 1 0,1 1 1,0 0-1,2 1 0,1 1 1,2 1-1,0-1 0,2 2 0,2 0 1,0 0-1,2 0 0,1 1 1,-1 33-1,6-34-117,1-1 1,2 1-1,1-1 0,1 0 1,1 0-1,2-1 0,1 1 1,1-2-1,1 1 0,2-2 1,0 1-1,2-2 0,1 0 1,1-1-1,1 0 1,1-2-1,1 0 0,0-1 1,2-1-1,1-1 0,35 23 1,-22-20-536,1-2 1,1-1-1,1-1 1,0-3-1,1-1 1,1-2-1,71 12 0,-59-17-1292,-1-3-1,1-1 0,64-6 0,8-8-5162</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4.970"/>
    </inkml:context>
    <inkml:brush xml:id="br0">
      <inkml:brushProperty name="width" value="0.035" units="cm"/>
      <inkml:brushProperty name="height" value="0.035" units="cm"/>
    </inkml:brush>
  </inkml:definitions>
  <inkml:trace contextRef="#ctx0" brushRef="#br0">1 124 10561,'6'-32'1916,"-3"9"-276,7 0-308,-7 9-251,3 3-241,7-1-412,-3 4-588,9 8-688,6 0-553,0 11-1051,20 12-1312,-4 3-2425</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5.129"/>
    </inkml:context>
    <inkml:brush xml:id="br0">
      <inkml:brushProperty name="width" value="0.035" units="cm"/>
      <inkml:brushProperty name="height" value="0.035" units="cm"/>
    </inkml:brush>
  </inkml:definitions>
  <inkml:trace contextRef="#ctx0" brushRef="#br0">0 169 5136,'6'17'1841,"-6"-34"-273,0 0 824,7-3-1636,-1 0-152,7 8-228,3-2-444,0-3-368,12-14-636,1 11-2212,9 2-1545</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25.283"/>
    </inkml:context>
    <inkml:brush xml:id="br0">
      <inkml:brushProperty name="width" value="0.035" units="cm"/>
      <inkml:brushProperty name="height" value="0.035" units="cm"/>
    </inkml:brush>
  </inkml:definitions>
  <inkml:trace contextRef="#ctx0" brushRef="#br0">10 146 7205,'-10'-55'2220,"20"35"-420,-1 0-320,4 3-244,-3 3-264,15 5-224,23-2-440,9 17-648,16-3-528,25 5-408,4 4-836,15-1-1244,20 0-1677</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119"/>
    </inkml:context>
    <inkml:brush xml:id="br0">
      <inkml:brushProperty name="width" value="0.035" units="cm"/>
      <inkml:brushProperty name="height" value="0.035" units="cm"/>
    </inkml:brush>
  </inkml:definitions>
  <inkml:trace contextRef="#ctx0" brushRef="#br0">18 7 14773,'-6'-6'5415,"17"22"26,-4-3-4614,-1 12 459,0 0 0,-2 0 0,3 44 0,-1 0-291,8 69-938,-7 0 1,-13 193-1,-28-17-1252,-1 13-1567,32-253 1831,2 0 0,12 104-1,-7-153-705,1 0 0,11 36 0,13 7-4513,15 6-5821</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338"/>
    </inkml:context>
    <inkml:brush xml:id="br0">
      <inkml:brushProperty name="width" value="0.035" units="cm"/>
      <inkml:brushProperty name="height" value="0.035" units="cm"/>
    </inkml:brush>
  </inkml:definitions>
  <inkml:trace contextRef="#ctx0" brushRef="#br0">51 1 14877,'-3'230'13644,"-6"-34"-11759,-11 139 476,2 33-7663,21-279 2716,4 0 0,20 100-1,-8-112-3881,10-10-3786</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510"/>
    </inkml:context>
    <inkml:brush xml:id="br0">
      <inkml:brushProperty name="width" value="0.035" units="cm"/>
      <inkml:brushProperty name="height" value="0.035" units="cm"/>
    </inkml:brush>
  </inkml:definitions>
  <inkml:trace contextRef="#ctx0" brushRef="#br0">123 615 16754,'-75'-2'2995,"73"2"-2670,-1-1 0,0 1 0,1-1 0,-1 1 0,0-1 0,1 0 0,-1 0 0,1 0 0,-1 0 0,1 0 0,0-1 0,-3-1 0,0-1 916,-1-5 2163,6 6-3216,-1 1 1,1 0-1,0 0 0,0 0 1,0-1-1,0 1 1,0 0-1,1 0 0,-1 0 1,1-1-1,0-1 0,5-2-20,0 1 0,0 0 0,1 0-1,0 1 1,0 0 0,0 0-1,0 1 1,0 0 0,9-3-1,-3 1-58,85-31-62,128-29 1,-101 32-130,269-80-2868,2-2-3319,-257 74 3318,48-12-3769,-5 1-4084</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4.713"/>
    </inkml:context>
    <inkml:brush xml:id="br0">
      <inkml:brushProperty name="width" value="0.035" units="cm"/>
      <inkml:brushProperty name="height" value="0.035" units="cm"/>
    </inkml:brush>
  </inkml:definitions>
  <inkml:trace contextRef="#ctx0" brushRef="#br0">124 1 14161,'-7'2'233,"2"-1"286,0 1 0,0-1 0,0 1-1,0 0 1,0 1 0,0-1 0,1 1-1,-1 0 1,1 0 0,-1 0 0,1 1 0,0-1-1,1 1 1,-1 0 0,-4 7 0,1 2 47,1 0 1,1 0 0,0 1-1,0 0 1,2 0 0,0 0-1,0 0 1,1 0 0,1 29-1,2 12 1637,11 68 0,-12-122-2203,56 352 0,-35-226-3301,42 142 0,-29-135 787,-8 7-8018,-11-80 397</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5.006"/>
    </inkml:context>
    <inkml:brush xml:id="br0">
      <inkml:brushProperty name="width" value="0.035" units="cm"/>
      <inkml:brushProperty name="height" value="0.035" units="cm"/>
    </inkml:brush>
  </inkml:definitions>
  <inkml:trace contextRef="#ctx0" brushRef="#br0">54 187 10577,'1'-14'534,"-1"11"-332,0-1 1,1 1-1,-1-1 0,1 0 1,-1 1-1,1-1 0,0 1 0,0 0 1,1-1-1,-1 1 0,1 0 1,-1 0-1,1 0 0,0 0 1,0 0-1,1 0 0,-1 0 0,5-4 1,11-9 1105,-2 1 719,34-25 0,-43 36-1812,1-1 0,-1 1 0,1 1 0,0-1 1,0 1-1,1 1 0,-1 0 0,12-2 0,-3 2-45,1 0-1,-1 2 0,1 0 0,-1 1 0,0 1 0,0 0 0,1 2 0,-2 0 1,1 0-1,0 2 0,19 9 0,-23-9-115,-1 1-1,1 0 1,-1 1-1,-1 1 1,1 0 0,-1 0-1,-1 1 1,0 1 0,0-1-1,-1 2 1,-1-1-1,0 1 1,12 24 0,-4 5 5,-1 1 0,-3 1 0,-1 0 1,8 80-1,1-3-23,-15-96-27,25 163-32,-28-161-27,0-1 0,-2 1 0,-1 0 0,-1 0 0,-7 32 0,5-44 25,-1 1 0,-1-2 1,0 1-1,-1-1 0,0 0 1,-1 0-1,0-1 1,-1 0-1,-1 0 0,0-1 1,0 0-1,-20 15 0,-9 4-87,-1-1 0,-66 34 0,-111 46-1491,173-91-859,-64 17 0,55-21-3254,25-2-3452</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5.990"/>
    </inkml:context>
    <inkml:brush xml:id="br0">
      <inkml:brushProperty name="width" value="0.035" units="cm"/>
      <inkml:brushProperty name="height" value="0.035" units="cm"/>
    </inkml:brush>
  </inkml:definitions>
  <inkml:trace contextRef="#ctx0" brushRef="#br0">188 201 4740,'-14'-47'7557,"10"31"-7276,3 14 1,0 0 0,-1 0 0,1 0-1,0 0 1,-1 0 0,1 0-1,-1 0 1,0 1 0,1-1 0,-5-2-1,-3-5 862,6 6-735,0-1 0,-1 1 0,1 0 1,-1 0-1,-8-5 0,8 5-272,2 2 1036,-19-24 1682,18 20-2417,-1 0 0,0 1 0,-1-1 0,1 1 0,-1 0 0,1 0 0,-10-5 0,10 7-333,2 0 500,1 1-536,1 1 0,-1-1 0,0 0 0,1 1 1,-1-1-1,0 0 0,0 1 0,0-1 0,1 1 1,-1-1-1,0 1 0,0 0 0,0-1 0,0 1 1,0 0-1,0-1 0,0 1 0,-1 0 0,1 0-19,0 0 0,1 1 0,-1-1 0,1 0 0,-1 1 0,1-1-1,-1 0 1,1 1 0,-1-1 0,1 0 0,-1 1 0,1-1 0,-1 1-1,1-1 1,0 1 0,-1-1 0,1 1 0,0 0 0,0-1 0,-1 1-1,1-1 1,0 1 0,-7 45 1400,7-33-1284,-2 41 173,3 1 0,14 94 1,-5-55-255,60 820-84,-22-132 0,-42-697-2514,3 44-7154,-5-79 5409,-1-30-9083</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46.532"/>
    </inkml:context>
    <inkml:brush xml:id="br0">
      <inkml:brushProperty name="width" value="0.035" units="cm"/>
      <inkml:brushProperty name="height" value="0.035" units="cm"/>
    </inkml:brush>
  </inkml:definitions>
  <inkml:trace contextRef="#ctx0" brushRef="#br0">880 318 8421,'-16'-11'2201,"0"1"0,-1 1 0,-27-12 0,-12-5 2213,52 24-4112,1 0-1,-1 0 1,1-1-1,0 1 0,-1-1 1,1 1-1,0-1 1,1 0-1,-1 0 0,-4-6 1,7 7-245,-1 1 0,1-1 0,-1 0 0,1 1 1,-1-1-1,1 0 0,0 1 0,0-1 0,0 0 0,0 1 0,0-1 1,0 0-1,1 1 0,-1-1 0,1 0 0,-1 1 0,1-1 0,-1 1 1,1-1-1,0 0 0,0 1 0,0 0 0,-1-1 0,1 1 1,1 0-1,-1-1 0,0 1 0,0 0 0,0 0 0,3-1 0,9-10 85,2 1 0,0 1 0,0 0-1,1 1 1,0 1 0,0 1 0,22-7-1,128-32 326,-114 36-395,0 1-1,1 3 1,72 0-1,-99 6-106,0 2-1,0 0 1,0 2 0,-1 1-1,1 1 1,-1 1-1,0 1 1,43 22 0,-59-26 23,-1 1 1,1 0 0,-2 0 0,1 1 0,0 0 0,-1 0 0,0 1-1,0 0 1,-1 0 0,0 1 0,0-1 0,-1 1 0,0 1 0,-1-1-1,1 1 1,-1-1 0,-1 1 0,0 1 0,0-1 0,-1 0 0,0 1-1,-1-1 1,0 1 0,0-1 0,-1 1 0,0-1 0,-1 1-1,0 0 1,0-1 0,-1 1 0,-5 15 0,-6 8 6,-2 0 1,0-1-1,-3-1 1,0 0-1,-2-1 0,-1-2 1,-47 50-1,-51 33 9,82-81 17,2 3 0,-49 57 1,83-88-19,0-1 1,0 0-1,0 1 1,0-1-1,0 0 1,1 1-1,-1 0 1,1-1-1,-1 1 1,1-1-1,-1 1 1,1 0-1,0-1 1,-1 1-1,1-1 1,0 1-1,0 0 1,1-1-1,-1 1 1,0 0-1,0-1 1,1 1-1,-1 0 1,1-1-1,-1 1 1,1-1-1,0 1 1,0-1-1,0 1 1,0-1-1,0 0 1,0 1-1,0-1 1,0 0-1,0 0 1,0 0-1,3 2 1,4 3-7,0 0 0,1-1 1,0 0-1,16 7 0,-19-10 13,62 26 52,-26-11-54,48 26 0,-79-37-4,0 1 0,0 0-1,-1 1 1,0 0 0,0 1 0,-1 0 0,0 0 0,14 21 0,-20-26 9,-1 0 0,-1 0 0,1 0 0,-1 1 0,1-1 0,-1 1 0,-1-1 0,1 0 1,0 1-1,-1-1 0,0 1 0,0 0 0,0-1 0,-1 1 0,0-1 0,0 0 0,0 1 0,0-1 1,0 0-1,-1 1 0,0-1 0,0 0 0,0 0 0,-5 6 0,-3 5 59,0-2 0,-1 1 0,-1-1 0,0-1-1,-19 15 1,1-4-1,-2-2-1,0-1 0,-1-2 0,-1-1 0,-1-1 0,0-2 1,-48 12-1,-263 44-421,-222 2-5350,444-56 1821,44-3-2090,4-2-4675</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0.133"/>
    </inkml:context>
    <inkml:brush xml:id="br0">
      <inkml:brushProperty name="width" value="0.035" units="cm"/>
      <inkml:brushProperty name="height" value="0.035" units="cm"/>
    </inkml:brush>
  </inkml:definitions>
  <inkml:trace contextRef="#ctx0" brushRef="#br0">1012 4 7513,'0'-1'232,"1"1"1,-1 0 0,0 0-1,1-1 1,-1 1-1,0 0 1,0 0 0,1 0-1,-1 0 1,0-1-1,1 1 1,-1 0 0,0 0-1,1 0 1,-1 0-1,0 0 1,1 0 0,-1 0-1,1 0 1,-1 0 0,0 0-1,1 0 1,-1 0-1,0 0 1,1 0 0,-1 0-1,0 0 1,1 1-1,-1-1 1,0 0 0,1 0-1,-1 0 1,0 1-1,0-1 1,1 0 0,-1 0-1,0 0 1,0 1 0,1 0-1,4 18 1705,-7 33-1830,-4-13 146,-2 0-1,-1 0 1,-2-1 0,-1 0-1,-2-1 1,-2 0-1,-40 66 1,22-51-177,-2-1 0,-3-2 0,-1-2 0,-66 59 0,36-44-18,-96 67 0,122-100 24,0-2-1,-2-1 0,-84 32 0,125-56-43,0 0 0,0 0-1,0-1 1,0 1-1,0-1 1,0 0 0,0-1-1,-1 0 1,1 1 0,0-2-1,0 1 1,0 0-1,-1-1 1,1 0 0,0 0-1,0-1 1,0 0 0,0 1-1,1-2 1,-1 1-1,0 0 1,-5-5 0,8 5-22,0 0 1,1 0 0,-1 0-1,0 0 1,1-1-1,0 1 1,-1 0 0,1-1-1,0 1 1,0-1 0,0 1-1,1-1 1,-1 1-1,1-1 1,-1 0 0,1 1-1,0-1 1,0 0 0,0-2-1,8-44 96,-5 40-95,0 0 1,1 0 0,0 1-1,0 0 1,1-1-1,1 2 1,-1-1 0,1 0-1,0 1 1,1 0-1,-1 1 1,1 0 0,1 0-1,14-10 1,-1 4 43,0 0-1,0 2 1,1 0 0,40-11-1,-34 13 56,1 2 0,0 0 0,0 3 0,1 0 0,-1 2 0,1 1-1,57 7 1,-50 0 23,-1 1 0,0 1-1,-1 3 1,0 0 0,60 32 0,-47-16-41,-1 2 0,-2 2 0,-1 1 1,-2 3-1,-1 1 0,-2 3 0,-1 1 0,50 72 1,-40-43-622,-4 2 0,-3 2 0,46 114-1,-38-42-3024,-15 4-3482,-18-25-3539</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0.572"/>
    </inkml:context>
    <inkml:brush xml:id="br0">
      <inkml:brushProperty name="width" value="0.035" units="cm"/>
      <inkml:brushProperty name="height" value="0.035" units="cm"/>
    </inkml:brush>
  </inkml:definitions>
  <inkml:trace contextRef="#ctx0" brushRef="#br0">0 1 13473,'4'5'1153,"0"0"1,0 0-1,0 0 0,-1 1 0,0-1 0,3 7 0,7 38 2807,-9-23-2643,-2 52 1,-2-62-796,0 53 398,-9 388 1330,5-36-6067,27-213-1196,23-3-4809,-19-124-374</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1.008"/>
    </inkml:context>
    <inkml:brush xml:id="br0">
      <inkml:brushProperty name="width" value="0.035" units="cm"/>
      <inkml:brushProperty name="height" value="0.035" units="cm"/>
    </inkml:brush>
  </inkml:definitions>
  <inkml:trace contextRef="#ctx0" brushRef="#br0">518 364 9725,'-2'-5'361,"0"0"0,1 0 0,0-1 0,0 1 1,0 0-1,1 0 0,-1-1 0,1-4 0,-4-9 1273,3 18-1472,1-1 0,-1 0 0,1 0 1,-1 0-1,1 0 0,-1 0 0,1 0 0,0 0 0,0 0 0,0 0 0,0 1 1,0-1-1,1 0 0,0-4 0,2-3 47,1 0 0,0 1 1,1-1-1,0 1 0,0-1 0,1 2 1,-1-1-1,2 1 0,-1-1 0,1 2 0,0-1 1,1 1-1,10-7 0,13-7 83,1 2 0,38-17 0,-59 30-212,20-9 77,0 1-1,66-18 1,-83 28-136,0 0 1,0 1-1,0 1 0,1 0 0,-1 1 0,1 0 0,-1 1 1,0 1-1,24 5 0,-33-5-11,0-1-1,0 1 1,0 0 0,0 0-1,0 1 1,0-1-1,-1 1 1,1 0 0,-1 0-1,0 1 1,0-1 0,0 1-1,0 0 1,-1 0 0,1 1-1,3 6 1,-4-6-3,-1 1 0,0 0 0,0 0 0,0 0 0,-1 1-1,0-1 1,0 0 0,0 0 0,-1 1 0,0-1 0,0 0 0,-2 8 0,-4 13 8,-1 0-1,-1-1 1,-1 0-1,-1 0 1,-15 25 0,21-41-9,-15 24 11,-37 53 1,35-56-4,-29 55 0,26-49-13,17-29 20,5-5-2,14-4-16,1 0 0,-1-1 0,21-6 0,1 1-22,-4 1 35,68-9-11,-88 14 12,0 0 1,-1 1-1,1 1 0,0 0 1,0 0-1,0 0 0,13 5 1,-21-5-10,0-1 1,0 1 0,0 0-1,0-1 1,0 1 0,-1 0-1,1 0 1,0 0 0,0 1-1,-1-1 1,1 0-1,-1 1 1,1-1 0,-1 1-1,0-1 1,0 1 0,1 0-1,-1-1 1,0 1 0,0 0-1,-1 0 1,1 0 0,0 0-1,-1 0 1,1 0 0,-1 0-1,1 0 1,-1 0-1,0 0 1,0 0 0,0 0-1,0 0 1,0 0 0,0 0-1,-1 0 1,1 0 0,-1 0-1,0 0 1,1 0 0,-1 0-1,0-1 1,-1 3 0,-3 5 17,0 0-1,0 0 1,-1-1 0,0 0 0,-1 0 0,0 0 0,-11 9 0,-15 10 24,-1-2-1,-1-2 1,-1-1 0,-41 18-1,-161 60-132,201-86 40,-139 51-480,-58 22-1565,165-57-2266,-82 47-1,71-28-4255</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1.976"/>
    </inkml:context>
    <inkml:brush xml:id="br0">
      <inkml:brushProperty name="width" value="0.035" units="cm"/>
      <inkml:brushProperty name="height" value="0.035" units="cm"/>
    </inkml:brush>
  </inkml:definitions>
  <inkml:trace contextRef="#ctx0" brushRef="#br0">1 618 8757,'31'-40'11741,"-28"39"-10810,1 0-763,-1 1 0,0-1 0,0 1 0,1 0-1,-1 0 1,0 0 0,0 1 0,1-1 0,-1 1 0,0-1 0,0 1 0,4 2 0,-3-1-26,0 1 1,0 0-1,-1 0 0,1 0 0,-1 0 0,1 1 0,-1-1 0,4 7 1,29 42 651,-2 2 1,37 78 0,11 18-304,126 200 312,-207-348-762,0 0-1,0 0 1,0-1 0,0 1 0,0-1-1,0 1 1,0-1 0,0 1-1,1-1 1,-1 0 0,0 1 0,1-1-1,-1 0 1,1 0 0,0 0-1,-1 0 1,1 0 0,0-1 0,0 1-1,-1 0 1,1-1 0,0 1-1,0-1 1,0 0 0,0 0 0,0 0-1,0 0 1,1 0 0,0-1 0,-1 0 0,1 0 1,-1 0-1,0-1 0,0 1 0,1-1 1,-1 1-1,0-1 0,-1 0 1,1 0-1,0 0 0,0 0 1,-1 0-1,1 0 0,-1-1 1,0 1-1,0 0 0,0-1 1,2-4-1,39-107 396,-9 23-442,3 1-1,61-107 1,-48 118-698,4 3-1,3 2 1,77-77-1,-50 67-1713,5 4-1,102-72 0,-149 121 1064,83-55-6339,-55 51-1207</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2.583"/>
    </inkml:context>
    <inkml:brush xml:id="br0">
      <inkml:brushProperty name="width" value="0.035" units="cm"/>
      <inkml:brushProperty name="height" value="0.035" units="cm"/>
    </inkml:brush>
  </inkml:definitions>
  <inkml:trace contextRef="#ctx0" brushRef="#br0">112 18 9325,'32'-18'16016,"-34"22"-15650,0 0 1,0 0-1,0 0 0,-1 0 1,0-1-1,-3 5 0,3-5-36,-18 26 515,2 0 1,2 1 0,-26 58 0,39-79-800,1 1 1,-1 0 0,1 0-1,1 0 1,0 1 0,1-1-1,0 0 1,0 1 0,1-1-1,1 1 1,-1-1 0,5 20-1,-4-26-63,3-3-2,51 7-152,-50-8 178,0 1 0,-1 0 0,1 0 0,0 1-1,0-1 1,-1 1 0,1 0 0,-1 0 0,1 0 0,-1 1 0,0 0 0,0 0 0,0 0-1,0 0 1,-1 0 0,1 1 0,-1 0 0,0 0 0,0 0 0,0 0 0,-1 0 0,1 0 0,1 5-1,8 16 100,-2 0 0,16 53 0,-20-59-116,32 133-512,33 261 1,-54-290-721,-3-12-1654,0 158-1,-30-13-7763,1-139-108</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4.981"/>
    </inkml:context>
    <inkml:brush xml:id="br0">
      <inkml:brushProperty name="width" value="0.035" units="cm"/>
      <inkml:brushProperty name="height" value="0.035" units="cm"/>
    </inkml:brush>
  </inkml:definitions>
  <inkml:trace contextRef="#ctx0" brushRef="#br0">0 215 6985,'3'-9'419,"1"0"0,0 1 1,1-1-1,-1 1 0,2 0 1,-1 1-1,1-1 0,0 1 1,0 0-1,1 1 0,0 0 1,10-7-1,3-2 377,1 1 0,1 1 0,33-15 0,-38 21-618,0 0-1,1 1 1,-1 1-1,1 1 1,0 0-1,1 1 1,-1 1-1,0 1 1,1 0-1,-1 2 1,22 2-1,-26 0-133,-1 0 0,1 0 0,-1 1-1,0 1 1,0 0 0,-1 1 0,1 0 0,-1 1 0,-1 0 0,1 1-1,-1 1 1,-1 0 0,1 0 0,-2 1 0,15 17 0,-9-7 6,-2 0 1,0 0-1,-1 1 1,-2 0-1,0 1 1,-1 0-1,12 47 1,-15-38 27,-1 0 0,-2 0 0,-1 0 0,-1 1 0,-6 43 1,-2-15 150,-31 115 1,-35 57 146,26-87-209,18-53-98,5 1 1,3 1 0,-9 107 0,28-161-36,1-1-1,2 0 1,2 1-1,9 44 1,-6-55-18,2-1 1,1 0-1,1 0 0,1-1 0,1 0 1,23 35-1,-13-30-24,1-2 1,2 0-1,1-2 1,1-1-1,1-1 1,1-1-1,59 37 1,20 2-46,120 52 1,-116-61 22,-77-37 27,-1 1 0,0 2 0,-2 1 0,0 1 0,35 35 0,-55-47 24,-1 1 0,-1 0-1,0 0 1,0 1 0,-2 0 0,1 1 0,-2 0 0,0 0-1,0 1 1,-2-1 0,1 1 0,-2 1 0,0-1-1,-1 1 1,2 27 0,-6-13 71,-1 0 0,-1 0 0,-1 0 0,-17 55 0,-51 116 181,38-114-175,-22 73-92,-60 274 0,96-325-123,5 0 1,5 1 0,6 178 0,41 70-227,-1-1 106,-34-295 298,-3 0-1,-2 1 1,-13 65 0,7-83 38,-1-1 1,-3 0-1,-1-1 1,-38 79 0,-17-2-288,-5-2 1,-5-4 0,-99 109-1,175-218-272,-1-1-1,0 0 0,0 0 0,0 0 1,0-1-1,-1 0 0,-7 5 1,1-4-3072,0 0 0,0 0 0,-17 2 0</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5.550"/>
    </inkml:context>
    <inkml:brush xml:id="br0">
      <inkml:brushProperty name="width" value="0.035" units="cm"/>
      <inkml:brushProperty name="height" value="0.035" units="cm"/>
    </inkml:brush>
  </inkml:definitions>
  <inkml:trace contextRef="#ctx0" brushRef="#br0">0 521 12557,'8'3'502,"0"0"-1,0 0 1,0 1-1,-1 0 1,0 0-1,0 1 1,0 0 0,0 0-1,-1 1 1,0 0-1,9 11 1,-5-4 385,-1 2 1,0-1 0,-1 1-1,-1 0 1,-1 1 0,0 0-1,5 21 1,-9-30-563,0 1 1,0-1-1,0 0 1,1 0-1,0-1 0,1 1 1,0-1-1,5 8 1,-7-12-238,0 0 0,0 0 1,0-1-1,0 1 1,0 0-1,0-1 1,0 0-1,1 0 1,-1 1-1,1-1 1,-1-1-1,1 1 0,-1 0 1,1-1-1,-1 1 1,1-1-1,0 0 1,-1 0-1,1 0 1,0 0-1,-1 0 0,1 0 1,0-1-1,-1 0 1,1 1-1,-1-1 1,3-1-1,17-6 68,-1-2-1,0 0 0,0-1 1,-1-1-1,-1-1 0,31-26 1,101-108-608,-114 109 79,101-106-2169,39-39-3006,-58 65-2932,-36 41-3311</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5.800"/>
    </inkml:context>
    <inkml:brush xml:id="br0">
      <inkml:brushProperty name="width" value="0.035" units="cm"/>
      <inkml:brushProperty name="height" value="0.035" units="cm"/>
    </inkml:brush>
  </inkml:definitions>
  <inkml:trace contextRef="#ctx0" brushRef="#br0">1 0 12809,'18'23'1454,"33"31"0,-38-42-831,1 1 1,-2 1-1,0 1 1,-1-1-1,0 2 1,-1-1-1,12 26 1,32 133 2637,-43-124-1844,6 69 0,-15-100-1007,-2-11-212,1 0 0,0 0 0,0-1 1,0 1-1,1 0 0,5 11 0,-6-17-167,-1-1 0,1 0 0,0 0 0,0 0-1,0 1 1,0-1 0,0 0 0,0 0 0,0 0-1,0-1 1,0 1 0,0 0 0,1 0 0,-1 0 0,0-1-1,0 1 1,2 0 0,0-1-4,-1 0 1,0 1-1,1-1 1,-1 0-1,1 0 1,-1-1-1,1 1 1,-1 0-1,0-1 1,1 0-1,-1 1 1,0-1-1,4-2 1,10-5 33,0-1 0,0 0 0,0-2 0,17-15 0,59-57-876,-58 51 248,153-164-4071,-68 59-2105,-86 97 3789,58-63-8187</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7.156"/>
    </inkml:context>
    <inkml:brush xml:id="br0">
      <inkml:brushProperty name="width" value="0.035" units="cm"/>
      <inkml:brushProperty name="height" value="0.035" units="cm"/>
    </inkml:brush>
  </inkml:definitions>
  <inkml:trace contextRef="#ctx0" brushRef="#br0">469 52 5124,'-28'-49'8064,"27"47"-6709,-2 5 59,-17 25 15,1 1 1,1 1-1,-20 46 1,-31 104 1639,-9 85 247,-43 280 0,92-382-2942,7 0 0,7 2 0,8 216 0,12-279-405,5 0-1,4 0 1,4-1 0,5-1 0,5-1-1,60 145 1,-57-176-498,3-2 0,3-1 0,3-3 0,2 0 0,3-3 0,83 83-1,-80-95-510,2-4 0,2-1 0,1-2-1,3-3 1,1-3 0,1-2 0,99 39-1,52-4-5648,14-13-4265</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7.513"/>
    </inkml:context>
    <inkml:brush xml:id="br0">
      <inkml:brushProperty name="width" value="0.035" units="cm"/>
      <inkml:brushProperty name="height" value="0.035" units="cm"/>
    </inkml:brush>
  </inkml:definitions>
  <inkml:trace contextRef="#ctx0" brushRef="#br0">432 54 11173,'-66'-27'2786,"-5"3"3320,70 23-6057,0 1 1,0 0-1,0-1 0,0 1 0,0 0 0,0 0 1,0 0-1,0 0 0,0 0 0,0 0 0,0 0 1,0 0-1,0 0 0,0 1 0,0-1 0,0 0 1,0 1-1,0-1 0,0 1 0,1-1 0,-1 1 1,0-1-1,0 1 0,0-1 0,0 1 0,1 0 1,-1 0-1,0-1 0,1 1 0,-1 0 0,0 0 1,1 0-1,-1 0 0,1 0 0,0-1 0,-1 1 1,1 0-1,0 0 0,-1 0 0,1 0 0,0 0 1,0 0-1,0 0 0,0 0 0,0 2 0,-1 5 230,1 0 0,0 1 0,1-1 0,-1 0 0,3 9 0,2 4 127,1-1 0,1 0 0,0 0 0,2 0 0,14 25 0,67 93 735,-58-92-823,38 55 217,253 413 1038,-266-405-1359,-6 3 0,-4 1-1,-6 3 1,39 172-1,-66-215-165,-4-1 0,-3 2 0,-3 98 0,-7-114-136,-2 0 1,-4 0 0,-1-1 0,-33 101 0,21-100-418,-2 0 1,-3-1 0,-3-2-1,-2-1 1,-2-1 0,-2-2-1,-3-2 1,-54 55 0,33-45-1828,-122 91 1,-93 24-5667,50-58-2647</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3:59.760"/>
    </inkml:context>
    <inkml:brush xml:id="br0">
      <inkml:brushProperty name="width" value="0.035" units="cm"/>
      <inkml:brushProperty name="height" value="0.035" units="cm"/>
    </inkml:brush>
  </inkml:definitions>
  <inkml:trace contextRef="#ctx0" brushRef="#br0">10 178 9949,'-4'-10'638,"3"8"-372,0 1 1,0-1-1,1 0 1,-1 0-1,0 0 1,1 0 0,0 0-1,-1 0 1,1 0-1,0 0 1,0-4-1,1 3 138,0 0-1,-1 0 0,2 0 0,-1 0 1,0 0-1,0 1 0,1-1 1,-1 0-1,1 1 0,2-3 1,2-5 628,31-61 2654,-35 68-3400,18-21 288,-14 34-554,-1-1-1,-1 1 1,0 0 0,0 0-1,-1 0 1,0 0-1,0 1 1,-1 0 0,-1-1-1,0 1 1,0 17-1,-4 13-9,-12 71-1,4-42 36,0 16-36,-12 110 175,20-165-134,2-29-9,4-1 41,-1 0-111,0 0 0,0-1 0,1 1 0,-1-1 0,0 0 0,1 0 0,-1 0 0,0 0 0,1 0 0,-1 0 0,0 0 0,1-1 0,-1 1 0,0-1 0,1 0 0,-1 1 0,0-1 0,0 0 0,0 0 0,0-1 0,0 1 0,0 0 0,0-1 0,2-2 0,-1 1-499,0 0 0,0-1 0,0 1 0,-1-1-1,0 0 1,1 0 0,-1 0 0,-1 0 0,1 0 0,-1 0-1,1 0 1,0-7 0,4-8-4889,13 9-3056</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0.178"/>
    </inkml:context>
    <inkml:brush xml:id="br0">
      <inkml:brushProperty name="width" value="0.035" units="cm"/>
      <inkml:brushProperty name="height" value="0.035" units="cm"/>
    </inkml:brush>
  </inkml:definitions>
  <inkml:trace contextRef="#ctx0" brushRef="#br0">38 224 14341,'-38'-12'3005,"41"-8"-345,0 3-284,7-3-304,12-11-412,4 11-371,5-3-265,20 3-224,6 3-316,10 2-408,12 1-672,13 6-644,7 2-473,-1 6-655,-2 8-464,-17 7-3397,-6 8-5596</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0.398"/>
    </inkml:context>
    <inkml:brush xml:id="br0">
      <inkml:brushProperty name="width" value="0.035" units="cm"/>
      <inkml:brushProperty name="height" value="0.035" units="cm"/>
    </inkml:brush>
  </inkml:definitions>
  <inkml:trace contextRef="#ctx0" brushRef="#br0">7 144 10385,'-6'-20'12477,"34"5"-10973,29-2-308,4 9-324,9-7-516,12 1-852,13 3-520,1-6-1088,2 5-964,7 6-2905,3-2-5176</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2.036"/>
    </inkml:context>
    <inkml:brush xml:id="br0">
      <inkml:brushProperty name="width" value="0.035" units="cm"/>
      <inkml:brushProperty name="height" value="0.035" units="cm"/>
    </inkml:brush>
  </inkml:definitions>
  <inkml:trace contextRef="#ctx0" brushRef="#br0">107 257 4460,'-17'-7'3830,"17"-1"3324,2 1-5385,-3-2-3345,-2 5 1757,-1-1 0,0 1-1,0 0 1,0 0 0,-1 1-1,1-1 1,-1 1 0,-7-4-1,0-1 71,10 6-173,-1 1 0,1-1 0,-1 0 0,1-1 1,0 1-1,0 0 0,0-1 0,0 1 0,0-1 0,0 0 0,1 1 0,0-1 0,-1 0 0,1 0 0,0 0 0,0 0 0,0 0 0,0-6 0,1 6-53,1 0-1,0 0 0,-1 0 1,1 1-1,0-1 1,1 0-1,-1 1 0,0-1 1,1 1-1,-1-1 0,1 1 1,0 0-1,0-1 0,0 1 1,0 0-1,0 0 1,0 0-1,1 1 0,-1-1 1,4-2-1,15-9 19,1 0 1,0 2-1,0 0 0,34-11 0,-54 21-49,0 1-1,0-1 1,0 1-1,0-1 1,0 1 0,1 0-1,-1 0 1,0 0-1,0 0 1,0 0-1,0 1 1,0-1 0,1 1-1,-1-1 1,0 1-1,0 0 1,0 0-1,0 0 1,-1 0 0,1 0-1,0 0 1,0 0-1,0 1 1,-1-1-1,1 0 1,-1 1-1,1 0 1,-1-1 0,0 1-1,0 0 1,1 0-1,-1 0 1,1 2-1,2 6 21,0 0 0,-1 1 0,0-1 0,0 1 0,0 10 0,-1-11-28,11 74 49,-4 1 0,-3-1 0,-4 1 0,-13 124-1,8-178 78,-1-1 0,-2 0 0,-1 0-1,-1 0 1,-2-1 0,-20 44 0,28-70 107,0 0 0,0 1 1,1 0-1,-1-1 1,1 1-1,0 0 1,0 0-1,-1 4 0,22-9-83,-11 0-209,0-1 0,0-1 0,0 0 0,0 0 0,0 0 0,0-1 0,10-7 0,19-7-715,0 3-1064,70-17 1,-52 16 95,120-29-5517,-107 33 1718</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3.145"/>
    </inkml:context>
    <inkml:brush xml:id="br0">
      <inkml:brushProperty name="width" value="0.035" units="cm"/>
      <inkml:brushProperty name="height" value="0.035" units="cm"/>
    </inkml:brush>
  </inkml:definitions>
  <inkml:trace contextRef="#ctx0" brushRef="#br0">26 12 5332,'-21'-10'1153,"17"9"2531,23 5-2865,158 54 300,9-18-733,237 21-1,197-17-90,1277 0 92,7-65-233,-1776 19-149,2875-49-21,-377-13-273,-1819 17-616,-664 43-418,-110 4-1023,-36 2-257,-13 8-650</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6.421"/>
    </inkml:context>
    <inkml:brush xml:id="br0">
      <inkml:brushProperty name="width" value="0.035" units="cm"/>
      <inkml:brushProperty name="height" value="0.035" units="cm"/>
    </inkml:brush>
  </inkml:definitions>
  <inkml:trace contextRef="#ctx0" brushRef="#br0">227 0 11473,'1'0'103,"1"0"0,-1 0 0,1 0-1,-1 1 1,1-1 0,0 0 0,-1 1 0,1-1 0,-1 1-1,1-1 1,-1 1 0,0 0 0,1 0 0,-1-1 0,0 1-1,1 0 1,-1 0 0,0 1 0,0-1 0,0 0 0,1 2 0,-1 0 229,0 0 1,-1 0 0,0 0-1,0 1 1,0-1 0,0 0-1,0 0 1,-1 0 0,-1 5-1,0 11 315,-7 26 1001,-13 47 0,-4 11-507,-31 139 120,22-100-920,-21 189-921,32-167-1021,1 10-2511,20-138 483,3 43 0,8-23-3584</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6.702"/>
    </inkml:context>
    <inkml:brush xml:id="br0">
      <inkml:brushProperty name="width" value="0.035" units="cm"/>
      <inkml:brushProperty name="height" value="0.035" units="cm"/>
    </inkml:brush>
  </inkml:definitions>
  <inkml:trace contextRef="#ctx0" brushRef="#br0">134 34 8549,'3'-28'2017,"-3"22"1258,3 7-1983,33 6-725,0 2 1,-1 1-1,0 2 0,-1 2 0,-1 1 0,51 30 0,181 137-503,-257-176-30,46 35-123,-1 2 0,-3 2 0,66 76-1,-108-112 85,-1 1-1,-1 0 0,0 0 1,0 0-1,-1 1 1,0 0-1,-1 0 0,0 0 1,-1 1-1,0-1 0,-1 1 1,2 14-1,-4-21 12,0 0 0,-1-1-1,1 1 1,-1 0 0,1 0 0,-2-1 0,1 1-1,0-1 1,-1 1 0,0-1 0,0 1 0,0-1-1,0 0 1,-1 0 0,0 0 0,0 0 0,-5 5-1,-2 0 27,0 0-1,-1-1 0,0 0 0,-19 10 0,0-2 2,0-2 0,-2-1 0,-35 9 0,-102 21-24,104-28-21,-225 55-1629,99-25-5832,129-30 411</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123"/>
    </inkml:context>
    <inkml:brush xml:id="br0">
      <inkml:brushProperty name="width" value="0.035" units="cm"/>
      <inkml:brushProperty name="height" value="0.035" units="cm"/>
    </inkml:brush>
  </inkml:definitions>
  <inkml:trace contextRef="#ctx0" brushRef="#br0">18 132 10597,'-1'0'172,"0"0"0,0 0 0,1-1 0,-1 1 0,0 0 0,0 0 0,0 1 0,1-1 1,-1 0-1,0 0 0,0 0 0,1 0 0,-1 1 0,0-1 0,0 0 0,1 1 0,-1-1 0,-3 8 9360,18 25-9220,0-2 0,34 52-1,13 29-157,-44-70-189,-2 1 0,-2 0 0,-2 1 0,8 57 0,-17-80 31,-1 1 0,-1-1 0,-1 1 0,0-1 0,-9 42 0,8-59 74,1 1 1,-1 0 0,1-1-1,-1 1 1,-1-1 0,-3 7-1,1-4 156,5-7-219,0 0 1,0 1 0,0-1 0,0 0 0,0 0-1,0 0 1,0 0 0,0 0 0,0 0 0,0 0-1,0 1 1,0-1 0,0 0 0,0 0-1,0 0 1,-1 0 0,1 0 0,0 0 0,0 0-1,0 0 1,0 0 0,0 0 0,0 0 0,0 0-1,-1 0 1,1 0 0,0 1 0,0-1-1,0 0 1,0 0 0,0 0 0,0 0 0,0 0-1,-1 0 1,1 0 0,0 0 0,0 0 0,0-1-1,0 1 1,0 0 0,0 0 0,0 0 0,-1 0-1,1 0 1,0 0 0,0 0 0,0 0-1,0 0 1,0 0 0,0 0 0,0 0 0,0 0-1,0-1 1,-1 1 0,1 0 0,0 0 0,0 0-1,0 0 1,0 0 0,-6-4 81,1 0-1,-1-1 1,1 1 0,0-1-1,0 0 1,0 0 0,1-1-1,0 1 1,0-1 0,0 0-1,1 0 1,0 0 0,0-1-1,0 1 1,1-1 0,0 1-1,0-1 1,1 0 0,-2-11-1,1-6-123,0-1-1,1 1 0,2-1 0,0 1 1,1 0-1,2 0 0,1 0 0,0 0 0,2 0 1,1 1-1,15-34 0,-6 22-754,2 0-1,1 1 1,2 1 0,0 1-1,3 1 1,50-50-1,-49 58-1274,0 2 0,1 1 0,1 1 0,58-29 0,-16 18-5740</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821"/>
    </inkml:context>
    <inkml:brush xml:id="br0">
      <inkml:brushProperty name="width" value="0.035" units="cm"/>
      <inkml:brushProperty name="height" value="0.035" units="cm"/>
    </inkml:brush>
  </inkml:definitions>
  <inkml:trace contextRef="#ctx0" brushRef="#br0">381 63 4916,'0'0'1173,"10"6"784,-10-5-1811,1-1 0,-1 0-1,0 1 1,1-1 0,-1 0 0,0 1 0,0-1-1,1 0 1,-1 0 0,0 1 0,1-1-1,-1 0 1,0 0 0,1 0 0,-1 0 0,1 0-1,-1 1 1,0-1 0,1 0 0,-1 0 0,1 0-1,-1 0 1,0 0 0,1 0 0,-1 0-1,1 0 1,-1 0 0,0 0 0,1-1 0,-1 1-1,1 0 1,-1 0 0,1 0 0,2-14 6703,-1 3-7904,-2 10 1120,-1 0 0,1 0 0,0 0 0,-1 0 1,0 0-1,1 0 0,-1 0 0,0 0 0,1 0 0,-1 1 0,0-1 0,0 0 0,0 0 0,0 1 0,0-1 1,0 0-1,-1 0 0,1 1 73,-4-4-37,0 0 1,0 1-1,-1 0 1,1 0 0,-1 0-1,0 1 1,0 0-1,0 0 1,0 0-1,-1 1 1,1 0 0,0 0-1,0 1 1,-1 0-1,1 0 1,-1 0 0,1 1-1,0-1 1,0 2-1,-1-1 1,1 1 0,-6 2-1,-8 3-15,1 1 0,0 1-1,0 0 1,1 1 0,-26 20-1,35-23-58,0 1-1,0 0 1,0 0-1,1 1 1,0 0-1,1 1 1,0 0-1,1 0 1,-1 0-1,2 1 1,0 0-1,0 0 1,1 0-1,-3 15 0,5-19-20,1 1-1,0 0 1,0 0-1,1-1 0,0 1 1,0 0-1,1 0 1,0-1-1,0 1 0,1 0 1,0-1-1,0 1 1,1-1-1,0 0 1,0 0-1,1 0 0,0 0 1,0-1-1,1 1 1,-1-1-1,1 0 0,1 0 1,5 4-1,0 0-57,0-2 1,1 0-1,0 0 0,0-1 1,0-1-1,1 0 0,0 0 0,0-1 1,1-1-1,-1 0 0,1-1 0,0-1 1,0 0-1,0-1 0,0 0 1,0-1-1,0-1 0,1 0 0,-1-1 1,-1 0-1,17-6 0,-11 3-42,0-1 0,-1-1-1,0-1 1,-1-1 0,0 0-1,0-1 1,-1-1 0,0-1-1,-1 0 1,0-1 0,-1 0-1,-1-1 1,0-1 0,20-29-1,-12 12-39,-11 19 95,-1-1 1,-1 0 0,0 0 0,0-1 0,9-29 0,-16 38 32,1 1 0,0 0 0,0 0 0,1 0 0,3-6 0,-2 3 7,-3 7 199,-2 4-92,-21 67 272,11-39-209,1 0 0,2 0 0,-8 58 0,16-80-149,-1-1 1,1 1-1,0 0 1,1 0 0,0-1-1,0 1 1,1 0-1,0-1 1,1 0-1,0 1 1,0-1 0,1 0-1,0 0 1,0-1-1,1 1 1,0-1-1,0 0 1,0 0-1,7 5 1,-5-5-14,0-1 1,0 0-1,0-1 0,1 0 1,0 0-1,0 0 0,0-1 1,1-1-1,-1 1 0,1-1 1,0-1-1,0 1 0,0-2 1,0 1-1,0-1 0,0-1 1,0 1-1,0-1 0,13-2 1,-7 1-11,0-1-1,0 0 1,19-5 0,-27 5-1,-1 0 1,0-1-1,1 0 0,-1 0 1,0 0-1,-1-1 1,1 0-1,-1 0 0,0 0 1,7-7-1,104-133 5,-96 108 147,-18 31-122,0 0 0,1 0 0,-1 0-1,1 1 1,7-9 0,-2 3 24,-7 8-29,0 0 0,1-1 0,-1 1 0,1 0-1,0 0 1,-1 0 0,1 0 0,0 1 0,0-1-1,1 0 1,-1 1 0,0-1 0,3 0-1,-4 2-12,0 1 0,1-1-1,-1 1 1,0 0 0,0-1-1,1 1 1,-1 0 0,0 0-1,0 0 1,0 0 0,0 0-1,0 0 1,0 0-1,-1 0 1,1 0 0,1 3-1,11 19 57,-2 6-104,-1 1 1,9 46-1,-9-20-4685,-10-53 1776,-16-9-9727</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7.976"/>
    </inkml:context>
    <inkml:brush xml:id="br0">
      <inkml:brushProperty name="width" value="0.035" units="cm"/>
      <inkml:brushProperty name="height" value="0.035" units="cm"/>
    </inkml:brush>
  </inkml:definitions>
  <inkml:trace contextRef="#ctx0" brushRef="#br0">1 1 1536,'22'14'-528,"10"20"180</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056"/>
    </inkml:context>
    <inkml:brush xml:id="br0">
      <inkml:brushProperty name="width" value="0.035" units="cm"/>
      <inkml:brushProperty name="height" value="0.035" units="cm"/>
    </inkml:brush>
  </inkml:definitions>
  <inkml:trace contextRef="#ctx0" brushRef="#br0">4 55 5264,'7'-23'1645,"-5"18"3820,1 5-5034,1-1 0,-1 1 1,0-1-1,1 0 0,-1 0 1,0 0-1,0 0 0,0-1 1,6-3-1,-6 3-200,0 1 0,1-1 0,-1 1 0,0-1 1,1 1-1,-1 0 0,1 0 0,-1 0 0,1 1 0,3-1 0,18 1 419,7 0 82,55 5-1,-77-3-683,-1-1 0,0 2-1,0-1 1,1 1 0,-2 0 0,1 1 0,0 0 0,-1 1 0,1-1 0,10 10 0,-12-8-22,-1 1-1,1 0 1,-2 0 0,1 0 0,-1 0 0,0 1 0,-1 0-1,0 0 1,0 0 0,-1 1 0,3 9 0,-1-7-17,-2 1 1,0-1 0,0 1 0,-1 0 0,0 0-1,-1 1 1,0-1 0,-1 0 0,-1 0-1,0 0 1,0 0 0,-1 0 0,-1 0 0,0 0-1,-1 0 1,0-1 0,-7 14 0,8-20-30,0-1 1,0 0-1,0-1 1,-1 1-1,1 0 1,-1-1-1,0 0 1,0 0-1,0 0 1,-1-1 0,1 1-1,-1-1 1,1 0-1,-1 0 1,0 0-1,0-1 1,0 0-1,0 0 1,0 0-1,0-1 1,0 1-1,-5-1 1,-14 0-578,0-2 0,0 0 0,-30-8 1,45 9 305,-18-5-1189,1-1 0,-28-11 0,2-4-2572</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789"/>
    </inkml:context>
    <inkml:brush xml:id="br0">
      <inkml:brushProperty name="width" value="0.035" units="cm"/>
      <inkml:brushProperty name="height" value="0.035" units="cm"/>
    </inkml:brush>
  </inkml:definitions>
  <inkml:trace contextRef="#ctx0" brushRef="#br0">455 0 4836,'0'0'11543,"-4"1"-10835,-6 3 40,0 0 1,1 1 0,-1 1-1,1-1 1,-17 14-1,22-16-725,-18 15 635,1 1 1,0 1-1,2 1 1,0 0-1,1 1 1,-16 27 0,-82 158 1383,96-168-1844,6-13-82,1 1-1,1 1 1,2 0-1,1 0 1,1 1-1,-5 33 1,12-49-97,-1-1-1,2 0 1,0 1 0,0-1-1,1 1 1,1-1-1,0 0 1,0 0 0,1 0-1,1 0 1,0 0 0,1-1-1,0 1 1,1-1-1,0-1 1,0 1 0,12 13-1,-4-9-134,1-1-1,0-1 1,1 0-1,0-1 0,1 0 1,0-1-1,1-1 1,0-1-1,0-1 0,1 0 1,1-2-1,-1 0 1,1-1-1,0-1 1,0 0-1,25 0 0,-16-3-130,-1 0 0,1-2 0,0-2 0,-1 0 0,1-2 0,-1-1 0,0-1 0,-1-1 0,1-2 0,49-25 0,-55 22 141,-1-1 0,0-1 0,-1-1 1,0-1-1,-1-1 0,-2 0 0,0-2 0,0 0 1,-2 0-1,19-34 0,-4-3-40,-2-2-1,38-120 1,-11-27 533,-41 150 81,-13 52 968,-3 7-846,-6 9-377,0 1 1,1 1-1,0-1 1,2 1-1,-1 1 0,2-1 1,0 1-1,-3 17 1,-10 130 407,13-106-516,3-38-709,2-1-1,0 1 1,6 32 0,0-9-2285,-7-37 420,5 0-1855,2 0 2023,0 0-130,9 7-6575</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09.912"/>
    </inkml:context>
    <inkml:brush xml:id="br0">
      <inkml:brushProperty name="width" value="0.035" units="cm"/>
      <inkml:brushProperty name="height" value="0.035" units="cm"/>
    </inkml:brush>
  </inkml:definitions>
  <inkml:trace contextRef="#ctx0" brushRef="#br0">0 6 6741,'0'0'2796,"20"-3"-3600,-1 0-1740,0 18-661</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334"/>
    </inkml:context>
    <inkml:brush xml:id="br0">
      <inkml:brushProperty name="width" value="0.035" units="cm"/>
      <inkml:brushProperty name="height" value="0.035" units="cm"/>
    </inkml:brush>
  </inkml:definitions>
  <inkml:trace contextRef="#ctx0" brushRef="#br0">64 268 12989,'-12'-13'1017,"5"5"732,1 1 0,-1 0 0,-15-12 0,21 18-1622,0 1 1,0-1-1,1 0 1,-1 0-1,0 1 1,1-1-1,-1 0 0,1 0 1,-1 0-1,1 1 1,-1-1-1,1 0 1,0 0-1,-1 0 0,1 0 1,0 0-1,0 0 1,-1 0-1,1 0 1,0 0-1,0 0 1,0 0-1,0 0 0,1 0 1,-1 0-1,0 0 1,0 0-1,0 0 1,1 0-1,-1 1 0,1-1 1,-1 0-1,1 0 1,-1 0-1,1 0 1,-1 0-1,1 1 0,0-1 1,0-1-1,34-33 1850,-28 29-1764,18-13 178,0 2 0,2 0 0,0 2 0,0 1 0,1 1 0,38-11 0,-55 20-365,1 0 1,-1 1-1,1 1 1,-1 0-1,1 0 1,0 1-1,0 1 1,-1 0-1,1 1 1,0 0-1,0 1 1,-1 0-1,1 0 1,13 6-1,-18-5-37,-1 0 0,1 1 0,-1-1 0,0 1 0,0 1 0,0-1 0,-1 1-1,1 0 1,-1 0 0,0 1 0,-1-1 0,1 1 0,-1 0 0,0 1 0,-1-1-1,1 0 1,-1 1 0,-1 0 0,1 0 0,-1 0 0,0 0 0,1 14 0,-1-3-46,-1 0 1,-1 0-1,-1 0 1,0-1 0,-2 1-1,0 0 1,0-1 0,-2 1-1,-7 18 1,-12 22-258,-39 69 0,33-69 144,17-36 136,10-16-36,17-22 35,86-110-12,-44 53 58,3 3 0,71-67-1,-124 133-5,-1-1 0,1 1 0,0 0 0,0 1-1,0-1 1,0 1 0,1 0 0,-1 1 0,1 0 0,0 0 0,7-1 0,-12 2-4,1 1 0,-1 0 1,0 0-1,1 0 0,-1 0 1,1 0-1,-1 0 0,1 1 1,-1-1-1,0 1 0,1 0 1,-1 0-1,0 0 0,0 0 1,0 0-1,1 0 0,-1 0 1,0 1-1,0-1 0,-1 1 1,1 0-1,0-1 0,0 1 1,-1 0-1,1 0 0,-1 0 1,0 0-1,0 0 0,1 0 1,-1 1-1,-1-1 0,1 0 1,0 0-1,1 6 0,1 10-317,0 1-1,0 0 0,-2 0 1,-2 37-1,-15 75-6682,3-88-2152,6-22 111</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472"/>
    </inkml:context>
    <inkml:brush xml:id="br0">
      <inkml:brushProperty name="width" value="0.035" units="cm"/>
      <inkml:brushProperty name="height" value="0.035" units="cm"/>
    </inkml:brush>
  </inkml:definitions>
  <inkml:trace contextRef="#ctx0" brushRef="#br0">1 6 7833,'51'-6'2952,"-35"18"-3044,3-1-792,-7 9-2024,17 14-1009</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0.800"/>
    </inkml:context>
    <inkml:brush xml:id="br0">
      <inkml:brushProperty name="width" value="0.035" units="cm"/>
      <inkml:brushProperty name="height" value="0.035" units="cm"/>
    </inkml:brush>
  </inkml:definitions>
  <inkml:trace contextRef="#ctx0" brushRef="#br0">115 252 13909,'-3'0'372,"1"-1"-1,-1 1 0,0 0 1,0 0-1,0 0 0,0 0 1,0 0-1,0 1 0,0-1 1,1 1-1,-1 0 0,0 0 1,0 0-1,1 0 0,-1 0 1,1 1-1,-4 1 0,4 0 108,-1 0-1,0 1 0,1-1 1,0 0-1,0 1 0,0-1 1,0 1-1,0 0 0,1 0 1,0 0-1,0-1 0,-2 9 1,-1 9 599,1 0 0,1 0 0,1 33 0,2-31-805,1 1 1,1-1 0,1 1-1,1-1 1,13 36 0,-10-41-278,1 0 0,0 0 0,1-1 0,1 0 1,1-1-1,0 0 0,1-1 0,1-1 0,0 0 0,20 15 1,-31-27-27,0 0 1,0 0 0,0 0-1,0-1 1,0 0 0,1 0-1,-1 1 1,0-2 0,1 1-1,-1 0 1,0-1 0,1 1 0,-1-1-1,1 0 1,-1 0 0,1-1-1,-1 1 1,1-1 0,-1 0-1,0 1 1,1-1 0,-1-1-1,0 1 1,0 0 0,4-3-1,0 0-12,-1 1 1,0-2-1,1 1 0,-1-1 0,-1 1 0,1-2 0,-1 1 0,0-1 0,0 1 0,6-12 0,-3 3-5,-1 0 0,-1 0 0,0-1 1,-1 0-1,-1 0 0,0-1 0,-1 1 0,2-27 0,-5 19 13,0 1 1,-1 0-1,-1-1 1,-2 1-1,-9-35 0,2 22 22,-1 1-1,-3 1 1,0 0 0,-2 0-1,-1 2 1,-2 0-1,-33-39 1,37 51 6,-31-30 0,41 44-94,1 0 1,-2 1-1,1 0 0,0 0 0,-1 0 0,1 0 0,-1 1 0,0 1 0,-1-1 1,-9-2-1,14 5-64,0-1 1,0 1-1,0-1 1,0 1 0,0 0-1,0 0 1,0 0-1,1 1 1,-1-1-1,0 1 1,0 0-1,0-1 1,0 1-1,0 0 1,1 1 0,-1-1-1,0 0 1,1 1-1,-1 0 1,1 0-1,0-1 1,-1 1-1,1 0 1,-3 4 0,3-2-395,0-1 1,1 0 0,-1 0 0,1 1 0,0-1 0,0 1-1,0-1 1,0 1 0,0-1 0,1 1 0,0-1 0,-1 1-1,1 0 1,1-1 0,-1 1 0,1 0 0,-1-1 0,1 1-1,2 6 1,14 25-10896</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140"/>
    </inkml:context>
    <inkml:brush xml:id="br0">
      <inkml:brushProperty name="width" value="0.035" units="cm"/>
      <inkml:brushProperty name="height" value="0.035" units="cm"/>
    </inkml:brush>
  </inkml:definitions>
  <inkml:trace contextRef="#ctx0" brushRef="#br0">0 232 14533,'1'-4'-850,"5"-7"7398,-5 11-6219,0 0 0,0 0 0,0 0 0,0 0 0,0 0 0,0 0 0,0 0 0,-1 0 0,1 1 0,0-1 1,0 0-1,0 1 0,0-1 0,-1 1 0,1-1 0,0 1 0,1 0 0,5 5-221,1 0 1,-1 0-1,0 0 0,-1 1 1,0 0-1,0 1 1,0-1-1,-1 1 0,0 0 1,-1 0-1,0 1 1,0-1-1,-1 1 1,0 0-1,0 0 0,-1 0 1,0 0-1,-1 1 1,0-1-1,0 16 0,-1-6-70,0 1-1,-2-1 1,0 1-1,-1-1 1,-2 0-1,1 0 0,-2 0 1,-1-1-1,-9 19 1,-24 36 207,39-71-48,0-5-134,1-4-48,-1 0 1,1 0-1,1 0 1,0 0-1,0 1 1,0-1-1,0 0 1,6-12-1,26-58 38,-12 31-28,7-20-28,3 1 0,3 2-1,3 1 1,88-112 0,-118 166 6,26-27 27,-31 34-23,0-1 0,0 0-1,0 1 1,0 0 0,1-1 0,-1 1-1,0 0 1,1 0 0,-1 0 0,1 1-1,-1-1 1,1 1 0,-1-1 0,1 1-1,0 0 1,3 0 0,0 1 0,0 0 0,0 0 1,-1 1-1,1-1 0,0 1 0,-1 1 1,1-1-1,-1 1 0,0 0 0,0 0 1,0 1-1,0-1 0,7 9 1,-4-4 4,-1 1 1,0 0-1,-1 1 1,0-1 0,0 1-1,7 19 1,-1 6 11,-1 0 0,-2 1 0,7 56 0,24 267-2140,-29-119-5843,-7-163 1484,5-7-3936</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746"/>
    </inkml:context>
    <inkml:brush xml:id="br0">
      <inkml:brushProperty name="width" value="0.035" units="cm"/>
      <inkml:brushProperty name="height" value="0.035" units="cm"/>
    </inkml:brush>
  </inkml:definitions>
  <inkml:trace contextRef="#ctx0" brushRef="#br0">19 69 11221,'-1'-4'2195,"-3"-12"-557,-3-8 1899,0 0 3565,12 24-5899,0 1-975,1 0-1,0 0 1,0 1-1,-1 0 1,1 0-1,-1 0 0,1 1 1,-1 0-1,0 0 1,0 0-1,0 0 1,-1 1-1,1 0 0,-1 0 1,0 0-1,0 0 1,0 1-1,3 6 1,13 19 124,-1 0 0,-2 1 0,17 45 0,-10-22-211,84 157-637,-82-168-43,2 0 0,54 62 0,-51-70-1296,22 25-3031,-17-22-2775,-3-8-5687</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1.931"/>
    </inkml:context>
    <inkml:brush xml:id="br0">
      <inkml:brushProperty name="width" value="0.035" units="cm"/>
      <inkml:brushProperty name="height" value="0.035" units="cm"/>
    </inkml:brush>
  </inkml:definitions>
  <inkml:trace contextRef="#ctx0" brushRef="#br0">670 6 13097,'-16'-6'2908,"-19"18"-103,-19 13-509,19 4-352,7 2-348,-7 12-304,0 11-300,-6 9-187,-4 6-217,-6 5-516,4 6-1092,-7-3-1085,-10 3-1471,-2 0-2837,2 3-5884</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4.260"/>
    </inkml:context>
    <inkml:brush xml:id="br0">
      <inkml:brushProperty name="width" value="0.035" units="cm"/>
      <inkml:brushProperty name="height" value="0.035" units="cm"/>
    </inkml:brush>
  </inkml:definitions>
  <inkml:trace contextRef="#ctx0" brushRef="#br0">11 58 5929,'-1'-1'134,"0"1"1,0-1 0,0 0 0,1 0 0,-1 1-1,0-1 1,1 0 0,-1 0 0,0 0 0,1 0-1,-1 0 1,1 0 0,0 0 0,-1 0 0,1 0-1,0 0 1,-1 0 0,1 0 0,0 0 0,0-1-1,0 1 1,0 0 0,0 0 0,0 0 0,1 0-1,-1 0 1,0 0 0,0 0 0,1 0 0,-1 0-1,1 0 1,-1 0 0,2-2 0,7-19 12950,-8 24-11540,10 20-633,-1 0 0,-1 1-1,-2 0 1,0 0-1,-1 1 1,-1 0 0,3 46-1,-11 179-786,-2-100-1269,3-107-1039,-3 0-1,-1-1 1,-13 47-1,-2 18-6003,12-19-3324</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4.827"/>
    </inkml:context>
    <inkml:brush xml:id="br0">
      <inkml:brushProperty name="width" value="0.035" units="cm"/>
      <inkml:brushProperty name="height" value="0.035" units="cm"/>
    </inkml:brush>
  </inkml:definitions>
  <inkml:trace contextRef="#ctx0" brushRef="#br0">334 577 11929,'4'24'1791,"-1"-12"-960,-1 0 1,-1 0-1,0 0 1,-1 0-1,0 0 1,-2 16-1,-6 11-179,-1 1-1,-3-1 1,-28 66-1,-68 105 112,102-200-734,-104 166 348,109-175-374,0-1 0,0 0 0,-1 0 1,1 0-1,0 1 0,0-1 0,-1 0 1,1 0-1,0-1 0,-1 1 0,1 0 0,0 0 1,0-1-1,-1 1 0,1-1 0,0 1 1,0-1-1,0 1 0,0-1 0,0 0 0,-1 1 1,0-2-1,0-2-3,1 0 1,-1 1-1,0-1 0,1 0 1,0 0-1,0 0 0,0-1 1,0 1-1,1-7 0,-2-2 1,-2-19 5,2-1 1,1 0-1,6-59 0,25-98-13,-22 152 0,13-75-35,38-109 0,-42 169 32,3 1 1,2 2-1,2 0 0,38-58 0,-51 92 7,0 1 0,1 0 1,1 1-1,0 0 0,1 1 1,0 1-1,1 0 0,1 0 0,-1 2 1,35-17-1,-38 22 13,1 0 0,-1 1 0,1 0 0,0 1 0,0 1 0,1 0 0,-1 0 0,0 2 0,1-1 0,-1 2 0,0 0 0,0 0 0,1 1 0,-1 1 0,0 0 0,15 7 0,-17-6 2,0 2 0,0-1-1,-1 1 1,1 0 0,-1 1-1,-1 1 1,0-1 0,0 1-1,0 1 1,-1 0 0,0 0-1,-1 0 1,0 1 0,0 0-1,-1 1 1,0-1 0,-1 1-1,-1 0 1,1 1 0,-2-1-1,0 1 1,0 0 0,-1-1-1,0 1 1,-1 0 0,0 0-1,-1 0 1,-1 0 0,0 0-1,0 0 1,-1 0 0,-4 12-1,-2-3-41,0 0 0,-1-1 0,-1 0 1,-1-1-1,-1 0 0,-1-1 0,-24 27 0,11-16-203,-2-1 0,-1-2 0,-48 34 0,37-32-131,-1-2 1,-1-2 0,-1-2-1,-1-2 1,-48 15 0,86-34 295,0 1 1,1-1 0,-1-1-1,0 1 1,0-1 0,-10-1-1,5 1-27,7 0 447,4 3-19,3 3-240,-1 0 1,1 0-1,0 0 1,0 0 0,0 0-1,1-1 1,0 1-1,0-1 1,1 0 0,-1 0-1,1-1 1,0 0 0,1 1-1,8 4 1,20 19 162,-6-1-99,11 10 124,52 39-1,-47-44-608,122 84-1101,-50-46-7948,-83-51 554</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5.938"/>
    </inkml:context>
    <inkml:brush xml:id="br0">
      <inkml:brushProperty name="width" value="0.035" units="cm"/>
      <inkml:brushProperty name="height" value="0.035" units="cm"/>
    </inkml:brush>
  </inkml:definitions>
  <inkml:trace contextRef="#ctx0" brushRef="#br0">84 596 7349,'35'-11'3105,"-34"10"-2994,-1 0-1,1 1 1,0-1 0,0 0 0,-1 1 0,1-1 0,-1 0 0,1 0 0,-1 0 0,1 0 0,-1 0-1,1 0 1,-1 1 0,0-1 0,1 0 0,-1 0 0,0 0 0,0 0 0,0-2 0,0 1 172,21-45 2254,-16 36-2002,-1 1-1,1 0 1,-2-1-1,1 0 1,2-14-1,-4-13 322,-1-1 0,-2 1 1,-6-49-1,0 12 865,6 70-1527,1 0 1,-2 0-1,1-1 1,0 1-1,-1 0 1,-4-9-1,4 9 53,2 5-237,0 0-1,-1 0 1,1 0 0,0 0-1,0 0 1,0 0-1,0-1 1,0 1 0,0 0-1,0 0 1,0 0 0,0 0-1,0 0 1,0 0 0,0 0-1,0 0 1,0 0 0,-1 0-1,1 0 1,0 0-1,0-1 1,0 1 0,0 0-1,0 0 1,0 0 0,0 0-1,0 0 1,-1 0 0,1 0-1,0 0 1,0 0-1,0 0 1,0 0 0,0 0-1,0 0 1,0 0 0,0 0-1,-1 0 1,1 0 0,0 0-1,0 0 1,0 0 0,0 1-1,0-1 1,0 0-1,0 0 1,0 0 0,-1 0-1,1 0 1,0 0 0,0 0-1,0 0 1,0 0 0,0 0-1,0 0 1,0 1-1,0-1 1,0 0 0,-6 3 98,0 0 0,1 0 0,-1 1 0,1 0 0,0 0 0,0 0 0,1 1 0,-1 0 0,1 0 1,0 0-1,0 0 0,0 1 0,1-1 0,0 1 0,0 0 0,1 0 0,-4 11 0,6-16-101,-17 48 355,2 0 0,-10 60 0,22-94-340,2 0 0,-1-1 0,2 1 0,0 0 0,1-1 0,0 1 0,1 0 0,1-1 0,0 0 0,1 1 0,0-1 0,11 22 0,-11-30-159,1 1-1,-1 0 1,1-1-1,0 0 1,0 0 0,1-1-1,0 1 1,0-1-1,0-1 1,1 1 0,0-1-1,-1 0 1,1 0-1,1-1 1,-1 0 0,0 0-1,1-1 1,0 0-1,-1 0 1,1-1-1,0 0 1,0 0 0,0-1-1,10-1 1,-3 1-129,1-2 0,-1 0 1,0-1-1,0 0 0,0-2 0,0 1 1,-1-2-1,0 0 0,0 0 1,0-2-1,21-14 0,14-20-689,-1-2 0,56-66-1,-60 61 764,-9 9 436,-33 37 314,10 12 225,-11-8-749,0 0 0,0 0 0,-1 0 0,1 0 0,-1 0-1,1 0 1,-1 1 0,1-1 0,-1 0 0,0 0 0,1 0-1,-1 1 1,0-1 0,0 0 0,0 0 0,0 1 0,0-1-1,0 0 1,-1 0 0,1 1 0,0-1 0,-1 0 0,0 2 0,-14 38 462,7-23-247,3-3-127,0 1 0,1-1 0,1 1 0,-2 18 0,5-26-90,0 0 0,0 0-1,0 0 1,1 0 0,1-1-1,-1 1 1,1 0 0,1-1-1,-1 1 1,7 11 0,-4-12-28,1 0 0,0-1 0,0 0 0,0 0 0,1 0 0,0-1 0,0 0 0,0 0 0,1-1 0,0 0 1,0 0-1,0-1 0,13 4 0,-10-4-39,0 0 1,0 0 0,0-1-1,0-1 1,0 0 0,1 0-1,-1-1 1,1-1-1,-1 0 1,0 0 0,0-1-1,0 0 1,0-1-1,0-1 1,0 0 0,-1 0-1,1-1 1,9-6-1,-7 3-2,0-2-1,0 1 1,-1-2-1,0 0 0,-1 0 1,14-19-1,6-14-111,-30 42 138,-4 4 13,-1 0 0,1 1-1,0 0 1,0-1 0,0 1 0,-5 6 0,3-4-9,-72 87 19,75-90-6,0 0-27,1 0 0,-1 0 0,1 0-1,-1 0 1,1 0 0,0 0 0,0 1 0,0-1 0,0 1-1,-1 2 1,2-4-343,45-9-385,0-2 0,0-2-1,60-24 1,-99 34 619,1-1 0,-1 0 1,0 0-1,0-1 0,0 0 1,0 0-1,-1 0 0,0-1 1,0 0-1,0 0 0,0 0 1,4-6-1,-4 2 29,0 0 0,-1-1 0,0 1-1,-1-1 1,1 0 0,-2 0 0,3-19 0,61-422 2078,-63 425-1796,0 2 1040,4 55-436,-3 6-628,-3-18-267,1 0-1,1 0 0,1-1 0,0 1 0,1-1 0,1 0 0,16 32 0,1-5-968,-21-42 809,1-3 217,1 0 0,-1 0 1,1-1-1,-1 1 0,0-1 0,1 0 1,-1 0-1,0 0 0,1 0 0,-1 0 1,0-1-1,0 1 0,0-1 0,3-2 1,-1-1 28,0 0-1,-1 0 1,1 0 0,-1-1 0,-1 1 0,6-10 0,64-126 862,-71 138 600,1 24-751,-3 4-466,-1 0-1,-1 0 1,-6 32-1,4-31-873,0 1 0,1 44 0,10 4-7199,2-36-1004</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7.050"/>
    </inkml:context>
    <inkml:brush xml:id="br0">
      <inkml:brushProperty name="width" value="0.035" units="cm"/>
      <inkml:brushProperty name="height" value="0.035" units="cm"/>
    </inkml:brush>
  </inkml:definitions>
  <inkml:trace contextRef="#ctx0" brushRef="#br0">39 1186 7057,'-20'-6'773,"2"0"3667,28 13-1411,-1-3-2593,1 0 1,1-1 0,-1 0-1,1 0 1,-1-1-1,17 1 1,0 0 2,102 15 1085,173 0 0,134-25-538,-324 4-717,1511-73 1193,-3-40-1053,-706 48-199,807-81-144,-1226 103 93,1754-196-694,-2238 241 529,1858-192-285,-1805 188 265,831-48 242,568 23-94,-1389 29-103,337-10 474,-308 3-35,199-41 1,-250 34-184,98-44 1,-44 15 67,-91 38-299,-4 1-23,1 1-1,0 0 1,0 1 0,0 0 0,0 0-1,17 0 1,-27 3-9,1-1 1,-1 1-1,0 0 0,0-1 0,0 1 0,0-1 0,0 0 1,0 0-1,3-1 0,4-2 4,-6 3 56,-7 0-72,0-2-80,0 0 0,-1 1-1,0-1 1,1 1 0,-1 1 0,0-1-1,0 1 1,0-1 0,0 1 0,0 1-1,0-1 1,0 1 0,-6 0 0,-178 10-3974,60 0-5047,60-5-1242</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084"/>
    </inkml:context>
    <inkml:brush xml:id="br0">
      <inkml:brushProperty name="width" value="0.035" units="cm"/>
      <inkml:brushProperty name="height" value="0.035" units="cm"/>
    </inkml:brush>
  </inkml:definitions>
  <inkml:trace contextRef="#ctx0" brushRef="#br0">229 26 15405,'22'-21'2801,"-18"16"-341,-7 28 2043,2 121-682,3-90-1932,-8 67-1,-21 46-1888,-79 261 0,4-32 0,98-373-275,0 1 0,2 0-1,0 33 1,17 130-4716,-14-178 4404,1 0 1,0 0-1,0 0 0,1 0 0,0 0 0,8 14 1,-7-18-269,-1 0 1,1-1-1,0 1 0,0-1 1,1 0-1,6 5 1,-3-2-824,38 25-10246</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351"/>
    </inkml:context>
    <inkml:brush xml:id="br0">
      <inkml:brushProperty name="width" value="0.035" units="cm"/>
      <inkml:brushProperty name="height" value="0.035" units="cm"/>
    </inkml:brush>
  </inkml:definitions>
  <inkml:trace contextRef="#ctx0" brushRef="#br0">182 32 11525,'-29'-14'7312,"30"12"-6291,-1 1-978,1 0 0,-1 0 0,0 0-1,0 1 1,1-1 0,-1 0 0,0 1-1,1-1 1,-1 0 0,1 1 0,-1-1-1,1 0 1,-1 1 0,1-1 0,-1 1-1,1-1 1,0 1 0,-1-1 0,1 1-1,0-1 1,0 1 0,-1 0 0,1-1-1,0 1 1,0 0 0,-1 0 0,1 0-1,0 0 1,0-1 0,0 1 0,-1 0-1,1 0 1,0 0 0,0 1 0,0-1-1,-1 0 1,1 0 0,1 1 0,2 1 46,0 0 1,0 1-1,0 0 0,0 0 1,6 6-1,3 3 77,82 73 437,138 161-1,-186-193-602,-44-49-1,96 114-64,-87-102 52,-1 0 1,-1 1-1,-1 0 0,0 0 1,11 36-1,-18-49 12,-1 1 0,0 0 1,-1-1-1,1 1 0,-1 0 0,1 0 1,-2 0-1,1 0 0,0 0 1,-1-1-1,0 1 0,0 0 0,0 0 1,-1-1-1,0 1 0,0-1 1,0 1-1,0-1 0,0 0 0,-1 0 1,0 0-1,0 0 0,0 0 1,0-1-1,-1 1 0,0-1 0,1 0 1,-9 5-1,-7 3 2,0-1 1,0 0-1,-1-2 1,0 0-1,-28 6 1,-34 7-194,-128 15 0,83-20-2744,4-1-5103,90-11-897</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19.678"/>
    </inkml:context>
    <inkml:brush xml:id="br0">
      <inkml:brushProperty name="width" value="0.035" units="cm"/>
      <inkml:brushProperty name="height" value="0.035" units="cm"/>
    </inkml:brush>
  </inkml:definitions>
  <inkml:trace contextRef="#ctx0" brushRef="#br0">1 147 14249,'0'0'2393,"2"-1"-215,7-2-1542,-1 1-1,1 0 1,0 1-1,0 0 0,0 0 1,-1 1-1,1 0 0,0 1 1,11 2-1,14 3-178,35 13 0,-37-10 113,4 3-395,0 1 0,0 2 0,-2 2 1,0 1-1,-1 1 0,0 2 0,46 40 0,-65-48-126,0 0-1,-1 1 0,-1 0 1,20 30-1,-26-35-5,-1 0-1,-1 0 1,1 0 0,-1 1-1,-1-1 1,0 1-1,0 0 1,-1 0 0,0 0-1,0 16 1,-5-5 537,2-20-559,1-1 0,-1 0 0,1 0-1,0 1 1,-1-1 0,1 0-1,-1 0 1,1 0 0,0 0-1,-1 0 1,1 0 0,-1 0-1,1 0 1,-1 0 0,1 0-1,-1 0 1,1 0 0,0 0-1,-1 0 1,1 0 0,-1 0-1,1-1 1,-1 1 0,1 0-1,0 0 1,-1 0 0,1-1-1,0 1 1,-1 0 0,1-1-1,0 1 1,-1 0 0,1-1-1,0 1 1,-1-1 0,0-1-9,-1 0 0,1 0 0,0 0 0,0 0 0,0 0 0,0-1 0,0 1 0,0 0 0,1 0 1,-1-1-1,1 1 0,0-1 0,-1 1 0,1 0 0,0-1 0,0 1 0,1-1 0,-1 1 0,0 0 0,1-1 0,0 1 0,-1 0 1,1-1-1,0 1 0,1-2 0,4-10-94,-1 2-1,1-1 1,10-15 0,12-12-968,1 1-1,3 1 1,1 2 0,41-36-1,43-25-3549,6 10-3320,-47 38-1404</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291"/>
    </inkml:context>
    <inkml:brush xml:id="br0">
      <inkml:brushProperty name="width" value="0.035" units="cm"/>
      <inkml:brushProperty name="height" value="0.035" units="cm"/>
    </inkml:brush>
  </inkml:definitions>
  <inkml:trace contextRef="#ctx0" brushRef="#br0">82 183 7105,'0'1'117,"0"0"-1,0 0 1,-1 0 0,1 0 0,0-1 0,0 1 0,1 0 0,-1 0-1,0 0 1,0 0 0,0-1 0,1 1 0,-1 0 0,0 0 0,1 0-1,-1-1 1,0 1 0,1 0 0,-1 0 0,1-1 0,0 1 0,-1 0-1,1-1 1,-1 1 0,1-1 0,0 1 0,-1-1 0,1 1 0,1 0 0,3 0 412,-1-1 0,1 0 1,-1 0-1,1 0 0,0 0 1,5-1-1,18-2 589,0 2 150,40-9 1,-62 8-1043,0 1 0,0-1 0,0 0 0,0 0 1,0 0-1,-1-1 0,1 0 0,-1 0 0,1-1 0,-1 1 0,0-1 0,7-7 0,-11 10-171,0-1 0,1 1 1,-1-1-1,0 0 0,0 1 1,0-1-1,-1 0 0,1 0 0,0 1 1,-1-1-1,1 0 0,-1 0 0,1 0 1,-1 0-1,0 0 0,0 0 0,0 0 1,0 0-1,0 0 0,0 0 0,-1 1 1,1-1-1,0 0 0,-1 0 1,0 0-1,1 0 0,-1 1 0,0-1 1,-2-2-1,2 2 26,-1 0 1,0 0 0,1 0-1,-1 1 1,0-1-1,0 1 1,0-1-1,0 1 1,-1 0 0,1 0-1,0 0 1,0 0-1,-1 0 1,1 0-1,-1 1 1,1-1 0,0 1-1,-1 0 1,1 0-1,-1 0 1,1 0-1,-1 0 1,-4 1 0,-8 2 232,0 2 1,0-1 0,0 2-1,1 0 1,-1 1 0,1 0-1,1 1 1,0 1 0,0 0 0,0 1-1,-19 20 1,22-21-210,1 1 1,1 0-1,-1 1 0,2-1 1,0 2-1,0-1 0,1 1 1,0 0-1,1 0 0,0 1 1,1-1-1,1 1 0,0 0 1,-2 22-1,5-29-80,0 1 0,0-1-1,1 1 1,0-1 0,0 1-1,0-1 1,1 0 0,0 0 0,1 1-1,-1-1 1,1-1 0,0 1-1,0 0 1,6 6 0,-3-4-17,1-1 0,1 1 0,-1-2 0,1 1 0,0-1 0,1 0 0,-1 0 0,14 5 0,-3-2-85,1-1 0,0-2 0,0 0 0,0-1 0,0-1 0,1 0 0,0-2 0,29 0 0,-22-3-24,-1-1 0,0-1 0,0-1 0,0-2 0,0 0 0,-1-2 0,0-1-1,-1-1 1,0-1 0,-1-2 0,0 0 0,0-1 0,-2-2 0,0 0 0,0-1 0,-2-1 0,0-1 0,-2-1 0,29-39 0,-19 17-64,-3-2 0,-2-1 0,23-59 1,-7 22-170,-52 99 842,-8 13-208,6 13 19,2 0 1,1 1-1,-8 68 0,18-102-285,1 1-1,0-1 0,1 0 0,0 1 1,1-1-1,0 0 0,0 1 0,1-1 1,1 0-1,3 11 0,-3-14-18,0-1 0,0 0 0,1 0 0,0 0 0,0 0 0,0-1-1,0 1 1,1-1 0,0 0 0,0-1 0,1 1 0,-1-1 0,1 0 0,0 0 0,0-1 0,7 4 0,1-2-4,0 0 0,0-2 0,1 1 1,-1-2-1,1 0 0,0 0 0,-1-1 1,1-1-1,0-1 0,-1 0 0,1-1 1,0 0-1,-1-1 0,0-1 0,0 0 1,16-8-1,-3 1-14,-2-1 0,0-2-1,0 0 1,-1-2 0,-1 0 0,-1-1 0,31-31 0,-8 1 71,69-66 632,-113 113-692,1 0-1,-1-1 0,0 1 0,1 0 0,-1 0 0,1 0 0,-1 0 1,1 1-1,-1-1 0,0 0 0,1 1 0,-1-1 0,0 1 0,1-1 1,-1 1-1,0 0 0,0-1 0,1 1 0,-1 0 0,2 2 0,0 4 15,-1 0 0,0 1 0,0 0 0,-1-1 0,0 1 0,-1 0 0,1 0 0,-2 14 0,1 4-7,2 38 28,-3-50-493,1 1 1,0-1 0,2 0-1,0 1 1,0-1 0,6 19-1,5 0-3379,-8-28-1290,8-4 2242,-11 0 983,20 4-8920</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416"/>
    </inkml:context>
    <inkml:brush xml:id="br0">
      <inkml:brushProperty name="width" value="0.035" units="cm"/>
      <inkml:brushProperty name="height" value="0.035" units="cm"/>
    </inkml:brush>
  </inkml:definitions>
  <inkml:trace contextRef="#ctx0" brushRef="#br0">1 6 9317,'6'-6'1836,"10"21"1448,-7 7-2580,7 18-516,3-11-624,4 11-424,-1 0-440,3 6-2408,4 5-2333</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821"/>
    </inkml:context>
    <inkml:brush xml:id="br0">
      <inkml:brushProperty name="width" value="0.035" units="cm"/>
      <inkml:brushProperty name="height" value="0.035" units="cm"/>
    </inkml:brush>
  </inkml:definitions>
  <inkml:trace contextRef="#ctx0" brushRef="#br0">56 413 10881,'-21'-28'5265,"18"25"-4765,-1 0 0,1-1 0,0 1 0,1-1 0,-1 0 0,1 0 1,0 0-1,0 0 0,0 0 0,0-1 0,1 1 0,-1 0 0,1-1 0,0 0 1,1 1-1,-1-1 0,1 1 0,0-1 0,0 0 0,1-6 0,4-9-115,0 1 0,2-1-1,0 1 1,1 1-1,0 0 1,2 0-1,0 1 1,1 0-1,1 0 1,0 1 0,1 1-1,1 0 1,27-22-1,-37 34-371,1 0-1,0 0 0,-1 1 0,1-1 1,0 1-1,1 0 0,-1 1 0,0-1 1,0 1-1,1 0 0,-1 0 0,1 1 1,-1-1-1,1 1 0,-1 1 1,1-1-1,-1 1 0,1 0 0,-1 0 1,0 0-1,0 1 0,1 0 0,-1 0 1,0 0-1,0 0 0,-1 1 0,1 0 1,0 0-1,-1 0 0,6 7 0,3 1-55,0 2 0,-1 0-1,-1 1 1,0 0 0,-1 0-1,-1 1 1,0 0 0,8 19-1,-11-17-74,1 1 0,-2 0 1,0 0-1,-2 1 0,0-1 0,1 33 0,-3-20-86,-3 0 0,0 0 0,-9 39 0,8-56 146,0 0 0,-1 0 0,-1 0 0,0-1 0,0 0 0,-2 0 0,0 0 0,0-1 0,-13 17 0,2-55-66,19 21 102,1 0-1,-1-1 1,1 1-1,0 0 1,1 0-1,-1 0 0,7-9 1,-1-1-42,8-11-39,0 1 1,2 0-1,1 1 0,1 1 1,0 1-1,25-20 1,0 10-28,-40 29 116,-4 3 10,0-1 0,1 1 0,-1-1-1,0 1 1,0 0 0,1-1 0,-1 1-1,0 0 1,1 0 0,-1 0 0,0 0 0,1 0-1,-1 0 1,0 1 0,0-1 0,1 0-1,1 1 1,3 1 5,-4-2 3,0 0 0,1 0 0,-1 1 0,0-1 0,0 1 1,0 0-1,0 0 0,0 0 0,0 0 0,0 0 0,0 0 0,0 0 0,0 0 0,-1 1 0,1-1 1,0 1-1,-1-1 0,2 3 0,0 1-46,0-1 0,0 1-1,-1 0 1,1 0 0,-1 0 0,-1 0 0,3 7-1,-1 7-1211,0 0-1,-1 0 0,-1 26 0,4-10-3599,-4-32 1574,5 11-8819</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0.967"/>
    </inkml:context>
    <inkml:brush xml:id="br0">
      <inkml:brushProperty name="width" value="0.035" units="cm"/>
      <inkml:brushProperty name="height" value="0.035" units="cm"/>
    </inkml:brush>
  </inkml:definitions>
  <inkml:trace contextRef="#ctx0" brushRef="#br0">0 29 10873,'16'-29'4048,"6"41"-4948,16 13 108,-19 7-360,0-6-88,-6 5-1976,0 6-1421</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245"/>
    </inkml:context>
    <inkml:brush xml:id="br0">
      <inkml:brushProperty name="width" value="0.035" units="cm"/>
      <inkml:brushProperty name="height" value="0.035" units="cm"/>
    </inkml:brush>
  </inkml:definitions>
  <inkml:trace contextRef="#ctx0" brushRef="#br0">102 269 6869,'-23'19'1738,"22"-18"-1620,1-1 0,0 1 0,-1 0 1,1-1-1,0 1 0,0 0 0,-1-1 0,1 1 1,0 0-1,0-1 0,0 1 0,0 0 0,0-1 1,0 1-1,0 0 0,0-1 0,1 1 0,-1 0 1,0-1-1,0 1 0,0 0 0,1-1 0,-1 1 1,0-1-1,1 1 0,-1-1 0,0 1 0,1 0 1,-1-1-1,1 1 0,4 12 2572,-4-6-2233,0 0 0,0 0 1,1 0-1,0 0 0,0 0 1,0 0-1,1-1 0,0 1 0,0-1 1,1 0-1,-1 0 0,1 0 1,1 0-1,-1-1 0,1 1 1,0-1-1,10 8 0,-14-12-372,-1 0 0,1 0 0,0-1 0,0 1 0,0 0 0,0 0 0,0 0 0,0-1 0,0 1 0,0 0 0,0-1 0,0 1 0,0-1 0,0 1 0,0-1 0,1 1 0,-1-1 0,0 0 0,0 0 0,0 0 0,1 0 0,-1 0 0,0 0 0,0 0 0,1 0 0,-1 0 0,0 0 0,0-1 0,0 1 0,0 0 0,1-1 0,-1 1 0,0-1 0,0 1 0,0-1 0,0 0 0,0 1 0,0-1 0,0 0 0,0 0 0,0 0 0,-1 0 0,1 0-1,0 0 1,0 0 0,-1 0 0,1 0 0,-1 0 0,1 0 0,-1 0 0,1-3 0,2-4 58,0 0-1,-1 0 1,0-1-1,0 1 1,0-13-1,-2 5-66,-1 1 0,0-1 0,-1 1 0,-1 0 1,0 0-1,-1 0 0,-1 0 0,0 1 0,-1-1 0,-8-13 0,1 3-39,-2 1 0,-1 1 0,0 0 0,-30-31-1,7 22-452,29 25 23,6 5-422,3 4-142,0-1 830,0 0 0,0 0-1,0 1 1,0-1-1,0 0 1,0 1-1,0-1 1,0 1 0,1-1-1,-1 1 1,1-1-1,-1 1 1,1-1-1,0 1 1,-1-1-1,1 1 1,0 0 0,0-1-1,0 1 1,0-1-1,1 1 1,-1 0-1,0-1 1,1 1 0,-1-1-1,1 1 1,-1-1-1,1 1 1,0-1-1,-1 1 1,1-1-1,0 0 1,0 1 0,0-1-1,2 2 1,22 30-2951,9 6-4750,4-2-601</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619"/>
    </inkml:context>
    <inkml:brush xml:id="br0">
      <inkml:brushProperty name="width" value="0.035" units="cm"/>
      <inkml:brushProperty name="height" value="0.035" units="cm"/>
    </inkml:brush>
  </inkml:definitions>
  <inkml:trace contextRef="#ctx0" brushRef="#br0">1 35 11617,'0'0'6351,"3"1"-5414,2-1-797,-1 1 0,1 0 0,-1 0 1,0 0-1,1 1 0,-1 0 0,0-1 0,0 1 0,0 1 0,0-1 0,6 6 1,-3-1 16,-1 0 0,1 0 1,-1 0-1,9 17 0,-7-10-70,-1-1-1,-1 1 0,0 0 0,-1 1 0,-1-1 1,0 1-1,-1 0 0,-1 0 0,0 0 0,-1 0 1,0 0-1,-1 1 0,-1-1 0,0 0 1,-6 21-1,5-28 32,-2 1 1,1-1 0,-1 0 0,-8 13-1,-1 3 392,11-20 221,0-7-368,0 1-319,0-1 0,0 0 0,1 1 0,-1-1 0,1 0 0,-1 0 0,1 0 0,0 0 0,0 0 0,1-1 0,-1 1 0,1 0 0,-1 0 0,1-1 0,0 1 0,0 0 0,0 0 0,1-1 0,-1 1 0,1 0 0,0 0 0,0 0 0,0 0 0,3-6 0,12-29 170,42-68-1,-48 89-188,3-5 7,0 1-1,1 0 1,1 1-1,1 1 1,1 0-1,0 2 1,34-27-1,-48 42-4,0-1-1,1 1 0,-1 0 0,1 0 1,-1 0-1,1 1 0,0 0 0,-1-1 1,1 1-1,0 0 0,0 1 0,0-1 1,0 1-1,0 0 0,6 0 0,-7 1 15,0-1-1,0 1 0,-1 0 1,1 0-1,-1 1 0,1-1 1,-1 1-1,1-1 0,-1 1 1,0 0-1,1 0 0,-1-1 1,0 2-1,0-1 0,-1 0 0,4 4 1,2 7 102,-1 0 0,0 1 1,-1-1-1,-1 1 0,0 0 0,3 27 1,12 124 273,-6-34-2222,-10-90 391,-2-28 698,0-1 0,1 1 0,3 13 0,-3-20-951,1 0 0,-1 0 0,1 0-1,0-1 1,5 8 0,4 6-8543</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788"/>
    </inkml:context>
    <inkml:brush xml:id="br0">
      <inkml:brushProperty name="width" value="0.035" units="cm"/>
      <inkml:brushProperty name="height" value="0.035" units="cm"/>
    </inkml:brush>
  </inkml:definitions>
  <inkml:trace contextRef="#ctx0" brushRef="#br0">18 2 12313,'0'0'120,"-1"0"1,1-1-1,-1 1 0,1 0 0,-1 0 0,1 0 1,-1 0-1,0 0 0,1 0 0,-1 0 1,1 0-1,-1 0 0,1 0 0,-1 0 0,1 0 1,-1 1-1,0-1 0,1 0 0,-1 0 0,1 0 1,-1 1-1,1-1 0,-1 0 0,1 1 1,0-1-1,-1 1 0,1-1 0,-1 0 0,1 1 1,0-1-1,-1 1 0,1-1 0,0 1 1,-1-1-1,1 1 0,0-1 0,0 1 0,0-1 1,-1 1-1,1-1 0,0 1 0,0 0 0,0-1 1,0 1-1,0-1 0,0 1 0,0-1 1,0 1-1,0 0 0,1 0 0,6 46 1856,-1-14-453,1 183 3094,-15 109-2446,9-136-4334,7-64-3487,-2-80-1086,0-18-4462</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1.958"/>
    </inkml:context>
    <inkml:brush xml:id="br0">
      <inkml:brushProperty name="width" value="0.035" units="cm"/>
      <inkml:brushProperty name="height" value="0.035" units="cm"/>
    </inkml:brush>
  </inkml:definitions>
  <inkml:trace contextRef="#ctx0" brushRef="#br0">35 175 14777,'-35'-20'2333,"58"17"-165,-4-5-492,3 2-316,16-3-280,10 1-408,6-4-696,6 4-424,10-6-800,9-9-1000,7 0 352,15 3-3533,4 0-4360</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2.574"/>
    </inkml:context>
    <inkml:brush xml:id="br0">
      <inkml:brushProperty name="width" value="0.035" units="cm"/>
      <inkml:brushProperty name="height" value="0.035" units="cm"/>
    </inkml:brush>
  </inkml:definitions>
  <inkml:trace contextRef="#ctx0" brushRef="#br0">1 164 12453,'0'0'2156,"6"-20"-15,1 2 4827,-11-4-5844,1 2 928,10 0-1824,-1 2-716,10 7-308,-3 2-640,-7-5-900,0 3-1136</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4.084"/>
    </inkml:context>
    <inkml:brush xml:id="br0">
      <inkml:brushProperty name="width" value="0.035" units="cm"/>
      <inkml:brushProperty name="height" value="0.035" units="cm"/>
    </inkml:brush>
  </inkml:definitions>
  <inkml:trace contextRef="#ctx0" brushRef="#br0">18 375 8289,'-6'-10'10253,"0"2"-4039,1 1-2808,4 0-2594,3 6-631,0 0 1,0 0 0,1 0 0,-1 0 0,0 1 0,0-1 0,0 0 0,1 1-1,-1 0 1,3-1 0,35-4 510,45 0 1,-3 0-285,450-37-408,284-28 0,-770 66 0,722-94 0,-719 89 0,88-27 0,-136 36-20,1 0-1,0-1 1,-1 0-1,1 1 1,-1-1 0,1 0-1,-1 1 1,1-1-1,-1 0 1,0 0-1,0 0 1,2-2 0,-3 3-55,1-1-1,-1 0 1,0 0 0,0 0 0,0 0 0,0 0 0,0 1 0,0-1 0,0 0 0,0 0-1,0 0 1,0 0 0,0 0 0,0 0 0,0 1 0,-1-1 0,1 0 0,0 0 0,-1 0 0,1 1-1,-1-1 1,1 0 0,-1 0 0,0 0 0,-17-16-1824,9 14 1073,1 1 0,-1 0 0,0 0 0,0 1 0,0 0 0,0 1 0,0 0 0,-13 1 0,-37 6-5208</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4.681"/>
    </inkml:context>
    <inkml:brush xml:id="br0">
      <inkml:brushProperty name="width" value="0.035" units="cm"/>
      <inkml:brushProperty name="height" value="0.035" units="cm"/>
    </inkml:brush>
  </inkml:definitions>
  <inkml:trace contextRef="#ctx0" brushRef="#br0">559 115 12965,'1'-16'1085,"-1"10"-570,1-1 1,-1 0-1,-1 0 1,-1-12 0,2 18-266,-1 0 1,1-1 0,0 1-1,-1 0 1,1 0 0,-1 0-1,1 0 1,-1 0 0,0 0 0,0 0-1,1 0 1,-1 0 0,0 0-1,0 0 1,0 0 0,0 0 0,0 0-1,0 1 1,0-1 0,0 0-1,0 1 1,0-1 0,-1 1 0,1 0-1,0-1 1,0 1 0,0 0-1,-1-1 1,1 1 0,0 0 0,-2 0-1,-3-15 3101,4 4-121,-4 26-1694,-16 134-1536,7-39 0,-59 408 0,23-114 3,33-238-39,17-163-63,1 0 0,0 0 0,0 0 0,0 0 0,0 1 0,0-1 1,0 0-1,1 0 0,0 0 0,-1 0 0,1 0 0,0-1 0,2 5 1,-2-6-11,0 0 0,0 0 0,-1 0 1,1 0-1,0 0 0,0 0 0,0 0 1,0 0-1,0-1 0,1 1 0,-1 0 1,0-1-1,0 1 0,0-1 0,1 1 1,-1-1-1,0 0 0,1 1 0,-1-1 1,0 0-1,3 0 0,0 0-105,0-1 0,0 0 0,0 0 0,1-1 0,-2 1 0,1-1 0,0 0 0,0 1 0,0-2 0,-1 1 0,1 0 0,-1-1 0,0 0 1,0 0-1,0 0 0,0 0 0,4-7 0,2-3-258,-1-1 1,0-1-1,-1 0 1,-1 0 0,0 0-1,-1-1 1,-1 1-1,0-1 1,-2 0-1,2-23 1,0-25-755,-8-84 1,3 138 1148,-5-104-502,-7-176 858,-2-106 4084,14 384-4143,-19-146 5524,62 491-2548,-39-262-2887,-3 0 0,-17 127 1,-65 201-750,-25-5-1658,83-307 1398,-31 109-1378,-47 169-2865,28-125-4124,47-151-166</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5.584"/>
    </inkml:context>
    <inkml:brush xml:id="br0">
      <inkml:brushProperty name="width" value="0.035" units="cm"/>
      <inkml:brushProperty name="height" value="0.035" units="cm"/>
    </inkml:brush>
  </inkml:definitions>
  <inkml:trace contextRef="#ctx0" brushRef="#br0">0 77 6205,'3'-10'11516,"11"-4"-7397,17-2-4112,-1 9 703,0 1 0,1 1 1,0 2-1,37 1 1,9-1 140,372-7 634,0 27-2338,295-2-8349,-591-21 3516,-6 5-3324</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6.924"/>
    </inkml:context>
    <inkml:brush xml:id="br0">
      <inkml:brushProperty name="width" value="0.035" units="cm"/>
      <inkml:brushProperty name="height" value="0.035" units="cm"/>
    </inkml:brush>
  </inkml:definitions>
  <inkml:trace contextRef="#ctx0" brushRef="#br0">83 536 11021,'1'-3'2300,"1"-4"-2676,4-6 5909,-3 8 164,-5 16-3379,1-6-2150,1-1-1,0 0 1,0 1-1,0-1 1,0 1-1,1-1 1,0 0-1,0 1 1,0-1-1,0 0 1,1 0 0,2 5-1,3 12 233,2 23-133,-2 1 0,-3 0 0,-1 0 0,-2 0 0,-2 0 0,-2 0 0,-2 0 0,-22 87 0,11-79-691,-4 11-1007,15-24-3115,14-197 3021,5-323 411,-11 427 1051,22-176-16,-18 195 106,1 1-1,1 0 0,2 0 0,25-53 0,-32 78-3,0 1 0,1 0 1,0 0-1,0 0 0,0 0 0,1 1 0,0 0 0,0 0 0,1 0 0,0 1 0,0 0 0,0 0 0,0 1 0,1 0 0,0 0 0,0 1 0,10-3 0,-8 3 22,0 2 0,1-1 0,-1 1-1,1 1 1,0-1 0,-1 2 0,1 0 0,-1 0-1,1 1 1,-1 0 0,0 1 0,0 0 0,16 7-1,-3 1-7,0 1-1,-1 1 1,-1 1-1,0 1 0,-1 1 1,0 0-1,-1 2 1,-2 0-1,1 1 0,-2 1 1,-1 0-1,0 1 1,-2 1-1,0 0 0,-1 1 1,-2 0-1,0 1 0,12 48 1,-20-62-98,0 1 0,0 0 1,-2-1-1,1 1 0,-1 0 1,0-1-1,-1 1 0,-1 0 0,1-1 1,-2 1-1,1-1 0,-2 0 1,1 0-1,-1 0 0,-1 0 0,0-1 1,0 0-1,-1 1 0,0-2 0,0 1 1,-1-1-1,0 0 0,-1-1 1,0 1-1,0-1 0,-17 10 0,-10 6-517,-1-2 0,0-2 0,-2-1 1,-43 14-1,-163 40-2812,52-18 2637,174-47 1293,17-7-471,1 1-1,-1 0 0,1 0 0,0 0 0,-1 0 0,1 0 0,0 0 0,0 0 0,0 0 0,0 1 1,0-1-1,0 0 0,0 0 0,0 0 0,0 0 0,0 0 0,0 0 0,1 0 0,-1 0 0,1 0 1,0 1-1,-1 0 118,2 4-1,0 0 0,0-1 0,1 1 1,0-1-1,0 0 0,0 0 0,0 0 0,1 0 1,0 0-1,0-1 0,5 5 0,10 7 688,29 20 0,-42-31-741,-4-4-102,55 40 1241,110 58-1,-166-99-1265,26 15-408,130 66 551,-103-58-4014,3-5-4641,-31-12-267</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7.171"/>
    </inkml:context>
    <inkml:brush xml:id="br0">
      <inkml:brushProperty name="width" value="0.035" units="cm"/>
      <inkml:brushProperty name="height" value="0.035" units="cm"/>
    </inkml:brush>
  </inkml:definitions>
  <inkml:trace contextRef="#ctx0" brushRef="#br0">1 301 10733,'29'-4'578,"68"-11"4056,-71 10-3828,47-3 1,-50 7-1344,0-2 0,39-8 0,-28-7-49,-27 14 523,45-35-624,-48 35 719,0 0-1,0 0 1,0-1-1,0 0 1,-1 0-1,0 0 1,0 0-1,0-1 1,0 1-1,2-11 1,7-22 762,-8 28-383,-1 0 0,0 0-1,-1-1 1,0 1 0,1-14-1,-4 18 312,-4-3-26</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8.996"/>
    </inkml:context>
    <inkml:brush xml:id="br0">
      <inkml:brushProperty name="width" value="0.035" units="cm"/>
      <inkml:brushProperty name="height" value="0.035" units="cm"/>
    </inkml:brush>
  </inkml:definitions>
  <inkml:trace contextRef="#ctx0" brushRef="#br0">0 238 8149,'21'19'8417,"-19"-12"-7909,-1-5-350,-1-1-1,1 1 1,-1-1 0,1 1-1,0-1 1,0 1-1,0-1 1,-1 0-1,1 0 1,0 1-1,1-1 1,-1 0-1,0 0 1,0 0-1,0 0 1,1 0 0,-1 0-1,0 0 1,3 1-1,5 0 33,0 0 0,0 0-1,0 0 1,0-1 0,0-1-1,0 1 1,0-1 0,0-1-1,0 0 1,11-2 0,5-2-44,0-2 0,37-14 0,-40 12-101,0-2 0,-1-1 1,0-1-1,0 0 0,23-22 0,-8 3 8,51-58 0,-81 84-15,-10-14 156,4 19-165,0 0 0,0 0 0,0 0 0,-1 0-1,1 0 1,0 1 0,0-1 0,-1 0 0,1 0 0,0 0 0,-1 1 0,1-1 0,-1 0 0,1 1 0,-1-1 0,1 0 0,-1 1 0,0-1-1,1 1 1,-1-1 0,0 0 0,1 1 0,-1 0 0,0-1 0,0 1 0,1-1 0,-1 1 0,0 0 0,0 0 0,0-1 0,0 1 0,1 0-1,-1 0 1,0 0 0,0 0 0,0 0 0,0 0 0,0 0 0,1 0 0,-1 0 0,0 1 0,0-1 0,0 0 0,0 1 0,-3-1-3,-6 2 251,-1 1 0,1 0 0,0 0 0,0 1 0,1 0 0,-1 1 0,1 0 0,0 0 0,0 1 0,1 0 0,-1 0 0,1 1 0,1 1 0,-1-1 0,1 1 0,-8 12 0,0 1 182,1 1 0,1 0 1,0 1-1,2 0 0,-13 39 1,21-53-415,0 0 1,1 0 0,0 0-1,1 0 1,0 0 0,0 1 0,1-1-1,0 0 1,1 1 0,0-1 0,0 0-1,5 15 1,-4-18-202,0 1 0,1-1 0,0 0 0,1 0-1,-1-1 1,1 1 0,0-1 0,0 0 0,1 0 0,0 0 0,0 0 0,0-1 0,0 0-1,1 0 1,-1 0 0,1-1 0,12 6 0,-3-3-611,1-1 1,0 0-1,0-2 0,0 1 0,1-2 1,-1 0-1,1-1 0,32-3 0,-26 0-1775,1-1 1,-1-2-1,26-7 0,0-7-7342</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4:29.982"/>
    </inkml:context>
    <inkml:brush xml:id="br0">
      <inkml:brushProperty name="width" value="0.035" units="cm"/>
      <inkml:brushProperty name="height" value="0.035" units="cm"/>
    </inkml:brush>
  </inkml:definitions>
  <inkml:trace contextRef="#ctx0" brushRef="#br0">209 555 7181,'0'0'16585,"-3"1"-15640,-5 2-718,0 0-1,0 1 1,0 0-1,1 0 1,0 0-1,0 1 1,0 0 0,0 1-1,1-1 1,0 1-1,0 0 1,0 1 0,-5 7-1,-3 7 14,0 0 0,2 0-1,0 1 1,2 1 0,-14 40-1,20-49-214,0-1-1,1 1 1,1-1-1,0 1 0,1 0 1,0 0-1,1 0 1,1 0-1,0 0 0,1 0 1,6 24-1,-7-34-74,1 0-1,-1 0 1,1-1 0,0 1-1,0 0 1,0-1 0,1 0-1,-1 1 1,1-1 0,0 0-1,0 0 1,0-1 0,0 1-1,1 0 1,-1-1 0,1 0-1,-1 0 1,1 0 0,0 0-1,0-1 1,0 0 0,6 2-1,5 0-309,1-1 0,-1-1-1,1 0 1,26-3-1,-25 1 188,-1-1 0,1-1-1,-1-1 1,0 0-1,0-1 1,0-1-1,-1 0 1,0-1 0,0-1-1,-1 0 1,0-1-1,0 0 1,-1-2 0,0 1-1,-1-2 1,0 1-1,0-2 1,12-17-1,12-16-162,-34 43 259,-24 26-66,9-6 148,1-1-1,1 2 0,1 0 0,-10 22 0,19-37-13,30 12 39,-24-13-40,-1 0 0,1-1 0,0 0-1,-1 0 1,1 0 0,0-1 0,5 1 0,16 3-69,-5 2-242,-1 0 0,39 6 0,-54-12 201,1 1 0,0-1 0,0 0-1,-1 0 1,1 0 0,0-1 0,0 0-1,-1 0 1,1-1 0,-1 1 0,1-1-1,-1-1 1,0 1 0,0-1 0,9-5-1,-10 4 69,-1 1-1,0-1 0,0 0 1,0 0-1,0 0 1,-1 0-1,0 0 0,0-1 1,0 1-1,0-1 0,-1 0 1,1 1-1,0-6 0,7-65-185,-8 63 235,4-161-134,-3 42 110,30-197-563,-24 270 477,-6 33 90,2 0 0,1 1 0,0-1 0,2 1 0,11-27 1,-16 48 238,-2 4-169,0 0 0,0 1-1,1-1 1,-1 0-1,1 0 1,-1 1 0,1-1-1,0 0 1,-1 0-1,1 0 1,0 0 0,0 0-1,1 1 1,8 15 276,-9-10-224,0 1-1,-1-1 1,0 0-1,-1 1 1,-1 9-1,0 8 101,0 41 374,-2 140 548,5-157-946,2 0-1,11 50 1,2-3-472,-16-94 62,4-3-471,-1 0 670,0 1 0,-1-1 0,1 0 0,0-1 0,0 1 0,-1 0 0,1-1 0,-1 1 0,1-1 0,-1 0 0,0 0 0,0 0 0,4-4 0,-1-1-10,-1 0-1,0 0 0,-1 0 1,4-11-1,10-36-19,-2 0 0,-2-1 1,9-99-1,-20 126 364,-1-38 0,-2 55-125,1 0 1,0 1-1,0-1 0,1 0 0,1 1 1,0-1-1,6-18 0,-7 26 97,-7 24 245,2 1-307,2 1 1,0-1 0,2 31-1,-3 42 134,-8 226-1589,11-280 206,-3 22-2394,0-21-1753,-1 7-4638</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8.561"/>
    </inkml:context>
    <inkml:brush xml:id="br0">
      <inkml:brushProperty name="width" value="0.035" units="cm"/>
      <inkml:brushProperty name="height" value="0.035" units="cm"/>
    </inkml:brush>
  </inkml:definitions>
  <inkml:trace contextRef="#ctx0" brushRef="#br0">22 26 12653,'1'0'129,"-1"-1"-1,1 1 1,-1 0-1,1-1 1,-1 1-1,0 0 1,1-1-1,-1 1 1,0-1-1,1 1 1,-1-1-1,0 1 1,0-1 0,1 1-1,-1 0 1,0-1-1,0 0 1,0 1-1,0-1 1,1 1-1,-1-1 1,0 1-1,0-1 1,0 1-1,0-1 1,0 1-1,0-1 1,-1 1-1,1-1 1,0 1-1,0-1 1,-15-6 4604,2 3 4273,16 6-7770,7 2-1157,-1 1 0,1 1 0,-1 0 0,0 0 0,0 1-1,-1 0 1,0 0 0,0 1 0,-1 0 0,0 0 0,0 1 0,9 18 0,2 15-135,-3 2 0,-2-1 0,-1 2 0,6 51 0,1 0-555,-5-5-6601,-8-41-2501,1-1-2254</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8.968"/>
    </inkml:context>
    <inkml:brush xml:id="br0">
      <inkml:brushProperty name="width" value="0.035" units="cm"/>
      <inkml:brushProperty name="height" value="0.035" units="cm"/>
    </inkml:brush>
  </inkml:definitions>
  <inkml:trace contextRef="#ctx0" brushRef="#br0">391 10 11393,'-4'-2'332,"0"0"0,-1 1 0,1 0 0,0 0 0,0 0 0,-1 0 0,1 1 1,-1-1-1,1 1 0,0 1 0,-1-1 0,1 0 0,-1 1 0,1 0 0,0 0 0,-1 0 0,1 1 0,0-1 0,0 1 0,0 0 0,0 0 0,-5 5 0,-1-1 382,0 1-1,0 0 0,1 1 1,1 0-1,-1 1 0,1 0 1,0 0-1,1 0 0,0 1 0,1 0 1,0 1-1,1-1 0,-6 16 1,-4 16 370,1 1 0,-9 52 1,16-61-713,-26 116-294,-23 268 0,52-339-83,3 1 0,4 0 0,3 0-1,3 0 1,24 89 0,-27-144 5,1-1 0,2-1 0,0 0 0,2 0 0,0 0 0,1-2 0,2 1 0,0-2 0,1 0 0,22 23 0,-27-33 0,1 0 0,1-1 0,-1 0 0,2-1 0,-1 0 0,1-1 0,0 0 0,0-1 0,1-1 0,0 0 0,0 0 0,0-2 0,0 0 0,1 0 0,0-2 0,-1 1 0,1-2 0,25-2 0,-22 0-11,0-1 0,0-1-1,-1-1 1,1 0 0,-1-1 0,0-1 0,0-1-1,24-15 1,-19 9-29,-1-2 0,0 0-1,-2-2 1,0 0 0,24-29 0,-13 7-50,-2-1 1,-1-1-1,-3-2 1,-1 0 0,31-92-1,-33 75-113,-4-1-1,16-101 1,-28 122 254,-2-1-1,-1 1 0,-3-1 1,-1 1-1,-8-46 1,2 53 94,-2 1 0,0 0 0,-3 1 1,0 0-1,-2 1 0,-26-41 0,29 53-130,-1 0 1,-1 0-1,0 1 1,-2 1-1,0 0 1,-1 2-1,0-1 1,-1 2-1,-1 1 1,-37-21-1,37 23-145,-1 1-1,0 0 1,0 2-1,-1 0 1,0 2-1,0 0 1,0 1-1,-1 2 1,0 0-1,0 1 1,0 1 0,0 1-1,0 1 1,1 1-1,-1 1 1,0 0-1,1 2 1,-1 1-1,1 0 1,1 2-1,-1 0 1,2 2-1,-33 19 1,24-11-1289,1 1 1,-31 29-1,9 4-2542,41-41 2131,0-1 1,1 2-1,-7 13 0,-3 24-9286</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233"/>
    </inkml:context>
    <inkml:brush xml:id="br0">
      <inkml:brushProperty name="width" value="0.035" units="cm"/>
      <inkml:brushProperty name="height" value="0.035" units="cm"/>
    </inkml:brush>
  </inkml:definitions>
  <inkml:trace contextRef="#ctx0" brushRef="#br0">16 29 14737,'0'-1'275,"1"0"0,-2-1 0,1 1 0,0 0-1,0-1 1,0 1 0,-1 0 0,1 0 0,0 0-1,-1-1 1,1 1 0,-1 0 0,0 0 0,1 0-1,-1 0 1,0 0 0,0 0 0,1 0 0,-1 0 0,0 0-1,-5-3 7203,6 8-7037,1 0 1,0 0 0,0 0-1,1-1 1,-1 1-1,1 0 1,3 5 0,4 10 210,1 16-544,-1 0 1,-2 0-1,-2 1 1,2 53-1,-11 145-38,-13-47-283,8-119-226,2 1 1,4 1 0,8 95-1,2-119-3337,17 65 0,-23-109 3256,-1 0-1,1 1 1,0-1 0,0 0 0,0 0-1,0 0 1,0 0 0,0 0 0,1 0-1,-1-1 1,0 1 0,1 0 0,0-1-1,-1 1 1,4 2 0,1 1-1321,24 19-8233</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439"/>
    </inkml:context>
    <inkml:brush xml:id="br0">
      <inkml:brushProperty name="width" value="0.035" units="cm"/>
      <inkml:brushProperty name="height" value="0.035" units="cm"/>
    </inkml:brush>
  </inkml:definitions>
  <inkml:trace contextRef="#ctx0" brushRef="#br0">48 229 11441,'-45'-9'2536,"42"-22"-428,3-1-155,3 15-365,0-3-252,4 3-288,12-6-236,9 3-128,4 9-768,9 2-296,10-2-548,-6-6-828,5 5-692,1 12-2881,0 9-4268</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609"/>
    </inkml:context>
    <inkml:brush xml:id="br0">
      <inkml:brushProperty name="width" value="0.035" units="cm"/>
      <inkml:brushProperty name="height" value="0.035" units="cm"/>
    </inkml:brush>
  </inkml:definitions>
  <inkml:trace contextRef="#ctx0" brushRef="#br0">60 223 13977,'-60'-23'14778,"86"15"-13566,24-7-304,-2 4-528,15-6-560,14-3-648,12 0-636,3 0-425,3-6-715,-6-3-884,3 7-2677,3 10-5488</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748"/>
    </inkml:context>
    <inkml:brush xml:id="br0">
      <inkml:brushProperty name="width" value="0.035" units="cm"/>
      <inkml:brushProperty name="height" value="0.035" units="cm"/>
    </inkml:brush>
  </inkml:definitions>
  <inkml:trace contextRef="#ctx0" brushRef="#br0">232 1 14517,'-71'17'3184,"67"-16"-2841,1 1-1,0 0 1,0 0-1,0 0 1,0 1 0,0-1-1,1 1 1,-1-1 0,1 1-1,-1 0 1,1 0 0,0 0-1,0 0 1,0 0-1,1 1 1,-1-1 0,1 1-1,0-1 1,0 1 0,0-1-1,-1 7 1,-2 3 599,-15 44 925,-24 107 1,6 61 966,35-209-2817,-1 3-970,1-1 0,1 1 1,0 0-1,1 0 0,2 0 0,0 0 1,0 0-1,2-1 0,1 1 0,0-1 1,12 27-1,-7-30-5944,6-4-4556</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09.970"/>
    </inkml:context>
    <inkml:brush xml:id="br0">
      <inkml:brushProperty name="width" value="0.035" units="cm"/>
      <inkml:brushProperty name="height" value="0.035" units="cm"/>
    </inkml:brush>
  </inkml:definitions>
  <inkml:trace contextRef="#ctx0" brushRef="#br0">305 76 13713,'-24'-53'2803,"13"40"-2457,-6 3 5092,17 10-5366,0 0 1,0 0 0,0 0-1,0 1 1,0-1 0,0 0 0,0 0-1,0 0 1,0 0 0,0 0 0,0 0-1,0 0 1,0 0 0,0 0 0,0 0-1,0 1 1,0-1 0,0 0-1,-1 0 1,1 0 0,0 0 0,0 0-1,0 0 1,0 0 0,0 0 0,0 0-1,0 0 1,0 0 0,0 0 0,0 0-1,0 0 1,-1 1 0,1-1-1,0 0 1,0 0 0,0 0 0,0 0-1,0 0 1,0 0 0,0 0 0,0 0-1,0 0 1,-1 0 0,1 0-1,0 0 1,0 0 0,0 0 0,0 0-1,0-1 1,0 1 0,0 0 0,0 0-1,0 0 1,-1 0 0,1 0 0,0 0-1,0 0 1,0 0 0,0 0-1,0 0 1,0 0 0,0 0 0,0 0-1,0 0 1,0-1 0,0 1 0,0 0-1,0 0 1,15 12 1490,38 22-922,1 0-207,90 73 0,-130-95-437,0 1 1,-1 1-1,-1 0 0,0 0 1,-1 1-1,0 1 0,-1 0 1,-1 0-1,-1 1 0,12 33 1,-17-40 1,-1 0 1,0 0-1,0 0 1,-1 0-1,0 0 0,-1 0 1,0 0-1,-1 0 1,0 0-1,-1 1 1,1-1-1,-2-1 1,-5 15-1,3-11 4,-2 0 0,1-1 0,-2 0 0,0-1-1,0 1 1,-1-1 0,0-1 0,-19 16 0,-11 5-31,-2-3 0,0-1 0,-2-2 1,-60 25-1,95-46 15,-162 77-2890,114-56-1680,1 0-4816</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0.913"/>
    </inkml:context>
    <inkml:brush xml:id="br0">
      <inkml:brushProperty name="width" value="0.035" units="cm"/>
      <inkml:brushProperty name="height" value="0.035" units="cm"/>
    </inkml:brush>
  </inkml:definitions>
  <inkml:trace contextRef="#ctx0" brushRef="#br0">190 360 11397,'-5'-13'671,"2"7"-198,1 0-1,-1 0 1,1-1-1,1 1 0,-1-1 1,1 1-1,0-1 1,1 1-1,0-1 0,0 1 1,0-1-1,2-8 1,0 4 2,0-1 0,1 1 0,0 0 1,1 0-1,0 0 0,1 0 1,0 1-1,1-1 0,0 1 0,1 1 1,0-1-1,0 1 0,1 0 0,0 1 1,0 0-1,1 0 0,17-11 0,-7 9-230,0 0-1,1 1 1,0 2-1,1 0 1,0 1-1,0 0 1,25-2-1,-38 7-209,1 0 0,-1 1 0,0 0 0,1 0 0,-1 1 1,0 0-1,1 0 0,-1 1 0,0 0 0,0 0 0,0 1 0,0 0 0,-1 0 0,1 1 0,-1 0 0,0 1 0,0-1 0,0 1 0,-1 1 0,0-1 0,9 10 0,-10-8-18,0 1-1,0 0 1,-1 0 0,0 0-1,-1 0 1,1 1-1,-2-1 1,1 1-1,-1 0 1,0 0-1,-1 0 1,0 0 0,-1 0-1,0 0 1,0 0-1,-1 0 1,0 0-1,0 0 1,-1 0-1,-6 16 1,0 0 26,-2 0-1,-1-1 1,-1-1 0,-1 0 0,-31 42-1,-18 14 647,-145 139 0,-98 38 605,304-256-1294,0 0 0,1 0 0,-1 1 0,1-1 0,-1 0 0,0 1 0,1-1 0,-1 1 0,1-1 0,-1 0 0,1 1 0,-1-1 0,1 1 0,0-1 0,-1 1 0,1 0 0,-1-1 0,1 1 0,0-1 0,0 1 0,-1 0 0,1-1 0,0 1 0,0 0 0,0-1 0,0 1 0,0 0 0,0-1 0,0 1 0,0 0 0,0-1 0,0 2 0,10 4 0,-9-6 0,5 3 0,0-1 0,0 0 0,0 0 0,0 0 0,0-1 0,0 0 0,1 0 0,-1-1 0,0 1 0,1-1 0,8-2 0,16-2 0,33-8 0,-24 4 0,550-118-6866,-423 78 1074,-100 27 216</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136"/>
    </inkml:context>
    <inkml:brush xml:id="br0">
      <inkml:brushProperty name="width" value="0.035" units="cm"/>
      <inkml:brushProperty name="height" value="0.035" units="cm"/>
    </inkml:brush>
  </inkml:definitions>
  <inkml:trace contextRef="#ctx0" brushRef="#br0">14 1 17226,'-14'1'6599,"19"7"1269,2 0-8738,-2 0 1105,-1 0 0,1 0 0,-1 0 0,0 1 0,-1 0 0,0 0 0,3 17 0,-1-8-171,5 23-64,-2 0 0,-2 0 0,2 67 0,-16 118 0,4-159 0,-13 96-2792,8-107-571,3 0-1,3 0 0,5 85 1,9-74-10174</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367"/>
    </inkml:context>
    <inkml:brush xml:id="br0">
      <inkml:brushProperty name="width" value="0.035" units="cm"/>
      <inkml:brushProperty name="height" value="0.035" units="cm"/>
    </inkml:brush>
  </inkml:definitions>
  <inkml:trace contextRef="#ctx0" brushRef="#br0">138 1 17510,'-9'15'1535,"1"0"0,0 1 0,1 0 0,0 0 0,2 1 1,0 0-1,1 0 0,-3 22 0,-3 8-94,-8 31-1403,-18 92-296,31-134-853,1-10-1492,0 49 0,4-63-275,1 1 0,1-1 0,5 23 0,6 16-8856</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525"/>
    </inkml:context>
    <inkml:brush xml:id="br0">
      <inkml:brushProperty name="width" value="0.035" units="cm"/>
      <inkml:brushProperty name="height" value="0.035" units="cm"/>
    </inkml:brush>
  </inkml:definitions>
  <inkml:trace contextRef="#ctx0" brushRef="#br0">1 223 16193,'3'-40'3189,"13"9"-277,-7 19-292,4-10-528,19-10-467,-7 15-353,10-3-212,6 0-324,7 9-560,0-1-560,12 6-852,7 6-508,-4 3-597,1 12-807,-7-1-3637,-6 9-6468</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679"/>
    </inkml:context>
    <inkml:brush xml:id="br0">
      <inkml:brushProperty name="width" value="0.035" units="cm"/>
      <inkml:brushProperty name="height" value="0.035" units="cm"/>
    </inkml:brush>
  </inkml:definitions>
  <inkml:trace contextRef="#ctx0" brushRef="#br0">39 218 15713,'-26'-15'3309,"14"10"6936,21-7-8749,1 4-312,9-4-412,19-5-724,3 6-684,13-9-1040,7-3-536,-4-9-933,3 7 17,10 7-3365,6-2-6000</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1.930"/>
    </inkml:context>
    <inkml:brush xml:id="br0">
      <inkml:brushProperty name="width" value="0.035" units="cm"/>
      <inkml:brushProperty name="height" value="0.035" units="cm"/>
    </inkml:brush>
  </inkml:definitions>
  <inkml:trace contextRef="#ctx0" brushRef="#br0">191 18 14101,'-29'-14'2571,"23"11"-145,-7 8 1423,11-4-3654,0 0 0,1-1 0,-1 1 0,1 0 0,-1 1 0,1-1 0,-1 0 0,1 0 0,0 1 0,-1-1 0,1 0 0,0 1 0,0-1 0,0 1 0,0 0 0,1-1 0,-1 1 0,0 0 0,0 3 0,-9 43 435,7-30-68,-21 202 1285,19-152-1706,-2 1 0,-30 118 0,29-157-1217,0 0 0,2 1 0,2-1 0,-2 46 0,12-36-3618,-5-36 2653,3-4-249,14 0-3035,7 2-2270</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2.322"/>
    </inkml:context>
    <inkml:brush xml:id="br0">
      <inkml:brushProperty name="width" value="0.035" units="cm"/>
      <inkml:brushProperty name="height" value="0.035" units="cm"/>
    </inkml:brush>
  </inkml:definitions>
  <inkml:trace contextRef="#ctx0" brushRef="#br0">32 228 13593,'-2'2'1978,"-1"0"-1630,1 0 0,0 0 0,-1 0-1,1 0 1,0 1 0,0-1 0,0 1 0,1 0 0,-1-1 0,1 1 0,-1 0 0,1 0 0,0 0 0,0 0 0,0 0-1,1 0 1,-1 0 0,1 0 0,-1 0 0,1 1 0,0-1 0,0 0 0,1 5 0,1 6 170,1-1-1,0 1 1,1-1 0,6 13 0,0 0 43,2 0 0,1-1 0,1 0 0,2-1 0,29 38 1,105 94 462,-106-112-929,-18-20-535,1-1 1,0-1-1,44 26 0,-51-36-307,1-1-1,0-1 1,1 0-1,0-2 1,46 11-1,-64-18 543,1 0-1,0-1 1,0 1-1,0-1 1,-1 0-1,1 0 1,0-1-1,0 0 1,0 1-1,-1-2 1,1 1-1,0 0 1,-1-1-1,1 0 1,-1 0-1,0 0 1,0-1-1,0 1 1,0-1-1,0 0 1,0 0-1,-1-1 1,1 1-1,-1-1 1,0 1-1,0-1 1,0 0-1,-1 0 1,1-1-1,2-7 1,4-11-153,-1 1 0,0-2 0,-2 1-1,5-45 1,-10 61 390,16-98 1616,-4-1 1,-2-170-1,-21 42 6817,7 306-7270,-17 87 0,8-79-851,2-2-510,-15 138-1981,14-113-1746,0-7-1508,9-34-1354,4-8-4666</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2.461"/>
    </inkml:context>
    <inkml:brush xml:id="br0">
      <inkml:brushProperty name="width" value="0.035" units="cm"/>
      <inkml:brushProperty name="height" value="0.035" units="cm"/>
    </inkml:brush>
  </inkml:definitions>
  <inkml:trace contextRef="#ctx0" brushRef="#br0">7 189 17746,'-3'-22'7084,"-1"4"-4131,4 1 1391,4 3-3704,2 0-640,-6-6 0,0 3 0,3-3-1524,3-15-1000,1 24-5905</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5.916"/>
    </inkml:context>
    <inkml:brush xml:id="br0">
      <inkml:brushProperty name="width" value="0.035" units="cm"/>
      <inkml:brushProperty name="height" value="0.035" units="cm"/>
    </inkml:brush>
  </inkml:definitions>
  <inkml:trace contextRef="#ctx0" brushRef="#br0">42 135 12997,'0'0'3817,"-4"0"-1894,-3-2-689,-12-4 133,8 5 4898,24-8-4497,-3 4-1596,1 0-1,0 1 0,0 1 0,0 0 0,0 0 0,20-1 0,80-2 248,-63 5-248,954-6 632,-824 8-909,-173-1 102,1126-10-824,-950-6-744,-141 12 700,-34 3 310,0 1 0,0-2 1,0 1-1,12-4 0,-18 4 497,0 1 0,1 0 0,-1 0 0,0 0 0,0 0 0,1 0 0,-1 0 0,0 0 0,0-1 0,0 1 0,1 0-1,-1 0 1,0 0 0,0 0 0,0-1 0,1 1 0,-1 0 0,0 0 0,0-1 0,0 1 0,0 0 0,0 0 0,1 0 0,-1-1 0,0 1 0,0 0-1,0-1 1,0 1 0,0 0 0,0 0 0,0-1 0,0 1 0,0 0 0,0 0 0,0-1 0,0 1 0,-17-10-2176,4 5-30,0 1 0,-1 1 0,-25-3 0,1 5-6784</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182"/>
    </inkml:context>
    <inkml:brush xml:id="br0">
      <inkml:brushProperty name="width" value="0.035" units="cm"/>
      <inkml:brushProperty name="height" value="0.035" units="cm"/>
    </inkml:brush>
  </inkml:definitions>
  <inkml:trace contextRef="#ctx0" brushRef="#br0">70 1 12625,'0'0'8801,"2"3"-7833,24 49 1212,-13-24-1488,18 27 0,90 120 521,70 115-348,-182-273-838,0 1 1,-1 0 0,-1 1-1,-1-1 1,0 1-1,-2 0 1,0 1-1,2 21 1,-6-30-10,0 1-1,0-1 1,-1 1 0,-1-1-1,0 0 1,0 0-1,-1 1 1,-1-2 0,0 1-1,0 0 1,-1-1-1,0 0 1,-1 0 0,0 0-1,-10 12 1,-31 29-279,-2-1 1,-66 51-1,58-52-791,-40 29-2221,31-32-2017,50-34-550,11 4-3505</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671"/>
    </inkml:context>
    <inkml:brush xml:id="br0">
      <inkml:brushProperty name="width" value="0.035" units="cm"/>
      <inkml:brushProperty name="height" value="0.035" units="cm"/>
    </inkml:brush>
  </inkml:definitions>
  <inkml:trace contextRef="#ctx0" brushRef="#br0">84 124 6441,'0'0'62,"0"0"1,0 0-1,0 0 1,0-1-1,0 1 1,0 0 0,0 0-1,-1 0 1,1-1-1,0 1 1,0 0-1,0 0 1,0 0-1,0 0 1,0 0 0,-1-1-1,1 1 1,0 0-1,0 0 1,0 0-1,0 0 1,-1 0 0,1 0-1,0 0 1,0-1-1,0 1 1,-1 0-1,1 0 1,0 0-1,0 0 1,0 0 0,-1 0-1,1 0 1,0 0-1,0 0 1,-1 0-1,1 0 1,0 0 0,0 0-1,0 0 1,-1 1-1,1-1 1,0 0-1,0 0 1,0 0 0,0 0-1,-1 0 1,1 0-1,0 0 1,0 1-1,0-1 1,0 0-1,-1 0 1,0-25 1980,2 22-1623,-1-1 1467,1-13 1695,-1 14-3204,0 1 1,1 0 0,-1 0-1,0 0 1,0-1-1,0 1 1,0 0-1,-1 0 1,1-1-1,-1 1 1,1 0-1,-1 0 1,0 0-1,1 0 1,-1 0-1,0 0 1,-1 0-1,0-2 1,0 1 1234,-2-21 1883,4 24-3466,0-1 0,0 1 0,-1 0 0,1 0 0,0 0 0,0 0 0,0 0 1,0 0-1,0-1 0,0 1 0,0 0 0,0 0 0,0 0 0,0 0 0,0 0 0,-1 0 0,1 0 0,0 0 0,0 0 0,0-1 0,0 1 0,0 0 0,0 0 0,-1 0 0,1 0 0,0 0 0,0 0 0,0 0 0,0 0 0,0 0 0,-1 0 0,1 0 0,0 0 0,0 0 0,0 0 0,0 0 0,0 0 0,-1 0 0,1 0 0,0 0 0,0 0 0,0 1 0,0-1 0,0 0 0,0 0 0,-1 0 0,1 0 0,0 0 0,0 0 0,0 0 0,0 0 0,0 0 0,0 1 0,0-1 0,0 0 0,0 0 0,0 0 0,-1 0 0,1 0 0,0 0 0,0 1 0,0-1 0,-8 29 794,6-24-824,1 25 0,2-24 0,0-5 0,-1 1 0,0 0 0,0 0 0,1 0 0,-1-1 0,0 1 0,-1 0 0,1 0 0,0 0 0,0-1 0,-1 1 0,1 0 0,-1 0 0,0 1 0,-13 24 0,10-14 0,0 0 0,1 0 0,0 0 0,1 1 0,1-1 0,0 15 0,-1 0 0,-2 4-19,2 0 1,1 0-1,5 50 1,4-43-2257,1-22-3168,6-5-3773,3-8-3559</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6.842"/>
    </inkml:context>
    <inkml:brush xml:id="br0">
      <inkml:brushProperty name="width" value="0.035" units="cm"/>
      <inkml:brushProperty name="height" value="0.035" units="cm"/>
    </inkml:brush>
  </inkml:definitions>
  <inkml:trace contextRef="#ctx0" brushRef="#br0">1 29 15749,'51'-11'5053,"-70"2"-3213,0 0 552,34 15-4472,1 0-292,-9 5 224,5 18-3353,-2 2-4448</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432"/>
    </inkml:context>
    <inkml:brush xml:id="br0">
      <inkml:brushProperty name="width" value="0.035" units="cm"/>
      <inkml:brushProperty name="height" value="0.035" units="cm"/>
    </inkml:brush>
  </inkml:definitions>
  <inkml:trace contextRef="#ctx0" brushRef="#br0">10 186 8285,'-10'-7'2180,"16"1"38,3-2-600,-7 9-1269,0 0 0,1 0 0,-1 1 0,0-1 0,0 1 0,0-1 0,0 1 0,-1-1 0,3 3 0,-2-2 107,100 72 3031,-41-24-2849,-60-49-632,1 0-1,0 0 1,-1 0-1,1 0 1,0 0-1,0 0 1,0 0 0,-1 0-1,1-1 1,0 1-1,0-1 1,0 0-1,0 0 1,0 1 0,0-1-1,0 0 1,0-1-1,0 1 1,0 0-1,0 0 1,0-1 0,3 0-1,5-3-19,-1 0-1,0 0 1,13-8-1,8-4 65,84-32 993,-111 47-803,17-1 257,-18 2-469,1-1 0,0 1 1,-1 0-1,1 0 0,0 0 0,0 0 1,-1 0-1,1 1 0,0-1 1,-1 1-1,1 0 0,0 0 0,3 1 1,10 4 51,1-1 0,0 0 1,0-1-1,0-2 1,0 1-1,24-1 0,-2-2-500,61-9-1,27-1-288,183 22-708,-293-11 1279,0-1-1,0 0 0,0-1 0,0-1 0,0-1 1,33-9-1,-44 10 187,-1-1-1,-1 1 1,1-1-1,0 0 1,-1 0-1,1-1 1,-1 1 0,0-1-1,0 0 1,0 0-1,-1 0 1,1 0-1,-1-1 1,0 1-1,4-10 1,3-7 1046,-2 1 0,11-35 1,0-6 2348,-15 52-1948,12 17-303,-13-6-1150,0 1 0,0 0 0,-1 0 0,1 0 0,-1 0 0,1 0 0,-1 1 1,0-1-1,0 1 0,-1-1 0,1 1 0,-1 0 0,0-1 0,2 7 0,8 65 535,-8-44-484,9 113-135,3 20-582,-14-152-85,2-1 0,-1 0 0,2 0 0,-1 0 0,7 11 0,-8-18 168,-1-1-1,1 0 1,0 0 0,1 1-1,-1-2 1,1 1 0,-1 0 0,1 0-1,0-1 1,0 0 0,0 1-1,0-1 1,0 0 0,0 0-1,1-1 1,-1 1 0,1-1 0,-1 0-1,6 2 1,16 0-4978,7-4-2999</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637"/>
    </inkml:context>
    <inkml:brush xml:id="br0">
      <inkml:brushProperty name="width" value="0.035" units="cm"/>
      <inkml:brushProperty name="height" value="0.035" units="cm"/>
    </inkml:brush>
  </inkml:definitions>
  <inkml:trace contextRef="#ctx0" brushRef="#br0">365 18 12061,'-2'-3'3112,"-13"-12"5308,19 22-8163,1 1-1,-1-1 1,-1 1-1,1 0 1,-1 0-1,0 0 0,-1 0 1,0 0-1,-1 1 1,2 11-1,-3-14-211,0 0 1,-1 0-1,1 0 0,-1 0 1,0 0-1,-1 0 0,1-1 1,-1 1-1,0 0 0,-1-1 1,1 0-1,-1 1 0,0-1 1,0 0-1,-1 0 0,-6 6 0,-3 1 20,0 0-1,0-1 0,-1-1 1,-1 0-1,-26 13 0,-85 33-1344,103-47 620,-21 6-1874,3-7-3694</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7.950"/>
    </inkml:context>
    <inkml:brush xml:id="br0">
      <inkml:brushProperty name="width" value="0.035" units="cm"/>
      <inkml:brushProperty name="height" value="0.035" units="cm"/>
    </inkml:brush>
  </inkml:definitions>
  <inkml:trace contextRef="#ctx0" brushRef="#br0">54 143 14173,'-2'1'355,"-1"-1"-1,1 0 1,0 1-1,0-1 1,-1 1-1,1 0 1,0 0-1,0 0 1,0 0-1,0 0 1,0 0-1,0 0 1,0 1-1,1-1 1,-1 1-1,-2 2 1,2-1 49,0 1-1,0-1 1,1 1 0,-1-1 0,1 1-1,0 0 1,0 0 0,0 0 0,0 5 0,0 5 72,0 0 0,1 0 0,0 0 0,1 0 0,1 0 1,0-1-1,1 1 0,9 24 0,-6-19-305,2-1 0,1 0 0,0-1-1,1 0 1,23 30 0,-28-42-191,0 1 0,1-1 1,0 1-1,0-2 0,0 1 0,1-1 0,-1 0 0,1 0 0,0 0 1,0-1-1,11 3 0,-15-5 13,0 0 0,1 0 1,0 0-1,-1-1 0,1 1 0,0-1 0,-1 0 1,1 0-1,-1 0 0,1-1 0,0 1 0,-1-1 1,1 0-1,-1 0 0,1 0 0,-1 0 0,1-1 1,-1 1-1,0-1 0,0 0 0,0 0 0,0 0 1,0 0-1,0-1 0,4-4 0,-5 3 8,0 0 0,0 0 0,0-1 0,0 0 0,-1 1 0,1-1 0,-1 0 0,-1 1 0,1-1 0,0-6 0,-1 5 10,2-18 47,-2 0-1,-1-1 0,-1 1 1,-1 1-1,0-1 1,-2 0-1,-1 1 0,-1 0 1,-1 0-1,-1 1 0,-1 0 1,-1 1-1,-1 0 1,-1 0-1,0 1 0,-2 1 1,-28-30-1,39 45-238,0 1 0,0-1 0,0 1 0,-1-1-1,-8-4 1,11 7-941,-5 11-2005,7-10 2975,-1 1 1,1 0 0,-1-1 0,1 1 0,0 0 0,-1 0-1,1 0 1,0 0 0,-1-1 0,1 1 0,0 0-1,0 0 1,0 0 0,0 0 0,0 0 0,0 0 0,0 0-1,0-1 1,0 1 0,0 0 0,1 0 0,-1 0-1,0 0 1,1 1 0,14 21-5215,-10-17 2879,13 16-7748</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8.343"/>
    </inkml:context>
    <inkml:brush xml:id="br0">
      <inkml:brushProperty name="width" value="0.035" units="cm"/>
      <inkml:brushProperty name="height" value="0.035" units="cm"/>
    </inkml:brush>
  </inkml:definitions>
  <inkml:trace contextRef="#ctx0" brushRef="#br0">15 297 12489,'-2'-2'384,"1"0"0,-1-1-1,1 0 1,-1 1 0,1-1-1,0 0 1,0 0 0,0 0 0,0 0-1,1 0 1,-1 0 0,1 0-1,0 0 1,-1 0 0,2 0 0,-1 0-1,0 0 1,1-3 0,0 5-288,-1 0 1,1 1 0,0-1-1,0 0 1,0 1-1,-1-1 1,1 1-1,0-1 1,0 1 0,0 0-1,0-1 1,0 1-1,0 0 1,0 0-1,0-1 1,0 1 0,0 0-1,1 0 1,0 0 131,1-1-137,1 1-1,-1 0 0,0 0 0,1 0 0,-1 1 1,0-1-1,0 1 0,1-1 0,-1 1 0,0 0 1,0 0-1,0 1 0,0-1 0,0 1 1,0-1-1,0 1 0,3 3 0,-1-2-21,-1 1 0,0 0 0,1 0 0,-1 0 0,-1 0-1,1 1 1,-1-1 0,1 1 0,-1 0 0,3 7 0,-1 2-9,-1 0 0,-1 1-1,0-1 1,-1 1 0,0-1 0,-1 1 0,-1 0 0,-2 20-1,0-15 2,-1 0-1,-1 0 0,0-1 0,-2 1 0,-12 28 0,17-46 75,3-6-251,17-23-327,2 0-1,0 0 1,2 2-1,37-32 1,-20 18-250,72-73-997,179-171 2171,-289 281 35,-1 3-441,0-1 0,0 1 0,0-1 0,0 1 0,-1-1-1,1 1 1,0-1 0,0 1 0,0 0 0,-1-1 0,1 1 0,0 0 0,-1 0 0,1 0 0,0 0-1,-1-1 1,1 1 0,-1 0 0,0 0 0,1 0 0,0 2 0,5 20 523,-7-11-323,-1-1-1,0 0 1,-1 0-1,0 1 1,0-2 0,-1 1-1,-10 18 1,-7 26 357,12-23-477,1 0 0,2 1-1,-3 46 1,8-60-986,1 0 0,1 0 1,0 0-1,2-1 0,0 1 0,1-1 1,9 24-1,-12-40 468,0 3-602,1-1 0,-1 1 0,1-1 0,0 0-1,1 0 1,-1 0 0,1 0 0,4 4 0,24 22-7590</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18.655"/>
    </inkml:context>
    <inkml:brush xml:id="br0">
      <inkml:brushProperty name="width" value="0.035" units="cm"/>
      <inkml:brushProperty name="height" value="0.035" units="cm"/>
    </inkml:brush>
  </inkml:definitions>
  <inkml:trace contextRef="#ctx0" brushRef="#br0">1 72 9133,'15'-1'1282,"0"0"-1,-1 2 1,1 0 0,0 0-1,0 2 1,15 4 0,18 2-498,211 10-2703,-171-15-1053,-1 3 0,143 30 1,-226-36 3241,66 2 2609,-45-8-2804,0 0 0,-1-2 0,0-1 0,26-13 0,-15 7-338,115-56-449,-147 69 780,-4-2-320,0 1 0,0 0 0,-1 0 1,1 0-1,-1 0 0,0 0 1,1 0-1,-1 0 0,0 1 0,0-1 1,0 1-1,0-1 0,0 1 0,-1 0 1,-1-1-1,-23-1-3408</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0.717"/>
    </inkml:context>
    <inkml:brush xml:id="br0">
      <inkml:brushProperty name="width" value="0.035" units="cm"/>
      <inkml:brushProperty name="height" value="0.035" units="cm"/>
    </inkml:brush>
  </inkml:definitions>
  <inkml:trace contextRef="#ctx0" brushRef="#br0">211 96 12077,'1'-7'920,"0"0"0,0 0 0,0 0 1,-1 0-1,-1-12 0,1 7 487,0 7 799,0 1-237,2-16 2833,-2 20-4720,0 0 0,1 0 1,-1 0-1,0 0 1,0 0-1,0 0 1,0 0-1,0 0 1,0 0-1,0 0 1,0 0-1,0 0 1,0 0-1,0 0 1,0 0-1,1 0 0,-1 0 1,0 0 742,0 0-743,4 21 3137,-4 0-4135,-7 50 969,-23 109-1,11-83-66,-58 264 14,13-66 0,54-242-1548,3 0 0,2 0-1,3 1 1,1-1 0,3 1 0,12 65-1,-12-108-242,1 0 0,0 0 0,5 13 0,22 32-9990</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169"/>
    </inkml:context>
    <inkml:brush xml:id="br0">
      <inkml:brushProperty name="width" value="0.035" units="cm"/>
      <inkml:brushProperty name="height" value="0.035" units="cm"/>
    </inkml:brush>
  </inkml:definitions>
  <inkml:trace contextRef="#ctx0" brushRef="#br0">10 140 11125,'0'0'134,"-1"0"-1,0-1 1,1 1-1,-1-1 1,0 1-1,1-1 1,-1 0-1,1 1 1,-1-1-1,1 1 1,-1-1-1,1 0 1,0 1-1,-1-1 1,1 0 0,0 0-1,0 1 1,-1-1-1,1 0 1,0 0-1,0 1 1,0-1-1,0 0 1,0 0-1,0-1 1,16-16 2772,-12 14-2944,3-2 335,1 1 0,1-1-1,-1 1 1,1 1 0,-1-1 0,16-4 0,61-15 538,-59 17-620,10-2-141,1 2 1,0 1 0,0 2 0,0 2 0,1 1 0,-1 2 0,1 2-1,-1 1 1,0 2 0,43 12 0,-73-16-87,0 1 1,0 0-1,-1 0 0,1 0 1,-1 0-1,0 1 0,0 0 1,0 1-1,0-1 0,-1 1 1,0 0-1,0 1 0,0-1 0,0 1 1,-1 0-1,0 0 0,0 0 1,-1 1-1,0-1 0,0 1 1,0 0-1,-1 0 0,0 0 1,0 0-1,-1 0 0,0 0 1,0 1-1,-1-1 0,0 0 1,0 1-1,-1-1 0,-2 12 1,-7 13 2,-1-2 0,-2 1 0,-1-2 0,-2 0 0,-23 34 0,14-24-52,-36 79 0,59-112 67,0 0 0,1-1 1,-1 1-1,1 0 0,0 0 0,1-1 0,0 1 0,0 0 0,0 0 0,0 0 0,1 0 0,0-1 0,0 1 0,1 0 1,0-1-1,-1 1 0,2-1 0,-1 1 0,1-1 0,5 7 0,6 9 3,1-2 0,1 0-1,32 29 1,12 14-98,-56-57 109,1 0 0,-1 0-1,0 0 1,0 1 0,-1 0-1,0-1 1,0 1 0,0 1-1,-1-1 1,1 0 0,-2 1-1,1-1 1,-1 1 0,0-1-1,0 1 1,0 0 0,-1-1-1,0 1 1,-2 9 0,0-6 28,-1-1 1,1 0 0,-2 0 0,0 0-1,0-1 1,0 1 0,-1-1 0,0 0 0,-1 0-1,-6 7 1,1-3 3,-1-1 1,0 0-1,-1-1 0,1-1 0,-22 13 0,-6-2-6,-1-1-1,-1-2 0,-60 15 0,-71 8-1214,98-27-1692,0 1-4302,52-9-1013</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453"/>
    </inkml:context>
    <inkml:brush xml:id="br0">
      <inkml:brushProperty name="width" value="0.035" units="cm"/>
      <inkml:brushProperty name="height" value="0.035" units="cm"/>
    </inkml:brush>
  </inkml:definitions>
  <inkml:trace contextRef="#ctx0" brushRef="#br0">0 161 13361,'7'-29'2168,"-1"18"-31,-3-9-373,4 0-344,5 8-316,1 1-188,16-3-280,21-1-340,-8 4-488,8 2-504,4 4-800,4 2-772,-4 6-3437,-7 5-4756</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576"/>
    </inkml:context>
    <inkml:brush xml:id="br0">
      <inkml:brushProperty name="width" value="0.035" units="cm"/>
      <inkml:brushProperty name="height" value="0.035" units="cm"/>
    </inkml:brush>
  </inkml:definitions>
  <inkml:trace contextRef="#ctx0" brushRef="#br0">57 295 12813,'-44'-37'2548,"31"31"6169,29-16-7517,19-13-324,10 15-600,21-3-852,10-5-504,7-4-840,6-2-800,6 3-3257,4 5-5196</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1.809"/>
    </inkml:context>
    <inkml:brush xml:id="br0">
      <inkml:brushProperty name="width" value="0.035" units="cm"/>
      <inkml:brushProperty name="height" value="0.035" units="cm"/>
    </inkml:brush>
  </inkml:definitions>
  <inkml:trace contextRef="#ctx0" brushRef="#br0">261 72 17510,'-19'-31'3230,"14"14"2120,8-1-3103,-2 15-1149,0 0 1008,-1 8-1050,0 7-1033,1 102 26,-5 1 0,-26 161 0,10-175-2266,-5-2 0,-53 137 0,32-122-6389,7 0-5920</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4.641"/>
    </inkml:context>
    <inkml:brush xml:id="br0">
      <inkml:brushProperty name="width" value="0.035" units="cm"/>
      <inkml:brushProperty name="height" value="0.035" units="cm"/>
    </inkml:brush>
  </inkml:definitions>
  <inkml:trace contextRef="#ctx0" brushRef="#br0">36 65 14949,'-6'-4'616,"4"2"-328,0 1 0,0 0 1,0-1-1,0 0 1,0 1-1,0-1 1,1 0-1,-1 0 0,1 0 1,-1 0-1,1 0 1,0 0-1,-1 0 0,1 0 1,0-1-1,1 1 1,-1 0-1,-1-5 1,2 6-24,0 1 0,0-1 0,0 0 1,0 0-1,0 1 0,0-1 0,0 0 1,0 0-1,0 1 0,0-1 0,0 0 1,0 0-1,1 1 0,-1-1 0,0 0 1,1 1-1,-1-1 0,0 0 0,1 1 1,-1-1-1,1 1 0,-1-1 1,1 0-1,-1 1 0,1-1 0,-1 1 1,1-1-1,0 1 0,0-1 0,0 1-119,0 0 1,-1 0-1,1 0 0,0 0 0,-1 0 0,1 0 0,-1 1 0,1-1 0,0 0 0,-1 0 0,1 1 1,-1-1-1,1 0 0,-1 0 0,1 1 0,-1-1 0,1 1 0,-1-1 0,1 1 0,-1-1 1,1 0-1,-1 1 0,0 0 0,1 0 0,2 6-133,0-1-1,-1 2 1,0-1 0,0 0-1,-1 0 1,0 1-1,0-1 1,0 0 0,-2 16-1,2 3-26,16 170 14,10 155 0,-8 124 0,-7-336-3403,-5-91-751,3-1 0,21 65 0,-15-70-9764</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4.926"/>
    </inkml:context>
    <inkml:brush xml:id="br0">
      <inkml:brushProperty name="width" value="0.035" units="cm"/>
      <inkml:brushProperty name="height" value="0.035" units="cm"/>
    </inkml:brush>
  </inkml:definitions>
  <inkml:trace contextRef="#ctx0" brushRef="#br0">14 563 12025,'-2'-2'144,"1"1"0,0-1 0,-1 0 0,1 0-1,0 1 1,0-1 0,0 0 0,0 0 0,1 0 0,-1 0 0,1 0-1,-1-1 1,1 1 0,-1 0 0,1 0 0,0 0 0,0 0 0,0 0 0,1-1-1,-1 1 1,0 0 0,1 0 0,0-2 0,1-7 418,-1 1-204,2 0-1,-1 0 0,1 1 1,1-1-1,0 1 1,0 0-1,0 0 1,2 0-1,-1 1 0,12-15 1,7-5 438,42-37 1,-65 64-782,33-28 229,2 1-1,0 2 1,2 1 0,1 2 0,64-28 0,-36 24-525,2 2 0,118-25 1,-171 47-172,0 1 0,0 0 0,1 1 0,26 3-1,-41-2 304,0 0-1,0 0 1,0 0-1,0 0 1,0 1-1,-1-1 0,1 1 1,0-1-1,0 1 1,0-1-1,0 1 1,-1 0-1,1 0 0,0 0 1,-1 0-1,1 0 1,-1 1-1,1-1 1,-1 0-1,0 1 0,0-1 1,1 1-1,-1-1 1,0 1-1,0-1 0,0 1 1,-1 0-1,1 0 1,0-1-1,0 5 1,0-3-248,-1 1 1,0 0 0,0 0 0,-1 0-1,1 0 1,-1 0 0,0-1 0,0 1 0,0 0-1,-1-1 1,1 1 0,-1 0 0,0-1-1,-2 4 1,-28 40-5980</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5.046"/>
    </inkml:context>
    <inkml:brush xml:id="br0">
      <inkml:brushProperty name="width" value="0.035" units="cm"/>
      <inkml:brushProperty name="height" value="0.035" units="cm"/>
    </inkml:brush>
  </inkml:definitions>
  <inkml:trace contextRef="#ctx0" brushRef="#br0">0 75 10457,'0'0'9521,"13"12"-7301,28-1-416,26-11-360,25-3-336,29 0-235,15 1-321,20-7-788,25-5-761,12-1-1067,4-2-1204,3-3-3069,7 6-5756</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5.767"/>
    </inkml:context>
    <inkml:brush xml:id="br0">
      <inkml:brushProperty name="width" value="0.035" units="cm"/>
      <inkml:brushProperty name="height" value="0.035" units="cm"/>
    </inkml:brush>
  </inkml:definitions>
  <inkml:trace contextRef="#ctx0" brushRef="#br0">130 286 14745,'0'-2'59,"-4"-19"1030,1-1-1,1 0 0,0-23 0,3 36-141,0 0 0,1 0 1,-1 0-1,2 0 0,-1 0 0,1 1 1,1-1-1,-1 1 0,1 0 0,10-15 1,-7 13-343,-4 4-334,1 0 0,0 0-1,1 1 1,-1-1 0,1 1 0,7-6-1,-11 10-249,1 0-1,-1 0 0,1 0 0,0 0 1,-1 1-1,1-1 0,-1 0 1,1 1-1,0-1 0,0 1 0,-1 0 1,1 0-1,0-1 0,0 1 1,-1 0-1,1 1 0,0-1 0,0 0 1,-1 0-1,1 1 0,0-1 1,-1 1-1,1 0 0,0-1 0,-1 1 1,1 0-1,-1 0 0,1 0 1,-1 0-1,1 0 0,-1 0 0,0 0 1,2 2-1,4 5-20,0 0 0,0 0 0,-1 1 0,0 0 0,0 0 0,-1 0 0,-1 1 0,1 0 0,-1 0 0,-1 0 0,3 14 0,1 7 0,-2 1 0,2 51 0,-7-20 0,-2 0 0,-3-1 0,-16 75 0,-60 182 0,-18-19-3890,-15 51-7281,94-276-3551</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040"/>
    </inkml:context>
    <inkml:brush xml:id="br0">
      <inkml:brushProperty name="width" value="0.035" units="cm"/>
      <inkml:brushProperty name="height" value="0.035" units="cm"/>
    </inkml:brush>
  </inkml:definitions>
  <inkml:trace contextRef="#ctx0" brushRef="#br0">747 329 11129,'25'-61'2068,"-22"54"-1502,-1-1 0,0 1 1,0 0-1,0-1 1,-1 1-1,0-1 1,-1 1-1,0-15 0,1-9 1065,-1 18-939,-1 1-1,0 0 1,-1 0-1,0 0 0,-1 0 1,0 0-1,-1 1 1,0-1-1,-9-16 1,12 27-645,0-1-1,1 1 1,-1 0 0,0 0 0,0 0 0,0 0-1,0-1 1,0 1 0,0 0 0,0 1 0,0-1-1,0 0 1,-1 0 0,1 0 0,0 1 0,-1-1-1,1 1 1,0-1 0,-1 1 0,1-1 0,-3 1-1,0 0 10,1 0 0,-1 0 0,1 0-1,-1 1 1,1-1 0,-1 1 0,1 0-1,-7 2 1,-5 4 38,0 1 1,1 0-1,-15 11 0,26-17-61,-32 24 91,1 1 0,2 2 0,0 1 1,2 1-1,2 2 0,-44 64 0,40-46-58,2 2-1,2 0 0,3 3 0,-25 77 0,41-103-51,1 1-1,1 0 1,2 0 0,1 0 0,2 1-1,1 0 1,1-1 0,8 60-1,-3-63-44,2 0-1,1-1 0,1 1 0,1-2 1,1 1-1,1-2 0,2 0 0,0 0 1,2-1-1,20 23 0,12 6-121,3-3 0,105 82 0,26 24-137,-174-149 283,-3-2 3,0 0 1,-1-1 0,1 2-1,5 8 1,-9-12 1,0-1-1,0 1 1,0 0 0,-1 0-1,1 0 1,0 0 0,-1 1-1,0-1 1,1 0 0,-1 0-1,0 0 1,0 0 0,0 0-1,0 0 1,-1 0 0,1 1-1,-1-1 1,-1 3 0,0 1 2,-1-1 1,0 0 0,0 0-1,-1 0 1,0 0 0,1-1-1,-2 0 1,1 0 0,0 0-1,-1 0 1,0 0 0,0-1-1,0 0 1,0 0 0,-8 3-1,-14 6 1,-54 15-1,61-21-9,-298 89-3560,150-40-4176,134-43 3671,-19 6-6489</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577"/>
    </inkml:context>
    <inkml:brush xml:id="br0">
      <inkml:brushProperty name="width" value="0.035" units="cm"/>
      <inkml:brushProperty name="height" value="0.035" units="cm"/>
    </inkml:brush>
  </inkml:definitions>
  <inkml:trace contextRef="#ctx0" brushRef="#br0">228 29 13005,'-14'-18'8810,"14"18"-8748,0-1 0,0 1 1,0-1-1,0 1 0,-1-1 0,1 1 1,0-1-1,0 1 0,0-1 0,-1 1 1,1 0-1,0-1 0,-1 1 1,1-1-1,-1 1 0,1 0 0,0-1 1,-1 1-1,1 0 0,-1-1 0,1 1 1,-1 0-1,1 0 0,-1-1 1,1 1-1,-1 0 0,1 0 0,-1 0 1,1 0-1,-1 0 0,1 0 0,-1 0 1,1 0-1,-1 0 0,1 0 0,-1 0 1,1 0-1,-1 0 0,0 0 1,1 0-1,-1 1 0,1-1 0,0 0 1,-1 0-1,1 1 0,-1-1 0,1 0 1,-1 1-1,1-1 0,0 0 1,-1 1-1,1-1 0,-1 1 0,1-1 1,0 0-1,0 1 0,-1-1 0,1 1 1,-1 0-1,-6 8 342,0 0 0,0 0-1,0 1 1,1 0 0,1 0 0,0 0-1,-4 12 1,-9 16 374,-12 22 318,-27 80 0,49-118-971,2 0-1,0 0 0,2 1 1,0 0-1,2-1 1,0 1-1,3 36 0,0-47-124,1-1 0,0 1 0,1 0 0,1-1-1,-1 1 1,2-1 0,0 0 0,0 0 0,1-1-1,0 0 1,1 0 0,0 0 0,0-1 0,1 0-1,0 0 1,1-1 0,0 0 0,0 0 0,1-1-1,11 6 1,-3-3-71,1-1-1,0 0 1,1-2 0,0 0-1,0-1 1,0-2-1,0 0 1,1-1 0,0 0-1,37-2 1,-32-2 4,1-2 1,-1 0-1,0-2 1,0 0 0,0-2-1,0-1 1,-1-1-1,-1-1 1,0-2-1,0 0 1,-1-1-1,0-1 1,40-35-1,-11 3 12,69-55-255,-119 102 303,0 0 0,-1 1 0,1-1-1,0 0 1,0 1 0,-1 0 0,1-1 0,-1 1 0,1 0 0,-1-1 0,0 1 0,0 0 0,2 3-1,0 5 10,-1-1 0,0 0 0,-1 1 0,0-1 0,-1 17-1,3 16-4,-2-35 7,0 0 0,1 0 0,-1 0 1,2 0-1,-1 0 0,1 0 0,0 0 0,0-1 0,1 1 1,-1-1-1,2 0 0,-1 0 0,1-1 0,5 7 0,52 49 90,-55-55-86,1 1 0,1-2 0,-1 1-1,1-1 1,0 0 0,0-1-1,0 0 1,1-1 0,-1 0-1,1 0 1,0-1 0,0 0 0,0-1-1,0 0 1,0-1 0,0 0-1,0 0 1,0-1 0,18-4-1,-10 1 62,0-2 0,-1 0 0,0 0 0,0-2 0,-1 0 0,0-1 0,0-1-1,-1 0 1,19-16 0,-21 13-27,-1 0 0,0-1 0,0 0 0,-1-1 0,-1 0 0,-1 0 0,0-1 0,-1 0 0,-1-1 0,0 0 0,4-19 0,-6 20-45,-1 1 0,-1-1-1,-1 0 1,0 0 0,-1 0 0,-1-1 0,0 1-1,-1 0 1,-1 0 0,-1 0 0,0 0-1,-9-27 1,8 36-14,0 1-1,0-1 0,0 1 1,-1 0-1,0 0 0,0 0 1,-1 1-1,0 0 1,0 0-1,0 0 0,0 0 1,-1 1-1,1 1 0,-1-1 1,0 1-1,0 0 1,-1 0-1,1 1 0,-1 0 1,-11-2-1,4 1-186,-1 1 1,0 1-1,0 0 0,0 0 0,0 2 1,0 0-1,0 1 0,0 1 0,-17 4 1,12 1-829,-1 1 0,1 0 1,-28 18-1,14-5-2959,2 1-3813,19-13-2913</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7.932"/>
    </inkml:context>
    <inkml:brush xml:id="br0">
      <inkml:brushProperty name="width" value="0.035" units="cm"/>
      <inkml:brushProperty name="height" value="0.035" units="cm"/>
    </inkml:brush>
  </inkml:definitions>
  <inkml:trace contextRef="#ctx0" brushRef="#br0">1 103 14249,'10'-36'2684,"-8"29"1962,29 18-374,-4 9-3891,0 1-1,-2 1 1,0 1-1,-2 2 1,0 0-1,-2 1 1,-1 2-1,-1 0 1,22 42-1,-6 3-208,-2 1-1,39 140 1,-50-114 1310,-21-97-852,6-156-146,-2 108-1260,2 0 1,19-62-1,-14 68-346,2 1 0,1 1 0,3 0 0,0 1 0,3 1-1,1 1 1,1 1 0,2 1 0,41-41 0,-54 61-975,0 0 0,17-11 1,29-9-7849</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622"/>
    </inkml:context>
    <inkml:brush xml:id="br0">
      <inkml:brushProperty name="width" value="0.035" units="cm"/>
      <inkml:brushProperty name="height" value="0.035" units="cm"/>
    </inkml:brush>
  </inkml:definitions>
  <inkml:trace contextRef="#ctx0" brushRef="#br0">286 545 9573,'0'-7'940,"-1"0"0,0 1 0,-1-1 0,0 1 1,0 0-1,0 0 0,-1-1 0,1 2 0,-2-1 0,1 0 0,-1 0 0,1 1 1,-1 0-1,-1 0 0,-8-8 0,8 7-576,0 1 0,0-1 0,1 0 0,-1-1 1,2 1-1,-1-1 0,1 1 0,-1-1 0,2 0 0,-1 0 0,1-1 0,0 1 1,1 0-1,0-1 0,0 1 0,0-1 0,1 0 0,0 1 0,1-1 1,2-11-1,-3 16-77,-1-5-153,5-21-50,2-3-116,-5 29-134,-5 5-1432,0 0 1614,0 0 1,0 0 0,0 0-1,0 1 1,1 0-1,-1 0 1,1 0 0,-1 0-1,1 1 1,0-1-1,0 1 1,1-1-1,-1 1 1,1 0 0,0 0-1,0 1 1,0-1-1,0 0 1,1 1 0,-1-1-1,1 0 1,1 1-1,-1 0 1,0-1-1,1 1 1,0-1 0,0 1-1,1 0 1,-1-1-1,1 1 1,2 7 0,2-1 21,0-1 1,1 0-1,0 0 1,1-1-1,0 0 1,0 0-1,1 0 1,0-1-1,0 0 1,1-1-1,0 1 1,1-2-1,-1 0 1,1 0-1,0 0 1,1-1-1,12 4 1,-11-5-18,1 0 1,-1-1 0,1 0 0,-1-1 0,1 0 0,0-1 0,0-1-1,0 0 1,0 0 0,0-1 0,0-1 0,-1 0 0,1-1 0,-1-1-1,20-7 1,-23 7-34,0 0-1,0-1 0,0 0 1,0-1-1,-1 0 1,0 0-1,-1-1 0,1 1 1,-1-2-1,0 1 0,-1-1 1,0 0-1,0-1 1,-1 1-1,0-1 0,7-18 1,-8 14-15,0-1 0,-1 1 0,-1 0 0,0-1 0,-1 0 1,0 1-1,-1-1 0,-1 0 0,0 0 0,-1 1 0,0-1 0,-1 1 1,-1 0-1,-6-18 0,6 23 29,1 0 0,-1 0 0,0 1 0,-1-1 0,1 1 0,-2 0 0,1 0 0,-1 1 0,0 0 0,0 0 0,0 0 0,-1 1 0,0 0 0,0 0 0,-1 1 0,1-1 0,-1 2 0,0-1 0,0 1 0,0 0 0,0 1 0,-1 0 0,-16-2 0,12 3 15,0 1-1,-1 0 1,1 1-1,0 1 1,0 0-1,0 1 1,0 0 0,0 0-1,1 2 1,-1 0-1,-13 7 1,9-2 16,2 0 0,-1 1 0,1 0 0,1 1 0,0 1 0,0 1 0,-13 17 0,6-2 8,1 1 0,1 0 0,2 2 0,1 0 1,1 0-1,2 1 0,-16 67 0,23-72-41,1 0 0,1 1 0,2 0 0,1 0 0,1 0 0,1 0 0,2-1 0,1 1 0,13 48 0,-10-53 0,1 0 0,2-1 0,0 0 0,2-1 0,0 0 0,2-1 0,0 0 0,1-1 0,1 0 0,1-2 0,29 26 0,-20-23-399,2 0-1,1-2 1,46 24-1,-37-26-908,0-1-1,1-2 0,0-2 1,75 14-1,-51-18-712,1-3 1,0-2-1,0-3 0,0-3 1,90-16-1,-31-5-7497</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805"/>
    </inkml:context>
    <inkml:brush xml:id="br0">
      <inkml:brushProperty name="width" value="0.035" units="cm"/>
      <inkml:brushProperty name="height" value="0.035" units="cm"/>
    </inkml:brush>
  </inkml:definitions>
  <inkml:trace contextRef="#ctx0" brushRef="#br0">0 252 14373,'13'-43'2433,"-7"23"-101,7-3-456,6-8-372,7 11-320,18-3-524,13 0-604,13-3-560,3 3-860,10 9-1028,6 8-3593,3 6-5204</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28.961"/>
    </inkml:context>
    <inkml:brush xml:id="br0">
      <inkml:brushProperty name="width" value="0.035" units="cm"/>
      <inkml:brushProperty name="height" value="0.035" units="cm"/>
    </inkml:brush>
  </inkml:definitions>
  <inkml:trace contextRef="#ctx0" brushRef="#br0">7 341 15733,'-7'-15'3189,"39"-5"-409,-3-8-404,-1 5-488,7-3-467,6 0-405,7 1-376,6-1-556,16-5-1096,0 2-637,6-5-947,6 2-1216,11 15-2145,18 9-5160</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076"/>
    </inkml:context>
    <inkml:brush xml:id="br0">
      <inkml:brushProperty name="width" value="0.035" units="cm"/>
      <inkml:brushProperty name="height" value="0.035" units="cm"/>
    </inkml:brush>
  </inkml:definitions>
  <inkml:trace contextRef="#ctx0" brushRef="#br0">108 361 9917,'-9'-80'9169,"8"73"-8831,1 1 1,-1 0-1,1 0 1,0 0-1,0-1 1,1 1-1,0 0 1,0 0-1,1 0 1,0 0-1,0 0 1,0 0-1,0 1 1,1-1-1,0 1 1,5-7-1,0-1 17,1 1-1,1 1 0,0 0 0,0 0 1,20-15-1,-16 15-182,2 1-1,-1 0 1,1 1 0,0 1 0,1 1-1,0 0 1,0 1 0,1 1 0,0 0-1,33-3 1,-43 7-150,0 0 0,0 1 0,1 0 0,-1 0 0,0 1 0,0 0 0,0 1 0,0 0 0,0 0 0,0 1-1,-1-1 1,1 2 0,-1-1 0,1 1 0,-1 0 0,-1 1 0,1-1 0,0 1 0,-1 1 0,0-1 0,-1 1 0,1 0 0,-1 1 0,0-1-1,0 1 1,4 9 0,-3-4-9,-1 0 0,0-1-1,-1 2 1,0-1 0,-1 0-1,0 1 1,-1-1 0,-1 1-1,0 0 1,-1-1 0,-1 22-1,-2-15-2,-1 0-1,0-1 1,-1 0-1,-1 0 1,-1 0-1,-1-1 1,-10 19-1,-12 12 13,-3-2 1,-1-1-1,-3-1 0,-51 47 0,-67 51-12,-42 46 655,196-187-644,0 0-1,0 0 1,0 0-1,0-1 1,0 1-1,1 0 0,-1 0 1,0 0-1,1 0 1,-1 1-1,1-1 1,-1 0-1,1 0 0,-1 0 1,1 0-1,0 1 1,-1-1-1,1 0 0,0 0 1,0 1-1,0-1 1,0 0-1,0 0 1,0 0-1,0 1 0,1-1 1,-1 0-1,0 0 1,1 1-1,-1-1 1,1 0-1,-1 0 0,1 0 1,0 0-1,-1 0 1,1 0-1,0 0 0,0 0 1,0 0-1,-1 0 1,1 0-1,0-1 1,0 1-1,0 0 0,0-1 1,2 2-1,3 1 22,0-1-1,0 1 0,0-1 0,0 0 1,0 0-1,1-1 0,8 1 1,81 3-361,169-14 0,-122 0-901,325-15-4505,-192 9-302,-141 9 131,-6 5-3366</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306"/>
    </inkml:context>
    <inkml:brush xml:id="br0">
      <inkml:brushProperty name="width" value="0.035" units="cm"/>
      <inkml:brushProperty name="height" value="0.035" units="cm"/>
    </inkml:brush>
  </inkml:definitions>
  <inkml:trace contextRef="#ctx0" brushRef="#br0">9 20 14477,'7'-5'98,"7"-7"3537,-16 9-1372,-11 3-741,0 3 1,11 4 364,18 13 917,-6-10-2831,210 229 3483,23-21-5945,-48-57-3666,-108-89-3472,-49-42-756</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1.460"/>
    </inkml:context>
    <inkml:brush xml:id="br0">
      <inkml:brushProperty name="width" value="0.035" units="cm"/>
      <inkml:brushProperty name="height" value="0.035" units="cm"/>
    </inkml:brush>
  </inkml:definitions>
  <inkml:trace contextRef="#ctx0" brushRef="#br0">1013 72 12749,'-57'-40'2284,"41"23"209,-16 11-109,-22-3-320,20 12-280,-5 9-144,-11 8-480,-8 8-247,1 15-165,-3 8-156,-7 12-340,-6 9-1084,-3-1-961,-13-14-1235,3 15 140,7 31-3201,-7 5-5360</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3.962"/>
    </inkml:context>
    <inkml:brush xml:id="br0">
      <inkml:brushProperty name="width" value="0.035" units="cm"/>
      <inkml:brushProperty name="height" value="0.035" units="cm"/>
    </inkml:brush>
  </inkml:definitions>
  <inkml:trace contextRef="#ctx0" brushRef="#br0">176 24 11357,'-2'-2'2258,"1"1"-1288,-16-12 390,9 6 6107,7 10-7168,0-1-1,0 1 1,0 0 0,0-1 0,0 1-1,-1-1 1,1 1 0,-1-1-1,-2 4 1,-6 9 341,4 4 93,0 0-1,0 1 1,-3 35-1,-3 8 311,-15 71-165,-16 220-1,41-323-999,-10 198-6215,13-195 4821,1 1-1,2 0 1,1-1 0,16 55-1,-14-61-4590,-1 3-3528</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4.226"/>
    </inkml:context>
    <inkml:brush xml:id="br0">
      <inkml:brushProperty name="width" value="0.035" units="cm"/>
      <inkml:brushProperty name="height" value="0.035" units="cm"/>
    </inkml:brush>
  </inkml:definitions>
  <inkml:trace contextRef="#ctx0" brushRef="#br0">99 1 11765,'40'9'2336,"-33"-8"-1934,1 1 0,-1-1 1,0 1-1,0 0 0,0 1 1,7 3-1,195 129 3587,78 104-2624,-161-113-998,-108-105-317,0 1-1,-2 0 1,-1 1-1,18 35 1,-29-51-41,-1 1-1,1 0 1,-1 1-1,-1-1 1,0 0-1,0 1 1,0-1-1,-1 1 1,0 0 0,-1-1-1,0 1 1,-1 0-1,1-1 1,-2 1-1,1 0 1,-1-1-1,0 0 1,-1 1-1,0-1 1,0 0 0,-1 0-1,0-1 1,0 1-1,-1-1 1,0 0-1,0 0 1,-1 0-1,0-1 1,0 0-1,0 0 1,-1 0 0,-12 7-1,-8 3 5,0-1 0,-1-1 0,-1-1 0,-34 9 0,-129 30-32,133-38-46,-104 26-1011,55-14-1685,3 0-4862,59-14-1082</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4.588"/>
    </inkml:context>
    <inkml:brush xml:id="br0">
      <inkml:brushProperty name="width" value="0.035" units="cm"/>
      <inkml:brushProperty name="height" value="0.035" units="cm"/>
    </inkml:brush>
  </inkml:definitions>
  <inkml:trace contextRef="#ctx0" brushRef="#br0">0 15 12373,'2'-2'194,"-1"2"-78,-1-1 0,1 0 0,0 0 0,-1 0 0,1 0 0,0 0 0,0 1 0,0-1 0,-1 0 0,1 1 0,0-1 0,0 1 0,0-1 0,0 1 0,0-1 0,0 1 0,0 0 0,1-1 0,-1 1 0,0 0 0,0 0 0,0 0 0,0 0 0,0 0 0,0 0 0,0 0 0,0 0 0,0 0 0,1 1 0,0-1 0,-1 1 26,0-1-1,0 1 0,0-1 0,1 0 1,-1 1-1,0-1 0,0 0 0,0 0 1,1 0-1,-1 0 0,0 0 0,0 0 0,1-1 1,-1 1-1,0 0 0,2-1 0,2 0 243,5 1-139,0 0 0,0 1 0,0 1-1,0 0 1,0 0 0,-1 1-1,1 0 1,-1 1 0,0 0 0,0 0-1,16 11 1,-5-1 31,-1 0 1,0 2-1,31 31 0,-38-33-232,-1 1 0,0-1 0,0 2 0,-1-1 0,-1 2 0,-1-1 0,-1 1 0,0 0 0,-1 1-1,0-1 1,-2 1 0,0 0 0,-1 1 0,-1-1 0,-1 1 0,0-1 0,-2 1 0,0-1 0,-4 21 0,1-12 116,-2 0-1,-1-1 1,-2 0 0,-15 35 0,24-60-103,-1 1 0,1-1 1,-1 0-1,1 0 0,-1 0 1,1 0-1,-1 0 0,0 0 1,0 0-1,0 0 0,0 0 1,1 0-1,-1 0 0,0 0 0,0 0 1,-1-1-1,-1 2 0,3-2-27,-1 0-1,1 0 0,-1 0 1,1 0-1,-1 0 0,1-1 0,-1 1 1,1 0-1,-1 0 0,1 0 1,-1-1-1,1 1 0,-1 0 0,1-1 1,-1 1-1,1 0 0,0-1 1,-1 1-1,1-1 0,0 1 0,-1-1 1,1 1-1,0-1 0,0 1 0,-1-1 1,1 1-1,0-2 0,-2-2 38,1 0 0,0-1-1,0 1 1,0 0 0,0-1-1,1 0 1,0 1 0,0-1-1,1-5 1,2-6-111,1 1 1,1 0 0,1 1-1,0-1 1,1 1-1,0 1 1,1-1-1,17-22 1,91-95-2141,-88 103 1519,115-106-4113,-39 58-2738,-40 37-1152</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155"/>
    </inkml:context>
    <inkml:brush xml:id="br0">
      <inkml:brushProperty name="width" value="0.035" units="cm"/>
      <inkml:brushProperty name="height" value="0.035" units="cm"/>
    </inkml:brush>
  </inkml:definitions>
  <inkml:trace contextRef="#ctx0" brushRef="#br0">403 147 6145,'-31'-16'1586,"24"12"35,10 2-880,-1 0-1,0 0 1,1-1-1,-1 1 1,0 0-1,0-1 1,-1 0-1,1 1 1,-1-1-1,1 0 1,-1 0 0,1-3-1,-1 1-429,-1 1-1,0 0 1,0 0-1,-1 0 1,1-1-1,-1 1 1,0 0-1,0 0 1,0 0-1,0 0 1,-1 0-1,0 0 1,0 1 0,-2-5-1,-1-3 554,4 10-790,0 0 0,0 1-1,0-1 1,0 0 0,0 0 0,-1 0 0,1 1-1,0-1 1,0 1 0,0-1 0,-1 1 0,1-1-1,0 1 1,0 0 0,-1 0 0,1-1 0,-2 1-1,0 0 124,-4-2-36,0 1-1,1 1 1,-1-1-1,0 1 1,1 0-1,-1 0 1,0 1-1,1 0 1,-1 0-1,1 1 1,-1 0-1,1 0 1,0 0-1,0 1 1,0 0-1,-8 5 0,-4 3 66,1 0 0,1 2-1,0 0 1,-15 16-1,18-16-135,0 1 0,1 1-1,1 0 1,0 0 0,1 1 0,1 0-1,0 1 1,2 0 0,0 1 0,0-1-1,-7 37 1,12-42-114,1 0 0,0 0 0,0 1 0,2-1 0,-1 0 0,1 1 0,1-1 0,0 0 0,1 0 0,0 0 0,1-1 0,0 1-1,1-1 1,0 0 0,1 0 0,0 0 0,1-1 0,0 0 0,11 11 0,-10-12-91,2 0 1,-1-1-1,1 0 0,0-1 1,0 0-1,1-1 0,0 0 1,0-1-1,1 0 0,-1 0 1,1-1-1,0-1 0,0 0 1,0-1-1,1 0 0,-1-1 1,1 0-1,14-2 0,-15 1 53,0-1 0,0-1-1,0 0 1,0-1 0,-1 0-1,1-1 1,-1 0-1,0 0 1,0-2 0,0 1-1,0-1 1,-1-1 0,0 0-1,-1 0 1,1-1 0,-2 0-1,1-1 1,11-15-1,33-43-582,-24 30-2,29-47 0,-54 79 581,-1 0 1,1 1 0,0-1-1,0 1 1,8-7-1,-4 4-68,-5 5-11,-1 2 28,1 0 107,-1 1 1,1-1-1,0 0 0,-1 0 1,1 1-1,-1 0 0,1-1 0,-1 1 1,1 0-1,-1 0 0,1 0 0,-1 1 1,0-1-1,0 1 0,1-1 0,-1 1 1,2 2-1,0 1-7,0 0 1,-1 0-1,1 0 1,-1 1-1,0-1 0,4 12 1,15 15 29,-17-27-10,-4-3 1,18 7 126,-16-8-135,0 0 1,0-1-1,1 1 0,-1-1 1,0 0-1,0 0 1,1-1-1,-1 1 0,0 0 1,0-1-1,0 0 0,0 0 1,0 0-1,0 0 1,0 0-1,0-1 0,0 1 1,0-1-1,2-2 0,18-6 59,7-8-202,-27 16 118,0 0 0,0 0 1,0 0-1,0 0 0,0 1 0,0-1 1,0 1-1,1 0 0,-1 0 0,0 0 1,1 0-1,-1 0 0,1 1 0,-1-1 1,1 1-1,6 1 0,1 1-499,-1 0 0,0 1-1,0 0 1,12 6 0,19 10-9017,-38-17 8106</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560"/>
    </inkml:context>
    <inkml:brush xml:id="br0">
      <inkml:brushProperty name="width" value="0.035" units="cm"/>
      <inkml:brushProperty name="height" value="0.035" units="cm"/>
    </inkml:brush>
  </inkml:definitions>
  <inkml:trace contextRef="#ctx0" brushRef="#br0">19 18 10013,'-2'-3'5969,"-15"-11"3986,19 21-9615,0-1 0,1 1 1,0-1-1,0 1 0,0-1 0,0 0 0,1 0 0,0 0 1,1-1-1,-1 1 0,1-1 0,0 0 0,9 6 0,10 8-70,49 28-1,-47-31-325,104 57-4055,-18-10-6206,-92-50 4925,1 4-2986</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5.716"/>
    </inkml:context>
    <inkml:brush xml:id="br0">
      <inkml:brushProperty name="width" value="0.035" units="cm"/>
      <inkml:brushProperty name="height" value="0.035" units="cm"/>
    </inkml:brush>
  </inkml:definitions>
  <inkml:trace contextRef="#ctx0" brushRef="#br0">394 6 12381,'-57'5'2152,"35"-10"-328,0-1-303,-4 12-345,1-6-212,3 11-244,-10 9-140,0-3-116,4 6-196,-4 0-436,3 6-1008,4-1-820,-1 6-3585,11-2-4564</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213"/>
    </inkml:context>
    <inkml:brush xml:id="br0">
      <inkml:brushProperty name="width" value="0.035" units="cm"/>
      <inkml:brushProperty name="height" value="0.035" units="cm"/>
    </inkml:brush>
  </inkml:definitions>
  <inkml:trace contextRef="#ctx0" brushRef="#br0">41 541 12125,'-17'63'4445,"12"-50"-3785,1 0-1,0 0 1,1 0 0,1 1-1,-1 21 1,2 11-135,-1-26-693,2-1 0,1 0-1,0 0 1,6 31 0,-2-28-431,0 0 0,1 31-1,3-68 877,-4 9-204,9-21 229,-2-1-1,0 0 1,12-46 0,-11 31-89,20-59 187,121-325 931,-136 384-1205,25-49 55,-38 82-155,1 1 0,0-1 1,0 2-1,1-1 0,1 1 1,14-15-1,-20 22-21,-1 0-1,0 0 1,0 0-1,0 0 1,1 0 0,-1 0-1,0 0 1,1 1-1,-1-1 1,1 0 0,-1 1-1,1-1 1,-1 1-1,1-1 1,-1 1-1,1 0 1,-1 0 0,1 0-1,0-1 1,-1 2-1,1-1 1,-1 0 0,1 0-1,1 1 1,-1 0-4,-1 0 1,0 0 0,1 0 0,-1 1-1,0-1 1,0 0 0,0 1-1,0-1 1,0 1 0,0-1 0,0 1-1,-1-1 1,1 1 0,-1 0-1,1-1 1,-1 1 0,1 3-1,1 6 3,-1 1 0,0-1 0,-1 1 0,-1-1-1,-1 15 1,-2-8-30,0-1-1,-2 1 1,0-1 0,0 0-1,-2-1 1,0 1-1,-14 20 1,-83 101-1119,38-54 480,-60 78 57,124-158 664,0 1 1,0-1-1,1 0 0,-1 1 1,1-1-1,0 1 0,1 0 1,-1-1-1,-1 10 0,3-11-31,0 1-1,0-1 1,0 0-1,1 0 1,-1 1-1,1-1 1,0 0-1,0 0 1,0 1-1,0-1 1,0 0-1,1 0 1,-1 0-1,1-1 1,0 1-1,3 4 1,122 144 794,-15-19-6007,-89-99-1640,-11-14 84</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399"/>
    </inkml:context>
    <inkml:brush xml:id="br0">
      <inkml:brushProperty name="width" value="0.035" units="cm"/>
      <inkml:brushProperty name="height" value="0.035" units="cm"/>
    </inkml:brush>
  </inkml:definitions>
  <inkml:trace contextRef="#ctx0" brushRef="#br0">1 9 4388,'16'-9'4721,"-4"18"-4581,1-4-176,3-13-6193</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6.931"/>
    </inkml:context>
    <inkml:brush xml:id="br0">
      <inkml:brushProperty name="width" value="0.035" units="cm"/>
      <inkml:brushProperty name="height" value="0.035" units="cm"/>
    </inkml:brush>
  </inkml:definitions>
  <inkml:trace contextRef="#ctx0" brushRef="#br0">1 254 14417,'146'-13'5095,"167"-10"-1342,701 12-1607,-490 10-2222,1497-28-1199,-1219 15 986,150-27 470,-791 17-247,-159 24 44,0 0 0,0-1 0,1 1 0,-1-1 0,0 1 0,0-1 0,0 0 0,0 1 0,-1-1 0,1 0 0,0-1 0,0 1 0,0 0-1,-1 0 1,3-3 0,-4 3-4,1 1-1,-1-1 0,0 0 0,0 0 0,1 1 0,-1-1 0,0 0 1,0 0-1,0 1 0,0-1 0,0 0 0,0 0 0,0 1 0,0-1 1,0 0-1,-1 0 0,1 1 0,0-1 0,0 0 0,-1 1 0,1-1 1,0 0-1,-1 1 0,1-1 0,-1 0 0,1 1 0,-2-2 0,-2-2-179,0 1 0,0-1 0,0 1 0,-1 0-1,1 0 1,-1 0 0,0 0 0,0 1-1,-10-3 1,-18-3-2605,1 1 0,-62-3 0,0 6-6491</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307"/>
    </inkml:context>
    <inkml:brush xml:id="br0">
      <inkml:brushProperty name="width" value="0.035" units="cm"/>
      <inkml:brushProperty name="height" value="0.035" units="cm"/>
    </inkml:brush>
  </inkml:definitions>
  <inkml:trace contextRef="#ctx0" brushRef="#br0">337 1 15713,'-29'9'2599,"23"-7"1827,2 26-238,-12 15-2193,-1 2-929,-25 127 911,-46 175-1926,11-41-3415,39-100-3420,28-159 3555,2-11-3048,7-14-3100</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571"/>
    </inkml:context>
    <inkml:brush xml:id="br0">
      <inkml:brushProperty name="width" value="0.035" units="cm"/>
      <inkml:brushProperty name="height" value="0.035" units="cm"/>
    </inkml:brush>
  </inkml:definitions>
  <inkml:trace contextRef="#ctx0" brushRef="#br0">743 13 12649,'3'-1'2100,"-3"0"-1830,1 0 0,0 0 0,0 0 0,0 0 0,0 0 0,0 0 0,0 1 0,0-1 0,0 1 1,0-1-1,0 0 0,0 1 0,0 0 0,0-1 0,2 1 0,-2 0-2,0 1 0,0 0-1,0 0 1,0 0 0,0-1-1,0 1 1,0 0 0,0 0 0,-1 0-1,1 1 1,0-1 0,-1 0 0,1 0-1,-1 0 1,1 0 0,-1 1-1,0-1 1,1 2 0,0 1-146,3 8 173,1-1-1,0 0 1,1 0-1,0-1 1,11 14-1,86 125 1241,-79-116-1393,53 85-267,-70-105 48,-1-1 1,0 1-1,-1 0 1,0 0-1,-1 1 1,0-1-1,2 25 1,-5-33 60,-1 1-1,0-1 1,-1 0 0,1 0-1,-1 1 1,0-1 0,0 0-1,-1 0 1,0 0 0,0 0-1,0 0 1,0 0 0,-6 7 0,3-5-1,0-1 1,-1 1 0,0-1-1,0-1 1,0 1 0,-1-1 0,-13 9-1,-8-1-73,1 0 0,-2-1 0,-51 13 0,75-24 68,-375 81-1432,191-46-1683,3 9-5994,124-27-408</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7.838"/>
    </inkml:context>
    <inkml:brush xml:id="br0">
      <inkml:brushProperty name="width" value="0.035" units="cm"/>
      <inkml:brushProperty name="height" value="0.035" units="cm"/>
    </inkml:brush>
  </inkml:definitions>
  <inkml:trace contextRef="#ctx0" brushRef="#br0">46 112 14317,'-7'-2'1169,"1"-1"0,0 1-1,0-1 1,-1 0 0,-7-6-1,15 8-930,0 0 0,-1 1 0,1-1 0,0 0 0,0 0-1,-1 0 1,1 1 0,0-1 0,0 0 0,0 1 0,0-1-1,0 1 1,0-1 0,1 0 0,18-6 222,0 0 0,1 1 1,0 2-1,0 0 0,0 1 0,38-1 1,-4 0-109,738-32-613,-546 36-1140,-5 1-1558,-84-5-2661,-137 3-188</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8.023"/>
    </inkml:context>
    <inkml:brush xml:id="br0">
      <inkml:brushProperty name="width" value="0.035" units="cm"/>
      <inkml:brushProperty name="height" value="0.035" units="cm"/>
    </inkml:brush>
  </inkml:definitions>
  <inkml:trace contextRef="#ctx0" brushRef="#br0">115 4 15613,'-10'-2'1022,"0"1"537,1 1 8318,15 7-6352,3 10-2521,-7-10-987,-1 1 1,0-1-1,0 0 0,0 1 0,-1-1 0,0 1 0,-1-1 0,0 1 0,0-1 1,-2 8-1,-2 14-39,1 27 22,2-24 0,-12 61 0,-8 14-1946,-13 46-4443,22-106-1612,8 6-5446</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38.678"/>
    </inkml:context>
    <inkml:brush xml:id="br0">
      <inkml:brushProperty name="width" value="0.035" units="cm"/>
      <inkml:brushProperty name="height" value="0.035" units="cm"/>
    </inkml:brush>
  </inkml:definitions>
  <inkml:trace contextRef="#ctx0" brushRef="#br0">0 610 17790,'0'-20'9882,"1"24"-8627,52 226 1917,-3 7-9077,-45-210 2599,1 53-1,-6-75 1939,-7-25-2494,1-9 3777,2 0 1,1 1 0,2-1 0,0 0-1,4-30 1,-2 58 86,3-52 437,2 0 1,3 1-1,2-1 0,2 2 0,2 0 0,3 1 1,2 0-1,2 2 0,2 1 0,2 0 0,2 2 0,2 1 1,42-47-1,-47 65-70,1 0 1,1 2-1,51-35 1,-61 48-175,0 0 0,1 2 0,0 0 0,1 1 1,0 0-1,1 2 0,-1 0 0,22-2 0,-33 6-84,1 2 0,-1-1 0,1 1 0,-1 0 0,1 1 0,-1 0 0,0 1 0,1-1 0,-1 1 0,0 1 0,9 4 0,-14-6-65,1 1-1,-1 0 0,0 0 1,0 0-1,0 0 0,0 0 1,0 1-1,-1 0 0,1-1 1,-1 1-1,0 0 0,0 0 0,0 0 1,0 1-1,0-1 0,-1 0 1,1 1-1,-1-1 0,0 1 1,0-1-1,0 1 0,0 0 0,-1-1 1,0 1-1,0 0 0,0-1 1,0 6-1,-3 10 23,0-1 1,-1 0-1,0 0 0,-2 0 0,0 0 1,-9 16-1,-58 98-717,66-120 527,-12 17-235,-1 0-1,-2-2 1,-30 31-1,-82 68-1194,106-101 1232,26-24 361,0 1-1,1 0 1,-1-1-1,1 1 1,0 0-1,-1 0 1,1 0-1,0 0 1,0 0-1,0 0 1,0 0-1,0 0 1,1 0-1,-1 0 1,1 0-1,-1 1 1,1-1-1,0 0 1,0 0-1,0 1 1,0-1-1,0 0 1,0 0-1,1 0 1,-1 1-1,1-1 1,1 3-1,2 5 340,1 0-1,0-1 1,1 0-1,12 16 0,4 5 148,-7-7-538,1-1 0,1-1 0,1 0 0,1-1 0,1-2 0,0 0 0,2-1 0,0 0 0,38 20 0,-19-16-1540,0-1 0,1-3 0,1-1-1,86 19 1,145 1-7246,-154-24 11218,-15 1 3509,-103-12-5617,0-1 0,1 0 0,-1 0 0,1 0 0,-1 0 0,0-1 0,1 1-1,-1-1 1,0 1 0,3-2 0,6 0 4571,-8 1-4918,28-14-1746,6-4-2141,-13 4-3165,-11 3-2917</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2.011"/>
    </inkml:context>
    <inkml:brush xml:id="br0">
      <inkml:brushProperty name="width" value="0.035" units="cm"/>
      <inkml:brushProperty name="height" value="0.035" units="cm"/>
    </inkml:brush>
  </inkml:definitions>
  <inkml:trace contextRef="#ctx0" brushRef="#br0">1036 336 6249,'-1'-1'209,"0"0"1,0-1 0,0 1 0,0-1 0,0 1 0,0-1 0,1 0 0,-1 1 0,0-1 0,1 0 0,0 0 0,-1 0 0,1 1 0,0-1-1,0 0 1,0 0 0,0 0 0,0 1 0,0-1 0,1-3 0,11-41 2747,-6 27-1773,1-4 773,0 1-1,15-29 1,-17 43-1822,0-1-1,1 1 1,0 1 0,0-1 0,1 1 0,0 0-1,0 1 1,0 0 0,1 0 0,0 0-1,0 1 1,1 1 0,0-1 0,-1 1-1,1 0 1,11-2 0,8-2-21,1 2 0,-1 0 1,1 2-1,34 0 0,-9 2-64,1 1-1,0 4 1,-1 1-1,0 3 1,88 23 0,-137-29-50,-1 1 1,0-1 0,0 1 0,0 0-1,0 0 1,-1 0 0,1 0 0,-1 1 0,1-1-1,-1 1 1,0 0 0,0 0 0,5 6 0,-7-7 0,1 1 1,-1 0 0,1 0-1,-1 0 1,0 0 0,0 0-1,0 0 1,-1 1 0,1-1-1,-1 0 1,0 0 0,0 1 0,0-1-1,0 5 1,-3 2-3,0 1 0,0-1 0,-1 1 0,0-1 0,0 0 0,-1-1 0,-1 1 0,0-1 0,-7 9 0,-163 189 45,119-146-49,2 3 0,-49 75-1,92-119 21,1 0-1,0 0 1,2 1 0,0 0-1,1 0 1,-7 36 0,13-48-24,0 0 1,1 1-1,0 0 1,1-1 0,0 1-1,1 0 1,0-1 0,0 1-1,1-1 1,0 1-1,0-1 1,1 0 0,1 0-1,0 0 1,0 0-1,0-1 1,12 16 0,-4-10-20,1 0 1,0-1-1,1-1 1,0 0 0,1-1-1,0 0 1,18 8 0,122 53-294,-136-65 275,21 9-91,0-2 1,1-2-1,42 7 0,-56-15 86,0 0 0,0-2-1,0-1 1,0-2 0,47-5-1,-69 5 55,0 0-1,1-1 1,-1 1-1,0-1 1,0 0-1,0 0 0,0-1 1,0 1-1,0-1 1,-1 0-1,1 0 0,-1-1 1,0 1-1,0-1 1,0 0-1,-1 0 1,1-1-1,3-6 0,-1 0 118,-1-1 0,0 1 0,-1-1 0,0 0 0,-1 0-1,3-16 1,-6 25 84,-23 14 189,13-5-226,1 1 0,-1 0 0,1 1 0,1 0 0,0 0 0,-10 12 0,-43 65 1055,37-49-766,-7 10 168,3 2 0,1 1 0,-34 92 0,-33 168 427,-1 182-614,41-185-336,-137 470 32,98-426-116,55-197 56,-95 345-65,122-460-46,0 2 17,-2-1 0,-27 59 0,35-88 5,0 0-1,-1-1 0,0 0 0,0 0 1,-1-1-1,0 1 0,-1-2 1,0 1-1,0-1 0,0 0 1,-1-1-1,0 1 0,0-2 1,-19 9-1,-2-4-270,0-1 0,-1-1 1,-54 6-1,-99-2-1171,119-10 1079,-56 8-407,55-4-396,-117-4-1,164-3 500,0-2 0,-1 0 0,-32-10 1,47 11 375,-1 0 0,1 0 0,-1 0 0,1-1 1,0 0-1,0 0 0,0 0 0,0-1 1,0 1-1,1-1 0,0 0 0,0-1 1,0 1-1,0-1 0,0 1 0,-3-8 1,5 7-493,-1 0 1,1-1 0,0 0-1,0 1 1,1-1 0,0 0-1,0 0 1,-1-7 0,7-16-5639</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487"/>
    </inkml:context>
    <inkml:brush xml:id="br0">
      <inkml:brushProperty name="width" value="0.035" units="cm"/>
      <inkml:brushProperty name="height" value="0.035" units="cm"/>
    </inkml:brush>
  </inkml:definitions>
  <inkml:trace contextRef="#ctx0" brushRef="#br0">332 122 14581,'-42'-33'3099,"40"30"-2549,-1 1-1,1-1 1,0 0 0,0 1-1,0-1 1,0 0-1,1 0 1,-1 0-1,1-1 1,0 1-1,0 0 1,0 0 0,0-1-1,0 1 1,1-1-1,-1 1 1,1 0-1,0-1 1,0 1 0,1-1-1,-1 1 1,1-1-1,-1 1 1,1 0-1,2-6 1,-3 64 248,-13 2-798,-26 73 0,15-52 0,-35 101 66,-40 159-471,96-323 168,-23 128-4959,19-47-4470,11-21-4679</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675"/>
    </inkml:context>
    <inkml:brush xml:id="br0">
      <inkml:brushProperty name="width" value="0.035" units="cm"/>
      <inkml:brushProperty name="height" value="0.035" units="cm"/>
    </inkml:brush>
  </inkml:definitions>
  <inkml:trace contextRef="#ctx0" brushRef="#br0">1 75 14137,'41'5'8377,"-13"-10"-6921,26 2-360,3 6-180,23-6-280,12 0-476,10 0-692,5-3-264,5-8-772,-4 3-868,-13-1-524,-9 1-2557,-7-1-4468</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49.958"/>
    </inkml:context>
    <inkml:brush xml:id="br0">
      <inkml:brushProperty name="width" value="0.035" units="cm"/>
      <inkml:brushProperty name="height" value="0.035" units="cm"/>
    </inkml:brush>
  </inkml:definitions>
  <inkml:trace contextRef="#ctx0" brushRef="#br0">0 192 8429,'137'-49'3122,"135"-34"1295,-133 44-3156,-52 19 1650,-83 19-641,-20 18 827,-25 26-1758,2 2 0,-38 57 1,61-78-877,2 0 0,0 1 0,2 1 0,1 0 1,1 1-1,-12 49 0,-3 93-5221,8-37-982,12-73-1588,6 1-4629</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0.382"/>
    </inkml:context>
    <inkml:brush xml:id="br0">
      <inkml:brushProperty name="width" value="0.035" units="cm"/>
      <inkml:brushProperty name="height" value="0.035" units="cm"/>
    </inkml:brush>
  </inkml:definitions>
  <inkml:trace contextRef="#ctx0" brushRef="#br0">616 75 13629,'-10'-8'266,"2"1"369,-2-1-1,1 2 0,-1-1 0,0 1 0,0 0 0,-1 1 0,1 1 0,-1-1 0,0 2 0,-12-3 0,5 4-115,0 1-1,0 0 1,0 2 0,0 0 0,0 1 0,1 1-1,-1 0 1,1 2 0,-1 0 0,1 1-1,1 0 1,-1 1 0,-19 12 0,19-8-463,-1 1 0,1 0 0,1 1 0,0 0 0,1 1 0,1 1 0,0 1 0,1 0 0,0 1 0,1 0 0,-12 25 0,19-31-139,0 2 0,1-1 0,0 0-1,1 1 1,0 0 0,1 0 0,1-1-1,-1 16 1,2-21 23,0-1-1,0 1 1,1-1-1,0 1 1,0 0-1,0-1 1,1 1-1,0-1 1,0 0-1,1 0 1,-1 0-1,2 0 1,-1 0-1,0 0 1,1-1-1,0 0 1,5 5-1,-6-7 53,0 0 1,1-1-1,-1 0 0,1 1 0,0-1 1,-1-1-1,1 1 0,0-1 0,0 1 0,0-1 1,0 0-1,0 0 0,0-1 0,0 1 1,0-1-1,1 0 0,-1 0 0,0 0 1,0-1-1,0 0 0,0 1 0,0-1 1,0-1-1,0 1 0,0-1 0,0 1 0,-1-1 1,5-2-1,9-7 423,0 0 1,-1-2-1,0 1 0,19-21 0,-14 13 534,-20 19-926,0 0 0,0 0-1,1 0 1,-1 0-1,0 0 1,1 1-1,-1-1 1,1 0-1,-1 1 1,1-1 0,-1 1-1,1-1 1,0 1-1,-1 0 1,1 0-1,0-1 1,-1 1 0,1 0-1,-1 1 1,1-1-1,0 0 1,-1 0-1,1 1 1,-1-1 0,1 1-1,0-1 1,-1 1-1,1 0 1,-1-1-1,0 1 1,1 0 0,-1 0-1,0 0 1,1 0-1,-1 0 1,0 1-1,0-1 1,0 0-1,1 2 1,5 6-32,-1-1 0,0 2 0,0-1 0,5 14-1,-8-19-42,93 174-6428,-57-107-3142,-18-31-1864</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0.681"/>
    </inkml:context>
    <inkml:brush xml:id="br0">
      <inkml:brushProperty name="width" value="0.035" units="cm"/>
      <inkml:brushProperty name="height" value="0.035" units="cm"/>
    </inkml:brush>
  </inkml:definitions>
  <inkml:trace contextRef="#ctx0" brushRef="#br0">0 0 12769,'0'0'1846,"2"3"-105,66 134 3664,-49-96-4697,-9-19-566,-1 1 0,0 0-1,-2 0 1,-1 1 0,-1 0 0,-1 0 0,-1 0 0,-1 1 0,-1-1 0,-1 0 0,-2 1 0,0-1 0,-8 34 0,4-36 757,-1 1 0,-19 39 1,18-45 75,3-51 761,7 22-1606,2 1 0,0-1 0,0 0 0,1 1 0,10-18 0,-3 6-11,5-10-320,2 0-1,32-42 1,-41 63 89,16-22-933,2 2 1,1 0-1,63-51 1,-64 60-874,1 2 1,54-30 0,17 1-6555,-48 27-190</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1.322"/>
    </inkml:context>
    <inkml:brush xml:id="br0">
      <inkml:brushProperty name="width" value="0.035" units="cm"/>
      <inkml:brushProperty name="height" value="0.035" units="cm"/>
    </inkml:brush>
  </inkml:definitions>
  <inkml:trace contextRef="#ctx0" brushRef="#br0">35 157 10533,'0'0'2318,"-1"-3"-208,-3-5-2329,-13-22 10971,8 21-9416,8 7-1064,1 5-189,-1 37 115,0-18-99,3 44 0,0-30-34,-2-30-108,0 1 0,1 0 0,0-1 0,0 1 0,0 0 1,1-1-1,0 1 0,0-1 0,5 11 0,-3-12 0,-1 0 1,1 0-1,0-1 0,0 1 1,9 6-1,-11-11 39,0 0 1,-1-1-1,1 1 0,0-1 1,-1 0-1,1 0 0,-1 1 1,1-1-1,-1 0 0,1 0 1,-1 0-1,1-1 0,-1 1 1,0 0-1,0 0 0,2-3 1,-2 3 2,1-1 2,19-20-21,45-36 0,-57 51 2,1 1-1,-1 1 1,1-1-1,0 2 1,1-1-1,-1 1 1,1 1 0,18-4-1,18-3-126,-25 4-18,0 2-1,44-4 1,-64 8 165,0 0 0,0 1 0,0-1 0,0 0 1,0 1-1,-1-1 0,1 1 0,0 0 0,0 0 0,-1-1 1,1 1-1,0 0 0,-1 0 0,1 1 0,-1-1 1,1 0-1,-1 0 0,3 4 0,19 33 144,2 3-460,-16-32 66,0 1 0,1-2 0,1 1 0,-1-2 0,1 1 0,12 5 0,-20-12 258,-1 0 0,0 0 0,1-1-1,-1 0 1,0 1 0,1-1 0,-1 0 0,1 0 0,-1 0 0,0 0 0,1-1 0,-1 1-1,0-1 1,1 1 0,-1-1 0,0 0 0,0 0 0,1 0 0,-1 0 0,0 0 0,0-1-1,0 1 1,0-1 0,2-2 0,1 0 278,-2 3 781,-3 1-1037,1 0 0,-1-1 0,1 1 0,-1 0 0,1 0 0,-1-1 0,1 1 0,-1 0 0,1-1-1,-1 1 1,1 0 0,-1-1 0,0 1 0,1-1 0,-1 1 0,0-1 0,1 1 0,-1-1 0,0 1 0,1-1 0,-1 0 0,0 0 7,1 0 0,0 0 0,-1 0 0,1 0 0,0 0 0,0 0 0,-1 0 0,1 0 0,0 0 0,0 1 0,0-1 0,0 0 0,0 1 0,0-1 0,0 0 0,3 0-1,16-2-322,0 0 0,0 1 0,1 1 0,20 2 0,-11 0-404,39-5 0,-59 3 602,-1 0-1,0-1 0,0 0 1,0-1-1,-1 0 0,1-1 1,-1 1-1,13-9 0,-17 9 87,0 0-1,0 0 1,0-1 0,0 0-1,-1 0 1,0 0 0,1 0-1,-2 0 1,1-1 0,0 1-1,-1-1 1,0 0 0,0 1-1,0-1 1,1-6 0,-1 2 177,0 0 1,-1-1 0,0 1-1,-1-1 1,0 1-1,0-1 1,-3-14 0,0 14 124,0 0 0,0 0 0,-9-17 0,-3-8 250,15 33-597,-1 1 0,0-1 0,0 0 0,1 0 0,-1 0 0,-1 1 0,1-1 0,0 1 0,0-1 0,0 1 0,-1-1 0,1 1 0,-1 0 0,1-1 0,-1 1 0,0 0 0,1 0-1,-1 0 1,-2 0 0,3 0-111,-1 1-1,1 0 0,-1 0 0,1 0 1,0 0-1,-1 0 0,1 0 1,-1 0-1,1 0 0,0 0 0,-1 1 1,1-1-1,0 1 0,-1-1 1,1 1-1,0-1 0,-1 1 0,1 0 1,0 0-1,0 0 0,0-1 1,0 1-1,0 0 0,0 0 0,0 1 1,0-1-1,-1 2 0,0 0-754,0-1 0,1 1 0,-1 0 0,1 0 0,0 0 0,0 0 0,0 0 0,0 0 0,0 5-1,-2 12-8468</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1.982"/>
    </inkml:context>
    <inkml:brush xml:id="br0">
      <inkml:brushProperty name="width" value="0.035" units="cm"/>
      <inkml:brushProperty name="height" value="0.035" units="cm"/>
    </inkml:brush>
  </inkml:definitions>
  <inkml:trace contextRef="#ctx0" brushRef="#br0">214 158 10537,'-1'3'545,"-1"0"-1,1 0 1,-1 0 0,1 0 0,-1 0-1,0-1 1,0 1 0,0-1-1,0 1 1,-1-1 0,1 0 0,-1 0-1,1 0 1,-1 0 0,0-1-1,0 1 1,0-1 0,0 1 0,-3 0-1,1 1-63,-1-1 0,1 1-1,0 0 1,0 1 0,1-1 0,-1 1-1,-7 8 1,-5 13 562,1 0-1,1 1 1,1 1-1,-12 35 1,19-46-846,2 1 0,0 1 0,1-1 0,0 0 0,2 1 0,0 0-1,1 0 1,1 23 0,1-33-172,0 0 0,1 0 0,0 0 0,0 0 0,1 0 0,0 0 1,0-1-1,1 0 0,0 0 0,0 0 0,1 0 0,0 0 0,0-1 0,0 0 0,1 0 0,6 5 0,-7-7-36,0-1 0,0 0-1,0 0 1,0 0 0,0-1 0,1 0 0,-1 0 0,0 0 0,1-1 0,0 0 0,-1 0-1,1 0 1,0-1 0,0 1 0,-1-1 0,1-1 0,0 1 0,0-1 0,-1 0-1,1-1 1,-1 1 0,1-1 0,7-3 0,-4 1 2,-1-1-1,1 0 1,-1 0 0,0 0 0,-1-1-1,1 0 1,-1-1 0,0 0 0,-1 0-1,7-10 1,-4 4-10,0 0 0,-1-1 0,-1-1-1,-1 1 1,9-26 0,-7 9-6,-1-1-1,-2 1 1,-1-1-1,-1 0 0,-3-54 1,-2 61-80,0 0 0,-2 1 0,-1 0 0,-1-1 0,-1 2 0,-1-1 0,-1 1 0,-22-40 0,30 60-186,-1 0 1,0 0 0,0 0 0,0 0 0,-1 0 0,1 1 0,-1-1 0,1 1 0,-1 0 0,0 0 0,0 0-1,0 0 1,0 0 0,0 0 0,-1 1 0,1 0 0,-4-2 0,5 3-90,0 0 0,1 0 1,-1 0-1,0 0 0,1 0 0,-1 0 0,0 1 1,1-1-1,-1 0 0,0 1 0,1-1 1,-1 1-1,0 0 0,1 0 0,-1 0 0,1-1 1,0 1-1,-1 0 0,1 1 0,0-1 0,-1 0 1,1 0-1,0 0 0,0 1 0,0-1 0,0 1 1,0-1-1,1 1 0,-1-1 0,0 1 1,1-1-1,-1 1 0,0 2 0,-6 19-9607</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473"/>
    </inkml:context>
    <inkml:brush xml:id="br0">
      <inkml:brushProperty name="width" value="0.035" units="cm"/>
      <inkml:brushProperty name="height" value="0.035" units="cm"/>
    </inkml:brush>
  </inkml:definitions>
  <inkml:trace contextRef="#ctx0" brushRef="#br0">111 1 12149,'-1'0'619,"1"0"-1,-1 1 1,0-1-1,0 1 1,0-1-1,0 1 1,1 0-1,-1-1 1,0 1-1,0 0 1,1-1-1,-1 1 1,0 0-1,1 0 1,-1 1-1,-7 19 3267,2 33-4842,3-22 1672,-38 114-104,11-50-358,20-64 47,9-30 66,4-3-262,8-3-101,-1-1 1,0 0-1,-1-1 1,1 0-1,-1 0 1,0-1-1,-1 0 1,1-1-1,13-16 1,-9 10-102,0 1 0,26-20 0,-26 24-30,0 0 0,1 1 0,0 1-1,0 0 1,0 1 0,19-6 0,-27 11 99,0 0 0,0 0 1,0 0-1,0 1 0,0 0 1,0 0-1,0 0 0,0 1 0,0 0 1,0 0-1,0 1 0,-1 0 1,1 0-1,0 0 0,-1 0 1,1 1-1,-1 0 0,0 0 0,5 5 1,14 11-23,-2 2 0,38 44 0,-41-44 120,-18-20-61,0 1 0,0-1 0,0 0 1,1 1-1,-1-1 0,0 0 1,1 0-1,-1 0 0,1 0 0,0 0 1,-1 0-1,1 0 0,0-1 0,-1 1 1,1-1-1,0 1 0,0-1 0,-1 0 1,1 1-1,0-1 0,0 0 1,0 0-1,-1 0 0,1-1 0,0 1 1,0 0-1,0-1 0,-1 1 0,1-1 1,0 1-1,-1-1 0,1 0 0,0 0 1,-1 0-1,1 0 0,2-2 0,3-3 3,1-1-1,-1-1 0,0 0 0,0 0 0,6-11 0,1 0 10,4-2 329,1 1-1,1 1 0,0 1 0,35-24 0,-54 42-326,1 1 0,-1-1 1,0 1-1,0 0 0,-1 0 0,1-1 0,0 1 0,0 0 1,0 0-1,0 0 0,-1 0 0,1 0 0,0 0 0,0 2 0,-1-3 0,5 11-146,0 1-1,-1 0 1,0 0 0,-1 0-1,0 0 1,-1 0-1,0 1 1,-1 17-1,5 23-5016,-5-50 2749,11-23-13960</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647"/>
    </inkml:context>
    <inkml:brush xml:id="br0">
      <inkml:brushProperty name="width" value="0.035" units="cm"/>
      <inkml:brushProperty name="height" value="0.035" units="cm"/>
    </inkml:brush>
  </inkml:definitions>
  <inkml:trace contextRef="#ctx0" brushRef="#br0">0 0 5104,'10'52'1725,"-10"-27"-1469,0-2-1276,-6 0-781,2 0 521</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2.816"/>
    </inkml:context>
    <inkml:brush xml:id="br0">
      <inkml:brushProperty name="width" value="0.035" units="cm"/>
      <inkml:brushProperty name="height" value="0.035" units="cm"/>
    </inkml:brush>
  </inkml:definitions>
  <inkml:trace contextRef="#ctx0" brushRef="#br0">343 3 12125,'-7'-1'500,"1"0"0,-1 0 1,0 1-1,1 0 0,-1 0 0,0 1 0,1 0 0,-1 0 0,1 0 0,-1 1 1,1 0-1,0 0 0,-1 1 0,1-1 0,0 2 0,1-1 0,-1 0 1,0 1-1,1 0 0,0 0 0,0 1 0,-5 5 0,-12 17 79,1 1 0,1 1-1,1 0 1,1 2 0,2 0 0,2 1 0,0 0-1,-17 67 1,24-69-222,2-1 1,1 2-1,1-1 0,1 0 0,2 1 1,1-1-1,1 0 0,2 0 0,1 0 1,14 47-1,-16-70-529,-1 1 0,1-1 0,1 1 0,-1-1-1,1 0 1,1 0 0,-1 0 0,1-1 0,0 1 0,1-1 0,-1-1 0,1 1 0,10 7-1,-6-7-287,1-1 0,-1 0 0,1 0 0,0-1-1,0 0 1,1-1 0,-1 0 0,18 2 0,-18-3-209,16 2-4674,57 2 0,-16-12-6534</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3.592"/>
    </inkml:context>
    <inkml:brush xml:id="br0">
      <inkml:brushProperty name="width" value="0.035" units="cm"/>
      <inkml:brushProperty name="height" value="0.035" units="cm"/>
    </inkml:brush>
  </inkml:definitions>
  <inkml:trace contextRef="#ctx0" brushRef="#br0">173 6 14725,'-32'-5'2093,"26"4"190,2 2-110,0 0-1947,0-1 0,1 1-1,-1 0 1,0 0 0,1 1 0,-1-1 0,1 1 0,0 0-1,-1 0 1,1 0 0,0 0 0,0 0 0,0 1 0,1-1 0,-1 1-1,0 0 1,1 0 0,0 0 0,0 0 0,0 0 0,0 0-1,0 1 1,1-1 0,-1 1 0,1-1 0,0 1 0,0 0-1,-1 4 1,-19 60 962,14-48-955,1-1-1,0 1 0,2 0 0,0 0 1,-1 32-1,4-23-82,0 33 47,1-59-191,1 1 0,-1-1 0,1 0 0,-1 0 0,1 0 0,0 0 0,0 0 0,1 0 0,-1 0 0,1 0 0,-1 0 0,1 0 0,0 0 0,3 3-1,-3-4-3,1-1 0,-1 1 0,1-1 0,-1 0 0,1 1 0,-1-1 0,1 0 0,-1-1 0,1 1 0,0 0 0,0-1 0,-1 0 0,1 1 0,0-1 0,0 0 0,-1 0 0,1-1 0,0 1 0,0-1 0,-1 1 0,1-1 0,0 0 0,-1 0-1,1 0 1,-1 0 0,1 0 0,2-2 0,10-6-6,-1-1 1,1 0-1,16-16 0,-13 11-28,3-3 19,2 1-1,-1 0 0,2 2 0,0 1 0,1 1 0,0 1 0,37-12 0,-54 22 12,1 1-1,-1 0 1,1 0 0,0 1 0,-1 0-1,1 1 1,0-1 0,13 5-1,-9-3-3,1 1 0,0 0 0,-1 1 0,1 1 0,-1 0-1,0 1 1,0 1 0,-1 0 0,20 14-1,35 35-89,-65-54 34,8 3-74,-9-4 128,0 0 1,-1-1-1,1 1 1,0 0-1,-1-1 1,1 1-1,0-1 1,-1 1 0,1-1-1,0 0 1,0 1-1,0-1 1,0 0-1,-1 0 1,1 1-1,0-1 1,0 0 0,0 0-1,0 0 1,0 0-1,-1 0 1,1 0-1,0 0 1,0 0-1,0 0 1,0-1 0,1 1-1,12-20-111,1 2 0,1 0 0,1 0 0,0 2 0,32-24 0,-41 35 96,0-1-1,1 1 0,0 1 1,0-1-1,0 1 1,1 1-1,-1 0 0,1 0 1,0 1-1,0 0 0,0 1 1,0 0-1,0 1 1,0 0-1,0 0 0,16 3 1,-3 3-166,-1 1 0,-1 1 0,32 17 0,6 1-1512,-56-24 1160,2-3 38,3 0 350,0 0 1,-1 0-1,1-1 1,0 0-1,0-1 0,-1 0 1,1 0-1,9-6 1,87-54-2101,-96 59 1210,1-1 1,-1 1-1,16-4 0,10-1-4779,0 8-3111</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3.747"/>
    </inkml:context>
    <inkml:brush xml:id="br0">
      <inkml:brushProperty name="width" value="0.035" units="cm"/>
      <inkml:brushProperty name="height" value="0.035" units="cm"/>
    </inkml:brush>
  </inkml:definitions>
  <inkml:trace contextRef="#ctx0" brushRef="#br0">0 149 12381,'64'-37'1704,"-39"25"-268,1-2-299,2 0-225,-15 8-192,9-6-308,13-8 44,-22 15-104,3-10 8,3 7 68,-3 2 52</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4.073"/>
    </inkml:context>
    <inkml:brush xml:id="br0">
      <inkml:brushProperty name="width" value="0.035" units="cm"/>
      <inkml:brushProperty name="height" value="0.035" units="cm"/>
    </inkml:brush>
  </inkml:definitions>
  <inkml:trace contextRef="#ctx0" brushRef="#br0">365 0 21686,'-114'141'174,"112"-139"-170,1 0 0,-1-1 0,0 1 0,0 0 1,0-1-1,0 1 0,0-1 0,0 0 0,-1 0 0,1 0 0,0 0 0,-1 0 1,1 0-1,-1 0 0,1-1 0,-4 1 0,4-1 1,0-1 0,0 1 0,0-1-1,0 1 1,0-1 0,0 0 0,1 0 0,-1 0 0,0 0 0,0 0 0,1 0-1,-3-3 1,3 3-4,0 0 0,0 0 0,-1 0 0,1 0-1,0 0 1,-1 1 0,1-1 0,0 0 0,-1 0-1,1 1 1,-1-1 0,1 1 0,-1-1 0,1 1-1,-1 0 1,1 0 0,-1 0 0,0 0 0,1 0 0,-1 0-1,1 0 1,-2 0 0,-4 3-8,1 0 0,0 0 0,0 1 0,0 0 0,1 0 0,0 0 0,-1 0 0,1 1 0,1 0 0,-1 0 0,1 0 0,-4 7 1,-7 10 213,-22 43 1,32-55-212,1 0-1,0 0 1,1 0-1,0 0 0,1 1 1,0-1-1,1 1 1,0 0-1,0 0 0,1-1 1,1 1-1,0 0 1,0-1-1,1 1 0,0-1 1,1 1-1,7 17 1,-6-20-9,-1 0 1,2-1-1,-1 0 0,1 1 1,0-1-1,0-1 1,0 1-1,1-1 1,0 0-1,1 0 1,-1-1-1,1 0 1,0 0-1,0-1 1,1 0-1,-1 0 1,1 0-1,0-1 1,0 0-1,0-1 1,1 0-1,14 2 1,-3-3 32,0 0 0,0-2 0,0 0 1,1-2-1,-2 0 0,1-1 0,0-1 0,-1-1 1,0 0-1,0-2 0,31-17 0,-45 22-6,0 0-1,0-1 0,-1 1 0,1-1 1,-1 0-1,0-1 0,0 1 1,3-6-1,-2 4-21,-4 5-9,-1 0 0,0 0 0,1 0 0,-1 1 1,0-1-1,1 0 0,-1 0 0,0 0 0,0 0 0,0 0 1,0 1-1,0-1 0,0 0 0,0 0 0,0 0 0,0 0 1,0 0-1,-1 0 0,1 1 0,0-1 0,0 0 1,-1-1-1,0-1-117,0 0-56,0-1 0,0 1 0,-1 0 0,1 0-1,0 0 1,-1 0 0,0 1 0,0-1 0,0 0 0,0 1 0,0-1 0,0 1-1,-1 0 1,1-1 0,-1 1 0,0 1 0,-3-3 0,-2-1-1012,0 0 0,-1 1 1,0 0-1,1 1 0,-11-2 1,-19-3-6983</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5:55.334"/>
    </inkml:context>
    <inkml:brush xml:id="br0">
      <inkml:brushProperty name="width" value="0.035" units="cm"/>
      <inkml:brushProperty name="height" value="0.035" units="cm"/>
    </inkml:brush>
  </inkml:definitions>
  <inkml:trace contextRef="#ctx0" brushRef="#br0">11 303 9909,'2'1'703,"1"0"-1,-1 0 1,0 0 0,1 1-1,-1-1 1,0 0-1,0 1 1,0 0 0,0-1-1,0 1 1,0 0 0,-1 0-1,1 0 1,1 3 0,6 12-693,-6-12 96,0-1-1,0 0 0,0 1 1,1-1-1,0 0 1,-1-1-1,1 1 0,1-1 1,-1 0-1,0 0 1,1 0-1,-1 0 0,10 3 1,2 1 31,0-2 0,29 8 1,-34-11-114,-1-1 0,1 0 0,0 0 0,0-1 0,-1-1 0,1 0 0,0 0 0,-1-1-1,1-1 1,-1 0 0,0 0 0,1-1 0,-2 0 0,1 0 0,0-1 0,-1-1 0,0 0 0,0 0 0,-1-1 0,0 0 0,0 0 0,14-16 0,-19 18-17,0 0 0,0 1 0,0-1 0,0 0 0,-1 0 0,0-1 0,0 1 0,0 0 0,-1-1-1,1-5 1,4-58 19,-5 59-15,-1-1 11,0 0 1,0 0 0,-1 0-1,0 0 1,-1 1 0,0-1-1,0 1 1,-2-1-1,1 1 1,-1 0 0,-1 0-1,1 0 1,-2 1 0,1-1-1,-9-9 1,12 17 21,0 0-1,0 0 1,0 1 0,0-1-1,0 1 1,0-1 0,0 1 0,0 0-1,-1-1 1,1 1 0,0 1-1,-1-1 1,1 0 0,-1 0 0,1 1-1,-1 0 1,0-1 0,1 1 0,-4 0-1,1 1 78,-1 0 0,1 0-1,0 0 1,0 1 0,0 0 0,0 0-1,0 0 1,-9 6 0,-3 4 348,0 1 1,0 1-1,-22 24 0,39-37-461,-32 35 506,2 2-1,2 1 1,1 2-1,-31 64 1,51-92-443,1 1 0,0-1 0,1 2 0,1-1 0,0 0 0,0 1 0,2 0 0,-2 22 0,4-32-63,0 1 0,0-1 1,1 1-1,-1-1 0,1 1 0,0-1 0,1 1 0,0-1 0,-1 0 0,2 0 0,-1 0 0,1 0 1,-1 0-1,1 0 0,0-1 0,1 1 0,-1-1 0,1 0 0,0 0 0,0 0 0,0-1 0,1 0 1,-1 1-1,1-1 0,9 4 0,-3-3-54,0 0 0,1-1 1,-1 0-1,1-1 0,0 0 1,0-1-1,-1 0 0,1-1 1,0-1-1,0 1 0,0-2 1,12-2-1,13-5-266,-1-1 1,54-22-1,-15-2-218,-1-4 1,-2-3-1,114-87 1,-162 110 643,-1 0-1,25-27 1,-42 38-37,0 0 0,0 0-1,0 0 1,-1 0 0,0-1 0,-1 0-1,0 0 1,0 0 0,-1-1-1,0 1 1,3-12 0,-7 19-68,1 0 1,-1 0-1,1 0 1,-1 0-1,0 1 1,1-1-1,-1 0 1,0 1-1,0-1 1,0 1-1,0-1 0,0 1 1,1-1-1,-1 1 1,0-1-1,0 1 1,0 0-1,0 0 1,-2-1-1,3 1 2,-3-1-2,0 1 1,0-1-1,0 1 0,0 0 1,0 0-1,0 0 0,0 0 1,0 1-1,0-1 0,0 1 1,0-1-1,0 1 0,0 0 1,0 0-1,0 1 0,1-1 1,-5 3-1,-44 32 47,38-24-88,1 0 0,0 1-1,0 0 1,2 1 0,0 0 0,0 1-1,1 0 1,-9 23 0,16-33-67,0 0-1,0 1 1,1 0-1,-1-1 1,1 1 0,1 0-1,-1 0 1,1-1 0,0 1-1,0 0 1,1 0-1,0-1 1,0 1 0,0 0-1,1-1 1,0 1 0,0-1-1,0 1 1,0-1-1,1 0 1,0 0 0,0 0-1,1-1 1,-1 1-1,1-1 1,0 1 0,0-1-1,0 0 1,1-1 0,0 1-1,-1-1 1,1 0-1,0 0 1,1 0 0,-1-1-1,6 2 1,1 0 5,0-1 1,-1-1-1,1 1 1,1-2-1,-1 0 1,0 0-1,0-1 1,0-1-1,0 0 1,0-1-1,0 0 1,0-1-1,0 0 1,-1-1-1,1 0 1,-1 0-1,17-11 0,-18 10 296,-1-1-1,0-1 0,-1 1 0,0-1 0,0-1 0,0 1 0,-1-1 0,0-1 0,0 0 0,-1 1 0,0-2 0,6-13 0,-11 21 1057,-2 5-1214,1 0 0,-1 0 0,0 0 0,0 0 0,0 0 1,0 0-1,-3 4 0,-5 16 74,8-15-253,1 0 1,0-1-1,1 1 1,-1 0-1,1 0 1,5 13-1,-1 5-1015,-5-25 1061,1 0-1,0 1 0,0-1 0,0 0 0,0 0 1,0 0-1,0 0 0,0 0 0,0 0 1,0 0-1,0-1 0,0 1 0,0 0 1,1-1-1,-1 1 0,0 0 0,1-1 1,-1 0-1,0 1 0,1-1 0,2 1 0,4-4-345,0-1-1,0 1 1,0-1-1,-1-1 1,1 1-1,-1-1 1,12-11-1,-2 3-216,164-140-4024,-142 118 5452,-30 28-53,0-1-1,0-1 1,-1 1-1,0-1 0,-1-1 1,0 0-1,0 0 1,-1 0-1,5-13 0,-10 21 703,0-1-153,-1 1-1055,0 1 0,1-1 0,-1 1-1,0-1 1,1 1 0,-1-1 0,1 1-1,0 0 1,-1-1 0,1 1 0,0 0-1,0 0 1,0-1 0,0 1 0,0 0-1,2-2 1,-2 3-177,0 0 0,0-1 0,0 1-1,0 0 1,0 0 0,0 0 0,1 0 0,-1 0 0,0 0-1,0 0 1,0 0 0,0 0 0,0 1 0,0-1-1,0 0 1,0 1 0,0-1 0,0 1 0,0-1 0,0 1-1,0-1 1,-1 1 0,1 0 0,0-1 0,0 1-1,0 0 1,0 1 0,1 0-22,-1 0 0,1 0 0,-1 0 0,1 0 0,-1 1 0,0-1 0,0 0 0,0 1 0,0-1 0,-1 0 0,1 1 0,-1-1 0,1 1 1,-1 4-1,-1 41-215,0-28-49,2-11 150,-1 1 0,1 0 0,1 0 0,0-1 0,0 1 0,1-1 0,0 0 0,1 0 0,0 0 0,0 0 0,1 0 0,6 9 0,-9-17 148,-1 0 0,0 1 1,1-1-1,-1 0 0,1 0 0,-1 0 0,1 0 0,0 0 1,-1-1-1,1 1 0,0 0 0,0-1 0,-1 1 1,1-1-1,0 0 0,0 1 0,0-1 0,0 0 0,-1 0 1,4-1-1,38-9 665,-27 6-647,71-27-601,-69 23-435,1 1 0,0 0 0,0 2 0,32-5 0,-8 8-1824,0 1 1,1 3 0,46 8 0,74 3 2283,-104-21 7568,-56 7-3715,-3-1-2019,51-57-397,-33 39-5225,0 2-4116,-9 9-1995</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0.249"/>
    </inkml:context>
    <inkml:brush xml:id="br0">
      <inkml:brushProperty name="width" value="0.035" units="cm"/>
      <inkml:brushProperty name="height" value="0.035" units="cm"/>
    </inkml:brush>
  </inkml:definitions>
  <inkml:trace contextRef="#ctx0" brushRef="#br0">253 424 10717,'-2'0'175,"0"0"-1,1 0 1,-1-1 0,0 1-1,0-1 1,0 0-1,0 1 1,1-1 0,-1 0-1,0 0 1,1 0 0,-1 0-1,1 0 1,-1-1 0,1 1-1,-1 0 1,1-1-1,0 1 1,0-1 0,0 1-1,0-1 1,0 0 0,-1-1-1,0-2 204,1 0 1,-1 0-1,1 1 0,0-1 0,1 0 0,-1 0 0,1 0 1,1-10-1,0 1 255,1 1 0,1-1 0,0 1 0,0-1-1,11-21 1,-6 19-274,0 1 0,1 1 0,1-1 0,0 1 0,1 1 0,1 0 0,0 1-1,0 0 1,1 1 0,1 0 0,0 1 0,23-12 0,-16 11-174,1 2 0,0 0 0,1 1 1,0 1-1,0 2 0,1 0 0,-1 1 0,35 0 0,-44 3-135,1 1 0,0 1 1,-1 1-1,1 0 0,-1 1 0,1 0 0,-1 2 0,0-1 0,-1 2 0,1-1 0,-1 2 0,0 0 0,-1 1 1,15 10-1,-18-11-26,0 1 0,-1 0 0,0 1 1,0 0-1,-1 0 0,0 1 1,0-1-1,-1 1 0,0 1 0,-1-1 1,0 1-1,-1 0 0,0 0 1,-1 1-1,0-1 0,-1 1 0,0-1 1,0 13-1,-3 0 11,0-1-1,-1 0 1,-2 0 0,0 0-1,-2 0 1,0 0 0,-1-1-1,-2 0 1,0-1 0,-1 0-1,-18 27 1,-7 4 83,-1-1 0,-3-3 1,-47 46-1,-183 154 324,168-160-102,-127 139-1,214-211-271,1 0-1,0 1 0,2 1 1,-15 28-1,24-42-42,0 1-1,0 0 0,0 0 1,1 0-1,0 0 1,0 0-1,0 0 0,1 1 1,0-1-1,0 7 1,1-9-14,-1 1 0,1-1 0,0 0 0,0 0 0,1 0 0,-1 0 0,0-1 0,1 1 0,0 0 1,-1-1-1,1 1 0,0-1 0,1 1 0,-1-1 0,0 0 0,1 0 0,-1 0 0,5 2 0,5 3 7,1 0-1,0-1 1,0-1 0,0 0-1,1-1 1,-1 0-1,1-1 1,15 1-1,10 0-96,67-3 0,29-10-1593,0-6-1,185-44 1,-253 43-548,110-43 0,-138 43 219,37-23-1,-48 22-1662,48-37 0,-23 8-5044</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0.646"/>
    </inkml:context>
    <inkml:brush xml:id="br0">
      <inkml:brushProperty name="width" value="0.035" units="cm"/>
      <inkml:brushProperty name="height" value="0.035" units="cm"/>
    </inkml:brush>
  </inkml:definitions>
  <inkml:trace contextRef="#ctx0" brushRef="#br0">1427 477 8981,'-22'-35'1640,"-3"0"0,0 2 1,-33-33-1,48 56-748,-1-1 1,-1 2-1,0-1 0,0 1 0,-1 1 0,1 1 1,-26-12-1,29 16-600,0 0 0,-1 1 0,1 0 0,-1 1 0,0-1 0,1 2 0,-1-1 0,0 2 0,0-1 0,1 1 0,-1 0 0,0 1 0,-9 3 0,-4 3 85,0 2 0,0 0 1,1 1-1,0 1 0,1 1 1,0 1-1,-25 22 0,-121 127 1027,88-75-1207,3 4 0,4 3 0,4 4 1,5 2-1,5 3 0,4 2 0,-64 176 0,100-225-197,2 1 0,2 0 0,3 1 0,-5 81 0,15-102 0,1-1 0,2 1 0,2-1 0,1 0 0,2 0 0,1 0 0,2-1 0,16 37 0,-9-34-42,2-2 0,1 0-1,3-2 1,0 0 0,2-1 0,2-2-1,1-1 1,1-1 0,2-1 0,1-1-1,1-3 1,42 27 0,-31-26-68,0-2 0,2-2 0,1-2 0,0-2 0,1-1 0,1-4 1,0-1-1,1-2 0,91 5 0,-69-14-446,-1-3 0,0-3 0,0-3 0,-1-3 0,0-4 0,115-38 0,-112 25 180,-1-3-1,-2-2 1,0-4-1,-3-3 1,124-97-1,-138 92 242,-2-2 0,-2-3 0,-2-2-1,-2-1 1,-3-3 0,65-114 0,-80 118 140,-2-1-1,-3-1 1,-2-1 0,-3-1 0,-1 0 0,-4-2 0,-2 1 0,5-99 0,-14 107 122,-2-1-1,-2 1 1,-2 0 0,-3 0 0,-1 1 0,-3 0 0,-1 0 0,-3 1 0,-2 1 0,-29-54 0,11 39 132,-2 2-1,-3 2 0,-3 1 0,-2 2 0,-2 3 0,-3 1 1,-1 3-1,-3 2 0,-2 3 0,-1 2 0,-126-64 1,136 84-165,0 1 0,-1 3 0,-1 1 0,0 3 0,-1 2 1,0 2-1,-1 3 0,-52 1 0,76 4-150,0 2-1,1 1 1,-1 1 0,1 1-1,-47 16 1,-29 14-908,-126 64 0,208-89 688,2 1 0,-1 0 0,2 1-1,0 1 1,0 1 0,-28 29-1,23-18-655,1 1 1,1 1-1,-32 55 0,43-63-266,1 1 0,0 0-1,1 1 1,1 0 0,1 0 0,-6 43 0,10-20-3857,2 45 0</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373"/>
    </inkml:context>
    <inkml:brush xml:id="br0">
      <inkml:brushProperty name="width" value="0.035" units="cm"/>
      <inkml:brushProperty name="height" value="0.035" units="cm"/>
    </inkml:brush>
  </inkml:definitions>
  <inkml:trace contextRef="#ctx0" brushRef="#br0">314 278 7241,'4'-10'1198,"-1"1"1,0-1 0,-1 0 0,0 0-1,0 0 1,-1 0 0,0 0 0,-2-19-1,1 15-116,0 0-1,1 0 0,4-22 1,-4 31-740,-1 0-1,1 0 1,-1 0 0,0-1 0,0 1 0,-1 0-1,1 0 1,-3-8 0,-2-24 2404,-2 112-807,0-26-1115,-18 185 90,-69 283-1,88-493-913,-168 768 0,166-739-1161,3 1 0,2 0 1,2 0-1,11 87 0,-6-124-1131,-3-16 1729,-1 0-1,1 0 1,-1 0-1,1-1 1,0 1 0,0 0-1,-1-1 1,1 1-1,0-1 1,0 1 0,0-1-1,0 1 1,0-1 0,0 0-1,0 1 1,0-1-1,0 0 1,0 0 0,1 1-1,17 4-9855</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689"/>
    </inkml:context>
    <inkml:brush xml:id="br0">
      <inkml:brushProperty name="width" value="0.035" units="cm"/>
      <inkml:brushProperty name="height" value="0.035" units="cm"/>
    </inkml:brush>
  </inkml:definitions>
  <inkml:trace contextRef="#ctx0" brushRef="#br0">1 491 11709,'5'-19'633,"-3"10"-186,1 1 1,-1-1-1,-1 0 0,0 1 1,0-1-1,-1-14 0,0 12-123,0 0 0,1 0 0,1 0 0,0 0-1,0 0 1,1 0 0,0 1 0,1-1 0,0 1-1,1 0 1,0 0 0,0 0 0,9-9-1,1-1-216,1 0-1,1 1 0,0 2 0,2-1 0,0 2 0,0 1 0,2 0 0,0 1 1,1 2-1,0 0 0,0 1 0,2 1 0,-1 1 0,1 2 0,0 0 0,1 1 1,-1 2-1,1 0 0,0 2 0,0 1 0,0 0 0,1 2 0,44 8 0,-44-5-383,0 2-1,-1 1 0,0 1 0,0 1 0,31 16 0,-43-17-301,0 0 0,0 1 0,-1 0 0,13 13 0,-15-12-557,0 0 1,-1 1 0,-1 0-1,0 1 1,7 13-1,12 31-7058</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2.858"/>
    </inkml:context>
    <inkml:brush xml:id="br0">
      <inkml:brushProperty name="width" value="0.035" units="cm"/>
      <inkml:brushProperty name="height" value="0.035" units="cm"/>
    </inkml:brush>
  </inkml:definitions>
  <inkml:trace contextRef="#ctx0" brushRef="#br0">89 257 12229,'-2'1'187,"0"1"1,0-1-1,0 0 0,0-1 0,0 1 1,-1 0-1,1-1 0,0 1 1,0-1-1,-1 1 0,-3-1 0,2-1 783,0 0 0,0 0 0,0 0 0,-1 0 1,1 0-1,0-1 0,-7-4 0,-5-2 879,13 7-281,5-2-298,1-4-1112,1 1 0,1 1-1,-1-1 1,1 0 0,0 1 0,0 0 0,0 0 0,1 1 0,0 0 0,0-1 0,0 2 0,0-1-1,1 1 1,-1 0 0,1 0 0,8-2 0,18-4-446,0 1 0,41-4 1,-51 9-14,301-58-5490,-85 13-4221,-118 28 355</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078"/>
    </inkml:context>
    <inkml:brush xml:id="br0">
      <inkml:brushProperty name="width" value="0.035" units="cm"/>
      <inkml:brushProperty name="height" value="0.035" units="cm"/>
    </inkml:brush>
  </inkml:definitions>
  <inkml:trace contextRef="#ctx0" brushRef="#br0">296 0 17434,'-17'15'1914,"9"-8"-1055,0-1 1,1 1 0,-1 1 0,2-1 0,-1 1-1,1 0 1,0 1 0,-8 16 0,-17 47 799,-40 146 0,3 80 704,36-71-6101,29-190 3139,1-18-467,1 0 0,0 1 0,2-1 0,0 0 0,2 0 0,4 20 0,-4-16-828,-3-19 838,0 0 0,1 0 0,-1 0 0,1 0 0,0 0 0,3 8 0,9 1-7642</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263"/>
    </inkml:context>
    <inkml:brush xml:id="br0">
      <inkml:brushProperty name="width" value="0.035" units="cm"/>
      <inkml:brushProperty name="height" value="0.035" units="cm"/>
    </inkml:brush>
  </inkml:definitions>
  <inkml:trace contextRef="#ctx0" brushRef="#br0">753 23 12661,'-11'-22'3071,"12"21"-2902,-1 1 0,0 0 0,1 0 0,-1 0 0,0 0 0,1 0 0,-1 0 0,0 0 1,1 0-1,-1 0 0,1 0 0,-1 0 0,0 0 0,1 0 0,-1 0 0,0 1 0,1-1 0,-1 0 0,0 0 0,1 0 0,-1 0 0,0 1 0,1-1 0,-1 0 0,0 0 0,0 1 0,1-1 0,-1 0 0,0 0 0,0 1 0,1 0 0,23 21 4228,-9-7-5681,5 9 1545,-1 1-1,0 0 1,-2 1 0,-1 1-1,-2 1 1,0 1-1,-2-1 1,-1 2-1,14 59 1,-20-65-213,-1-1 0,-2 1 0,0 0 0,-1 0 0,-1 0-1,-2 0 1,0-1 0,-1 1 0,-2 0 0,0-1 0,-2 0 0,0 0 0,-17 34 0,4-23-17,-1 0 0,-2-2 0,-1 0 0,-2-1 0,-1-2 1,-1-1-1,-1-1 0,-64 44 0,-18 2-1834,-159 75 0,174-98-637,88-46 2060,-14 8-1917,0 0-1,1 1 1,-26 20 0,17 2-6915</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719"/>
    </inkml:context>
    <inkml:brush xml:id="br0">
      <inkml:brushProperty name="width" value="0.035" units="cm"/>
      <inkml:brushProperty name="height" value="0.035" units="cm"/>
    </inkml:brush>
  </inkml:definitions>
  <inkml:trace contextRef="#ctx0" brushRef="#br0">0 3 6669,'22'-3'-236,"-3"3"-600,4 12-825,12 16 709</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3.549"/>
    </inkml:context>
    <inkml:brush xml:id="br0">
      <inkml:brushProperty name="width" value="0.035" units="cm"/>
      <inkml:brushProperty name="height" value="0.035" units="cm"/>
    </inkml:brush>
  </inkml:definitions>
  <inkml:trace contextRef="#ctx0" brushRef="#br0">115 0 14297,'-22'26'2133,"9"-20"2439,-3 5-2664,0 6-332,7 3-312,-4 3-280,7 3-175,-4 22-181,7-8-148,0-2-332,-1 7-828,14-2-389,0 3-715,-1 0-612,1-3-336,2-1-3249,-2-2-5192</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4"/>
    </inkml:context>
    <inkml:brush xml:id="br0">
      <inkml:brushProperty name="width" value="0.035" units="cm"/>
      <inkml:brushProperty name="height" value="0.035" units="cm"/>
    </inkml:brush>
  </inkml:definitions>
  <inkml:trace contextRef="#ctx0" brushRef="#br0">52 631 12881,'-10'-12'661,"7"10"-448,1 0 0,0-1 1,-1 0-1,1 1 1,0-1-1,0 0 1,1 0-1,-1 0 1,1 0-1,-1 0 0,1 0 1,0-1-1,0 1 1,0 0-1,1-1 1,-1 1-1,1 0 1,0-6-1,5-41 3407,-4 25-2070,2 0 1,13-48-1,-5 39-1167,2 0-1,2 0 1,1 2-1,1 0 0,2 0 1,1 2-1,2 0 1,43-45-1,-59 68-333,1 1 0,0 0 0,0 0 0,1 1 0,9-6-1,-13 9-32,-1 1-1,1-1 0,-1 1 0,1 0 0,0 0 0,0 1 1,-1-1-1,1 1 0,0-1 0,0 1 0,0 1 0,0-1 1,-1 0-1,1 1 0,5 1 0,3 2 0,-1 1 0,-1 0-1,1 1 1,-1 0 0,0 1 0,0 0 0,-1 0-1,0 1 1,0 0 0,-1 1 0,0 0 0,-1 0-1,1 1 1,-2-1 0,1 2 0,6 15 0,-1-3-5,-2 2 1,0-1 0,-2 1 0,0 1 0,-2 0 0,5 41-1,-9-42-1,0 1-1,-2-1 0,0 1 0,-2-1 0,-1 0 0,-8 36 1,6-47-6,0 1 1,0-1 0,-1 0 0,-1-1-1,0 1 1,-1-2 0,-1 1 0,0-1-1,0 0 1,-1-1 0,-1 0 0,-13 12-1,-5 0-467,-1-2 0,-1 0 0,-1-2 0,-1-2 0,0-1 0,-51 17 0,67-28-360,-1-1-1,-21 2 0,-2 1-2208,-1 4-5246,21-3-1982</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4.759"/>
    </inkml:context>
    <inkml:brush xml:id="br0">
      <inkml:brushProperty name="width" value="0.035" units="cm"/>
      <inkml:brushProperty name="height" value="0.035" units="cm"/>
    </inkml:brush>
  </inkml:definitions>
  <inkml:trace contextRef="#ctx0" brushRef="#br0">99 0 11293,'0'0'10165,"-1"3"-9543,-5 10-250,0 0 0,2 0 1,-1 0-1,-1 14 0,2-9-177,-1-1 0,-9 21 0,6-18-54,1 1 0,2 1 0,0-1 0,-3 31-1,-2 9-70,8-54-44,1 0 0,0 1 0,1-1 0,-1 0 1,2 0-1,-1 1 0,1-1 0,3 13 0,-4-18-22,0 0 0,1-1 0,0 1 0,-1 0 0,1-1 0,0 1 0,0-1 1,0 1-1,0-1 0,0 1 0,0-1 0,0 0 0,1 1 0,-1-1 0,0 0 0,1 0 1,-1 0-1,1 0 0,-1 0 0,1 0 0,-1-1 0,1 1 0,0 0 0,-1-1 0,1 1 0,0-1 1,0 0-1,-1 1 0,1-1 0,0 0 0,0 0 0,0 0 0,-1 0 0,1-1 0,0 1 1,0 0-1,-1-1 0,1 1 0,2-2 0,4-1 1,1-1 0,-1 1 1,0-2-1,0 1 0,0-1 0,-1 0 0,0-1 1,9-8-1,52-61-15,-24 26-24,-34 38 30,5-5-16,0 0-1,1 1 0,1 1 1,27-18-1,-40 30 16,-1 0 0,1 1-1,0-1 1,0 1 0,-1-1 0,1 1 0,0 0-1,0 0 1,0 1 0,1-1 0,-1 1-1,0 0 1,4 0 0,-5 1 2,0 0-1,0 0 1,0 0 0,0 0 0,0 1-1,-1-1 1,1 1 0,0-1-1,-1 1 1,1 0 0,-1 0 0,0 0-1,0 1 1,1-1 0,-2 0-1,1 1 1,0-1 0,0 1 0,1 4-1,23 33 47,-19-31-56,-1 1 1,0 0-1,0 0 1,-1 1-1,5 14 1,-9-23 16,-1-1 0,1 1 0,-1-1 0,1 1 0,0-1 0,-1 1 0,1-1 0,0 1 0,0-1 0,0 1 0,0-1 0,0 0 0,1 0 0,-1 1 0,0-1 0,0 0 0,1 0 0,-1 0 0,1-1 0,-1 1 0,1 0 0,-1 0 0,1-1 0,0 1 0,-1-1 1,1 1-1,-1-1 0,1 0 0,0 0 0,0 0 0,-1 0 0,1 0 0,0 0 0,-1 0 0,1 0 0,2-1 0,7-2 10,-1-1-1,1 0 1,-1 0-1,17-11 1,-7 4 24,15-8-101,-26 14 61,0-1 0,1 1 0,-1 1 0,1 0-1,0 0 1,1 1 0,13-3 0,-14 5-9,1 0 1,0 1-1,-1 0 0,1 0 0,0 1 1,0 1-1,-1 0 0,16 4 0,-7 1 20,-1 1 0,0 1 0,-1 0 0,23 16-1,-23-14-25,16 12 65,48 23 1,-73-42-43,-4-1 1,1-1 0,0 1 0,0-1 0,0 0 0,0 0 0,0-1 0,0 1 0,0-1 0,0 0 0,1-1 0,-1 1 0,1-1 0,-1 0 0,0 0 0,10-2 0,1-2 677,1 0-1,24-10 0,-39 13-388,18 2 136,-18-1-414,-1 0 1,1 0 0,-1-1 0,1 1 0,-1 0 0,1 1-1,-1-1 1,1 0 0,-1 0 0,1 1 0,-1-1-1,1 1 1,-1-1 0,1 1 0,-1-1 0,0 1 0,1 0-1,-1 0 1,2 1 0,96 77 372,-79-64-339,0 0-81,1-1-1,24 13 1,-39-23 11,1-2 1,-1 1 0,0-1 0,1 0 0,-1 0 0,1 0-1,0-1 1,-1 0 0,1 0 0,0-1 0,0 0 0,7-1-1,-13 0 17,-1 0 1,1 0-1,0 0 0,-1 0 0,1 0 0,-1 0 0,1 0 1,-1 0-1,0 0 0,0 0 0,1 0 0,-1 0 0,0 0 0,0-1 1,0 1-1,0 0 0,0 0 0,0 0 0,-1-2 0,1 1-1,-1-10-8,-2-1-1,0 1 1,0 0 0,-1 0 0,0 0 0,-1 0 0,0 0 0,-1 1 0,-14-20 0,8 12-207,1-1 1,-8-21-1,-2-18-865,-22-56-4670,35 91 2900,6 8-3444</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5.072"/>
    </inkml:context>
    <inkml:brush xml:id="br0">
      <inkml:brushProperty name="width" value="0.035" units="cm"/>
      <inkml:brushProperty name="height" value="0.035" units="cm"/>
    </inkml:brush>
  </inkml:definitions>
  <inkml:trace contextRef="#ctx0" brushRef="#br0">0 323 13453,'24'-21'760,"-14"11"129,0 1 0,1 0 0,0 0 0,0 1 0,17-9-1,-23 15-708,0 0 0,0 0-1,1 0 1,-1 0-1,0 1 1,1 0-1,-1 0 1,0 1-1,1-1 1,-1 1-1,1 0 1,-1 1 0,1-1-1,-1 1 1,1 0-1,-1 1 1,0-1-1,0 1 1,1 0-1,-1 0 1,0 1-1,-1-1 1,1 1-1,0 0 1,-1 0 0,0 1-1,0-1 1,0 1-1,0 0 1,0 0-1,5 9 1,-2-3-116,-1 1 0,0 0 0,0 0 0,-1 0 0,-1 1 0,0-1 0,0 1 0,-1 0 0,-1 0 0,0 1 0,-1-1 0,0 0 0,-1 17 0,-2-1 6,-2 0 0,-1 0 0,-1 0 0,-2-1 1,0 0-1,-2-1 0,-13 27 0,20-49 59,0 1 1,0-1-1,0 0 0,-1 1 1,1-2-1,-1 1 1,0 0-1,0-1 0,-1 1 1,1-1-1,-1-1 0,0 1 1,-6 2-1,11-4-84,-1-1 1,0 0-1,0 1 0,0-1 1,0 0-1,0 0 0,0 0 0,0 0 1,0 0-1,0 0 0,1 0 1,-1 0-1,0 0 0,0 0 1,0-1-1,0 1 0,0 0 1,0-1-1,0 1 0,1 0 1,-1-1-1,0 1 0,0-1 1,1 1-1,-1-1 0,0 0 1,0 1-1,1-1 0,-1 0 1,1 1-1,-1-2 0,-1-2 34,1 0 0,0 0-1,0 0 1,0 0 0,1 0 0,-1 0 0,1 0-1,0 0 1,0 0 0,1 0 0,-1 0-1,2-6 1,2-12 114,-2 4-68,1 1 0,0 0 0,2 0-1,0 0 1,1 0 0,11-22 0,-1 9-551,2 1 0,0 1 0,2 1 0,2 1 0,0 0 0,1 2 0,2 1 0,47-37 0,0 11-2986,1 4-1,97-46 1,-75 49-2469,-2 11-3284</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5.323"/>
    </inkml:context>
    <inkml:brush xml:id="br0">
      <inkml:brushProperty name="width" value="0.035" units="cm"/>
      <inkml:brushProperty name="height" value="0.035" units="cm"/>
    </inkml:brush>
  </inkml:definitions>
  <inkml:trace contextRef="#ctx0" brushRef="#br0">2 257 8141,'-1'6'9408,"15"-14"-7323,23-10-1576,186-47 1500,-197 55-1886,-1-1 1,0 0-1,-1-2 0,-1-1 0,0-1 0,30-26 0,-31 15 303,-22 26-401,1-1 0,-1 1-1,1-1 1,-1 1 0,1-1-1,-1 1 1,0-1-1,1 1 1,-1-1 0,0 0-1,0 1 1,1-1 0,-1 1-1,0-1 1,0 0-1,0 1 1,0-1 0,0 0-1,0 1 1,0-1 0,0 0-1,0 1 1,0-1-1,0 0 1,0 1 0,0-1-1,-1 0 1,1 1 0,0-1-1,0 1 1,-1-1-1,1 0 1,0 1 0,-1-1-1,1 1 1,-1-1 0,0 0-1,-2 0 96,0 0 1,0-1-1,-1 2 0,1-1 0,0 0 0,0 1 1,-1-1-1,1 1 0,-1 0 0,1 0 0,0 0 1,-6 1-1,-1 1 195,0 0 0,0 1 0,-18 8 0,-1 3 654,-51 33 0,58-33-642,0 1-1,2 2 0,-1 0 0,2 1 0,0 1 0,-22 30 1,35-41-263,0 1 1,0 0 0,1 1 0,0-1-1,1 1 1,0 0 0,0 0 0,1 0-1,1 1 1,-1-1 0,2 1 0,-1-1-1,1 1 1,1 0 0,0-1 0,1 1-1,0 0 1,4 16 0,0-12-269,0 1-1,1-1 1,1-1-1,1 1 1,0-1-1,1-1 1,0 1-1,1-1 1,0-1 0,1 0-1,1 0 1,0-1-1,0-1 1,27 17-1,4-1-1863,2-1-1,0-3 0,74 25 0,-18-13-4835,6-2-4517</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6.452"/>
    </inkml:context>
    <inkml:brush xml:id="br0">
      <inkml:brushProperty name="width" value="0.035" units="cm"/>
      <inkml:brushProperty name="height" value="0.035" units="cm"/>
    </inkml:brush>
  </inkml:definitions>
  <inkml:trace contextRef="#ctx0" brushRef="#br0">0 0 8797,'0'0'4436,"3"29"-3800,4 11-324,2-9-496,1 9-420,-4 6-352,-3 0-1032,-3 2-1128,0 12-1233</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6.296"/>
    </inkml:context>
    <inkml:brush xml:id="br0">
      <inkml:brushProperty name="width" value="0.035" units="cm"/>
      <inkml:brushProperty name="height" value="0.035" units="cm"/>
    </inkml:brush>
  </inkml:definitions>
  <inkml:trace contextRef="#ctx0" brushRef="#br0">251 1 10769,'22'9'2111,"-30"-5"979,-21 8-334,23-7-2359,1 0 1,0 0-1,0 0 0,0 0 1,0 1-1,1 0 1,0 0-1,0 1 1,-3 7-1,-8 13 823,-16 23 288,3 2 1,-24 62-1,39-79-1408,1 0 0,2 1 0,1 0 0,-5 58 0,12-62-1464,5 52 1,1 3-8101,-4-41-4306</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056"/>
    </inkml:context>
    <inkml:brush xml:id="br0">
      <inkml:brushProperty name="width" value="0.035" units="cm"/>
      <inkml:brushProperty name="height" value="0.035" units="cm"/>
    </inkml:brush>
  </inkml:definitions>
  <inkml:trace contextRef="#ctx0" brushRef="#br0">1 217 7613,'131'-79'7827,"-124"75"-7579,17-12 854,35-17-1,-52 30-972,1-1 1,0 1-1,0 1 0,0-1 0,0 1 0,1 1 1,-1-1-1,1 2 0,11-1 0,-15 2-109,0 0-1,0 0 1,0 0-1,0 1 1,0 0-1,0 0 1,0 0-1,-1 0 1,1 1-1,-1 0 1,0 0-1,0 0 1,0 0-1,0 1 1,0 0-1,4 5 1,7 10 36,-2 1 1,17 30 0,3 2-450,-29-46 341,1 0 1,0-1-1,0 0 0,1 0 1,-1 0-1,1-1 0,0 0 1,0 0-1,1 0 1,-1-1-1,1 0 0,-1 0 1,1 0-1,0-1 0,0 0 1,1-1-1,7 2 1,12-1 12,0-1 1,1-1 0,34-5-1,-8 2 431,-32 1-170,0 0 1,0 2-1,0 1 1,0 1-1,-1 1 1,1 0-1,-1 2 0,1 1 1,27 10-1,-14-2-357,2-1 0,0-3 0,62 11 0,119 0-1050,-182-22 1128,-1-1 0,1-2 0,0-1 0,41-12 0,-34 7 242,-35 9-87,0-2 1,-1 1 0,1-1 0,-1-1-1,9-4 1,20-8 319,-28 12-327,1 0-1,-1-1 0,0 0 0,0 0 0,0-1 1,8-8-1,29-20 79,-32 26-107,34-21-52,-1-3-1,58-51 0,13-25 711,-116 107-695,1 0-1,-1 0 1,0 0 0,0 0 0,1 0 0,-1 0 0,0 0 0,1 0 0,-1 0 0,1 1 0,-1-1 0,3 0 0,-3 1-5,-1 0 0,1 0 0,-1 0 0,0 0 0,1 1 0,-1-1 0,0 0 0,0 0 0,1 0 0,-1 0 0,0 1 0,1-1 0,-1 0 0,0 0 0,0 1 0,1-1 0,-1 0 0,0 0 0,0 1 0,0-1 0,0 0 0,1 1 0,-1-1 0,0 0 0,0 1 0,0-1 0,0 0 0,0 1 0,0-1 0,0 0 0,0 1 0,0-1 0,0 0 0,0 1 0,-7 47 1250,3-33-1223,-65 322 2177,48-243-3814,5 1 1,4 0-1,0 183 1,15-232-396,13 66 0,-9-83-1567,14 40 0,-14-50-2218</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259"/>
    </inkml:context>
    <inkml:brush xml:id="br0">
      <inkml:brushProperty name="width" value="0.035" units="cm"/>
      <inkml:brushProperty name="height" value="0.035" units="cm"/>
    </inkml:brush>
  </inkml:definitions>
  <inkml:trace contextRef="#ctx0" brushRef="#br0">223 310 6065,'-6'-111'1593,"7"100"-1132,0 0 0,0 0 0,1 0-1,0 1 1,1-1 0,1 0 0,-1 1 0,2 0 0,-1 0-1,1 0 1,1 1 0,0-1 0,0 1 0,11-12 0,-15 18-327,1 0 0,-1 1 1,0-1-1,1 1 0,-1 0 1,1 0-1,0 0 0,-1 0 1,1 0-1,0 0 0,0 1 1,1-1-1,-1 1 0,0 0 1,0 0-1,1 0 0,-1 0 0,0 1 1,4-1-1,-2 2-42,-1-1 0,1 1 0,-1-1 0,1 1 0,-1 1 0,0-1 0,0 1 0,1-1 0,-1 1 0,0 1 0,-1-1 0,1 0 0,4 4 0,-2-1-15,1 1 0,-1 0 0,1 1 0,-2-1 0,1 1-1,-1 0 1,0 1 0,0-1 0,-1 1 0,0 0-1,-1 0 1,1 0 0,-1 1 0,2 12 0,-4-14-20,-1 0 0,1 0 1,-2 0-1,1 0 0,-1 0 1,0 0-1,0-1 0,0 1 1,-1 0-1,0 0 0,-1-1 1,-5 10-1,3-7 14,-1 0 0,0 0-1,0-1 1,-1 0 0,-1 0 0,1-1 0,-14 11-1,-4-1-2,-1-1 1,-1-1-1,0-1 0,-50 17 0,57-23-587,-85 30-631,33-17-8117,54-16 1837</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7.640"/>
    </inkml:context>
    <inkml:brush xml:id="br0">
      <inkml:brushProperty name="width" value="0.035" units="cm"/>
      <inkml:brushProperty name="height" value="0.035" units="cm"/>
    </inkml:brush>
  </inkml:definitions>
  <inkml:trace contextRef="#ctx0" brushRef="#br0">219 30 5953,'-7'8'407,"1"-2"133,1 0 0,0 0-1,1 1 1,-1-1 0,-5 15-1,3-9 507,-1-1 0,0 1 0,0-2 0,-1 1 0,-17 15 0,-22 27 1146,41-43-1915,-1 1 0,1 0 0,1 1-1,0 0 1,1 0 0,0 0 0,0 1-1,2 0 1,-1-1 0,2 1 0,-2 21-1,3-25-211,2 1-1,-1-1 1,1 0-1,1 0 0,-1 1 1,1-1-1,1 0 1,0 0-1,0-1 1,1 1-1,0-1 0,1 0 1,-1 0-1,2 0 1,-1 0-1,1-1 0,7 8 1,-7-10-35,0 0 1,0 0 0,0-1 0,1 0 0,0 0-1,12 5 1,2 1 36,-18-9-58,1 0 1,-1 0 0,1 0 0,0 0-1,-1-1 1,1 1 0,0-1 0,-1 0-1,1 0 1,0 0 0,0-1-1,-1 0 1,1 1 0,-1-1 0,1 0-1,0-1 1,-1 1 0,0-1 0,1 1-1,-1-1 1,0 0 0,0 0 0,0 0-1,0-1 1,0 1 0,-1-1-1,1 0 1,-1 1 0,1-1 0,-1 0-1,0-1 1,0 1 0,0 0 0,-1 0-1,1-1 1,-1 1 0,0-1-1,1-4 1,-1-6-1,0 0 1,-1-1-1,-1 1 0,0 0 1,-1 0-1,-4-15 0,-29-87 14,16 58-35,3 4-561,-16-49 208,10 55-3030,-5 6-4473</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075"/>
    </inkml:context>
    <inkml:brush xml:id="br0">
      <inkml:brushProperty name="width" value="0.035" units="cm"/>
      <inkml:brushProperty name="height" value="0.035" units="cm"/>
    </inkml:brush>
  </inkml:definitions>
  <inkml:trace contextRef="#ctx0" brushRef="#br0">10 115 8161,'2'-3'388,"0"1"1,0-1-1,0 1 1,0-1 0,1 1-1,-1 0 1,1 0-1,-1 0 1,1 0-1,0 0 1,0 1-1,-1-1 1,1 1 0,0 0-1,0 0 1,1 0-1,3-1 1,-4 3-158,0 0 1,0 0-1,0 0 1,0 1-1,-1-1 1,1 1-1,-1 0 1,1 0-1,-1 0 1,1 0-1,-1 0 1,2 2-1,-2 0-116,1-1 0,-1 1-1,0-1 1,-1 1-1,1-1 1,-1 1 0,1 0-1,-1 0 1,0 0-1,-1 0 1,1 0 0,-1 0-1,1 0 1,-1 0 0,0 0-1,-1 0 1,-1 7-1,0 3 51,-1 0-1,-1 0 0,-7 17 0,-1-5 86,0-1-1,-24 36 1,5-11-20,30-47-77,7-4-153,-1 0 14,1 0 1,0-1-1,-1 0 1,1 0-1,-1 0 1,10-5-1,-14 6-10,14-8 9,0 0 0,16-15 0,16-9-35,95-59-21,74-43-257,-161 106 115,85-31 0,-135 58 185,-1 1 1,1-1 0,-1 1-1,1 0 1,0 1-1,-1-1 1,1 1 0,0 0-1,-1 0 1,1 1 0,0-1-1,-1 1 1,1 0-1,0 0 1,-1 0 0,0 1-1,1 0 1,-1 0 0,0 0-1,0 0 1,0 1 0,0-1-1,0 1 1,0 0-1,-1 0 1,1 0 0,-1 1-1,0-1 1,0 1 0,0 0-1,-1 0 1,1 0 0,-1 0-1,0 0 1,0 1-1,-1-1 1,1 1 0,1 8-1,3 18 11,12 42 421,-16-67-612,0 0-1,0 0 1,1 0 0,0-1 0,0 1-1,1-1 1,0 0 0,0 0-1,7 7 1,10 7-1362,37 35-2368,-53-48 2789,-1-1-1,0 1 1,0 0 0,0 0-1,3 8 1,2 9-3804</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386"/>
    </inkml:context>
    <inkml:brush xml:id="br0">
      <inkml:brushProperty name="width" value="0.035" units="cm"/>
      <inkml:brushProperty name="height" value="0.035" units="cm"/>
    </inkml:brush>
  </inkml:definitions>
  <inkml:trace contextRef="#ctx0" brushRef="#br0">1 524 7681,'13'-10'408,"-2"3"130,-1-1 0,1-1 0,-1 1 0,-1-2-1,16-18 1,-11 11 250,1 1 0,0 1-1,1 0 1,1 2 0,32-21-1,98-48 1045,-97 57-1620,2 2 1,0 3-1,2 2 1,0 2-1,1 3 1,75-9-1,-121 21-211,0 1 0,1 0 0,-1 1 0,0-1 0,0 2 0,0-1 0,0 2 0,0-1 0,0 1 0,-1 0 1,1 1-1,-1 0 0,0 0 0,0 1 0,0 0 0,-1 0 0,12 11 0,17 25-357,-34-39 95,4 19-1409,-13-31 703,2 3 792,1-1 0,0-1 0,0 1 1,0 0-1,1-1 0,1 0 0,-1 0 0,1 0 0,-1-14 0,2 11-752,-1 0 1,-1 0-1,0 0 1,-1 0-1,0 1 0,-6-12 1,-8-9-3981</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8.728"/>
    </inkml:context>
    <inkml:brush xml:id="br0">
      <inkml:brushProperty name="width" value="0.035" units="cm"/>
      <inkml:brushProperty name="height" value="0.035" units="cm"/>
    </inkml:brush>
  </inkml:definitions>
  <inkml:trace contextRef="#ctx0" brushRef="#br0">654 61 11997,'7'-60'9638,"-9"62"-7950,-2 4-1237,0 0 0,1 0 1,0 0-1,0 1 0,1-1 0,-1 1 0,1 0 1,1 0-1,-1 0 0,1 0 0,0 10 1,-5 20 454,-34 119 801,-103 258 1,-104 130-2205,149-324-3300,45-96-940,44-105 2101,2-1-1,0 2 0,-8 38 1,10-13-7862</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541"/>
    </inkml:context>
    <inkml:brush xml:id="br0">
      <inkml:brushProperty name="width" value="0.035" units="cm"/>
      <inkml:brushProperty name="height" value="0.035" units="cm"/>
    </inkml:brush>
  </inkml:definitions>
  <inkml:trace contextRef="#ctx0" brushRef="#br0">0 172 8261,'13'-6'1071,"0"1"1,0 0 0,0 1-1,1 0 1,0 1-1,26-2 1,86 4 1033,-63 3-1446,74-4-124,0-6 0,0-6 0,-1-6 0,224-62 0,-294 68 13,-62 14-430,-19 7 76,-209 129 103,193-114-268,1 1 0,1 2 1,1 0-1,-47 58 0,72-81-26,1 1 0,-1 0-1,1 1 1,0-1 0,0 0 0,1 1 0,-1-1 0,1 1-1,-1-1 1,1 1 0,0 0 0,0-1 0,1 1-1,-1 0 1,1 0 0,0 4 0,1-5-3,0-1 1,0 0-1,0 1 1,0-1-1,0 0 0,1 0 1,-1 0-1,1 0 1,-1 0-1,1 0 1,0 0-1,0 0 1,0-1-1,0 1 0,0-1 1,0 1-1,0-1 1,1 0-1,-1 0 1,0 0-1,1 0 0,-1 0 1,1 0-1,4 0 1,16 3 4,0-2 1,1 0-1,-1-1 1,0-1-1,1-1 1,41-8 0,57-2-9,-103 11-28,-10-1 36,0 1 0,0 0 0,-1 1 0,1 0 0,0 0 0,9 3 0,-16-3-12,0 0 0,1 0 0,-1 0 0,0 0 0,0 0 0,0 1 0,0-1 0,0 1 0,0 0 0,0-1 0,-1 1 0,1 0 0,-1 0 0,1 0 0,-1 0 0,0 0 0,1 0 0,-1 1 0,0-1 0,-1 0 0,1 1 0,0-1 0,-1 1-1,1-1 1,-1 0 0,0 5 0,0 6-517,0 0-1,-1 0 1,0-1-1,-2 1 1,-4 16-1,4-19-122,1-1 1,0 1-1,0 0 0,1 0 0,0 1 1,1-1-1,0 0 0,2 15 0,-1-25 617,0 1 0,0-1 1,0 1-1,-1-1 0,1 1 0,0-1 0,0 1 0,0-1 0,0 0 0,0 0 0,0 1 1,0-1-1,0 0 0,0 0 0,0 0 0,0 0 0,2 0 0,-2 0-13,3 0 114,1 0-1,-1 0 1,1 0 0,-1-1 0,1 0 0,-1 0-1,1 0 1,-1 0 0,0 0 0,1-1 0,-1 0-1,0 0 1,0 0 0,7-5 0,4-5 316,0 0-1,16-17 1,-19 17-142,38-38 835,40-34 952,-79 75-1742,1 1 0,0 0 0,0 1 0,0 0 0,1 1 0,23-8 0,-32 13-250,-1 0-1,1 1 0,-1 0 1,1 0-1,-1 0 0,1 0 1,-1 0-1,1 1 1,-1-1-1,1 1 0,-1 0 1,0 0-1,1 0 0,-1 1 1,0-1-1,5 4 1,-3-2-11,-1 0 1,0 0-1,0 0 1,-1 0-1,1 0 1,-1 1-1,1 0 1,-1 0-1,0 0 1,-1 0-1,4 7 1,-3-7-16,1 0 1,-1 1 0,1-1 0,0-1-1,-1 1 1,2 0 0,-1-1 0,0 0-1,1 0 1,-1 0 0,1-1-1,0 0 1,0 0 0,0 0 0,0 0-1,0-1 1,0 1 0,1-1 0,5 0-1,35-9-44,0-1 0,0-3-1,69-28 1,-58 20 8,-37 13 86,-1-1 1,0-1-1,0-1 0,19-14 1,-29 18 17,0-1 0,0 0 0,-1 0-1,0-1 1,0 0 0,-1-1 0,0 1 0,0-1 0,8-17 0,7-19 305,88-176 5122,-109 218-4495,9 27-632,-7-11-329,-1 0 0,-1 0 0,0 1 0,0-1 0,-3 21 0,3 35-437,20 317-9983,-19-290 6334,-3-17-1595,0-27-1375</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725"/>
    </inkml:context>
    <inkml:brush xml:id="br0">
      <inkml:brushProperty name="width" value="0.035" units="cm"/>
      <inkml:brushProperty name="height" value="0.035" units="cm"/>
    </inkml:brush>
  </inkml:definitions>
  <inkml:trace contextRef="#ctx0" brushRef="#br0">1 447 7985,'19'-55'1812,"6"-2"-148,4 20-132,-1-6-80,1 6-200,9-3-339,10 6-181,9-1-92,9 7-284,4 2-344,0 6-340,3 6-448,-6-1-341,0 10-99,-1 8-248,-15-3-588,-3 5-1312</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6:59.848"/>
    </inkml:context>
    <inkml:brush xml:id="br0">
      <inkml:brushProperty name="width" value="0.035" units="cm"/>
      <inkml:brushProperty name="height" value="0.035" units="cm"/>
    </inkml:brush>
  </inkml:definitions>
  <inkml:trace contextRef="#ctx0" brushRef="#br0">223 140 8245,'0'-17'2080,"-3"-3"-388,-16 6-136,0 0-320,0 2-300,3 4-135,-7-4-289,4 4-548,-9-4-869,2 1-691,-2 5-2580,6 0-3185</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131"/>
    </inkml:context>
    <inkml:brush xml:id="br0">
      <inkml:brushProperty name="width" value="0.035" units="cm"/>
      <inkml:brushProperty name="height" value="0.035" units="cm"/>
    </inkml:brush>
  </inkml:definitions>
  <inkml:trace contextRef="#ctx0" brushRef="#br0">310 13 12461,'10'-12'2148,"-9"16"1301,-14 28 16,-52 72 1111,-84 227-760,128-272-3962,3 0-1,2 1 0,-14 116 1,21 41-3112,11-178 1351,1 0 0,1 0 0,16 58-1,-16-84-72,0-2-1,11 23 0,18 19-7535</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537"/>
    </inkml:context>
    <inkml:brush xml:id="br0">
      <inkml:brushProperty name="width" value="0.035" units="cm"/>
      <inkml:brushProperty name="height" value="0.035" units="cm"/>
    </inkml:brush>
  </inkml:definitions>
  <inkml:trace contextRef="#ctx0" brushRef="#br0">174 0 10401,'0'0'1477,"-3"0"114,0 0-1351,1 0 0,0 0 1,-1 1-1,1-1 1,-1 0-1,1 1 0,0 0 1,-1-1-1,1 1 1,0 0-1,-1 0 0,1 0 1,0 1-1,0-1 1,0 1-1,0-1 1,0 1-1,-1 1 0,2-1-143,-1-1 0,2 1 0,-1 0-1,0 0 1,0 0 0,0-1-1,1 1 1,-1 0 0,1 0 0,0 0-1,-1 0 1,1 0 0,0 0 0,0 0-1,0 0 1,1 0 0,-1 0-1,0 0 1,1 0 0,-1 0 0,1 0-1,0-1 1,-1 1 0,3 3 0,1 1 7,0 0 1,0 0 0,1 0 0,0-1 0,0 0 0,0 0-1,0 0 1,11 6 0,-6-3 40,11 6-44,1-1 0,0-1 0,0 0 0,38 12 0,-24-10-196,54 17-610,-63-23 235,-1 1-1,0 2 1,34 17-1,-60-27 461,0 0-1,0 0 0,0 0 1,0 0-1,0 0 1,0-1-1,-1 1 0,1 0 1,0 0-1,0 0 0,-1 0 1,1 0-1,0 0 0,-1-1 1,1 1-1,-1 0 0,1 0 1,-1-1-1,1 1 1,-2 1-1,2-2 6,-3 3-13,1 1-1,-1 0 1,-1-1 0,1 0 0,0 0 0,-1 0-1,0 0 1,0 0 0,-8 4 0,-42 16 39,25-12-42,19-7 17,-1 1-1,1 0 0,0 1 1,1 0-1,-1 0 0,-13 13 0,21-17 7,0 0-1,0 0 0,1 1 1,-1-1-1,1 1 1,-1-1-1,1 1 0,0 0 1,0 0-1,1-1 0,-1 1 1,0 0-1,1 0 0,0 0 1,-1 0-1,1 0 1,0-1-1,1 1 0,-1 0 1,0 0-1,1 0 0,0 0 1,-1 0-1,1-1 1,0 1-1,1 0 0,-1-1 1,0 1-1,1-1 0,2 4 1,12 20-15,-10-17 33,0 1 1,0 0-1,-1 0 1,0 1-1,3 12 1,-7-20 12,0 1 1,0 0-1,-1 0 0,0-1 1,0 1-1,0 0 1,0 0-1,-1-1 0,1 1 1,-1 0-1,0-1 1,0 1-1,0 0 0,0-1 1,-1 1-1,0-1 1,1 0-1,-1 0 0,0 1 1,-4 2-1,-3 3 70,0-1-1,-1 1 1,-1-2-1,1 0 0,-1 0 1,0-1-1,-1 0 1,1-1-1,-18 6 1,3 0 7,-187 74-1372,208-82 480,0-1-1,0-1 1,0 1-1,0-1 1,0 0-1,0 0 1,-6 1-1,3-2-1859</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711"/>
    </inkml:context>
    <inkml:brush xml:id="br0">
      <inkml:brushProperty name="width" value="0.035" units="cm"/>
      <inkml:brushProperty name="height" value="0.035" units="cm"/>
    </inkml:brush>
  </inkml:definitions>
  <inkml:trace contextRef="#ctx0" brushRef="#br0">1 38 13513,'12'-11'1740,"-2"-1"-327,15 6-289,16 1-428,1 2-588,12 3-856,9 0-837,10 6-3183,3-6-3741</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3.865"/>
    </inkml:context>
    <inkml:brush xml:id="br0">
      <inkml:brushProperty name="width" value="0.035" units="cm"/>
      <inkml:brushProperty name="height" value="0.035" units="cm"/>
    </inkml:brush>
  </inkml:definitions>
  <inkml:trace contextRef="#ctx0" brushRef="#br0">0 135 15153,'42'-6'3021,"-58"-5"-513,0 5 2380,35-11-4028,22-3-360,16 11-864,10 1-496,9 2-740,4-11-1008,9 3 396,6 5-3525,0-2-4828</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192"/>
    </inkml:context>
    <inkml:brush xml:id="br0">
      <inkml:brushProperty name="width" value="0.035" units="cm"/>
      <inkml:brushProperty name="height" value="0.035" units="cm"/>
    </inkml:brush>
  </inkml:definitions>
  <inkml:trace contextRef="#ctx0" brushRef="#br0">270 1 14669,'-16'3'885,"-1"2"0,-27 11 0,42-15-760,0 0 1,1 0 0,-1 0 0,1 0-1,-1 0 1,1 1 0,0-1 0,0 1-1,-1-1 1,1 0 0,0 1 0,0 0-1,0-1 1,1 1 0,-1 0 0,0-1-1,0 4 1,-1-1 135,-62 141 6581,53-115-6424,2 1-1,1 0 0,2 1 0,1 0 0,1 0 0,2 0 0,1 0 0,1 1 0,8 51 0,-5-68-378,0 0-1,1 0 0,1 0 1,1 0-1,0-1 0,1 1 1,0-2-1,1 1 0,1-1 0,0 0 1,1-1-1,1 0 0,0-1 1,0 0-1,1 0 0,1-1 0,0-1 1,0 0-1,1-1 0,21 10 1,-26-15-47,0-1 1,0 1 0,0-1 0,1-1 0,-1 0 0,1 0 0,-1-1-1,1 0 1,0-1 0,-1 0 0,1-1 0,0 0 0,-1 0-1,1-1 1,0 0 0,-1 0 0,0-1 0,0-1 0,0 0 0,0 0-1,0 0 1,-1-1 0,0-1 0,0 1 0,0-1 0,-1-1 0,0 1-1,0-1 1,0 0 0,-1-1 0,0 0 0,-1 0 0,0 0 0,0 0-1,6-16 1,-3 3 50,0 0-1,-2-1 0,0 1 1,-1-1-1,-2-1 1,0 1-1,-1 0 0,-1-1 1,-2 0-1,0 1 1,-1 0-1,-1-1 0,-1 1 1,-2 0-1,-14-41 1,12 42-3,-1 1 0,-1 0 0,-1 0 0,-1 1 0,0 1 0,-1 0 0,-1 1 0,-1 0 0,0 1 0,-1 1 0,-1 0 0,0 1 0,-1 1 0,-1 1 0,0 0 0,-27-11 0,31 17-534,0 1 0,-1 0 0,0 1 0,0 1 0,0 0 0,-30-1 0,36 4 26,0 1 1,0-1-1,0 2 0,0-1 1,0 1-1,0 1 0,0 0 1,1 0-1,-1 1 0,1 0 1,0 0-1,-9 7 0,15-8-611,-1-1 0,2 1-1,-1-1 1,0 1-1,0 0 1,-4 7-1,-7 23-11609</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334"/>
    </inkml:context>
    <inkml:brush xml:id="br0">
      <inkml:brushProperty name="width" value="0.035" units="cm"/>
      <inkml:brushProperty name="height" value="0.035" units="cm"/>
    </inkml:brush>
  </inkml:definitions>
  <inkml:trace contextRef="#ctx0" brushRef="#br0">1 1 15769,'19'6'7641,"0"-6"-10725,0 0-112,0 14-1865,16 14-4024</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675"/>
    </inkml:context>
    <inkml:brush xml:id="br0">
      <inkml:brushProperty name="width" value="0.035" units="cm"/>
      <inkml:brushProperty name="height" value="0.035" units="cm"/>
    </inkml:brush>
  </inkml:definitions>
  <inkml:trace contextRef="#ctx0" brushRef="#br0">436 104 15313,'-2'-1'293,"1"0"0,0 0 0,-1 0 0,1 0 0,0 0 0,0 0 0,0-1 0,0 1 0,0 0 0,0-1 0,0 1 0,1-1 0,-1 1-1,0 0 1,1-1 0,-1 0 0,1 1 0,0-1 0,-1 1 0,1-3 0,1 2 32,0 0 0,0-1 0,0 1 0,0 0-1,0-1 1,1 1 0,-1 0 0,1 0 0,-1 0 0,1 1 0,2-3 0,-1 0 548,0 0 0,-1 0 1,1 0-1,-1 0 1,0 0-1,0 0 1,2-9-1,-3 7-508,-36 104-316,-28 85-36,55-155-15,1 1 0,2-1-1,1 1 1,-1 50 0,7-44 2,0-1 0,3 0 0,0-1 0,2 1 0,19 51 0,-11-43-39,49 160-611,-63-197 605,1 0 0,-1 1 0,0-1 1,-1 1-1,1-1 0,-1 0 0,0 1 1,0-1-1,-1 1 0,0-1 0,0 1 0,0-1 1,0 0-1,-1 1 0,0-1 0,0 0 1,-1 0-1,1 0 0,-1-1 0,0 1 1,0 0-1,-1-1 0,1 0 0,-1 0 1,0 0-1,0 0 0,0-1 0,-1 0 1,1 0-1,-1 0 0,0 0 0,0-1 0,0 1 1,0-1-1,0 0 0,-6 1 0,-15 4-808,0-1-1,0 0 0,-1-2 0,0-2 0,-29 1 0,32-4-759,1 0-1,0-1 0,-30-8 1,19 0-4442,15 4-3750</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801"/>
    </inkml:context>
    <inkml:brush xml:id="br0">
      <inkml:brushProperty name="width" value="0.035" units="cm"/>
      <inkml:brushProperty name="height" value="0.035" units="cm"/>
    </inkml:brush>
  </inkml:definitions>
  <inkml:trace contextRef="#ctx0" brushRef="#br0">1 121 12833,'41'-66'1772,"-12"49"-376,9 5-283,6 1-353,4 2-400,6 7-560,3-1-676,13 6-513,-3-1-415,-4 10-2224,1-4-2925</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7:04.970"/>
    </inkml:context>
    <inkml:brush xml:id="br0">
      <inkml:brushProperty name="width" value="0.035" units="cm"/>
      <inkml:brushProperty name="height" value="0.035" units="cm"/>
    </inkml:brush>
  </inkml:definitions>
  <inkml:trace contextRef="#ctx0" brushRef="#br0">1 106 11873,'0'0'1712,"0"-20"-340,3-3 1021,3 3-2725,4 0-777,-1 9-4751,1-1-1205</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317"/>
    </inkml:context>
    <inkml:brush xml:id="br0">
      <inkml:brushProperty name="width" value="0.035" units="cm"/>
      <inkml:brushProperty name="height" value="0.035" units="cm"/>
    </inkml:brush>
  </inkml:definitions>
  <inkml:trace contextRef="#ctx0" brushRef="#br0">29 1 14809,'-24'4'2067,"20"-3"3719,4 4-3806,12 1000 6145,-9-670-8494,1 33-683,30-2-351,35-21-6697,-54-278 5004,-13-57 1570,0-1-1,1 0 1,7 17-1,17 10-8130</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520"/>
    </inkml:context>
    <inkml:brush xml:id="br0">
      <inkml:brushProperty name="width" value="0.035" units="cm"/>
      <inkml:brushProperty name="height" value="0.035" units="cm"/>
    </inkml:brush>
  </inkml:definitions>
  <inkml:trace contextRef="#ctx0" brushRef="#br0">27 87 14149,'-18'-12'1962,"17"11"-1838,1 1 0,-1-1-1,1 1 1,-1-1-1,1 1 1,0-1-1,-1 1 1,1-1-1,0 1 1,-1-1-1,1 0 1,0 1-1,0-1 1,0 0 0,0 1-1,-1-1 1,1 1-1,0-1 1,0 0-1,0 1 1,0-1-1,0 0 1,1 1-1,-1-1 1,0 0-1,0 1 1,0-1 0,1 0-1,-1 1 1,0-1-1,0 1 1,1-2-1,0 2 61,-1-1 0,0 1-1,0-1 1,1 1-1,-1-1 1,0 1 0,0-1-1,0 1 1,0-1 0,1 0-1,-1 1 1,0-1-1,0 1 1,0-1 0,0 0-1,-1 1 1,1-1 0,0 1-1,0-1 1,0 1-1,0-1 1,0 0 0,-1 1-1,1-1 1,-1 0-139,1 1 0,-1 0 0,1 0 0,0-1 0,-1 1 0,1 0 0,0 0 0,-1-1 1,1 1-1,0 0 0,0-1 0,-1 1 0,1 0 0,0-1 0,0 1 0,0-1 0,-1 1 0,1 0 0,0-1 0,0 1 0,0-1 0,0 1 0,0 0 0,0-1 1,0 1-1,0-1 0,0 1 0,0-1 0,0 1 0,0 0 0,0-1 0,0 1 0,0-1 0,1 1 0,-1 0 0,0-1 0,0 1 0,0-1 0,1 1 0,-1 0 1,0-1-1,0 1 0,1 0 0,-1-1 0,1 1 0,27-11 660,48 2-692,-75 8-2,95 0-3117,171 18 0,-238-14 2250,150 20-7898,-87-6-21</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0.679"/>
    </inkml:context>
    <inkml:brush xml:id="br0">
      <inkml:brushProperty name="width" value="0.035" units="cm"/>
      <inkml:brushProperty name="height" value="0.035" units="cm"/>
    </inkml:brush>
  </inkml:definitions>
  <inkml:trace contextRef="#ctx0" brushRef="#br0">172 1 13909,'-92'54'2064,"73"-45"209,0-1-113,-3-2-368,3 2 3517,44-2-4929,35 0-680,29-18-741,19-2-807,25-6-1048,10-3-3545,3-5-5936</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117"/>
    </inkml:context>
    <inkml:brush xml:id="br0">
      <inkml:brushProperty name="width" value="0.035" units="cm"/>
      <inkml:brushProperty name="height" value="0.035" units="cm"/>
    </inkml:brush>
  </inkml:definitions>
  <inkml:trace contextRef="#ctx0" brushRef="#br0">211 0 11637,'0'0'9528,"-4"2"-8345,-1 0-959,1 1 0,-1-1 0,1 1 1,0 0-1,0 0 0,0 0 0,0 0 0,1 1 0,-1-1 1,1 1-1,0 0 0,0 0 0,1 0 0,-1 1 0,1-1 0,-1 1 1,2-1-1,-1 1 0,0 0 0,-1 8 0,-5 38 1496,-3 80-1,7-69-991,-16 466 817,21-464-1545,2-1 0,3-1 0,23 103 0,-25-150-37,1-1 0,0 0 0,1 0 0,0 0 0,1-1 0,1 0 0,0 0 0,0-1 0,1 0 0,19 19 0,-20-23-4,1-1 0,0 0 0,0-1 0,0 0 0,1 0 0,0-1 0,0 0 0,0-1 0,0 0 0,1-1 0,0 0 0,-1-1 0,1 0 0,0 0 0,13 0 0,-11-2-57,1-1 0,0 0 1,0 0-1,-1-2 1,1 0-1,-1 0 1,0-1-1,0-1 1,0 0-1,0 0 1,17-12-1,-14 6 26,-1 0-1,-1-1 1,0 0-1,0-1 1,-1-1-1,-1 0 1,19-28-1,-14 13 37,-1-1-1,-1 0 0,-1-1 0,-2-1 0,-2 0 1,0 0-1,-2-1 0,-2 0 0,3-39 0,-8 37 100,-1 0-1,-1 1 0,-2-1 1,-2 0-1,-1 1 0,-2 0 1,-1 1-1,-1-1 0,-2 2 0,-2 0 1,-20-37-1,12 30 40,-3 1 0,-1 1-1,-1 2 1,-2 0 0,-1 2 0,-2 1-1,-2 1 1,-43-30 0,57 47-252,0 0 1,0 2-1,-1 1 0,-40-16 0,53 24-228,0 1-1,0-1 0,-1 2 1,1-1-1,-1 1 0,0 0 0,1 1 1,-1 0-1,0 0 0,0 1 1,1 0-1,-1 1 0,1-1 0,-1 2 1,1-1-1,-11 6 0,7-1-1115,0 0 0,0 1 0,0 0 0,1 1 0,0 1 0,-13 15 0,-5 17-9126</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307"/>
    </inkml:context>
    <inkml:brush xml:id="br0">
      <inkml:brushProperty name="width" value="0.035" units="cm"/>
      <inkml:brushProperty name="height" value="0.035" units="cm"/>
    </inkml:brush>
  </inkml:definitions>
  <inkml:trace contextRef="#ctx0" brushRef="#br0">42 1 18142,'0'0'5588,"-22"0"-4320,3 0 616,31 11-2512,4 6-504,0-14-1032,0 6-964,-7 11-2765,1 0-5060</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634"/>
    </inkml:context>
    <inkml:brush xml:id="br0">
      <inkml:brushProperty name="width" value="0.035" units="cm"/>
      <inkml:brushProperty name="height" value="0.035" units="cm"/>
    </inkml:brush>
  </inkml:definitions>
  <inkml:trace contextRef="#ctx0" brushRef="#br0">82 20 14773,'-6'-3'1168,"-1"0"0,1 0 0,0 1 0,-1-1-1,0 1 1,-12-2 8338,7 33-8025,8 0-1481,1 0 0,2 37 0,-1-3 0,1 211 0,4-229 0,2 0 0,2-1 0,2 0 0,17 48 0,14 18-1271,64 122 0,-101-226 1064,0 0-1,-1 0 1,1 0-1,-2 0 0,1 1 1,-1-1-1,1 0 1,-2 1-1,1-1 0,-1 1 1,-1 9-1,1-14 72,0-1 1,-1 1-1,1 0 0,-1 0 1,1-1-1,-1 1 0,0-1 1,0 1-1,1 0 0,-1-1 0,0 0 1,0 1-1,-1-1 0,1 1 1,0-1-1,0 0 0,-1 0 1,-1 1-1,1-1-68,-1 0 0,1 0 0,-1 0 0,1 0 0,-1-1-1,0 1 1,1-1 0,-1 0 0,1 0 0,-1 0 0,0 0 0,1 0 0,-1 0 0,0-1 0,-4-1 0,-38-13-3074,15-4-2597,4-6-3879</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1.836"/>
    </inkml:context>
    <inkml:brush xml:id="br0">
      <inkml:brushProperty name="width" value="0.035" units="cm"/>
      <inkml:brushProperty name="height" value="0.035" units="cm"/>
    </inkml:brush>
  </inkml:definitions>
  <inkml:trace contextRef="#ctx0" brushRef="#br0">16 169 14821,'-15'-37'12065,"34"23"-11200,25-6-289,13 8-420,13 1-820,9-3-481,14-4-807,5 4-1012,7 3-3465,-4-6-5916</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3.313"/>
    </inkml:context>
    <inkml:brush xml:id="br0">
      <inkml:brushProperty name="width" value="0.035" units="cm"/>
      <inkml:brushProperty name="height" value="0.035" units="cm"/>
    </inkml:brush>
  </inkml:definitions>
  <inkml:trace contextRef="#ctx0" brushRef="#br0">433 52 4872,'0'0'16372,"1"-1"-16061,1-1 0,-1 1-1,0-1 1,0 0 0,0 1 0,0-1 0,0 0-1,0 0 1,0 0 0,0 0 0,-1 1 0,2-4-1,-4 3-241,1 0 0,-1 0 0,1 0 0,-1 1 0,1-1 0,-1 0 0,0 1 0,0-1 0,0 1 0,0 0 0,0-1 1,0 1-1,0 0 0,0 0 0,-1 1 0,1-1 0,0 0 0,0 1 0,-1-1 0,1 1 0,0 0 0,-1 0 0,1 0 0,-1 0 0,1 0 0,0 0 0,-1 1 0,1-1 0,0 1 0,-1 0 0,1-1 0,0 1 0,0 0 0,0 0 0,0 1 0,0-1 0,0 0 0,-3 3 0,-14 11 12,-1 1-1,2 1 1,0 1 0,1 1 0,1 0 0,-17 28-1,22-30-47,0 0-1,2 1 0,0 1 0,1 0 1,0 0-1,2 0 0,0 1 1,-3 27-1,8-33-79,1 0 0,0 0 0,1 0 0,0 0 0,2 0 0,-1 0 0,2-1-1,0 1 1,0-1 0,1 0 0,1 0 0,0 0 0,1-1 0,16 22 0,-2-6-308,1-2 1,2 0-1,1-2 1,54 43-1,151 80-1098,-152-101 887,96 73 0,-160-107 490,0 0-1,23 29 0,-36-39 76,0-1-1,0 1 1,0 0-1,0 0 1,0-1-1,-1 1 1,1 0-1,0 0 1,-1 0-1,0 0 1,1 0-1,-1 0 0,0 0 1,0 0-1,0 0 1,-1 0-1,1 0 1,0 0-1,-1 0 1,1 0-1,-1-1 1,1 1-1,-1 0 1,0 0-1,0 0 1,-1 1-1,-1 3 8,-1-1-1,0 0 0,0 0 1,0 0-1,0-1 0,-6 5 1,1-2 14,1-2 1,-1 1-1,0-1 1,0 0-1,-1-1 1,-15 5-1,-65 14-39,48-14 13,-86 21-606,-185 18 0,291-46-123,0-1 1,0-2 0,1 0 0,-27-5-1,35 3-850,1 0-1,0-1 0,0 0 1,-22-11-1,9-4-6259</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3.543"/>
    </inkml:context>
    <inkml:brush xml:id="br0">
      <inkml:brushProperty name="width" value="0.035" units="cm"/>
      <inkml:brushProperty name="height" value="0.035" units="cm"/>
    </inkml:brush>
  </inkml:definitions>
  <inkml:trace contextRef="#ctx0" brushRef="#br0">80 22 13637,'0'0'2252,"-1"-2"34,-5-10-682,1 4 1239,-2 26-1145,3 4-1161,1 0 1,2 0-1,0 0 1,2 24-1,0 21 59,-11 265-742,-11-106-4639,4-69-4150,12-57-1818</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153"/>
    </inkml:context>
    <inkml:brush xml:id="br0">
      <inkml:brushProperty name="width" value="0.035" units="cm"/>
      <inkml:brushProperty name="height" value="0.035" units="cm"/>
    </inkml:brush>
  </inkml:definitions>
  <inkml:trace contextRef="#ctx0" brushRef="#br0">225 0 10345,'0'2'231,"0"1"0,0-1 1,-1 0-1,1 0 0,-1 0 0,1 0 1,-1 0-1,0 0 0,0 0 0,0 0 1,0 0-1,0 0 0,0 0 0,-1-1 0,1 1 1,-1 0-1,1-1 0,-1 1 0,1-1 1,-5 3-1,-17 18 2552,-2 8-1379,2 1 1,1 1 0,-19 38-1,30-49-1210,1 0-1,1 0 1,1 0 0,1 1-1,1 1 1,1-1 0,-4 37-1,8-46-266,1 1-1,0-1 0,1 0 1,0 0-1,1 0 0,1 0 1,0 0-1,1 0 0,0-1 1,1 1-1,0-1 0,1 0 1,0-1-1,15 20 0,-15-24-61,0 0 0,1 0 0,0 0 0,0-1 0,1 0 0,-1-1 0,1 0 0,1 0 1,-1-1-1,1 1 0,-1-2 0,1 0 0,0 0 0,1 0 0,-1-1 0,0 0 0,1-1 0,18 0 0,-11-1-99,-1-1 0,1 0 0,0-2 1,-1 0-1,1-1 0,-1 0 0,0-1 0,0-1 1,29-16-1,5-10 131,-1-2 1,-1-2-1,48-50 1,12-8 2007,-107 93-1861,1 0-1,-1 0 1,0-1 0,1 1-1,-1 0 1,1 0-1,0 0 1,-1 0 0,1 1-1,-1-1 1,1 0-1,0 1 1,0-1 0,-1 1-1,1 0 1,0-1-1,0 1 1,0 0 0,0 0-1,-1 0 1,1 0-1,0 0 1,0 1 0,3 0-1,-3 1-18,0-1-1,0 1 1,0 0-1,0-1 0,0 1 1,-1 0-1,1 0 1,-1 0-1,1 1 1,-1-1-1,0 0 1,0 0-1,0 1 0,0-1 1,0 1-1,1 3 1,7 28 155,4 10-32,1-1 1,25 53-1,-37-92-144,0 0 0,1 1 1,-1-1-1,1 0 0,0-1 0,0 1 0,1 0 1,-1-1-1,1 0 0,-1 0 0,1 0 0,0 0 1,0-1-1,1 1 0,-1-1 0,0 0 0,1 0 0,-1-1 1,1 1-1,0-1 0,0 0 0,-1 0 0,1-1 1,0 1-1,0-1 0,0 0 0,-1-1 0,1 1 1,0-1-1,0 0 0,7-2 0,-3 0-3,0 0 0,0-1-1,0 0 1,0 0 0,0-1-1,-1 0 1,0-1 0,0 1 0,-1-2-1,1 1 1,-1-1 0,-1 0-1,1-1 1,8-13 0,-6 6 42,-1-1 0,0 0 0,-1 0 0,-1-1 0,-1 1 0,0-1 0,-1-1 0,2-23 0,-5 35-81,0 0 0,-1-1 0,0 1 0,0 0 0,-1-1 0,0 1 0,0 0 0,0 0 0,-1 0 0,0 0 0,0 0 0,0 0 0,-1 0 0,0 1 1,0-1-1,0 1 0,-1 0 0,0 0 0,0 0 0,0 0 0,0 1 0,-1 0 0,0 0 0,0 0 0,0 0 0,-9-4 0,11 7-699,0 0-1,0 0 1,0 1-1,0-1 1,0 1-1,1 0 1,-1 0-1,0 0 1,0 0-1,0 1 1,0-1-1,0 1 1,0-1-1,0 1 1,-3 2-1,4-3 443</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602"/>
    </inkml:context>
    <inkml:brush xml:id="br0">
      <inkml:brushProperty name="width" value="0.035" units="cm"/>
      <inkml:brushProperty name="height" value="0.035" units="cm"/>
    </inkml:brush>
  </inkml:definitions>
  <inkml:trace contextRef="#ctx0" brushRef="#br0">0 0 10909,'5'4'8166,"14"10"-4691,77 62-3067,-85-66-339,5 3-105,-1 1 1,-1 1-1,17 22 0,-3-5-330,-21-26 123,-1 1 0,0-1 1,9 15-1,4 0-141,-11-14-108,-2-7 402,1-1 0,-1 0-1,0-1 1,1 1 0,-1-1-1,0 0 1,0-1 0,8-4 0,49-31-348,-36 21 328,111-70 1548,-136 85-1341,0 1-1,-1-1 1,0 0-1,1 0 1,-1 0 0,0 0-1,0 0 1,0 0-1,0 0 1,0-1-1,0 1 1,-1 0 0,1-1-1,-1 1 1,1 0-1,-1-1 1,0 1-1,0-5 1,0 6-39,0-1 0,0 0 0,0 1 0,0-1 0,-1 0 0,1 1 0,0-1 0,-1 1 0,1-1 0,-1 0-1,1 1 1,-1-1 0,0 1 0,0-1 0,0 1 0,0 0 0,0-1 0,0 1 0,0 0 0,0 0 0,0-1 0,0 1 0,-1 0 0,-2-1 0,2 1-6,0 1 0,-1 0 1,1 0-1,0 0 0,0 0 1,-1 0-1,1 1 0,0-1 1,0 1-1,0-1 0,-1 1 1,1 0-1,0 0 0,0 0 1,0 0-1,0 0 0,1 1 1,-1-1-1,0 0 0,0 1 1,1-1-1,-1 1 0,1 0 1,-1 0-1,1-1 0,0 1 1,0 0-1,-1 0 0,1 0 1,-1 4-1,-2 4 64,-1 0-1,1 0 1,1 0-1,0 1 1,-3 16-1,5-18-126,0-1 0,1 1-1,0 0 1,0-1-1,1 1 1,0 0-1,0-1 1,1 1-1,0-1 1,1 1-1,0-1 1,0 0-1,1 0 1,0-1 0,0 1-1,1-1 1,0 0-1,0 0 1,1 0-1,7 7 1,0-3-301,0 0 0,0-1 0,1 0 0,1-1 1,0-1-1,0 0 0,0-1 0,1-1 0,26 8 0,13-1-2103,80 10-1,-6-12-4412,-34-9-1518</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787"/>
    </inkml:context>
    <inkml:brush xml:id="br0">
      <inkml:brushProperty name="width" value="0.035" units="cm"/>
      <inkml:brushProperty name="height" value="0.035" units="cm"/>
    </inkml:brush>
  </inkml:definitions>
  <inkml:trace contextRef="#ctx0" brushRef="#br0">118 146 14533,'-64'-14'2429,"48"8"-69,3 3 2472,1-8-3784,-1 2-412,32-11-1196,22-3-424,-6 6-876,13-3-704,9 3-3341,7 11-5076</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4.912"/>
    </inkml:context>
    <inkml:brush xml:id="br0">
      <inkml:brushProperty name="width" value="0.035" units="cm"/>
      <inkml:brushProperty name="height" value="0.035" units="cm"/>
    </inkml:brush>
  </inkml:definitions>
  <inkml:trace contextRef="#ctx0" brushRef="#br0">121 238 14069,'-66'8'2413,"47"-16"4191,0 8-5084,3 3 636,38-6-1439,26-9-421,6 1-861,22-9-459,13-12-752,9 1-792,13-9-264,19-9-2833,4 7-4696</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7.808"/>
    </inkml:context>
    <inkml:brush xml:id="br0">
      <inkml:brushProperty name="width" value="0.035" units="cm"/>
      <inkml:brushProperty name="height" value="0.035" units="cm"/>
    </inkml:brush>
  </inkml:definitions>
  <inkml:trace contextRef="#ctx0" brushRef="#br0">585 40 10753,'0'0'250,"-1"1"0,0-1 0,0 0 0,0 0 0,1 0 0,-1 0 0,0 0-1,0 0 1,0 0 0,1-1 0,-1 1 0,0 0 0,0 0 0,1-1 0,-1 1 0,0 0 0,1-1 0,-1 1 0,0-1 0,1 1 0,-1-1 0,0 1 0,1-1-1,-1 1 1,1-1 0,-1 1 0,1-1 0,-1 0 0,1 1 0,0-1 0,-1 0 0,1 0 0,-1-1 0,-8-22 4269,9 21-3149,-2 4-1204,1-1 0,0 1 0,-1 0 0,1-1 0,0 1 1,0 0-1,-1 0 0,1 0 0,0 0 0,0 0 0,0 0 1,-1 2-1,-2 1 252,-14 17 471,0 1 0,2 1 1,0 0-1,-13 29 0,-1-2-414,-128 251-333,114-212-156,-4 12 14,5 1 0,-41 148 0,76-218 0,1 0 0,1 1 0,2 0 0,2 0 0,1-1 0,1 1 0,2 0 0,1 0 0,8 34 0,-6-43 0,1-1 0,2 0 0,0-1 0,2 1 0,0-2 0,2 1 0,0-1 0,1-1 0,1-1 0,1 0 0,1 0 0,0-2 0,20 17 0,-12-15-655,1-1-1,0-1 1,1-1 0,1-2-1,1 0 1,0-2 0,0-1 0,45 11-1,-5-8-3054,0-3 0,116 5-1,-32-10-9043</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087"/>
    </inkml:context>
    <inkml:brush xml:id="br0">
      <inkml:brushProperty name="width" value="0.035" units="cm"/>
      <inkml:brushProperty name="height" value="0.035" units="cm"/>
    </inkml:brush>
  </inkml:definitions>
  <inkml:trace contextRef="#ctx0" brushRef="#br0">204 38 13421,'-5'-7'931,"-6"-10"1099,4 4 5842,7 18-6210,-14 429 2185,3-321-2345,-47 205 0,28-196-3869,-15 132 0,27-105-5305,13-76 1868</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323"/>
    </inkml:context>
    <inkml:brush xml:id="br0">
      <inkml:brushProperty name="width" value="0.035" units="cm"/>
      <inkml:brushProperty name="height" value="0.035" units="cm"/>
    </inkml:brush>
  </inkml:definitions>
  <inkml:trace contextRef="#ctx0" brushRef="#br0">147 27 14641,'3'-7'509,"4"-9"1022,-8 13-457,-8 5 422,8-1-1267,0 0-1,-1 0 0,1 1 1,0-1-1,-1 0 1,1 0-1,0 1 1,0-1-1,0 0 1,0 1-1,0-1 0,1 1 1,-1 0-1,0-1 1,1 1-1,-1 2 1,-5 31 1440,4-24-1091,-13 112 2818,-11 61-1119,-40 226-2595,52-204-4617,14-70-2659,4-86 1636,4-1-3308</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8.493"/>
    </inkml:context>
    <inkml:brush xml:id="br0">
      <inkml:brushProperty name="width" value="0.035" units="cm"/>
      <inkml:brushProperty name="height" value="0.035" units="cm"/>
    </inkml:brush>
  </inkml:definitions>
  <inkml:trace contextRef="#ctx0" brushRef="#br0">1 226 13793,'0'0'11973,"25"-14"-10969,32-6-303,7 3-441,21-3-805,30 0-343,2-9-652,10 0-876,3-5-772,13 6-2517,0 13-4760</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9.428"/>
    </inkml:context>
    <inkml:brush xml:id="br0">
      <inkml:brushProperty name="width" value="0.035" units="cm"/>
      <inkml:brushProperty name="height" value="0.035" units="cm"/>
    </inkml:brush>
  </inkml:definitions>
  <inkml:trace contextRef="#ctx0" brushRef="#br0">159 369 13197,'-1'-1'274,"0"0"0,0 0-1,0 0 1,0 0 0,-1 0-1,1 0 1,0 1 0,0-1 0,-1 0-1,1 1 1,0-1 0,-1 1-1,1-1 1,-1 1 0,1 0 0,0 0-1,-1 0 1,1 0 0,-1-1-1,1 2 1,-1-1 0,1 0 0,0 0-1,-1 0 1,1 1 0,-1-1-1,1 1 1,0-1 0,-1 1-1,1 0 1,0-1 0,0 1 0,-1 0-1,0 1 1,-15 7 3701,12-6-3494,1 0 0,-1 0-1,1 1 1,0-1 0,0 1-1,1 0 1,-1 0 0,-4 8-1,-17 16 1209,25-28-1689,0 0 0,0 0 0,0 0 0,0 0 0,0 0 0,0 0 0,0 0 0,0-1 0,0 1 0,-1 0 0,1 0 0,0 0 0,0 0 0,0 0 0,0 0 0,0 0 0,0 0 0,0 0 0,0 0 0,0 0 0,0 0 0,0 0 0,0 0 0,-1-1 0,1 1 0,0 0 0,0 0 0,0 0 0,0 0 0,0 0 0,0 0 0,0 0 0,0 0 0,0 0 0,0 0 0,-1 0 0,1 0 0,0 0 0,0 0 0,0 0 0,0 0 0,0 0 0,0 1 0,0-1 0,0 0 0,0 0 0,-1 0 0,1 0 0,0 0 0,0 0 0,0 0 0,0 0 0,0 0 0,0 0 0,0 0 0,0 0 0,0 0 0,0 0 0,0 1 0,0-1 0,0 0 0,0 0 0,0 0 0,0 0 0,0 0 0,3-11 0,7-13 0,-7 17 0,0-1 0,0 0 0,0 0 0,-1 0 0,-1 0 0,1 0 0,-1 0 0,-1-1 0,1 1 0,-2-14 0,-3-6 0,-13-50 0,11 52 0,0 1 0,-1-29 0,3 8 0,5 18 0,5 22 0,-3 3 0,-2 2 0,0 0 0,-1 1 0,1-1 0,0 0 0,0 0 0,-1 0 0,1 1 0,0-1 0,0 0 0,0 1 0,0-1 0,0 1 0,0-1 0,2 0 0,1 1 0,0 1 0,1-1 0,-1 1 0,0 0 0,1 0 0,-1 0 0,0 0 0,0 1 0,0 0 0,0 0 0,0 0 0,-1 0 0,1 1 0,-1-1 0,1 1 0,4 4 0,5 6 0,0 0 0,14 18 0,-24-28 0,-1 1 0,0-1 0,1 1 0,-1 0 0,-1 0 0,1 0 0,-1 0 0,1 0 0,-1 0 0,0 0 0,0 7 0,0-2 0,1 0 0,0-1 0,1 1 0,-1-1 0,1 0 0,5 8 0,0 2 0,-7-17 0,-1-1 0,0 1 0,0 0 0,1 0 0,-1 0 0,1 0 0,-1 0 0,1 0 0,-1 0 0,1-1 0,0 1 0,-1 0 0,1 0 0,0-1 0,-1 1 0,1 0 0,0-1 0,0 1 0,0-1 0,1 1 0,6-5 0,-6 2 0,3-1 0,1 0 0,-1-1 0,0 0 0,0 0 0,0-1 0,0 1 0,-1-1 0,0 0 0,0 0 0,0 0 0,3-8 0,28-35 0,-20 25 0,-13 17 0,-11 29 0,-11 46 0,0 6 0,-4-2 0,3 0 0,4 1 0,2 1 0,4 0 0,-1 88 0,12-142 0,1-1 0,1 1 0,0-1 0,2 1 0,0-1 0,1 0 0,14 33 0,-15-45 0,0 1 0,1-1 0,0 0 0,0 0 0,1 0 0,0-1 0,0 0 0,1 0 0,0 0 0,0-1 0,1 0 0,-1 0 0,1-1 0,1 0 0,-1-1 0,1 0 0,-1 0 0,18 5 0,-8-5 1,0 0-1,0-2 1,0 0-1,0-1 1,0-1-1,1 0 1,-1-1-1,0-2 1,0 1-1,0-2 1,-1-1-1,1 0 1,-1-1-1,19-9 1,-18 6-4,0-1 0,-1 0 0,-1-1 0,0-1 0,0-1 0,-1 0 0,-1-1 0,0 0 0,-1-1 0,0-1 0,-2 0 0,19-32 0,-17 22 3,-1-1-1,-1 0 0,-1 0 1,-2-1-1,-1-1 0,-1 0 0,-1 0 1,-1 0-1,-2 0 0,-2-38 1,-1 43 2,-2 1 1,-1 0 0,0 0 0,-2 0-1,-1 1 1,-1 0 0,0 0 0,-2 1-1,0 0 1,-2 0 0,0 1 0,-1 1-1,-21-24 1,14 21-138,-2 2 0,0 0 0,-1 2 0,-1 0-1,-1 2 1,0 0 0,-1 2 0,-1 1 0,0 1 0,0 1 0,-1 1 0,-36-6 0,43 11-74,-1 2 0,0 1 0,0 0 0,1 2 0,-1 0 1,0 1-1,-33 7 0,39-4 51,1 0 1,-1 1 0,1 1-1,0 0 1,1 1-1,0 0 1,0 1-1,1 1 1,-1 0-1,-22 23 1,26-22-1626,0 0 0,-12 19 0,2 7-4689,7 9-6331</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49.596"/>
    </inkml:context>
    <inkml:brush xml:id="br0">
      <inkml:brushProperty name="width" value="0.035" units="cm"/>
      <inkml:brushProperty name="height" value="0.035" units="cm"/>
    </inkml:brush>
  </inkml:definitions>
  <inkml:trace contextRef="#ctx0" brushRef="#br0">52 144 16542,'-51'-20'3064,"57"11"-236,4-2 1796,-7-3-3043,0-1 363,13 1-1740,0 0-584,15 5-864,14-8-745,-20 6-1103,10 2 20,3 12-3153,4 0-5576</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140"/>
    </inkml:context>
    <inkml:brush xml:id="br0">
      <inkml:brushProperty name="width" value="0.035" units="cm"/>
      <inkml:brushProperty name="height" value="0.035" units="cm"/>
    </inkml:brush>
  </inkml:definitions>
  <inkml:trace contextRef="#ctx0" brushRef="#br0">5 221 13537,'-2'-8'646,"1"0"1,0 0-1,0 1 0,1-1 0,0 0 0,1 0 0,0 0 0,0 0 1,0 1-1,1-1 0,0 0 0,1 1 0,-1-1 0,7-9 0,-8 15-516,1-1-1,0 1 0,0 0 0,0 0 1,0 0-1,0 0 0,0 0 0,0 0 1,1 1-1,-1-1 0,1 1 0,-1 0 1,1 0-1,0-1 0,-1 2 0,1-1 1,0 0-1,0 0 0,-1 1 0,1 0 0,0 0 1,0-1-1,0 1 0,0 1 0,0-1 1,0 0-1,4 2 0,3 0-10,-1 1-1,1 0 0,0 0 1,-1 1-1,0 0 1,15 9-1,-13-6-49,1 2 1,-1-1-1,0 1 0,-1 1 0,0 0 0,-1 0 0,0 1 1,0 0-1,-1 0 0,-1 1 0,8 15 0,-8-10-21,0 0-1,-2 0 1,0 0 0,-1 1-1,0-1 1,-2 1-1,1 34 1,-4-15-21,-2 1 1,-2-1-1,-1 0 1,-2-1-1,-2 0 0,-1 0 1,-29 63-1,-18 18 1,-16 35-29,73-150 4,0 1-1,0-1 1,0 0 0,0 0-1,1 1 1,-1-1 0,1 0-1,0 1 1,-1-1 0,1 0-1,0 1 1,0-1 0,0 0-1,1 1 1,-1-1 0,1 0-1,-1 1 1,2 1 0,-1-2-10,0 0 1,0-1 0,0 0 0,0 1-1,1-1 1,-1 0 0,1 1-1,-1-1 1,1 0 0,-1 0 0,1 0-1,0 0 1,-1-1 0,1 1 0,0 0-1,0-1 1,3 1 0,4 1-37,1-1 0,-1-1 0,1 0 0,0 0 0,-1-1 0,1 0 0,14-4 0,23-8-219,0-3 0,0-1 0,-2-2 0,57-33 0,-40 15-37,-1-3 0,71-62 1,39-63-51,-125 118 345,-21 21 153,-1 0-1,-1-2 1,-1-1 0,-2 0-1,-1-2 1,-1 0 0,-2-1 0,-1-1-1,-1 0 1,-2-1 0,10-44-1,-20 69-67,0 0 0,-1-1-1,0 0 1,-1 1 0,1-1-1,-2 0 1,1 1 0,-2-1-1,1 1 1,-1-1 0,-1 1-1,1-1 1,-2 1 0,-4-11-1,6 18-56,1 0 1,-1 1-1,1-1 0,-1 0 0,0 1 0,0-1 0,1 1 0,-1 0 0,0-1 0,-1 1 1,1 0-1,0 0 0,0 0 0,0 1 0,0-1 0,-1 1 0,1-1 0,-3 0 0,-36 1 142,35 1-139,0 1-1,1 0 0,-1-1 1,1 2-1,0-1 0,0 1 0,-1-1 1,2 2-1,-1-1 0,0 0 0,1 1 1,-1 0-1,1 0 0,0 0 1,-5 8-1,2-4 16,0 0-16,1 0 1,0 1-1,0 0 0,1 0 1,0 1-1,1-1 0,0 1 1,0 0-1,1 0 0,1 0 1,-1 1-1,2-1 0,-1 1 1,2-1-1,-1 12 0,2 2-3,1-1 0,1 1-1,1-1 1,1 0 0,12 33-1,89 199 83,-9-26-71,-92-215-30,-1-1 1,0 1 0,-1 0 0,-1 0 0,0 0 0,-1 0 0,0 1 0,-2-1 0,1 0 0,-2 0 0,0 0 0,0 0 0,-1 0 0,-6 15 0,2-13-227,0 1-1,-2-1 0,1 0 1,-2-1-1,0 0 0,-1-1 1,-1 0-1,0 0 1,0-1-1,-24 18 0,-15 2-2785,22-23-1342,28-9 3917,0-1 0,0 0 0,0 0 0,0 0 0,0 0-1,0 0 1,0 0 0,0 0 0,0 0 0,-1 0 0,1 0 0,0-1 0,0 1 0,0 0 0,0-1 0,0 1 0,0-1 0,-1-1 0,4-7-9568</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279"/>
    </inkml:context>
    <inkml:brush xml:id="br0">
      <inkml:brushProperty name="width" value="0.035" units="cm"/>
      <inkml:brushProperty name="height" value="0.035" units="cm"/>
    </inkml:brush>
  </inkml:definitions>
  <inkml:trace contextRef="#ctx0" brushRef="#br0">0 72 14581,'26'-38'2033,"-23"24"959,25 8-1980,1 1-208,9 5-236,19-3-348,-3 6-380,6-3-624,7 3-1020,-3-12-768,6 6-2409,-1 9-3944</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0.548"/>
    </inkml:context>
    <inkml:brush xml:id="br0">
      <inkml:brushProperty name="width" value="0.035" units="cm"/>
      <inkml:brushProperty name="height" value="0.035" units="cm"/>
    </inkml:brush>
  </inkml:definitions>
  <inkml:trace contextRef="#ctx0" brushRef="#br0">689 3 16978,'-13'-2'7260,"19"10"1091,3 1-9779,38 48 1829,-3 3 1,-2 1-1,62 126 1,-42-66-402,-6 3 0,-5 3 0,47 181 0,-82-240 0,-2 1 0,-3 1 0,-4 0 0,-2 0 0,-4 0 0,-2 1 0,-4-1 0,-19 98 0,14-125-209,-3-1 0,-1 0 0,-2-1 0,-2 0 0,-1-2 0,-3 0 0,-1-1-1,-1-2 1,-54 62 0,41-59-280,-1-2 0,-2-1 0,-1-2 0,-2-2 0,-1-2 0,-1-2 0,-90 41 0,-223 53-11220,157-65-362</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6.799"/>
    </inkml:context>
    <inkml:brush xml:id="br0">
      <inkml:brushProperty name="width" value="0.035" units="cm"/>
      <inkml:brushProperty name="height" value="0.035" units="cm"/>
    </inkml:brush>
  </inkml:definitions>
  <inkml:trace contextRef="#ctx0" brushRef="#br0">128 226 9465,'8'-71'4332,"-4"45"-1770,-1-1 1,-2 1-1,-1-32 0,-1 43-1311,1 13 590,1 5-977,2 32-263,-1 0 0,-1 0-1,-2 0 1,-2 0 0,-10 48 0,0 18-68,-21 186 94,11-127-1532,-6 32-3889,-4 262-1,34-404 871,4-22-1518,1-10-4481</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064"/>
    </inkml:context>
    <inkml:brush xml:id="br0">
      <inkml:brushProperty name="width" value="0.035" units="cm"/>
      <inkml:brushProperty name="height" value="0.035" units="cm"/>
    </inkml:brush>
  </inkml:definitions>
  <inkml:trace contextRef="#ctx0" brushRef="#br0">235 1 7957,'0'0'3195,"3"1"-1850,7 4-716,0 1-1,0 1 0,-1-1 1,0 1-1,16 16 1,42 51 894,-35-37-951,132 158 782,-141-163-1228,-1 1 1,-1 1 0,-2 1 0,20 52 0,-35-77-95,-1-1 0,0 1 0,-1 0 0,0 0 0,1 20 1,-3-26-17,0 0 0,0 0 0,0 0 0,-1 0 0,0 0 0,0-1 0,0 1-1,0 0 1,-1-1 0,1 1 0,-1 0 0,0-1 0,0 0 0,0 1 0,-1-1 0,1 0 0,-1 0 0,-5 4 0,-1 0 34,0-1 0,0 0 0,-1 0 0,0-1-1,0-1 1,0 1 0,-18 4 0,-82 13 162,81-17-169,-266 28-599,167-25-9287,102-6 1725</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397"/>
    </inkml:context>
    <inkml:brush xml:id="br0">
      <inkml:brushProperty name="width" value="0.035" units="cm"/>
      <inkml:brushProperty name="height" value="0.035" units="cm"/>
    </inkml:brush>
  </inkml:definitions>
  <inkml:trace contextRef="#ctx0" brushRef="#br0">4 1 11433,'0'0'7177,"-1"2"-6317,0 8-614,0 1 0,1-1-1,0 1 1,0-1-1,2 1 1,-1-1-1,1 0 1,0 1-1,1-1 1,4 9-1,1 9 49,-5-20-233,1 0 0,-1 0 0,1 0 1,6 7-1,-4-4-45,-4-8 7,29-11-24,-30 8 1,0-1 0,0 1 0,0 0 0,0-1 0,0 1 0,0-1-1,-1 1 1,1-1 0,0 1 0,0-1 0,-1 0 0,1 1 0,0-1 0,-1 0 0,1 0 0,0-1 0,0 2 0,-1-1 0,0 0 0,1 1 0,-1-1 0,1 1 0,-1-1 0,1 1 0,-1-1 0,1 1 0,0-1 0,-1 1 0,1-1 0,-1 1 0,1 0 0,0-1 0,-1 1 0,1 0 0,0 0 0,0-1 0,-1 1 0,1 0 0,0 0 0,0 0 0,-1 0 0,1 0 0,0 0 0,-1 0 0,2 0 0,6 3 11,0 0-1,-1 0 1,1 1-1,-1 0 1,0 0 0,0 0-1,0 1 1,0 0-1,-1 1 1,0-1 0,7 10-1,13 15 70,24 37-1,-30-39-68,47 65-240,144 186-31,-92-151-3176,-77-88-679,49 35 0,-34-34-3851</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553"/>
    </inkml:context>
    <inkml:brush xml:id="br0">
      <inkml:brushProperty name="width" value="0.035" units="cm"/>
      <inkml:brushProperty name="height" value="0.035" units="cm"/>
    </inkml:brush>
  </inkml:definitions>
  <inkml:trace contextRef="#ctx0" brushRef="#br0">702 0 12673,'-70'14'2044,"23"1"-147,12 2-469,-3 3-324,0 3-228,3 2-164,-7 13-140,-2 2 60,3 8-296,-7 4-188,0 5-556,-6 3-900,1 3-832,-5 2-3401,8-2-4500</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7.800"/>
    </inkml:context>
    <inkml:brush xml:id="br0">
      <inkml:brushProperty name="width" value="0.035" units="cm"/>
      <inkml:brushProperty name="height" value="0.035" units="cm"/>
    </inkml:brush>
  </inkml:definitions>
  <inkml:trace contextRef="#ctx0" brushRef="#br0">349 0 11401,'-29'10'2210,"28"-10"-2002,0 1 1,0 0-1,0 0 1,0 0-1,0-1 1,0 1-1,0 0 1,1 0-1,-1 0 1,0 0 0,0 1-1,1-1 1,-1 0-1,1 0 1,-1 0-1,1 0 1,0 1-1,-1-1 1,1 0-1,0 0 1,0 1-1,0 1 1,-2 6 969,-40 85 3299,5-15-2662,26-52-1453,-19 48 73,-27 106-1,40-121-2963,-35 81-1,11-35-6562,24-54-881</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8.638"/>
    </inkml:context>
    <inkml:brush xml:id="br0">
      <inkml:brushProperty name="width" value="0.035" units="cm"/>
      <inkml:brushProperty name="height" value="0.035" units="cm"/>
    </inkml:brush>
  </inkml:definitions>
  <inkml:trace contextRef="#ctx0" brushRef="#br0">267 305 9577,'0'0'4504,"-1"4"-3163,-34 185 4100,-31 102-2675,0 5-1865,24-133-591,26-107-151,5-21-37,10-31-30,-2-7 5,1 0-97,-1-1-1,0 0 0,1 0 0,0 0 0,0 0 1,0 0-1,1 0 0,-1-1 0,1 1 0,0 0 0,-1-6 1,0-51-3,1 40-1,3-35 38,15-102 1,-4 59-96,-3 5 15,5 0 1,4 1 0,57-168 0,-62 221-16,2 1-1,2 1 1,36-59-1,-47 87 46,0 0 0,1 0 0,0 0-1,0 1 1,1 0 0,0 1 0,1 0-1,0 0 1,0 1 0,1 0 0,0 1-1,0 1 1,0-1 0,1 2-1,0-1 1,21-4 0,-22 8 7,-1-1 1,1 2-1,-1-1 1,1 1-1,-1 1 0,1 0 1,-1 0-1,1 1 1,-1 1-1,0 0 0,0 0 1,0 1-1,12 6 1,-15-6 1,-1 0 1,0 0 0,1 1-1,-2 0 1,1 0 0,0 0-1,-1 1 1,0 0 0,-1 0 0,1 0-1,-1 1 1,0-1 0,-1 1-1,1 0 1,-2 0 0,1 0-1,-1 1 1,3 13 0,-2-5-9,-2 0 1,0 0-1,-1 0 1,-1 0-1,0 0 0,-1 0 1,0 0-1,-2 0 1,0-1-1,-10 26 1,-7 6-219,-1-2 1,-30 44 0,14-25-77,-18 26 1,-7 16 16,62-105 288,0 1 0,0 0 0,0 0 0,1 0 0,-1 0-1,0 0 1,1 0 0,0 0 0,-1 0 0,1 0 0,0 0-1,0 1 1,0-1 0,0 0 0,1 0 0,-1 0 0,0 0-1,1 0 1,-1 0 0,1 0 0,0 0 0,0 0 0,0 0-1,0 0 1,0-1 0,0 1 0,0 0 0,1-1 0,-1 1-1,1-1 1,-1 1 0,1-1 0,-1 1 0,4 0 0,5 5 4,1-1 0,1 0 0,-1 0 1,22 5-1,-5 0 58,10 7-22,-1 1 0,0 2 0,-2 2-1,-1 1 1,0 1 0,-2 2-1,-2 1 1,0 2 0,-2 1 0,-1 1-1,-1 1 1,-2 1 0,-2 2-1,-1 0 1,21 49 0,-34-63-409,0-1 1,-2 1-1,0 0 0,-1 1 1,1 26-1,-5-32-1365,0-1 0,-1 1 0,-2-1 0,-3 26-1,-9 4-7429</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
    </inkml:context>
    <inkml:brush xml:id="br0">
      <inkml:brushProperty name="width" value="0.035" units="cm"/>
      <inkml:brushProperty name="height" value="0.035" units="cm"/>
    </inkml:brush>
  </inkml:definitions>
  <inkml:trace contextRef="#ctx0" brushRef="#br0">14 1 8421,'-4'10'421,"2"-7"-268,1 0 1,0-1 0,0 1-1,0 0 1,0 0 0,0 0 0,0 0-1,0 4 1,2-6-83,-1 0 1,0-1-1,0 1 0,1 0 1,-1 0-1,1 0 1,-1 0-1,1 0 0,-1-1 1,1 1-1,-1 0 0,1 0 1,0-1-1,-1 1 0,1 0 1,0-1-1,0 1 0,-1-1 1,1 1-1,0-1 1,0 1-1,0-1 0,0 0 1,0 1-1,0-1 0,-1 0 1,1 0-1,0 0 0,0 1 1,2-1-1,120 19 4589,69-6-2085,865-41-7,-590 6-2300,1419 5-182,-643 56-168,-1180-36-524,74-8-1,-162-10-2743,0 8 1387,0 1 0,-1 1 0,-45-3 0,-25-2-5150</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356"/>
    </inkml:context>
    <inkml:brush xml:id="br0">
      <inkml:brushProperty name="width" value="0.035" units="cm"/>
      <inkml:brushProperty name="height" value="0.035" units="cm"/>
    </inkml:brush>
  </inkml:definitions>
  <inkml:trace contextRef="#ctx0" brushRef="#br0">184 1 15193,'-24'88'3235,"11"-61"-1894,-8 20 1088,-14 88-1270,-18 143 1,34-138-5702,3 2-5277,13-110 2647</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575"/>
    </inkml:context>
    <inkml:brush xml:id="br0">
      <inkml:brushProperty name="width" value="0.035" units="cm"/>
      <inkml:brushProperty name="height" value="0.035" units="cm"/>
    </inkml:brush>
  </inkml:definitions>
  <inkml:trace contextRef="#ctx0" brushRef="#br0">918 115 11441,'-6'-33'1096,"3"15"2062,-2 0 0,-8-25 0,12 41-2216,2 5-218,16 30-140,-2 1 0,-1 1-1,-2 0 1,10 43 0,-11-24-491,-2 1-1,3 66 1,-11-92-300,-1-1 1,-1 0-1,-2 1 0,0-1 1,-2 0-1,-15 47 0,14-58 43,-1 0 0,-1-1 0,0 0 0,-1 0 0,-1-1 0,0 0 0,-2 0 0,1-1 0,-1-1 0,-1 0 0,-23 17 0,0-4-345,-1-3 0,-2-1-1,0-2 1,-1-1 0,-1-3 0,-63 18 0,-264 41-5224,299-66 1433,13-3-2578</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09:59.994"/>
    </inkml:context>
    <inkml:brush xml:id="br0">
      <inkml:brushProperty name="width" value="0.035" units="cm"/>
      <inkml:brushProperty name="height" value="0.035" units="cm"/>
    </inkml:brush>
  </inkml:definitions>
  <inkml:trace contextRef="#ctx0" brushRef="#br0">47 40 11745,'0'-33'1511,"0"26"3174,-19 22-3386,17-14-1238,0 1 0,-1 0 0,1 0 1,1 0-1,-1 0 0,0 0 0,0 0 1,1 0-1,-1 1 0,1-1 0,0 0 1,-1 1-1,1-1 0,1 1 0,-1 0 1,0-1-1,0 1 0,1 0 0,0-1 1,-1 1-1,1 0 0,0 0 0,0-1 1,1 1-1,-1 0 0,1 0 0,-1-1 0,1 1 1,0 0-1,0-1 0,0 1 0,0-1 1,0 1-1,1-1 0,-1 0 0,1 1 1,-1-1-1,1 0 0,0 0 0,0 0 1,0 0-1,0-1 0,0 1 0,1 0 1,-1-1-1,4 2 0,12 4 15,1-1-1,-1 0 1,1-2 0,0 0-1,22 1 1,102 2 85,-136-7-153,426-19-549,-144-19-3048,-139 2-1798,-107 24 1662,3 0-2790</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00.196"/>
    </inkml:context>
    <inkml:brush xml:id="br0">
      <inkml:brushProperty name="width" value="0.035" units="cm"/>
      <inkml:brushProperty name="height" value="0.035" units="cm"/>
    </inkml:brush>
  </inkml:definitions>
  <inkml:trace contextRef="#ctx0" brushRef="#br0">407 13 11601,'-22'-12'2230,"22"12"-2092,-1 0 1,0 0-1,0 0 1,1 0-1,-1 0 1,0 0-1,0 1 1,1-1-1,-1 0 1,0 0-1,1 1 1,-1-1-1,0 1 1,1-1-1,-1 0 1,0 1-1,1-1 1,-1 1-1,1-1 1,-1 1-1,1 0 1,-1-1-1,1 1 1,0 0-1,-1-1 1,0 2-1,-1 1 468,-13 14 1101,1 1-1,0 1 1,1 0-1,-16 33 1,-34 89 1576,39-81-2352,-65 201 726,42-84-4173,15-53-2214,27-106 3740,-6 21-3098,4-1-3487,4-6-2122</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00.883"/>
    </inkml:context>
    <inkml:brush xml:id="br0">
      <inkml:brushProperty name="width" value="0.035" units="cm"/>
      <inkml:brushProperty name="height" value="0.035" units="cm"/>
    </inkml:brush>
  </inkml:definitions>
  <inkml:trace contextRef="#ctx0" brushRef="#br0">209 235 14421,'-9'28'496,"-40"101"3323,34-97-2796,-1 0-380,1 1-1,1 1 1,-8 35-1,9-18-470,-22 113-1914,17-79-709,18-82 2056,-1-7-197,0 1 553,1-1 1,0 1 0,0-1-1,0 0 1,0 1 0,0-1-1,1 0 1,0 1 0,1-7 0,0 2 30,65-247 1156,-33 138-380,36-91 628,-57 177-1173,1 1 1,1 0 0,2 2-1,32-43 1,-42 64-175,0-1 1,0 2 0,1-1-1,0 1 1,0 0-1,1 1 1,0-1-1,0 2 1,17-7-1,-22 10-28,-1 0 1,1 0-1,0 0 0,0 1 0,1-1 0,-1 1 0,0 0 0,0 0 1,0 1-1,0-1 0,0 1 0,0 0 0,0 0 0,5 2 0,-3 0 6,1 0-1,0 0 0,0 1 0,-1 0 1,0 0-1,9 8 0,-7-5-3,-2 1 0,1 0 0,-1 1 0,0 0 0,0 0 0,-1 0 0,-1 1-1,1-1 1,-2 1 0,1 0 0,-1 0 0,-1 0 0,0 1 0,0-1 0,-1 1 0,0-1 0,-2 18 0,0-10-20,0-1-1,-1 1 1,-1-1 0,-1 0 0,0 0 0,-2 0-1,0-1 1,0 1 0,-17 27 0,8-24-110,0-1 0,-1 0 0,-2-1 0,-33 28 0,22-21-152,-6 4 35,26-22 207,0 0 0,1 0 0,0 1 0,0 0 0,-8 11 0,16-18 34,0 1 0,-1-1 1,1 0-1,0 0 0,-1 1 1,1-1-1,0 0 1,0 0-1,0 1 0,0-1 1,0 0-1,1 0 0,-1 1 1,0-1-1,1 0 0,-1 0 1,1 3-1,1 1 41,12 49 907,30 77 1,-39-118-756,9 17 163,1 0 0,1-1 0,39 51 0,-10-14-1101,-42-62 439,1 1-1,-1-1 0,1 0 0,1 0 1,-1 0-1,0 0 0,1-1 0,0 0 1,0 0-1,0 0 0,9 3 0,-4-2-417,0 0-1,1-1 0,-1-1 0,1 1 0,10-1 0,11 1-689,0-2 1,0-1 0,35-5-1,-48 2 1734,0-1-1,-1 0 1,30-12 0,-36 10 501,-1 0 1,0 0-1,18-15 1,-17 12-364,0 1 1,24-14 0,30-1-1117,-50 18 288,-1 0-1,0-1 0,-1 0 1,1-1-1,13-9 0,-20 10 60,-1 1-1,0-1 0,0 0 1,0-1-1,8-10 0,-13 14-111,1 0-1,-1-1 1,0 0-1,-1 1 1,1-1-1,0 0 0,-1 0 1,0 0-1,0 0 1,0 0-1,0 0 0,-1 0 1,0-1-1,0-5 1,0-13-3751</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0.344"/>
    </inkml:context>
    <inkml:brush xml:id="br0">
      <inkml:brushProperty name="width" value="0.035" units="cm"/>
      <inkml:brushProperty name="height" value="0.035" units="cm"/>
    </inkml:brush>
  </inkml:definitions>
  <inkml:trace contextRef="#ctx0" brushRef="#br0">0 140 6929,'30'-26'381,"-19"15"68,1 1 0,1 0 0,0 0 0,0 1 0,19-9 0,38-26 1516,-67 42-1988,10 7-162,-12-6 152,0 1 0,0 0-1,0 0 1,0 0 0,-1 0 0,1 1 0,0-1 0,0 0 0,0 0 0,-1 0 0,1 1 0,0-1-1,0 0 1,0 1 0,-1-1 0,1 1 0,0-1 0,-1 1 0,1-1 0,0 1 0,-1-1 0,1 1-1,0 0 1,-1 8-104,-1-1-1,-1 0 0,1 0 0,-1 0 0,0 0 0,-7 14 1,7-17 107,1-2 30,0 1 1,0 0 0,-1-1 0,0 1 0,0-1 0,0 1 0,0-1 0,0 0 0,-4 4 0,2-3-136,0 0 1,0 1 0,1 0-1,-1-1 1,-3 10-1,-5 6-3831</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0.752"/>
    </inkml:context>
    <inkml:brush xml:id="br0">
      <inkml:brushProperty name="width" value="0.035" units="cm"/>
      <inkml:brushProperty name="height" value="0.035" units="cm"/>
    </inkml:brush>
  </inkml:definitions>
  <inkml:trace contextRef="#ctx0" brushRef="#br0">1 342 7893,'0'-5'547,"2"-1"1,-1 1 0,1 0 0,-1 0-1,1 0 1,1 0 0,-1 0 0,1 0-1,0 1 1,4-6 0,-6 8-286,0 0 0,-1 0 0,1 0 0,-1 0 0,1 0 0,-1 0 1,0 0-1,1 1 0,-1-1 0,0 0 0,0 0 0,-1 0 0,1-4 0,-1-5 575,3 2-482,1 0 0,0 1 0,1 0 1,0 0-1,0 0 0,0 0 0,1 0 0,0 1 0,7-7 0,0-1-9,1 2 1,0-1-1,20-14 1,-17 17-263,0 1 0,1 0 1,1 2-1,-1 0 0,1 1 0,0 0 1,1 2-1,0 0 0,0 1 1,0 1-1,0 0 0,34 2 0,-29 1-168,-1 1-1,1 2 0,0 0 0,-1 2 1,1 1-1,-1 0 0,-1 2 0,1 0 1,40 23-1,-56-27 25,-1 0 1,0 1 0,1 0-1,-2 0 1,1 0 0,-1 1-1,1 0 1,-1 0 0,-1 0-1,1 0 1,-1 1-1,-1 0 1,1 0 0,-1 0-1,0 0 1,0 0 0,-1 1-1,0-1 1,-1 1-1,0 0 1,0 0 0,0 10-1,-2 13-158,-1 0-1,-2-1 0,-1 1 0,-12 40 1,1-3 40,13-52 145,0 0-1,1 1 1,1 0-1,1-1 1,2 30 0,-1-38 24,1 1 1,0-1-1,0 0 1,1 0-1,0 0 1,1 0-1,0 0 1,0-1-1,0 1 1,1-1-1,0 0 1,0-1-1,9 8 1,12 10 87,2-2 0,1-2 0,61 34 0,-61-38 50,0 1 1,-1 2-1,0 0 1,40 40-1,-63-54-75,0 0 0,0 1 0,-1-1 0,0 1 0,0 0 0,0 1 0,-1-1 0,0 1 0,0-1 1,2 11-1,-4-13-20,-1 0 0,1 1-1,-1-1 1,0 1 0,0-1 0,0 0 0,-1 1 0,0-1 0,0 0 0,0 1 0,0-1 0,0 0 0,-1 0 0,0 0 0,0 0 0,0 0 0,0 0 0,-4 4 0,-9 10 71,0-1-1,-1-1 1,-1 0 0,0-1-1,-34 22 1,-108 55 204,70-42-356,-161 84-4332,243-130 3718,-13 4-1080,3-5-3670,-4-2-3159</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176"/>
    </inkml:context>
    <inkml:brush xml:id="br0">
      <inkml:brushProperty name="width" value="0.035" units="cm"/>
      <inkml:brushProperty name="height" value="0.035" units="cm"/>
    </inkml:brush>
  </inkml:definitions>
  <inkml:trace contextRef="#ctx0" brushRef="#br0">1072 88 11377,'-15'-11'714,"-1"0"-1,1 1 0,-1 0 1,-1 2-1,0 0 1,0 1-1,-26-7 1,32 11-440,1 1 0,-1 0-1,0 1 1,0 1 0,0 0 0,0 0 0,0 1 0,0 0 0,0 1-1,0 0 1,1 1 0,-1 0 0,1 0 0,0 2 0,0-1 0,0 1-1,0 0 1,1 1 0,-11 8 0,-7 9 145,1 0-1,1 2 1,2 1-1,-38 51 1,-10 27 132,4 4-1,4 3 1,6 2 0,4 3 0,-61 201-1,86-220-417,3 1 0,5 1-1,5 1 1,4 0 0,4 1-1,4 0 1,5 1 0,5-1-1,4-1 1,34 143 0,-32-194-100,2-1 0,2 0 0,2-1 0,2-1 0,3-2 0,1 0 0,2-1 0,50 59 0,-56-77-75,1-2 0,1-1 0,1 0 0,1-2 0,1-1 0,1-1 0,0-1 0,2-1 0,-1-2 0,2-1 0,0-1 1,0-2-1,1-1 0,45 8 0,-35-13-107,0-1 0,0-3 1,0-1-1,0-2 0,-1-1 1,1-3-1,-1-1 0,0-2 0,49-19 1,-8-4-206,-1-3 0,-2-3 0,96-66 0,-66 32-1,-4-4-1,153-148 0,-183 149 431,-3-3-1,-4-3 1,94-149 0,-136 188 107,-1-1 1,-2-2-1,-2 0 1,-2-1-1,-2 0 0,-3-2 1,16-97-1,-26 115-69,-1-1 0,-2 1 0,-1-1 0,-1 1 0,-2 0 0,-1 0 0,-2 0 0,0 0-1,-2 1 1,-2 0 0,-1 1 0,0 0 0,-32-49 0,14 36 8,-1 2-1,-2 1 1,-2 1 0,-1 3 0,-2 0-1,-2 3 1,-71-47 0,28 30 34,-2 2 0,-3 5 0,-103-35 0,104 46-75,-2 4 0,-1 3 0,-1 5 0,-166-14 0,205 31-388,1 2 0,-1 2 0,1 2 0,-1 3 0,2 1 0,-1 3 0,1 2 0,1 3 0,1 1 0,-56 29 0,67-26-407,0 2 1,1 1 0,1 3-1,-45 41 1,58-46-737,1 1-1,1 2 1,1 0 0,2 1 0,0 0 0,-26 56 0,3 25-8889</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488"/>
    </inkml:context>
    <inkml:brush xml:id="br0">
      <inkml:brushProperty name="width" value="0.035" units="cm"/>
      <inkml:brushProperty name="height" value="0.035" units="cm"/>
    </inkml:brush>
  </inkml:definitions>
  <inkml:trace contextRef="#ctx0" brushRef="#br0">95 1 13265,'0'0'2040,"-1"4"-28,-9 34 1734,-4 46 0,-3 106-37,12-105-2680,-18 320 1528,8-91-2339,5 75-4233,14-128-3775,-4-248 7221,6 68-5912,3-8-4002</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644"/>
    </inkml:context>
    <inkml:brush xml:id="br0">
      <inkml:brushProperty name="width" value="0.035" units="cm"/>
      <inkml:brushProperty name="height" value="0.035" units="cm"/>
    </inkml:brush>
  </inkml:definitions>
  <inkml:trace contextRef="#ctx0" brushRef="#br0">7 186 14153,'-7'-63'1796,"20"32"-235,-6 16-293,5-7-260,14-10-208,2 18-164,7 5-20,13 9-360,12 9-336,7 5-500,9 6-736,7 9-772,-4 14-3281,-12 5-4308</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1.815"/>
    </inkml:context>
    <inkml:brush xml:id="br0">
      <inkml:brushProperty name="width" value="0.035" units="cm"/>
      <inkml:brushProperty name="height" value="0.035" units="cm"/>
    </inkml:brush>
  </inkml:definitions>
  <inkml:trace contextRef="#ctx0" brushRef="#br0">45 443 15761,'-16'-14'2977,"-3"-15"-545,16 18-136,0-20-416,0 2-412,12-2-331,17-15-233,12 9-240,9 2-308,17-2-552,18 6-888,10-1-341,10 7-847,0-4-864,6 12-3297,0 8-5912</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2.171"/>
    </inkml:context>
    <inkml:brush xml:id="br0">
      <inkml:brushProperty name="width" value="0.035" units="cm"/>
      <inkml:brushProperty name="height" value="0.035" units="cm"/>
    </inkml:brush>
  </inkml:definitions>
  <inkml:trace contextRef="#ctx0" brushRef="#br0">0 83 11957,'6'-17'956,"-4"14"-552,-1-1 0,0 1 0,0 0 0,0-1 0,0 1 1,0-1-1,-1 1 0,0-1 0,0 0 0,0 1 0,0-1 0,-1-5 0,-2-5 4594,12 35-2787,3 22-1273,-3 1 1,8 83-1,-11-66-536,49 551 483,-53-584-1385,11 243-3282,-12-182-365,-4 2-3336,-1-38-3098</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2.539"/>
    </inkml:context>
    <inkml:brush xml:id="br0">
      <inkml:brushProperty name="width" value="0.035" units="cm"/>
      <inkml:brushProperty name="height" value="0.035" units="cm"/>
    </inkml:brush>
  </inkml:definitions>
  <inkml:trace contextRef="#ctx0" brushRef="#br0">15 6 13473,'-2'2'1723,"0"1"-1506,1 1 1,-1-1-1,0 1 1,1-1-1,0 1 1,0 0-1,0-1 0,0 1 1,1 0-1,0 0 1,-1-1-1,1 1 1,1 0-1,-1 0 0,0-1 1,1 1-1,0 0 1,0 0-1,3 6 1,3 12 609,20 42 0,20 31-600,4-3-1,4-1 1,4-4-1,137 157 1,-126-172-2348,84 68 1,-117-110 667,2-2 0,1-1 1,1-3-1,60 28 0,-97-50 1401,0 0-1,-1-1 1,1 1 0,0-1-1,0 0 1,0 0 0,0 0-1,0 0 1,0-1 0,0 0-1,1 0 1,-1 0 0,0 0 0,0-1-1,0 1 1,0-1 0,0 0-1,0 0 1,0-1 0,0 1-1,-1-1 1,1 0 0,0 0-1,-1 0 1,0 0 0,1-1-1,-1 1 1,0-1 0,0 0-1,0 0 1,0 0 0,-1 0-1,0 0 1,1-1 0,1-4-1,4-7 365,-2 0-1,0 0 0,-1 0 0,0-1 0,-2 1 0,0-1 0,2-28 0,0-37 1594,-4 0 0,-11-84 0,-32-163 4184,4 30 1859,37 286-6698,3 15-943,6 12-302,0 1 0,-1-1 1,0 1-1,-1 0 0,4 19 0,14 90-7,-10-47-1,11 69-397,-6 2 0,-1 232 0,-19-343-1171,-2-1 0,-2 0 1,-9 41-1,-18 43-7447,5-25-4264</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3.149"/>
    </inkml:context>
    <inkml:brush xml:id="br0">
      <inkml:brushProperty name="width" value="0.035" units="cm"/>
      <inkml:brushProperty name="height" value="0.035" units="cm"/>
    </inkml:brush>
  </inkml:definitions>
  <inkml:trace contextRef="#ctx0" brushRef="#br0">26 1 13945,'-26'11'8914,"33"10"-6949,-5-18-1878,1 0 1,0 1-1,0-1 0,0 0 0,0-1 0,0 1 1,0 0-1,1-1 0,0 0 0,-1 0 0,1 0 0,0 0 1,4 1-1,63 16 380,-38-11-251,460 98 225,-141-34-1561,326 92-1522,-674-163 2627,150 46-573,-140-42 552,-1 1 0,1 1 0,-1 0 0,0 1 0,-1 0 0,1 1 0,-2 0 0,16 15 0,-22-18 57,-1 0 1,0-1-1,0 1 0,0 1 1,-1-1-1,1 0 0,-2 1 1,1 0-1,-1 0 0,0 0 1,0 0-1,-1 0 0,1 8 1,-2-3 90,0-1 0,0 1 1,-1 0-1,-1 0 0,0-1 1,-1 1-1,-5 14 0,-5 4 299,0 0 1,-2-1-1,-1-1 0,-38 49 0,-67 69 1070,-196 183 1,59-66-991,97-74-2178,139-159 4,2 1 1,0 0 0,3 2 0,-23 56-1,38-84 805,0 0 0,1-1 0,0 1 0,0 0 0,0 0 1,1 8-1,9 26-9081</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3.464"/>
    </inkml:context>
    <inkml:brush xml:id="br0">
      <inkml:brushProperty name="width" value="0.035" units="cm"/>
      <inkml:brushProperty name="height" value="0.035" units="cm"/>
    </inkml:brush>
  </inkml:definitions>
  <inkml:trace contextRef="#ctx0" brushRef="#br0">21 0 13721,'-2'1'207,"1"1"0,-1-1 0,1 0-1,0 1 1,-1 0 0,1-1 0,0 1 0,0 0-1,0-1 1,0 1 0,0 0 0,0 0 0,1 0 0,-1 0-1,1 0 1,-1 3 0,0 4 747,0 0 1,0-1-1,2 18 1,1-10-241,0-1 0,1 1 1,0 0-1,7 15 0,0-11-368,2 0-1,0 0 1,1-2 0,1 0-1,0 0 1,2-1 0,26 22-1,294 228 1386,-224-185-1459,-101-74-254,327 263 478,-294-230-491,-1 2 1,-3 1-1,-1 3 0,-2 1 0,34 59 0,-62-90-15,0 1 0,-1 0 0,-1 1 0,0-1 0,3 23 0,7 34-50,6 83 0,-22-144 48,1-1 0,-2 1 0,0 0 0,0 0 0,-1 0 0,-1-1 0,-1 1 0,0 0 0,0-1 0,-1 0 0,-1 0-1,0 0 1,-1 0 0,-9 14 0,7-13-8,-17 29-96,-1-1 1,-3-1-1,-1-1 1,-2-2-1,-58 53 0,-205 152-1264,209-176 727,-165 116-2384,80-69-1781,44-39-3554,85-46 752</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5.744"/>
    </inkml:context>
    <inkml:brush xml:id="br0">
      <inkml:brushProperty name="width" value="0.035" units="cm"/>
      <inkml:brushProperty name="height" value="0.035" units="cm"/>
    </inkml:brush>
  </inkml:definitions>
  <inkml:trace contextRef="#ctx0" brushRef="#br0">196 0 15241,'-42'490'13701,"19"-278"-11611,-26 223-426,-4 35-1352,29 1-5190,21-405 2741,1 10-1765,8-24-5289,-1-24-725</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5.917"/>
    </inkml:context>
    <inkml:brush xml:id="br0">
      <inkml:brushProperty name="width" value="0.035" units="cm"/>
      <inkml:brushProperty name="height" value="0.035" units="cm"/>
    </inkml:brush>
  </inkml:definitions>
  <inkml:trace contextRef="#ctx0" brushRef="#br0">1 486 14125,'15'-100'1912,"-5"57"-255,0 3-153,5-6-64,1 4-16,6-1-216,7 3-240,12 0-192,7 3-188,25 5-292,13 18-512,9 5-176,16 12-464,3 14-520,1 20-684,-4 12-400,-6 20-3069,-13 8-4496</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074"/>
    </inkml:context>
    <inkml:brush xml:id="br0">
      <inkml:brushProperty name="width" value="0.035" units="cm"/>
      <inkml:brushProperty name="height" value="0.035" units="cm"/>
    </inkml:brush>
  </inkml:definitions>
  <inkml:trace contextRef="#ctx0" brushRef="#br0">115 115 13613,'-70'-3'1900,"48"0"2237,12-8-2081,-3-1 936,36 1-2044,24-6-200,17 11-468,25-8-792,25 5-272,16 1-652,10-1-788,3 1-492,9 5-2949,10 3-4688</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260"/>
    </inkml:context>
    <inkml:brush xml:id="br0">
      <inkml:brushProperty name="width" value="0.035" units="cm"/>
      <inkml:brushProperty name="height" value="0.035" units="cm"/>
    </inkml:brush>
  </inkml:definitions>
  <inkml:trace contextRef="#ctx0" brushRef="#br0">172 0 14873,'-70'35'2317,"54"-15"-21,-6 8-296,-1 4-264,11-7-288,-1 15-276,3 9-284,4 2-171,6 12-153,3 3-256,7 5-620,6 7-677,-4-4-487,7 6-728,-3-6-712,-3-2-3145,6 2-5316</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16.530"/>
    </inkml:context>
    <inkml:brush xml:id="br0">
      <inkml:brushProperty name="width" value="0.035" units="cm"/>
      <inkml:brushProperty name="height" value="0.035" units="cm"/>
    </inkml:brush>
  </inkml:definitions>
  <inkml:trace contextRef="#ctx0" brushRef="#br0">270 348 13401,'11'-144'2015,"-9"126"-1172,0 1 0,2-1 0,0 1 0,0-1 0,2 2 1,0-1-1,17-30 0,-22 45-699,0-1 0,0 1 1,1-1-1,-1 1 0,1 0 1,-1 0-1,1-1 0,0 1 0,0 0 1,0 1-1,0-1 0,0 0 1,4-2-1,-3 3-80,0 1 0,0-1 1,0 1-1,0-1 0,0 1 0,0 0 0,0 0 1,0 0-1,0 0 0,0 1 0,0 0 0,0-1 0,5 3 1,12 4 98,1 0 0,-2 2 1,1 1-1,-1 0 0,-1 1 1,0 1-1,17 15 0,114 111 432,-78-64-422,-4 4 1,-4 2-1,72 120 0,-93-128-128,-3 2 1,-4 1-1,-3 1 0,36 132 1,-58-166-135,-1-1 1,-3 2 0,-1-1 0,-2 1-1,-2 0 1,-2-1 0,-9 58-1,5-71-31,-1-1-1,-1 0 0,-2-1 0,0 0 0,-2 0 0,-1-1 1,-1 0-1,-1-1 0,-2-1 0,0 0 0,-37 41 0,24-38-163,-1-1 0,-1-1 0,-1-1 0,-1-2-1,0-2 1,-48 22 0,-6-4-1437,-135 39 0,-110 8-5211,288-74 5295,-131 32-7123</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5.240"/>
    </inkml:context>
    <inkml:brush xml:id="br0">
      <inkml:brushProperty name="width" value="0.035" units="cm"/>
      <inkml:brushProperty name="height" value="0.035" units="cm"/>
    </inkml:brush>
  </inkml:definitions>
  <inkml:trace contextRef="#ctx0" brushRef="#br0">191 73 5597,'14'-11'10723,"-6"0"-6520,-8 11-4184,0 0 0,0 0 0,0 0 0,0 0 0,0 0 0,0-1 0,0 1 0,0 0 0,0 0 0,0 0 0,0 0 0,0 0 0,0 0 0,0 0 0,0-1 0,0 1 0,0 0 0,0 0 0,0 0 0,0 0 0,0 0 0,0 0 0,0 0 0,0 0 0,0-1 0,0 1 0,0 0 0,0 0 0,0 0 1,0 0-1,0 0 0,0 0 0,-1 0 0,1 0 0,0 0 0,0-1 0,0 1 0,0 0 0,0 0 0,0 0 0,0 0 0,0 0 0,0 0 0,-1 0 0,1 0 0,0 0 0,0 0 0,0 0 0,0 0 0,0 0 0,0 0 0,0 0 0,-1 0 0,1 0 0,0 0 0,0 0 0,0 0 0,-15 10 1410,14-9-1196,1-2-1065,1 0 834,-1 1-1,0-1 1,1 1 0,-1-1-1,1 1 1,-1-1-1,1 1 1,-1-1-1,1 1 1,-1-1-1,1 1 1,-1-1-1,1 1 1,-1 0-1,1-1 1,0 1-1,0 0 1,13-10 5,7-14 19,-19 22-14,9-6 44,-11 7-52,1 1-1,-1-1 0,0 1 0,1 0 0,-1 0 1,0-1-1,1 1 0,-1 0 0,1 0 0,-1-1 1,1 1-1,-1 0 0,0 0 0,1 0 0,-1 0 1,1 0-1,-1 0 0,1-1 0,-1 1 0,1 0 1,-1 0-1,1 0 0,-1 1 0,0-1 0,1 0 1,-1 0-1,1 0 0,-1 0 0,1 1 0,2 6 67,0 0-1,-1 1 0,0 0 0,0 0 0,-1-1 0,0 1 0,0 0 0,-1 13 1,-9 68 562,2-34-144,-10 57 373,-4-1 1,-49 151-1,-32 169-2267,80-328 0,10-40-800,-5 83 1,15-4-6866,4-87 1341</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5.791"/>
    </inkml:context>
    <inkml:brush xml:id="br0">
      <inkml:brushProperty name="width" value="0.035" units="cm"/>
      <inkml:brushProperty name="height" value="0.035" units="cm"/>
    </inkml:brush>
  </inkml:definitions>
  <inkml:trace contextRef="#ctx0" brushRef="#br0">918 102 6517,'-26'-18'2897,"24"16"-459,-24-29 2374,26 30-4734,0 0-1,-1 0 1,1 0-1,0 1 1,0-1-1,-1 0 1,1 0-1,0 0 1,0 0-1,0 0 1,0 0-1,0 1 1,0-1-1,0 0 1,0 0-1,1 0 1,-1 0-1,0 0 1,1 0-1,-1 1 1,0-1-1,1 0 1,-1 0-1,1 0 1,-1 1-1,1-1 1,-1 0-1,1 1 1,0-1-1,-1 1 1,1-1-1,0 0 1,-1 1-1,1-1 1,1 1-1,31-16-119,-25 13 196,-2 1-151,0 1 0,0 1 1,0-1-1,0 1 0,1 0 1,-1 1-1,0-1 0,0 1 0,0 0 1,0 1-1,0-1 0,7 4 0,-12-4 5,4 0-7,-1 0 1,0 1 0,0 0-1,1 0 1,-1 0-1,-1 0 1,1 1-1,0-1 1,-1 1 0,1 0-1,-1 0 1,0 0-1,0 1 1,0-1-1,0 1 1,-1-1 0,1 1-1,-1 0 1,0 0-1,0 0 1,2 9 0,-3-7 10,0 1 1,0 0-1,-1 0 1,0 0-1,0 0 1,0 0-1,-1 0 1,0-1-1,-1 1 1,0 0-1,0 0 1,0-1-1,-6 12 1,-40 72 277,25-49-148,-25 62 1,45-95-131,0 0 1,1 0 0,-1 0-1,2 1 1,-1-1 0,1 1-1,0-1 1,1 1 0,0 0 0,1-1-1,0 1 1,0-1 0,0 1-1,1-1 1,1 0 0,-1 1-1,1-1 1,1 0 0,-1-1 0,10 14-1,32 47 138,-45-67-139,1 0 0,0 0 0,0 0 1,-1 0-1,1 0 0,-1 1 1,1-1-1,-1 0 0,1 0 0,-1 0 1,0 0-1,1 1 0,-1-1 1,0 0-1,0 0 0,0 0 0,0 1 1,0-1-1,0 0 0,0 0 1,-1 1-1,1-1 0,0 0 0,-1 0 1,1 0-1,0 0 0,-1 1 0,0-1 1,1 0-1,-1 0 0,0 0 1,1 0-1,-1 0 0,0-1 0,0 1 1,0 0-1,0 0 0,0 0 1,0-1-1,0 1 0,-2 1 0,-4 1 32,0 0-1,-1 0 1,1 0-1,-1-1 0,-10 3 1,-22 0 21,1 0 0,0-3 0,-49-3 0,4 0-49,57 2-4,-295 8-712,151 12-2537,62-2-4689,89-15 950</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013"/>
    </inkml:context>
    <inkml:brush xml:id="br0">
      <inkml:brushProperty name="width" value="0.035" units="cm"/>
      <inkml:brushProperty name="height" value="0.035" units="cm"/>
    </inkml:brush>
  </inkml:definitions>
  <inkml:trace contextRef="#ctx0" brushRef="#br0">1 135 9637,'3'-20'1592,"0"3"-356,22 3-232,1 2-188,-7-2-172,13-3-108,-4 5-212,10 4-404,4-1-392,12 3-372,3 4-288,-3-1-544,-4 6-1736,8 5-1777</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140"/>
    </inkml:context>
    <inkml:brush xml:id="br0">
      <inkml:brushProperty name="width" value="0.035" units="cm"/>
      <inkml:brushProperty name="height" value="0.035" units="cm"/>
    </inkml:brush>
  </inkml:definitions>
  <inkml:trace contextRef="#ctx0" brushRef="#br0">54 7 8161,'-32'-3'1724,"23"11"-188,-4 1 5933,42-9-11466,9-6 1933,3 0-1668,10-2-2381</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6.595"/>
    </inkml:context>
    <inkml:brush xml:id="br0">
      <inkml:brushProperty name="width" value="0.035" units="cm"/>
      <inkml:brushProperty name="height" value="0.035" units="cm"/>
    </inkml:brush>
  </inkml:definitions>
  <inkml:trace contextRef="#ctx0" brushRef="#br0">290 159 9097,'-2'-69'5590,"2"63"-5153,0 0-1,0 1 1,1-1-1,0 1 1,1-1-1,-1 1 1,1-1-1,0 1 1,0 0 0,4-7-1,-4 11-367,0-1 0,0 0 0,0 1 0,0-1-1,0 1 1,1-1 0,-1 1 0,1 0 0,-1 0 0,1 0-1,-1 0 1,1 1 0,4-2 0,39-3 278,-30 6-304,-1 1-1,0 0 1,0 1 0,0 1 0,0 0 0,-1 1-1,1 0 1,-1 1 0,-1 1 0,1 0-1,-1 1 1,0 1 0,22 19 0,-28-21-37,0 0 0,-1 0 0,1 1 0,-2 0 0,1 1 0,-1-1 0,0 1 0,-1 0 1,0 0-1,-1 0 0,1 1 0,-2-1 0,1 1 0,-2 0 0,1 0 0,-1 0 0,-1 0 1,1-1-1,-3 18 0,0-6-12,-2 0 0,0 0 1,-1-1-1,0 1 0,-2-1 0,-1-1 1,0 1-1,-15 24 0,-3-3-1,-2-2 0,-2 0 0,-41 42 0,-113 93 79,-9 0 211,174-154-213,0 0 0,-19 26 0,37-44-65,1-1 1,-1 0-1,0 1 0,0-1 1,1 1-1,-1-1 0,1 1 0,0-1 1,-1 1-1,1-1 0,0 1 1,0 0-1,0-1 0,0 1 0,0-1 1,0 1-1,0 0 0,1-1 1,-1 1-1,0-1 0,1 1 1,-1-1-1,1 1 0,0-1 0,0 0 1,-1 1-1,1-1 0,0 0 1,0 1-1,0-1 0,2 2 1,0 0-7,0 0 1,1-1 0,-1 1 0,1 0-1,-1-1 1,1 0 0,0 0-1,0 0 1,-1 0 0,7 1 0,14 2-195,1-1 0,0-1 1,-1-2-1,36-1 0,103-15-1679,-120 10 1223,589-108-9044,-495 86 8862,62-15 1444,-156 30 435,-1-1 0,65-30 1,-97 38-684,0 0 1,0-1 0,-1 0 0,1-1-1,-2 0 1,1-1 0,-1 0-1,0 0 1,9-12 0,-14 16-249,-1 1 1,1-1-1,-1 0 1,0 0-1,0 0 1,-1 0-1,1 0 1,-1 0-1,0 0 1,0 0-1,-1 0 1,1-1-1,-1 1 1,0 0-1,0-1 1,0 1-1,0 0 1,-1-1-1,0 1 1,0 0-1,0 0 1,0 0-1,-1 0 1,1 0 0,-1 0-1,0 0 1,-4-5-1,4 7-249,0-1 0,0 1-1,-1 0 1,1-1 0,-1 1 0,0 0-1,1 1 1,-1-1 0,0 0 0,0 1 0,0-1-1,0 1 1,0 0 0,-4-1 0,-47-6-5986,51 7 5462,-26-2-6334</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9.326"/>
    </inkml:context>
    <inkml:brush xml:id="br0">
      <inkml:brushProperty name="width" value="0.035" units="cm"/>
      <inkml:brushProperty name="height" value="0.035" units="cm"/>
    </inkml:brush>
  </inkml:definitions>
  <inkml:trace contextRef="#ctx0" brushRef="#br0">245 259 6321,'2'-14'722,"1"0"1,1-1 0,0 1-1,1 0 1,1 1 0,0 0-1,1-1 1,0 2 0,1-1-1,18-22 1,6-5 2532,-26 30-2384,0 1 1,1 0 0,11-10-1,-18 19-853,0 0-1,0 0 1,0 0 0,0 0-1,0 0 1,0 0-1,0 0 1,0 0 0,0 1-1,0-1 1,0 0-1,0 0 1,0 0 0,0 0-1,0 0 1,0 0-1,0 0 1,0 0 0,0 0-1,0 0 1,0 1-1,0-1 1,0 0 0,0 0-1,0 0 1,0 0-1,0 0 1,0 0 0,0 0-1,0 0 1,0 0-1,0 0 1,0 0-1,0 1 1,0-1 0,0 0-1,1 0 1,-1 0-1,0 0 1,0 0 0,0 0-1,0 0 1,0 0-1,0 0 1,0 0 0,0 0-1,0 0 1,0 0-1,1 0 1,-1 0 0,0 0-1,0 0 1,0 0-1,0 0 1,0 0 0,0 0-1,0 0 1,0 0-1,0 0 1,0 0 0,1 0-1,-1 0 1,0 0-1,2 10 330,-1 1-1,0-1 1,0 1-1,-1 0 0,0-1 1,-1 1-1,-1-1 1,-2 13-1,-28 87 970,13-53-747,-44 149 707,-89 335-915,137-479-1065,-31 132-2728,10-67-2061,19-71-676,4-6-3826</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29.578"/>
    </inkml:context>
    <inkml:brush xml:id="br0">
      <inkml:brushProperty name="width" value="0.035" units="cm"/>
      <inkml:brushProperty name="height" value="0.035" units="cm"/>
    </inkml:brush>
  </inkml:definitions>
  <inkml:trace contextRef="#ctx0" brushRef="#br0">1 13 12437,'0'0'197,"0"-1"0,0 1 0,-1 0 0,1-1-1,0 1 1,0-1 0,0 1 0,0 0 0,0-1 0,0 1-1,0 0 1,0-1 0,0 1 0,0-1 0,0 1 0,1 0-1,-1-1 1,0 1 0,0 0 0,0-1 0,0 1 0,1-1 0,-1 1-1,0 0 1,0 0 0,0-1 0,1 1 0,-1 0 0,0-1-1,1 1 1,-1 0 0,0 0 0,1 0 0,-1-1 0,0 1 0,1 0-1,-1 0 1,1 0 0,21 2 1437,-16 0-1603,1 1 0,0 0-1,-1 0 1,0 1-1,10 6 1,50 48 266,114 128-1,40 87-5075,-158-194 1948,-11-18-1798,5-1-2673</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0.095"/>
    </inkml:context>
    <inkml:brush xml:id="br0">
      <inkml:brushProperty name="width" value="0.035" units="cm"/>
      <inkml:brushProperty name="height" value="0.035" units="cm"/>
    </inkml:brush>
  </inkml:definitions>
  <inkml:trace contextRef="#ctx0" brushRef="#br0">13 146 7113,'0'0'5624,"-1"-3"-4483,-10-52 5360,10 47-6504,3 7 84,0-1 0,0 1 0,0-1 0,1 1 0,-1 0 0,0 0 1,0 0-1,1 0 0,-1 0 0,5 0 0,52-7-344,102-1 0,21-2-3175,-11-16-3986,-74 15 528</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0.805"/>
    </inkml:context>
    <inkml:brush xml:id="br0">
      <inkml:brushProperty name="width" value="0.035" units="cm"/>
      <inkml:brushProperty name="height" value="0.035" units="cm"/>
    </inkml:brush>
  </inkml:definitions>
  <inkml:trace contextRef="#ctx0" brushRef="#br0">0 159 9165,'10'-5'1041,"-1"-1"1,0 0 0,-1 0-1,14-12 1,16-12 561,-15 15-1056,0 2-1,0 1 1,2 0 0,32-10-1,-47 19-499,1 0-1,-1 1 0,0 0 0,1 0 0,-1 1 1,1 0-1,0 1 0,-1 1 0,1-1 1,-1 2-1,1-1 0,-1 2 0,15 3 0,-21-4-39,1 0 0,-1 1 0,1-1 0,-1 1 0,0 0 0,0 0 0,0 0 0,0 1 0,0-1 0,-1 1 0,0 0 0,0 0-1,0 0 1,0 0 0,0 1 0,-1-1 0,0 1 0,0-1 0,0 1 0,-1 0 0,1 0 0,-1 0 0,0 0 0,-1 0-1,1 0 1,-1 5 0,0 5-4,-1-1 0,0 1 0,-1-1 0,-1 0 0,0 0 0,-1 0 0,-10 24-1,-9 9 1,-3 0 0,-1-1 0,-52 65 0,3-6 28,73-100-28,-1 0-1,1 1 1,0 0-1,0-1 1,0 1-1,1 0 1,0 0-1,0 1 1,-1 6-1,3-10 0,0-1 0,0 1 0,0-1 0,1 1 0,-1-1 0,1 0 0,-1 1 0,1-1 0,0 0 0,0 1 1,0-1-1,0 0 0,0 0 0,1 0 0,-1 0 0,1 0 0,-1 0 0,1 0 0,0-1 0,-1 1 0,1 0 0,0-1 0,0 1 0,4 1 0,1 1-19,0-1 0,0 1 0,1-2 0,-1 1 0,1-1-1,-1 0 1,13 2 0,58 1-60,-39-3 49,272 2-2439,-251-9-1303,85-18 0,-78 9-2682</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1.963"/>
    </inkml:context>
    <inkml:brush xml:id="br0">
      <inkml:brushProperty name="width" value="0.035" units="cm"/>
      <inkml:brushProperty name="height" value="0.035" units="cm"/>
    </inkml:brush>
  </inkml:definitions>
  <inkml:trace contextRef="#ctx0" brushRef="#br0">715 40 7149,'-2'-3'449,"0"-1"-1,0 2 1,0-1 0,0 0 0,0 0 0,-1 1 0,0-1 0,1 1 0,-1 0 0,0 0-1,0 0 1,0 0 0,-4-1 0,4 2-319,0 0 0,-1 0 0,1 1-1,0 0 1,0-1 0,-1 1 0,1 0 0,0 1 0,-1-1 0,-3 1-1,-17 5 231,0 1 1,0 1-1,1 1 0,0 1 0,1 1 0,0 0 0,-35 26 0,33-19-222,0 1 0,1 1 0,2 1 0,0 1 0,1 1 0,-18 26 0,34-41-125,-1-1-1,1 1 1,1 0-1,-1 0 1,1 0 0,1 0-1,-1 0 1,2 1-1,-1-1 1,1 1-1,0-1 1,1 1-1,0-1 1,0 1-1,1 0 1,0-1-1,0 1 1,1-1-1,0 1 1,1-1-1,0 0 1,0 0-1,1 0 1,0-1 0,0 1-1,1-1 1,7 10-1,17 19 7,2-1 0,35 30 0,-37-38-30,-1 2 1,-2 0-1,32 45 1,-53-66 4,-1-1 1,0 1-1,0 0 0,-1 0 1,0 0-1,0 1 1,-1-1-1,0 1 1,0-1-1,0 15 1,-2-17 9,0 0 0,-1 0 0,1 0 0,-1 0 0,-1 0 1,1 0-1,-1-1 0,0 1 0,0 0 0,-1-1 1,0 0-1,0 0 0,0 0 0,0 0 0,-1 0 1,-5 5-1,-9 7-9,0 0 0,0-2-1,-2 0 1,-30 17 0,-89 37-207,83-43 74,30-13-458,-73 38-970,86-43-334,1 0 0,0 1 0,-10 12 0,6-5-4062</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2.337"/>
    </inkml:context>
    <inkml:brush xml:id="br0">
      <inkml:brushProperty name="width" value="0.035" units="cm"/>
      <inkml:brushProperty name="height" value="0.035" units="cm"/>
    </inkml:brush>
  </inkml:definitions>
  <inkml:trace contextRef="#ctx0" brushRef="#br0">202 0 9425,'-45'44'4857,"-18"24"-2277,61-66-2546,-8 11 92,0 0-1,0 1 0,1 1 1,1-1-1,1 1 0,0 1 1,0-1-1,2 1 0,0 0 1,1 1-1,1-1 0,0 1 1,1-1-1,1 1 0,0 0 1,3 20-1,0-9-239,2 0 0,1 0 0,1-1 0,1 1 0,1-2 0,2 1 0,1-1 1,26 46-1,-28-58-99,0 0 0,2-1 0,-1 0 0,2 0 0,0-1 0,14 11 0,-20-18 140,-1 0 0,1-1 0,0 0 0,1-1 0,-1 1 0,1-1 1,-1 0-1,1-1 0,0 1 0,0-1 0,0-1 0,0 0 0,1 0 1,-1 0-1,0 0 0,12-2 0,-14 0 74,1-1 0,0 0 0,0 0 0,-1 0 0,1-1-1,-1 0 1,0 0 0,0 0 0,0 0 0,0-1 0,-1 0 0,1 0 0,-1 0 0,0-1-1,0 1 1,-1-1 0,1 0 0,-1 0 0,0 0 0,0-1 0,-1 1 0,3-7 0,1-7 145,0 1 0,-1-1 0,0 0 0,-2 0 0,2-30 0,-5 25 22,0-1-1,-2 1 1,0 0 0,-2-1 0,-1 1-1,-1 1 1,-1-1 0,-1 1 0,0 0 0,-2 1-1,-1 0 1,-1 0 0,-24-32 0,32 49-239,-1 0 0,0 1 0,0-1 1,-1 1-1,0 0 0,1 0 0,-1 1 1,0 0-1,-1 0 0,1 0 0,-13-3 1,14 5-250,0 0 0,1 0 0,-2 0 0,1 1 0,0 0 0,0 0 0,-7 1 0,9 0-170,0-1 0,0 1 0,0 0 0,0 0 0,0 0 0,0 1 0,0-1 0,0 0 0,1 1 0,-1 0 0,1 0 0,-4 3 0,-7 9-5265</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2.699"/>
    </inkml:context>
    <inkml:brush xml:id="br0">
      <inkml:brushProperty name="width" value="0.035" units="cm"/>
      <inkml:brushProperty name="height" value="0.035" units="cm"/>
    </inkml:brush>
  </inkml:definitions>
  <inkml:trace contextRef="#ctx0" brushRef="#br0">5 43 8549,'0'-1'139,"-1"0"0,1 0 0,-1 0 0,1 0 1,-1 0-1,1-1 0,0 1 0,-1 0 0,1 0 1,0 0-1,0-1 0,0 1 0,0 0 0,0 0 0,0 0 1,0-1-1,0 1 0,0 0 0,1 0 0,0-2 0,1-14 4934,16 33-4024,-4-3-982,-1 0 0,0 2 0,-1-1 0,-1 1 1,0 1-1,-1 0 0,-1 1 0,0 0 0,-2 0 0,0 1 0,0 0 0,3 20 1,-3-7 25,-1 1 0,-2 0 1,0 0-1,-3 0 0,-1 0 1,-4 41-1,3-64-48,1-1 1,-2 1-1,1-1 0,-1 1 1,0-1-1,-1 0 0,0 0 1,0 0-1,-1 0 0,0 0 1,0-1-1,-1 1 0,-10 12 1,13-20-22,1 0-1,0 1 1,0-1 0,0 0 0,0 0 0,0 0-1,0 0 1,0-1 0,0 1 0,0 0-1,0 0 1,0-1 0,0 1 0,0 0 0,0-1-1,-1 0 1,0 0 41,0 1-36,0-1 1,0 1 0,0-1 0,0 0 0,0 0 0,1 0 0,-1 0 0,0 0 0,0 0-1,1 0 1,-1 0 0,1-1 0,-1 1 0,1-1 0,0 1 0,-1-1 0,1 0 0,0 1 0,0-1-1,-1-2 1,1 0 5,-1 0 0,1-1-1,0 1 1,0 0-1,1-1 1,-1 1-1,1-1 1,0-7 0,1-1-31,1 1 0,0-1 0,1 1 1,0 0-1,8-19 0,-1 12-361,0 0 1,1 1-1,1 1 0,0 0 0,2 0 0,0 1 0,0 1 0,29-23 0,-11 13-1419,2 2-1,0 0 0,57-25 0,-40 27-1557,5 4-1216</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3.018"/>
    </inkml:context>
    <inkml:brush xml:id="br0">
      <inkml:brushProperty name="width" value="0.035" units="cm"/>
      <inkml:brushProperty name="height" value="0.035" units="cm"/>
    </inkml:brush>
  </inkml:definitions>
  <inkml:trace contextRef="#ctx0" brushRef="#br0">356 69 3252,'0'0'522,"4"0"51,-3 0-570,9-2 311,-1 1 1,1 1 0,-1 0 0,13 1-1,-12 0-215,0 1-1,-1-2 1,1 1-1,0-2 1,0 1 0,0-1-1,0-1 1,-1 1-1,11-5 1,-14 4 294,0 0 0,0 0 1,0-1-1,0 0 1,-1 0-1,1-1 0,-1 0 1,0 0-1,6-6 0,-10 10-357,-1 0-1,0-1 0,1 1 1,-1 0-1,0-1 0,1 1 1,-1 0-1,0-1 0,1 1 1,-1 0-1,0-1 0,0 1 1,0-1-1,1 1 0,-1-1 1,0 1-1,0 0 0,0-1 1,0 1-1,0-1 0,0 1 1,0-1-1,0 1 0,0-1 1,0 1-1,0 0 0,0-1 1,0 1-1,0-1 0,0 1 1,-1-1-1,-13-6 1103,8 6-869,0 0 1,1 1-1,-1 0 1,0 0 0,-8 1-1,-12 5 346,0 1-1,1 2 1,0 0 0,1 2 0,0 0-1,-34 23 1,14-5 129,1 2 0,-52 50 0,79-66-598,0 1-1,1 0 0,1 1 1,0 1-1,1 0 1,1 1-1,-14 31 0,22-40-136,0 0-1,1 0 1,0 1-1,0-1 0,1 1 1,1-1-1,0 1 1,0 0-1,1 0 0,1 0 1,-1-1-1,2 1 0,-1 0 1,2-1-1,-1 1 1,2-1-1,6 16 0,-2-11-251,1 1-1,1-1 1,0 0 0,1-1-1,0 0 1,2-1-1,-1 0 1,1-1-1,20 13 1,-8-7-931,2-1 1,0-1-1,0-1 1,46 17-1,3-7-3290,3 2-2363</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3.172"/>
    </inkml:context>
    <inkml:brush xml:id="br0">
      <inkml:brushProperty name="width" value="0.035" units="cm"/>
      <inkml:brushProperty name="height" value="0.035" units="cm"/>
    </inkml:brush>
  </inkml:definitions>
  <inkml:trace contextRef="#ctx0" brushRef="#br0">181 66 7821,'-1'-2'248,"0"1"-1,0-1 1,-1 0 0,1 0 0,0 0 0,1 1 0,-1-1 0,0 0 0,0 0-1,1 0 1,-1 0 0,1 0 0,0-1 0,0 1 0,-1 0 0,1 0 0,1 0-1,-1 0 1,0 0 0,0 0 0,2-6 3722,-11-2-2445,9 9-1489,-1 1 1,1-1-1,0 1 1,0 0-1,0-1 1,0 1 0,-1 0-1,1 0 1,0-1-1,0 1 1,-1 0-1,1-1 1,0 1-1,-1 0 1,1 0-1,0 0 1,-1-1-1,1 1 1,0 0 0,-1 0-1,1 0 1,0 0-1,-1 0 1,1-1-1,0 1 1,-1 0-1,1 0 1,-1 0-1,1 0 1,0 0 0,-1 0-1,1 0 1,-1 1-1,-1 4-319,0 0-1,0 0 1,0 0 0,-1-1-1,0 1 1,0-1-1,0 1 1,0-1 0,-1 0-1,0 0 1,-4 3-1,-5 3-1636,0-1-1,-20 10 1,16-9 251,-19 13-4279</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34.153"/>
    </inkml:context>
    <inkml:brush xml:id="br0">
      <inkml:brushProperty name="width" value="0.035" units="cm"/>
      <inkml:brushProperty name="height" value="0.035" units="cm"/>
    </inkml:brush>
  </inkml:definitions>
  <inkml:trace contextRef="#ctx0" brushRef="#br0">217 21 4212,'-28'-20'12789,"44"38"-11221,-17-12-1392,-1-1-1,1 1 1,-1 0-1,0-1 1,-1 1-1,1-1 1,-1 0-1,0 1 1,-4 4-1,-5 11 156,-28 73 631,-12 27-394,37-90-478,2-1 0,1 1-1,-10 44 1,18-59-346,1 1 0,0 0 0,2 0 0,0 0 1,1 0-1,0 0 0,2 0 0,4 23 0,-4-32-82,0 0 0,1 0 0,0 0 0,1-1 0,0 0 0,0 0 0,0 0 0,1 0 0,6 6 0,2 2-2035,1-2 0,29 23 0,2-5-4385</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48.990"/>
    </inkml:context>
    <inkml:brush xml:id="br0">
      <inkml:brushProperty name="width" value="0.035" units="cm"/>
      <inkml:brushProperty name="height" value="0.035" units="cm"/>
    </inkml:brush>
  </inkml:definitions>
  <inkml:trace contextRef="#ctx0" brushRef="#br0">17 555 3200,'3'4'8632,"-9"-8"-7453,-5-3-1948,9 4 3279,51-11-2210,-2-2 0,76-37-1,471-185 562,-275 119-733,-37 18-455,-273 98 213,-11 6-24,0 1-1,0-1 1,0 1-1,0-1 1,-1 0-1,1 0 1,-1 0-1,0 0 1,0 0-1,-7 4 1,9-6 63,-9 7-291,-95 86-3473,98-87 2819,0-1-1,-1 0 0,-15 9 0,8-6-2308</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0:49.717"/>
    </inkml:context>
    <inkml:brush xml:id="br0">
      <inkml:brushProperty name="width" value="0.035" units="cm"/>
      <inkml:brushProperty name="height" value="0.035" units="cm"/>
    </inkml:brush>
  </inkml:definitions>
  <inkml:trace contextRef="#ctx0" brushRef="#br0">227 352 3864,'0'0'7235,"-2"-1"-7108,-15-11-27,9 5-24,-1 2 1,0-1 0,-18-8 0,-73-34 12,46 19 395,54 27-467,1 0 0,-1-1 0,1 1 1,0 0-1,0 0 0,0 0 0,0 0 0,0 0 0,0 0 1,1 0-1,-1 0 0,3-3 0,9-8 57,1 1 0,0 1 0,1 0 0,0 0 0,1 2 0,0 0 0,0 1 0,23-8 0,7-1 43,93-19 0,-41 21-859,0 4 1,109 2-1,-71-2-4258,-111 11 1880</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285"/>
    </inkml:context>
    <inkml:brush xml:id="br0">
      <inkml:brushProperty name="width" value="0.035" units="cm"/>
      <inkml:brushProperty name="height" value="0.035" units="cm"/>
    </inkml:brush>
  </inkml:definitions>
  <inkml:trace contextRef="#ctx0" brushRef="#br0">17 202 14813,'-1'0'94,"0"-1"-1,0 1 1,0-1 0,0 1-1,0-1 1,0 0-1,0 1 1,0-1-1,1 0 1,-1 0 0,0 0-1,0 1 1,1-1-1,-1 0 1,1 0-1,-1 0 1,1 0 0,-1 0-1,1 0 1,0 0-1,-1 0 1,1 0-1,0 0 1,0 0 0,0-1-1,0-1 1,1 1 147,0 0 1,0 0 0,0-1-1,0 1 1,1 0-1,-1 1 1,1-1 0,0 0-1,3-3 1,16-21 2689,-16 18-2598,1 1 0,0-1 0,0 1 0,1 1 0,0-1-1,0 1 1,0 0 0,1 0 0,0 1 0,0 0 0,0 1-1,1 0 1,-1 0 0,16-4 0,9-2-274,0 2 0,0 2 0,62-5 0,-60 10-1138,0 1 1,1 2 0,54 9-1,-70-6-507,38 11 1,-52-14 788,0 1 1,0 0 0,0 0 0,-1 0 0,1 0 0,-1 1 0,1 0-1,-1 0 1,8 9 0,-10-9-785,0 0 1,-1 1-1,0-1 0,0 0 0,3 9 0</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456"/>
    </inkml:context>
    <inkml:brush xml:id="br0">
      <inkml:brushProperty name="width" value="0.035" units="cm"/>
      <inkml:brushProperty name="height" value="0.035" units="cm"/>
    </inkml:brush>
  </inkml:definitions>
  <inkml:trace contextRef="#ctx0" brushRef="#br0">86 175 12581,'-60'-14'8385,"47"5"-6445,1 6 960,27-3-1932,27-2-239,5-4-437,20-2-604,16 0-533,12 0-439,13-4-760,3 1-632,-3-3-3441,3-5-5416</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736"/>
    </inkml:context>
    <inkml:brush xml:id="br0">
      <inkml:brushProperty name="width" value="0.035" units="cm"/>
      <inkml:brushProperty name="height" value="0.035" units="cm"/>
    </inkml:brush>
  </inkml:definitions>
  <inkml:trace contextRef="#ctx0" brushRef="#br0">288 186 7309,'4'-64'1929,"-3"59"-1476,1-1 1,-1 1-1,1 0 1,0 0-1,0 0 1,1 1-1,-1-1 1,1 1-1,0-1 1,1 1-1,-1 0 1,1 0-1,-1 0 1,1 0-1,0 1 1,5-4-1,-4 4 217,-1-1 1,0 0-1,0 1 0,0-2 1,0 1-1,-1 0 0,1-1 1,2-6-1,-36 42 3032,2 16-1716,-25 57-1,25-47-1044,-22 46-648,5 1 1,4 3-1,-47 195 0,81-270-382,2 2 0,1-1 1,2 0-1,1 1 0,2-1 0,1 1 1,1-1-1,9 35 0,-8-50-26,1 0 0,1-1 0,0 1 1,2-1-1,0-1 0,1 1 0,0-1 0,1-1 1,1 0-1,1 0 0,0-1 0,0 0 0,2-2 0,0 1 1,29 19-1,-19-18-807,0-1 1,1-1-1,0-1 1,1-1-1,1-2 0,32 7 1,-12-6-3623,56 3 0,-5-8-7064</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3.937"/>
    </inkml:context>
    <inkml:brush xml:id="br0">
      <inkml:brushProperty name="width" value="0.035" units="cm"/>
      <inkml:brushProperty name="height" value="0.035" units="cm"/>
    </inkml:brush>
  </inkml:definitions>
  <inkml:trace contextRef="#ctx0" brushRef="#br0">305 1 13773,'-76'32'5164,"68"-27"-4523,0-1 0,0 1 0,0 0 0,1 1 0,0 0 0,0 0 0,-7 9 0,4-1 107,0 1 0,1 1 0,0-1 0,1 1 0,-7 21 0,-23 87 1314,35-113-1897,-17 80 323,4 2 1,5 0-1,-1 100 0,11-158-977,3 1-1,0-1 1,12 56 0,-7-60-757,1 0-1,2-1 1,1 0 0,18 34-1,-24-55 396,0 0-1,1 0 1,0-1-1,1 1 0,12 12 1,-12-15-522,-1-1 0,1 0 0,0 0 0,11 5 0,25 9-8213</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4.123"/>
    </inkml:context>
    <inkml:brush xml:id="br0">
      <inkml:brushProperty name="width" value="0.035" units="cm"/>
      <inkml:brushProperty name="height" value="0.035" units="cm"/>
    </inkml:brush>
  </inkml:definitions>
  <inkml:trace contextRef="#ctx0" brushRef="#br0">528 2 15365,'-6'-1'412,"0"1"0,0 0 0,0 0-1,0 0 1,0 1 0,0 0 0,0 0-1,0 0 1,0 1 0,0 0 0,1 0-1,-1 1 1,1 0 0,-1 0 0,1 0 0,0 0-1,0 1 1,-6 5 0,-16 19 3008,-44 57-1,-10 42-936,37-44-2370,-38 105-1,58-119-2197,-22 97-1,12-6-7251,31-147 8251,2 16-4832,11-3-3322</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4.342"/>
    </inkml:context>
    <inkml:brush xml:id="br0">
      <inkml:brushProperty name="width" value="0.035" units="cm"/>
      <inkml:brushProperty name="height" value="0.035" units="cm"/>
    </inkml:brush>
  </inkml:definitions>
  <inkml:trace contextRef="#ctx0" brushRef="#br0">66 109 13473,'-35'-2'4172,"32"2"-2165,-24-9 5169,228-5-5581,3-16-4422,-101 14 544,-71 11 1396,126-18-7931,-73 14-1806</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5.704"/>
    </inkml:context>
    <inkml:brush xml:id="br0">
      <inkml:brushProperty name="width" value="0.035" units="cm"/>
      <inkml:brushProperty name="height" value="0.035" units="cm"/>
    </inkml:brush>
  </inkml:definitions>
  <inkml:trace contextRef="#ctx0" brushRef="#br0">115 125 6865,'3'-8'766,"-2"6"-489,0 1 0,0-1 0,0 1 0,-1-1 0,1 0 0,-1 1 0,1-1 0,-1 0 0,0 0 0,0 1 0,1-1 0,-1-2 2071,-3-19 1406,-10-31 3273,13 53-6929,0 1 1,0-1-1,0 0 1,0 1-1,-1-1 1,1 0-1,0 0 1,0 1-1,-1-1 1,1 0-1,-1 1 1,1-1-1,0 1 1,-1-1 0,1 0-1,-1 1 1,0-1-1,1 1 1,-1-1-1,1 1 1,-1 0-1,0-1 1,1 1-1,-1 0 1,0-1-1,1 1 1,-1 0-1,0 0 1,1-1 0,-1 1-1,0 0 1,0 0-1,1 0 1,-1 0-1,0 0 1,0 0-1,1 0 1,-1 0-1,0 1 1,0-1-1,1 0 1,-1 0-1,0 0 1,1 1-1,-1-1 1,0 0 0,1 1-1,-1-1 1,1 1-1,-1-1 1,0 1-1,1-1 1,-1 1-1,1-1 1,-1 1-1,1 0 1,0-1-1,-1 1 1,0 0-1,-7 14 102,-1-1-1,2 1 0,0 1 1,1-1-1,0 1 0,2 0 0,-5 22 1,1 9 388,-2 64 1,8-73-589,2 0 1,2 0-1,1 0 1,2-1-1,17 63 0,-17-82 0,1-1-1,0 1 0,1-2 0,1 1 0,1-1 0,0 0 0,1-1 1,1 0-1,0-1 0,1 0 0,0 0 0,1-1 0,27 20 1,-33-28-69,0-1 1,1 0 0,0 0 0,-1 0-1,1-1 1,0 0 0,0-1 0,1 0-1,-1 0 1,0 0 0,1-1 0,-1-1 0,1 1-1,0-2 1,-1 1 0,10-2 0,-7-1-7,-1 0 0,1 0 0,-1-1 0,1 0 0,-1-1 0,0 0 0,-1-1 0,1 0 1,-1-1-1,0 0 0,14-14 0,22-28-86,62-87 1,-58 70 504,-25 39 26,-16 23-27,-11 15 55,-36 66 21,-62 92 1,57-99-325,-72 109-553,-24 40-964,73-114-1097,-4 8-2401,30-37-4065,23-37-2494</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6.030"/>
    </inkml:context>
    <inkml:brush xml:id="br0">
      <inkml:brushProperty name="width" value="0.035" units="cm"/>
      <inkml:brushProperty name="height" value="0.035" units="cm"/>
    </inkml:brush>
  </inkml:definitions>
  <inkml:trace contextRef="#ctx0" brushRef="#br0">1252 9 12201,'-19'-9'8667,"16"10"-7180,0 1-1242,0 0 0,-1 0-1,1 1 1,0-1 0,1 0 0,-1 1 0,0 0 0,1 0 0,-1 0 0,1 0 0,0 0 0,0 0 0,0 1 0,1-1-1,-1 1 1,-1 6 0,-5 13 737,-6 36-1,8-35-301,-17 87 228,-15 180 0,18 118 765,17-296-1556,1-66-117,-29 369 0,23-367 0,-1 0 0,-4 0 0,-1-1 0,-2-1 0,-3 0 0,-31 58 0,29-68-530,-1-2 1,-3 0-1,0-2 1,-2 0-1,-2-2 0,-1-1 1,-1-1-1,-1-2 0,-1-1 1,-2-2-1,-1-1 1,0-2-1,-2-1 0,0-2 1,-1-2-1,-56 15 1,-57 1-7207,-16-10-5308</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7.846"/>
    </inkml:context>
    <inkml:brush xml:id="br0">
      <inkml:brushProperty name="width" value="0.035" units="cm"/>
      <inkml:brushProperty name="height" value="0.035" units="cm"/>
    </inkml:brush>
  </inkml:definitions>
  <inkml:trace contextRef="#ctx0" brushRef="#br0">191 129 8933,'0'19'1957,"0"-15"1467,-1-7-1881,-3-5-1836,-12-16 9670,7 15-7804,7 7 86,-33 0-1269,32 1 442,4-2-834,-1-2 45,1 1 0,0-1 0,0 1-1,1 0 1,-1-1 0,1 1-1,0 0 1,0 0 0,1 0 0,-1 0-1,1 0 1,0 1 0,0-1-1,5-4 1,28-24 931,-34 30-273,7 14-192,-8-8-480,0 0 1,0 0-1,0 0 0,0 0 0,-1 0 0,0 0 0,0 1 1,0-1-1,0 0 0,-1 0 0,-1 7 0,-16 52 155,12-45-169,-106 325-15,57-129-3660,49-183 2627,2 0 0,2 0 0,0 1 0,7 61 0,-4-83-427,1 0-1,1 0 1,0 0 0,1 0-1,0 0 1,7 12-1,10 18-9274</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083"/>
    </inkml:context>
    <inkml:brush xml:id="br0">
      <inkml:brushProperty name="width" value="0.035" units="cm"/>
      <inkml:brushProperty name="height" value="0.035" units="cm"/>
    </inkml:brush>
  </inkml:definitions>
  <inkml:trace contextRef="#ctx0" brushRef="#br0">393 0 12589,'-7'4'726,"-4"2"76,3-4 3967,18 15-2514,40 91 698,68 126-399,-38-99-1771,-79-132-758,1-1 0,-1 1 0,1 1 0,-1-1 1,0 0-1,-1 0 0,1 0 0,0 0 1,-1 6-1,0-8-16,0 0 0,0 1 0,-1-1 0,1 0 0,0 0 0,-1 1 0,1-1 0,-1 0 0,1 0 0,-1 0 0,0 1 0,1-1 0,-1 0 0,0 0 1,0 0-1,0 0 0,0-1 0,0 1 0,0 0 0,0 0 0,0 0 0,0-1 0,0 1 0,-1-1 0,1 1 0,0-1 0,0 1 0,-2-1 0,-10 4 11,-1-1-1,1-1 1,-1 0-1,0-1 1,1 0-1,-23-3 0,-89-14-56,67 7-84,0 1-243,5 0-1535,-65-2 0,110 10 884,0-1 0,0 0 0,0 0 0,1-1 0,-1 0 0,-9-4 0,0 0-3392</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661"/>
    </inkml:context>
    <inkml:brush xml:id="br0">
      <inkml:brushProperty name="width" value="0.035" units="cm"/>
      <inkml:brushProperty name="height" value="0.035" units="cm"/>
    </inkml:brush>
  </inkml:definitions>
  <inkml:trace contextRef="#ctx0" brushRef="#br0">19 13 12785,'7'-11'2548,"-12"10"2343,-7 9-251,6-1-4744,5-2 390,0 0 0,0 0 0,1 0 1,0 0-1,0 0 0,1 0 0,-1 0 1,1 0-1,0 0 0,3 7 1,-4-9-188,7 19 533,0 1 1,2-1-1,0 0 0,2 0 1,0-1-1,18 24 0,93 107-364,-79-103-400,-18-21-1182,1-2-1,51 40 1,19-2-4444,-29-33-4197,-32-14 25</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8.833"/>
    </inkml:context>
    <inkml:brush xml:id="br0">
      <inkml:brushProperty name="width" value="0.035" units="cm"/>
      <inkml:brushProperty name="height" value="0.035" units="cm"/>
    </inkml:brush>
  </inkml:definitions>
  <inkml:trace contextRef="#ctx0" brushRef="#br0">607 0 14545,'-93'3'2801,"65"9"-217,-7 5-404,-3-3-356,3 6-344,0 3-356,-3 5-251,3 7-193,0 2-404,0 3-1008,0 0-757,-57 43-4915,48-32 535,15-5-5020</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9.319"/>
    </inkml:context>
    <inkml:brush xml:id="br0">
      <inkml:brushProperty name="width" value="0.035" units="cm"/>
      <inkml:brushProperty name="height" value="0.035" units="cm"/>
    </inkml:brush>
  </inkml:definitions>
  <inkml:trace contextRef="#ctx0" brushRef="#br0">107 850 12049,'-17'61'2271,"11"-34"-952,-2 0-791,-1 0 0,-22 42 0,-2 6-2879,33-74 2283,-1 0 1,1 0-1,0 0 0,-1 0 1,1 0-1,0 1 0,0-1 1,0 0-1,0 0 0,0 0 0,0 0 1,0 1-1,0-1 0,1 0 1,-1 0-1,0 0 0,1 0 1,0 2-1,5-2-68,3-11 267,58-158 2356,84-173 391,-5 8-371,-125 289-1915,29-44 0,-39 71-335,1 1 0,0 1 1,1-1-1,1 2 0,32-26 0,-29 28 139,0 0-1,28-13 0,-41 24-359,-1-1-1,1 1 0,-1 0 0,1 0 0,-1 0 1,1 0-1,0 1 0,-1-1 0,1 1 0,0 0 1,-1 0-1,1 1 0,0-1 0,-1 1 0,1-1 0,0 1 1,-1 0-1,1 1 0,-1-1 0,1 1 0,-1-1 1,3 3-1,-4-3-17,2 2 16,0 0 0,-1 0 0,1 0-1,-1 1 1,1-1 0,-1 1 0,0 0 0,0 0 0,-1 0 0,1 1 0,-1-1 0,0 0 0,0 1 0,2 9 0,0 0 26,0 0 0,-1 1 1,1 21-1,-4-13-177,0 0 0,-1-1-1,-2 1 1,0 0 0,-1-1 0,-2 0 0,0 0 0,-1 0 0,-1-1 0,-1 0-1,-1-1 1,-17 26 0,7-15-367,-2-2 1,-1 0-1,-1-1 0,-1-2 1,-2-1-1,-56 42 0,-119 64-1141,179-117 1498,16-10 107,0 0-1,0-1 0,0 0 0,-15 5 1,15-6 50,4-1 794,6-1-443,12 3-98,0 2-1,-1-1 1,1 2-1,-1 0 1,0 0-1,20 14 1,76 59 518,-62-42-518,111 84-30,67 49-2471,-70-77-3024,-100-62 283,11 10-4368</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09.804"/>
    </inkml:context>
    <inkml:brush xml:id="br0">
      <inkml:brushProperty name="width" value="0.035" units="cm"/>
      <inkml:brushProperty name="height" value="0.035" units="cm"/>
    </inkml:brush>
  </inkml:definitions>
  <inkml:trace contextRef="#ctx0" brushRef="#br0">11 1 10505,'-1'2'145,"0"-1"0,0 1 0,0 0 0,0 0-1,0 0 1,0 0 0,0 0 0,1 0 0,-1 0 0,1 0 0,-1 1 0,1-1 0,0 0 0,0 0 0,0 0-1,0 0 1,0 1 0,1 2 0,0-3 12,0-1-1,0 1 1,0 0 0,0-1-1,0 1 1,0-1 0,0 1-1,1-1 1,-1 0 0,0 0-1,1 1 1,-1-1 0,1 0-1,0 0 1,-1 0 0,4 1-1,7 2 344,0-1 0,-1 0 1,1-1-1,0-1 0,16 1 0,258 5 3462,-134-6-2821,820 10 1758,66-5-1906,-350-6-671,76 8-196,966 0 100,-1562-13-389,6-1-4666,-234 6 1543,-89 2-4691,40 11-1375</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183"/>
    </inkml:context>
    <inkml:brush xml:id="br0">
      <inkml:brushProperty name="width" value="0.035" units="cm"/>
      <inkml:brushProperty name="height" value="0.035" units="cm"/>
    </inkml:brush>
  </inkml:definitions>
  <inkml:trace contextRef="#ctx0" brushRef="#br0">319 0 13321,'-5'6'863,"1"1"-1,0-1 1,1 1-1,-1 0 0,1 0 1,1 0-1,-1 0 1,1 1-1,1-1 1,-1 1-1,1-1 0,0 16 1,-4 15-41,-2 1 1,-2-2-1,-14 41 0,-53 120 2910,18-50-2519,-20 46-2195,73-181 484,0-1 1,1 1-1,0 0 0,1 0 1,0 1-1,0 17 0,3-26-69,0 0 1,0 1-1,1-1 0,-1 1 0,1-1 0,1 0 0,-1 0 1,3 6-1,-3-8-37,0 0-1,1-1 1,-1 1 0,1-1 0,0 1 0,0-1-1,0 0 1,0 1 0,0-1 0,0 0 0,1 0-1,-1-1 1,1 1 0,-1 0 0,5 1 0,21 11-9945</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432"/>
    </inkml:context>
    <inkml:brush xml:id="br0">
      <inkml:brushProperty name="width" value="0.035" units="cm"/>
      <inkml:brushProperty name="height" value="0.035" units="cm"/>
    </inkml:brush>
  </inkml:definitions>
  <inkml:trace contextRef="#ctx0" brushRef="#br0">70 1 14445,'-1'9'1443,"-1"0"0,2 0 0,-1 0-1,1 1 1,1-1 0,1 10 0,0-6-467,1 0 0,1 0 0,8 19 0,4 3-721,43 64-1,-33-57 817,51 81-266,-68-108-735,15 24 166,27 63 0,-47-92-208,1 0 0,-2 0 1,1 1-1,-2 0 1,1 0-1,-1-1 1,-1 1-1,0 0 1,-1 1-1,-1 17 1,0-21-38,-1 0 0,0 0 0,-1 0 0,0-1 0,0 1 0,-1 0 0,0-1 0,0 0 0,-1 0 0,1 0 0,-2-1 0,1 0 0,-1 0 0,-12 11 0,-6 2-427,-1-1 0,0-1 0,-48 23 1,48-28-1308,0-2 1,-32 10 0,25-15-1690,12-5-3602</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686"/>
    </inkml:context>
    <inkml:brush xml:id="br0">
      <inkml:brushProperty name="width" value="0.035" units="cm"/>
      <inkml:brushProperty name="height" value="0.035" units="cm"/>
    </inkml:brush>
  </inkml:definitions>
  <inkml:trace contextRef="#ctx0" brushRef="#br0">1 140 16065,'1'1'266,"-1"0"-1,1-1 1,0 1-1,0-1 0,0 0 1,0 1-1,0-1 0,-1 0 1,1 1-1,0-1 0,0 0 1,0 0-1,0 0 1,0 0-1,0 0 0,0 0 1,0 0-1,0 0 0,0 0 1,0 0-1,0-1 0,0 1 1,1-1-1,25-13 1330,-3 2-458,2 5-387,0 2 1,0 1-1,47-1 1,-13 1-136,702-47 1938,-168 23-3976,-331 16-3975,-244 11 3826,-16 1-1921</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0.915"/>
    </inkml:context>
    <inkml:brush xml:id="br0">
      <inkml:brushProperty name="width" value="0.035" units="cm"/>
      <inkml:brushProperty name="height" value="0.035" units="cm"/>
    </inkml:brush>
  </inkml:definitions>
  <inkml:trace contextRef="#ctx0" brushRef="#br0">525 0 13945,'0'0'3961,"-3"1"-1735,-1 1-1789,0 0 0,0 0 0,0 0 0,1 0 0,-1 1 0,1-1 0,-1 1 0,1 0 0,0 0 0,0 0 0,1 0 0,-5 6 0,-29 53 2270,17-29-1685,-179 298 1762,169-285-3523,-85 124-6358,104-156 6058,-4 4-3762,-21 34 0,17-9-6064</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1.368"/>
    </inkml:context>
    <inkml:brush xml:id="br0">
      <inkml:brushProperty name="width" value="0.035" units="cm"/>
      <inkml:brushProperty name="height" value="0.035" units="cm"/>
    </inkml:brush>
  </inkml:definitions>
  <inkml:trace contextRef="#ctx0" brushRef="#br0">202 285 14881,'-1'31'609,"1"-16"-52,-1 0-1,0 0 1,-1 0 0,-1-1 0,0 1-1,-7 17 1,-23 83 4852,12-45-4169,10-34-646,-17 41 0,28-76-582,0-1 1,0 1-1,-1 0 1,1-1-1,0 1 0,0 0 1,-1-1-1,1 1 1,0-1-1,-1 1 1,1-1-1,-1 1 1,1-1-1,-1 1 0,1-1 1,-1 1-1,1-1 1,-1 0-1,1 1 1,-1-1-1,0 0 1,1 1-1,-1-1 0,1 0 1,-1 0-1,0 1 1,1-1-1,-1 0 1,0 0-1,1 0 1,-1 0-1,0 0 0,1 0 1,-1 0-1,0 0 1,1 0-1,-1-1 1,0 1-1,1 0 1,-1 0-1,0-1 0,1 1 1,-1 0-1,1-1 1,-1 1-1,0 0 1,0-1-1,0-1-11,-1 1 0,1-1 0,0 1-1,0-1 1,0 1 0,0-1 0,0 0 0,0 0-1,0 1 1,0-1 0,1 0 0,-1 0 0,0 0-1,1 0 1,0 0 0,0 0 0,-1 0 0,1-3 0,3-19-1,0 0 1,2 0-1,0 1 1,2-1-1,0 1 1,2 1-1,0-1 1,2 1-1,15-24 1,-1 7-136,1 2-1,3 0 1,0 2 0,35-32-1,-36 40 29,0 1 1,2 2-1,1 0 0,1 2 0,1 2 1,1 1-1,0 1 0,73-25 0,-93 39 71,1 1-1,0 0 0,-1 1 0,1 1 0,0 0 0,0 1 1,30 4-1,-39-3 28,-1-1 1,1 1-1,-1 1 1,0-1-1,1 1 1,-1 0-1,0 0 1,0 0-1,0 1 0,0 0 1,0 0-1,-1 0 1,1 1-1,-1-1 1,0 1-1,0 0 1,0 0-1,-1 0 1,0 1-1,1 0 1,-1-1-1,-1 1 0,1 0 1,2 6-1,-5-6 5,1-1 0,0 1 0,-1 0 1,0 0-1,0 0 0,0 0 0,-1 0 0,1-1 0,-1 1 0,-1 0 0,1-1 0,0 1 0,-1 0 0,0-1 0,0 0 0,-1 1 0,1-1 0,-4 5 0,-6 7 4,0-1 0,-1 0 1,-17 15-1,0-3 0,0-3 0,-2 0 0,0-2 1,-49 24-1,-148 59-1,116-56 72,32-16-91,48-20 56,0 0 0,-56 34 1,84-43 23,0-1 1,0 1-1,1 0 1,-1 0-1,1 0 1,0 0-1,1 1 0,-1 0 1,-3 5-1,6-8-32,1 0-1,-1 0 1,1 1-1,-1-1 1,1 0-1,0 0 0,0 0 1,0 0-1,0 0 1,0 0-1,0 0 0,1 0 1,-1 0-1,1 0 1,0 0-1,-1 0 1,1 0-1,0 0 0,0 0 1,0 0-1,0 0 1,2 1-1,29 35 195,-16-25-167,0-1 1,1-1 0,0-1-1,1 0 1,0-1 0,37 12-1,-30-11-32,601 191-1162,-607-196 807,212 52-3134,-181-48-1734,57 2 0,-55-8-4130</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07:11:11.524"/>
    </inkml:context>
    <inkml:brush xml:id="br0">
      <inkml:brushProperty name="width" value="0.035" units="cm"/>
      <inkml:brushProperty name="height" value="0.035" units="cm"/>
    </inkml:brush>
  </inkml:definitions>
  <inkml:trace contextRef="#ctx0" brushRef="#br0">23 84 12833,'0'0'2140,"-13"-12"13,4 1 8656,18-9-14234,7 3 633,3 5-3629,0 1-5892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273B-1FE7-AD95-953B-AF1782D2C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837C5C-C2A2-3818-406A-ECE813B307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E4E54F-7E22-CCC0-C0BC-8AF9EDE569C0}"/>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F0868182-D2FE-CB7F-D590-12EAE1370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6A3B10-0D2C-77C6-6A24-EE2AAECA0D99}"/>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178689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C4C3-7533-4B1C-4BBB-E6F4CD977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9E4F57-97C7-0752-441B-B00E395832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382256-ABF4-4000-F654-459036724B96}"/>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83F2A7A9-1290-039E-8AFF-152F38A30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B2C80-E5DF-8405-1313-FB82C011F35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389072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23FE-E9EC-66CD-149E-D7630A1A4D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0D99FA-BF31-1AB7-A654-9AF7222B67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4C27EB-F9DB-2060-996F-5553B4C20320}"/>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6DFC0731-331C-8A50-E1D0-62B15E0A8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CCBDC-04E2-9E48-216A-BFB69A6B940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4226866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E69C-6ECF-AED4-3F09-4FD53C3CF1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6458A6-2518-DBB4-05F1-40298EF476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4E9836-CE75-9B1F-FC64-3C23F177F9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810DDD-B415-9C9B-EB83-9F8FE8D5ACFB}"/>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6" name="Footer Placeholder 5">
            <a:extLst>
              <a:ext uri="{FF2B5EF4-FFF2-40B4-BE49-F238E27FC236}">
                <a16:creationId xmlns:a16="http://schemas.microsoft.com/office/drawing/2014/main" id="{9D4DD0AF-0C7F-7710-7F0B-433534A48B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6E4D3C-4FA2-2473-3D19-7CC7240422C1}"/>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84123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60D3E-ABA5-F15A-857F-4594848333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8AC36A-82AC-6168-9ED5-C85A5F347C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2F4C41-C85C-4C95-D5A2-4293F93EB4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E53396-DAD7-E6C7-85B3-6157040821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8D4D7E-27F8-92F2-4F77-1D3DB0D5AE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68458E-4263-54B1-AC45-DF912C3496E1}"/>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8" name="Footer Placeholder 7">
            <a:extLst>
              <a:ext uri="{FF2B5EF4-FFF2-40B4-BE49-F238E27FC236}">
                <a16:creationId xmlns:a16="http://schemas.microsoft.com/office/drawing/2014/main" id="{002CC757-8039-F3EB-F38D-D956A56D47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02DB8A-C745-C470-2ED8-7270FF96F1F5}"/>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014358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1BF9-6550-40A1-B69B-4B6BF16239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877116-8C3E-0704-C0C3-16D529145459}"/>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4" name="Footer Placeholder 3">
            <a:extLst>
              <a:ext uri="{FF2B5EF4-FFF2-40B4-BE49-F238E27FC236}">
                <a16:creationId xmlns:a16="http://schemas.microsoft.com/office/drawing/2014/main" id="{AE14237F-B9F4-8B53-7151-F7823D88A5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02ECC1-CDE3-7CF2-CCB0-DD11D56C851E}"/>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82558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7E4B5-513A-2408-3361-0633F42B8D8B}"/>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3" name="Footer Placeholder 2">
            <a:extLst>
              <a:ext uri="{FF2B5EF4-FFF2-40B4-BE49-F238E27FC236}">
                <a16:creationId xmlns:a16="http://schemas.microsoft.com/office/drawing/2014/main" id="{F0E35F5D-BE18-70B5-4A3E-EF3AF45609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D83CFE-C41E-27C8-C02B-E67D60E945BB}"/>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836203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1C730-7B37-97DB-A1CB-D278FCF6EA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87A614-C914-5086-6432-464590EEF2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44A5F3-2109-115E-92E0-F5AA22B29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0D3802-79C6-4B3E-B646-8838322F6F40}"/>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6" name="Footer Placeholder 5">
            <a:extLst>
              <a:ext uri="{FF2B5EF4-FFF2-40B4-BE49-F238E27FC236}">
                <a16:creationId xmlns:a16="http://schemas.microsoft.com/office/drawing/2014/main" id="{DBBF0B55-85F7-609E-0E3B-DA44088DBC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03A2B5-2558-61D7-AD2D-5E7A7080C600}"/>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235647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51590-BA24-8716-0C8E-59AD6D442F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397004-3319-9DFA-7A06-23537A9E71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7BFBD4-5F6F-BAB9-26F4-C0F303165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1C1CC-911A-D016-FE98-66E0A67A6F18}"/>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6" name="Footer Placeholder 5">
            <a:extLst>
              <a:ext uri="{FF2B5EF4-FFF2-40B4-BE49-F238E27FC236}">
                <a16:creationId xmlns:a16="http://schemas.microsoft.com/office/drawing/2014/main" id="{5B0F67FB-3765-8D81-3B08-9D7CEACDE2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FD99F5-AE96-699A-83FD-15EC047BDFF7}"/>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3476636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5898-63C7-8F8A-0C3F-04B1949BED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C3A66D-5C28-C132-D97D-633C25B30B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F436C6-BCF5-FF81-702B-99FF18F77091}"/>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C61656DE-A229-EDD7-68FA-EAEDC5B44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A6F240-BDA7-8712-DE2B-87020FC358A5}"/>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12417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F69174-C7E3-2B73-47B6-EBAA3D1054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BD6176-C106-724F-DD16-80842CA5ED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82CFC-DB5A-F9C4-8805-38BD34301107}"/>
              </a:ext>
            </a:extLst>
          </p:cNvPr>
          <p:cNvSpPr>
            <a:spLocks noGrp="1"/>
          </p:cNvSpPr>
          <p:nvPr>
            <p:ph type="dt" sz="half" idx="10"/>
          </p:nvPr>
        </p:nvSpPr>
        <p:spPr/>
        <p:txBody>
          <a:body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F59CFE23-E697-CB9E-EFF0-58C59B35A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067132-1EAC-E863-488C-7DD3E5ACC3AF}"/>
              </a:ext>
            </a:extLst>
          </p:cNvPr>
          <p:cNvSpPr>
            <a:spLocks noGrp="1"/>
          </p:cNvSpPr>
          <p:nvPr>
            <p:ph type="sldNum" sz="quarter" idx="12"/>
          </p:nvPr>
        </p:nvSpPr>
        <p:spPr/>
        <p:txBody>
          <a:bodyPr/>
          <a:lstStyle/>
          <a:p>
            <a:fld id="{5FE6F65D-B23E-4BCF-9191-2479263DE97C}" type="slidenum">
              <a:rPr lang="en-IN" smtClean="0"/>
              <a:t>‹#›</a:t>
            </a:fld>
            <a:endParaRPr lang="en-IN"/>
          </a:p>
        </p:txBody>
      </p:sp>
    </p:spTree>
    <p:extLst>
      <p:ext uri="{BB962C8B-B14F-4D97-AF65-F5344CB8AC3E}">
        <p14:creationId xmlns:p14="http://schemas.microsoft.com/office/powerpoint/2010/main" val="358162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41279-0572-B2E5-6089-A2B23D3BD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D124B1-5459-55C0-A558-DD296B58F3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1B7D8-6715-E762-C7C5-B9D60E6ED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0590E0-232F-4354-9C8F-EE9112267EC4}" type="datetimeFigureOut">
              <a:rPr lang="en-IN" smtClean="0"/>
              <a:t>12-05-2026</a:t>
            </a:fld>
            <a:endParaRPr lang="en-IN"/>
          </a:p>
        </p:txBody>
      </p:sp>
      <p:sp>
        <p:nvSpPr>
          <p:cNvPr id="5" name="Footer Placeholder 4">
            <a:extLst>
              <a:ext uri="{FF2B5EF4-FFF2-40B4-BE49-F238E27FC236}">
                <a16:creationId xmlns:a16="http://schemas.microsoft.com/office/drawing/2014/main" id="{F4BC7BC1-4241-0C56-F98F-201ED2B0B5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56975E1-9AC5-ED9A-06F4-C45163CF2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E6F65D-B23E-4BCF-9191-2479263DE97C}" type="slidenum">
              <a:rPr lang="en-IN" smtClean="0"/>
              <a:t>‹#›</a:t>
            </a:fld>
            <a:endParaRPr lang="en-IN"/>
          </a:p>
        </p:txBody>
      </p:sp>
    </p:spTree>
    <p:extLst>
      <p:ext uri="{BB962C8B-B14F-4D97-AF65-F5344CB8AC3E}">
        <p14:creationId xmlns:p14="http://schemas.microsoft.com/office/powerpoint/2010/main" val="3720510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customXml" Target="../ink/ink13.xml"/><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47" Type="http://schemas.openxmlformats.org/officeDocument/2006/relationships/image" Target="../media/image23.png"/><Relationship Id="rId63" Type="http://schemas.openxmlformats.org/officeDocument/2006/relationships/image" Target="../media/image31.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44.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37" Type="http://schemas.openxmlformats.org/officeDocument/2006/relationships/image" Target="../media/image18.png"/><Relationship Id="rId53" Type="http://schemas.openxmlformats.org/officeDocument/2006/relationships/image" Target="../media/image26.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5" Type="http://schemas.openxmlformats.org/officeDocument/2006/relationships/image" Target="../media/image2.png"/><Relationship Id="rId90" Type="http://schemas.openxmlformats.org/officeDocument/2006/relationships/customXml" Target="../ink/ink45.xml"/><Relationship Id="rId95" Type="http://schemas.openxmlformats.org/officeDocument/2006/relationships/image" Target="../media/image47.png"/><Relationship Id="rId22" Type="http://schemas.openxmlformats.org/officeDocument/2006/relationships/customXml" Target="../ink/ink11.xml"/><Relationship Id="rId27" Type="http://schemas.openxmlformats.org/officeDocument/2006/relationships/image" Target="../media/image13.png"/><Relationship Id="rId43" Type="http://schemas.openxmlformats.org/officeDocument/2006/relationships/image" Target="../media/image21.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34.png"/><Relationship Id="rId113" Type="http://schemas.openxmlformats.org/officeDocument/2006/relationships/image" Target="../media/image56.png"/><Relationship Id="rId118" Type="http://schemas.openxmlformats.org/officeDocument/2006/relationships/customXml" Target="../ink/ink59.xml"/><Relationship Id="rId80" Type="http://schemas.openxmlformats.org/officeDocument/2006/relationships/customXml" Target="../ink/ink40.xml"/><Relationship Id="rId85" Type="http://schemas.openxmlformats.org/officeDocument/2006/relationships/image" Target="../media/image42.png"/><Relationship Id="rId12" Type="http://schemas.openxmlformats.org/officeDocument/2006/relationships/customXml" Target="../ink/ink6.xml"/><Relationship Id="rId17" Type="http://schemas.openxmlformats.org/officeDocument/2006/relationships/image" Target="../media/image8.png"/><Relationship Id="rId33" Type="http://schemas.openxmlformats.org/officeDocument/2006/relationships/image" Target="../media/image16.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37.png"/><Relationship Id="rId91" Type="http://schemas.openxmlformats.org/officeDocument/2006/relationships/image" Target="../media/image45.png"/><Relationship Id="rId96" Type="http://schemas.openxmlformats.org/officeDocument/2006/relationships/customXml" Target="../ink/ink48.xml"/><Relationship Id="rId1" Type="http://schemas.openxmlformats.org/officeDocument/2006/relationships/slideLayout" Target="../slideLayouts/slideLayout7.xml"/><Relationship Id="rId6" Type="http://schemas.openxmlformats.org/officeDocument/2006/relationships/customXml" Target="../ink/ink3.xml"/><Relationship Id="rId23" Type="http://schemas.openxmlformats.org/officeDocument/2006/relationships/image" Target="../media/image11.png"/><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119" Type="http://schemas.openxmlformats.org/officeDocument/2006/relationships/image" Target="../media/image59.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32.png"/><Relationship Id="rId81" Type="http://schemas.openxmlformats.org/officeDocument/2006/relationships/image" Target="../media/image40.png"/><Relationship Id="rId86" Type="http://schemas.openxmlformats.org/officeDocument/2006/relationships/customXml" Target="../ink/ink43.xml"/><Relationship Id="rId4" Type="http://schemas.openxmlformats.org/officeDocument/2006/relationships/customXml" Target="../ink/ink2.xml"/><Relationship Id="rId9" Type="http://schemas.openxmlformats.org/officeDocument/2006/relationships/image" Target="../media/image4.png"/><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61" Type="http://schemas.openxmlformats.org/officeDocument/2006/relationships/image" Target="../media/image30.png"/><Relationship Id="rId82" Type="http://schemas.openxmlformats.org/officeDocument/2006/relationships/customXml" Target="../ink/ink41.xml"/><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s>
</file>

<file path=ppt/slides/_rels/slide2.xml.rels><?xml version="1.0" encoding="UTF-8" standalone="yes"?>
<Relationships xmlns="http://schemas.openxmlformats.org/package/2006/relationships"><Relationship Id="rId26" Type="http://schemas.openxmlformats.org/officeDocument/2006/relationships/customXml" Target="../ink/ink74.xml"/><Relationship Id="rId21" Type="http://schemas.openxmlformats.org/officeDocument/2006/relationships/image" Target="../media/image71.png"/><Relationship Id="rId42" Type="http://schemas.openxmlformats.org/officeDocument/2006/relationships/customXml" Target="../ink/ink82.xml"/><Relationship Id="rId47" Type="http://schemas.openxmlformats.org/officeDocument/2006/relationships/image" Target="../media/image84.png"/><Relationship Id="rId63" Type="http://schemas.openxmlformats.org/officeDocument/2006/relationships/image" Target="../media/image92.png"/><Relationship Id="rId68" Type="http://schemas.openxmlformats.org/officeDocument/2006/relationships/customXml" Target="../ink/ink95.xml"/><Relationship Id="rId84" Type="http://schemas.openxmlformats.org/officeDocument/2006/relationships/customXml" Target="../ink/ink103.xml"/><Relationship Id="rId89" Type="http://schemas.openxmlformats.org/officeDocument/2006/relationships/image" Target="../media/image105.png"/><Relationship Id="rId16" Type="http://schemas.openxmlformats.org/officeDocument/2006/relationships/customXml" Target="../ink/ink69.xml"/><Relationship Id="rId107" Type="http://schemas.openxmlformats.org/officeDocument/2006/relationships/image" Target="../media/image114.png"/><Relationship Id="rId11" Type="http://schemas.openxmlformats.org/officeDocument/2006/relationships/image" Target="../media/image66.png"/><Relationship Id="rId32" Type="http://schemas.openxmlformats.org/officeDocument/2006/relationships/customXml" Target="../ink/ink77.xml"/><Relationship Id="rId37" Type="http://schemas.openxmlformats.org/officeDocument/2006/relationships/image" Target="../media/image79.png"/><Relationship Id="rId53" Type="http://schemas.openxmlformats.org/officeDocument/2006/relationships/image" Target="../media/image87.png"/><Relationship Id="rId58" Type="http://schemas.openxmlformats.org/officeDocument/2006/relationships/customXml" Target="../ink/ink90.xml"/><Relationship Id="rId74" Type="http://schemas.openxmlformats.org/officeDocument/2006/relationships/customXml" Target="../ink/ink98.xml"/><Relationship Id="rId79" Type="http://schemas.openxmlformats.org/officeDocument/2006/relationships/image" Target="../media/image100.png"/><Relationship Id="rId102" Type="http://schemas.openxmlformats.org/officeDocument/2006/relationships/customXml" Target="../ink/ink112.xml"/><Relationship Id="rId5" Type="http://schemas.openxmlformats.org/officeDocument/2006/relationships/image" Target="../media/image63.png"/><Relationship Id="rId90" Type="http://schemas.openxmlformats.org/officeDocument/2006/relationships/customXml" Target="../ink/ink106.xml"/><Relationship Id="rId95" Type="http://schemas.openxmlformats.org/officeDocument/2006/relationships/image" Target="../media/image108.png"/><Relationship Id="rId22" Type="http://schemas.openxmlformats.org/officeDocument/2006/relationships/customXml" Target="../ink/ink72.xml"/><Relationship Id="rId27" Type="http://schemas.openxmlformats.org/officeDocument/2006/relationships/image" Target="../media/image74.png"/><Relationship Id="rId43" Type="http://schemas.openxmlformats.org/officeDocument/2006/relationships/image" Target="../media/image82.png"/><Relationship Id="rId48" Type="http://schemas.openxmlformats.org/officeDocument/2006/relationships/customXml" Target="../ink/ink85.xml"/><Relationship Id="rId64" Type="http://schemas.openxmlformats.org/officeDocument/2006/relationships/customXml" Target="../ink/ink93.xml"/><Relationship Id="rId69" Type="http://schemas.openxmlformats.org/officeDocument/2006/relationships/image" Target="../media/image95.png"/><Relationship Id="rId80" Type="http://schemas.openxmlformats.org/officeDocument/2006/relationships/customXml" Target="../ink/ink101.xml"/><Relationship Id="rId85" Type="http://schemas.openxmlformats.org/officeDocument/2006/relationships/image" Target="../media/image103.png"/><Relationship Id="rId12" Type="http://schemas.openxmlformats.org/officeDocument/2006/relationships/customXml" Target="../ink/ink67.xml"/><Relationship Id="rId17" Type="http://schemas.openxmlformats.org/officeDocument/2006/relationships/image" Target="../media/image69.png"/><Relationship Id="rId33" Type="http://schemas.openxmlformats.org/officeDocument/2006/relationships/image" Target="../media/image77.png"/><Relationship Id="rId38" Type="http://schemas.openxmlformats.org/officeDocument/2006/relationships/customXml" Target="../ink/ink80.xml"/><Relationship Id="rId59" Type="http://schemas.openxmlformats.org/officeDocument/2006/relationships/image" Target="../media/image90.png"/><Relationship Id="rId103" Type="http://schemas.openxmlformats.org/officeDocument/2006/relationships/image" Target="../media/image112.png"/><Relationship Id="rId20" Type="http://schemas.openxmlformats.org/officeDocument/2006/relationships/customXml" Target="../ink/ink71.xml"/><Relationship Id="rId41" Type="http://schemas.openxmlformats.org/officeDocument/2006/relationships/image" Target="../media/image81.png"/><Relationship Id="rId54" Type="http://schemas.openxmlformats.org/officeDocument/2006/relationships/customXml" Target="../ink/ink88.xml"/><Relationship Id="rId62" Type="http://schemas.openxmlformats.org/officeDocument/2006/relationships/customXml" Target="../ink/ink92.xml"/><Relationship Id="rId70" Type="http://schemas.openxmlformats.org/officeDocument/2006/relationships/customXml" Target="../ink/ink96.xml"/><Relationship Id="rId75" Type="http://schemas.openxmlformats.org/officeDocument/2006/relationships/image" Target="../media/image98.png"/><Relationship Id="rId83" Type="http://schemas.openxmlformats.org/officeDocument/2006/relationships/image" Target="../media/image102.png"/><Relationship Id="rId88" Type="http://schemas.openxmlformats.org/officeDocument/2006/relationships/customXml" Target="../ink/ink105.xml"/><Relationship Id="rId91" Type="http://schemas.openxmlformats.org/officeDocument/2006/relationships/image" Target="../media/image106.png"/><Relationship Id="rId96" Type="http://schemas.openxmlformats.org/officeDocument/2006/relationships/customXml" Target="../ink/ink109.xml"/><Relationship Id="rId1" Type="http://schemas.openxmlformats.org/officeDocument/2006/relationships/slideLayout" Target="../slideLayouts/slideLayout7.xml"/><Relationship Id="rId6" Type="http://schemas.openxmlformats.org/officeDocument/2006/relationships/customXml" Target="../ink/ink64.xml"/><Relationship Id="rId15" Type="http://schemas.openxmlformats.org/officeDocument/2006/relationships/image" Target="../media/image68.png"/><Relationship Id="rId23" Type="http://schemas.openxmlformats.org/officeDocument/2006/relationships/image" Target="../media/image72.png"/><Relationship Id="rId28" Type="http://schemas.openxmlformats.org/officeDocument/2006/relationships/customXml" Target="../ink/ink75.xml"/><Relationship Id="rId36" Type="http://schemas.openxmlformats.org/officeDocument/2006/relationships/customXml" Target="../ink/ink79.xml"/><Relationship Id="rId49" Type="http://schemas.openxmlformats.org/officeDocument/2006/relationships/image" Target="../media/image85.png"/><Relationship Id="rId57" Type="http://schemas.openxmlformats.org/officeDocument/2006/relationships/image" Target="../media/image89.png"/><Relationship Id="rId106" Type="http://schemas.openxmlformats.org/officeDocument/2006/relationships/customXml" Target="../ink/ink114.xml"/><Relationship Id="rId10" Type="http://schemas.openxmlformats.org/officeDocument/2006/relationships/customXml" Target="../ink/ink66.xml"/><Relationship Id="rId31" Type="http://schemas.openxmlformats.org/officeDocument/2006/relationships/image" Target="../media/image76.png"/><Relationship Id="rId44" Type="http://schemas.openxmlformats.org/officeDocument/2006/relationships/customXml" Target="../ink/ink83.xml"/><Relationship Id="rId52" Type="http://schemas.openxmlformats.org/officeDocument/2006/relationships/customXml" Target="../ink/ink87.xml"/><Relationship Id="rId60" Type="http://schemas.openxmlformats.org/officeDocument/2006/relationships/customXml" Target="../ink/ink91.xml"/><Relationship Id="rId65" Type="http://schemas.openxmlformats.org/officeDocument/2006/relationships/image" Target="../media/image93.png"/><Relationship Id="rId73" Type="http://schemas.openxmlformats.org/officeDocument/2006/relationships/image" Target="../media/image97.png"/><Relationship Id="rId78" Type="http://schemas.openxmlformats.org/officeDocument/2006/relationships/customXml" Target="../ink/ink100.xml"/><Relationship Id="rId81" Type="http://schemas.openxmlformats.org/officeDocument/2006/relationships/image" Target="../media/image101.png"/><Relationship Id="rId86" Type="http://schemas.openxmlformats.org/officeDocument/2006/relationships/customXml" Target="../ink/ink104.xml"/><Relationship Id="rId94" Type="http://schemas.openxmlformats.org/officeDocument/2006/relationships/customXml" Target="../ink/ink108.xml"/><Relationship Id="rId99" Type="http://schemas.openxmlformats.org/officeDocument/2006/relationships/image" Target="../media/image110.png"/><Relationship Id="rId101" Type="http://schemas.openxmlformats.org/officeDocument/2006/relationships/image" Target="../media/image111.png"/><Relationship Id="rId4" Type="http://schemas.openxmlformats.org/officeDocument/2006/relationships/customXml" Target="../ink/ink63.xml"/><Relationship Id="rId9" Type="http://schemas.openxmlformats.org/officeDocument/2006/relationships/image" Target="../media/image65.png"/><Relationship Id="rId13" Type="http://schemas.openxmlformats.org/officeDocument/2006/relationships/image" Target="../media/image67.png"/><Relationship Id="rId18" Type="http://schemas.openxmlformats.org/officeDocument/2006/relationships/customXml" Target="../ink/ink70.xml"/><Relationship Id="rId39" Type="http://schemas.openxmlformats.org/officeDocument/2006/relationships/image" Target="../media/image80.png"/><Relationship Id="rId34" Type="http://schemas.openxmlformats.org/officeDocument/2006/relationships/customXml" Target="../ink/ink78.xml"/><Relationship Id="rId50" Type="http://schemas.openxmlformats.org/officeDocument/2006/relationships/customXml" Target="../ink/ink86.xml"/><Relationship Id="rId55" Type="http://schemas.openxmlformats.org/officeDocument/2006/relationships/image" Target="../media/image88.png"/><Relationship Id="rId76" Type="http://schemas.openxmlformats.org/officeDocument/2006/relationships/customXml" Target="../ink/ink99.xml"/><Relationship Id="rId97" Type="http://schemas.openxmlformats.org/officeDocument/2006/relationships/image" Target="../media/image109.png"/><Relationship Id="rId104" Type="http://schemas.openxmlformats.org/officeDocument/2006/relationships/customXml" Target="../ink/ink113.xml"/><Relationship Id="rId7" Type="http://schemas.openxmlformats.org/officeDocument/2006/relationships/image" Target="../media/image64.png"/><Relationship Id="rId71" Type="http://schemas.openxmlformats.org/officeDocument/2006/relationships/image" Target="../media/image96.png"/><Relationship Id="rId92" Type="http://schemas.openxmlformats.org/officeDocument/2006/relationships/customXml" Target="../ink/ink107.xml"/><Relationship Id="rId2" Type="http://schemas.openxmlformats.org/officeDocument/2006/relationships/customXml" Target="../ink/ink62.xml"/><Relationship Id="rId29" Type="http://schemas.openxmlformats.org/officeDocument/2006/relationships/image" Target="../media/image75.png"/><Relationship Id="rId24" Type="http://schemas.openxmlformats.org/officeDocument/2006/relationships/customXml" Target="../ink/ink73.xml"/><Relationship Id="rId40" Type="http://schemas.openxmlformats.org/officeDocument/2006/relationships/customXml" Target="../ink/ink81.xml"/><Relationship Id="rId45" Type="http://schemas.openxmlformats.org/officeDocument/2006/relationships/image" Target="../media/image83.png"/><Relationship Id="rId66" Type="http://schemas.openxmlformats.org/officeDocument/2006/relationships/customXml" Target="../ink/ink94.xml"/><Relationship Id="rId87" Type="http://schemas.openxmlformats.org/officeDocument/2006/relationships/image" Target="../media/image104.png"/><Relationship Id="rId61" Type="http://schemas.openxmlformats.org/officeDocument/2006/relationships/image" Target="../media/image91.png"/><Relationship Id="rId82" Type="http://schemas.openxmlformats.org/officeDocument/2006/relationships/customXml" Target="../ink/ink102.xml"/><Relationship Id="rId19" Type="http://schemas.openxmlformats.org/officeDocument/2006/relationships/image" Target="../media/image70.png"/><Relationship Id="rId14" Type="http://schemas.openxmlformats.org/officeDocument/2006/relationships/customXml" Target="../ink/ink68.xml"/><Relationship Id="rId30" Type="http://schemas.openxmlformats.org/officeDocument/2006/relationships/customXml" Target="../ink/ink76.xml"/><Relationship Id="rId35" Type="http://schemas.openxmlformats.org/officeDocument/2006/relationships/image" Target="../media/image78.png"/><Relationship Id="rId56" Type="http://schemas.openxmlformats.org/officeDocument/2006/relationships/customXml" Target="../ink/ink89.xml"/><Relationship Id="rId77" Type="http://schemas.openxmlformats.org/officeDocument/2006/relationships/image" Target="../media/image99.png"/><Relationship Id="rId100" Type="http://schemas.openxmlformats.org/officeDocument/2006/relationships/customXml" Target="../ink/ink111.xml"/><Relationship Id="rId105" Type="http://schemas.openxmlformats.org/officeDocument/2006/relationships/image" Target="../media/image113.png"/><Relationship Id="rId8" Type="http://schemas.openxmlformats.org/officeDocument/2006/relationships/customXml" Target="../ink/ink65.xml"/><Relationship Id="rId51" Type="http://schemas.openxmlformats.org/officeDocument/2006/relationships/image" Target="../media/image86.png"/><Relationship Id="rId72" Type="http://schemas.openxmlformats.org/officeDocument/2006/relationships/customXml" Target="../ink/ink97.xml"/><Relationship Id="rId93" Type="http://schemas.openxmlformats.org/officeDocument/2006/relationships/image" Target="../media/image107.png"/><Relationship Id="rId98" Type="http://schemas.openxmlformats.org/officeDocument/2006/relationships/customXml" Target="../ink/ink110.xml"/><Relationship Id="rId3" Type="http://schemas.openxmlformats.org/officeDocument/2006/relationships/image" Target="../media/image62.png"/><Relationship Id="rId25" Type="http://schemas.openxmlformats.org/officeDocument/2006/relationships/image" Target="../media/image73.png"/><Relationship Id="rId46" Type="http://schemas.openxmlformats.org/officeDocument/2006/relationships/customXml" Target="../ink/ink84.xml"/><Relationship Id="rId67" Type="http://schemas.openxmlformats.org/officeDocument/2006/relationships/image" Target="../media/image94.png"/></Relationships>
</file>

<file path=ppt/slides/_rels/slide3.xml.rels><?xml version="1.0" encoding="UTF-8" standalone="yes"?>
<Relationships xmlns="http://schemas.openxmlformats.org/package/2006/relationships"><Relationship Id="rId26" Type="http://schemas.openxmlformats.org/officeDocument/2006/relationships/customXml" Target="../ink/ink127.xml"/><Relationship Id="rId21" Type="http://schemas.openxmlformats.org/officeDocument/2006/relationships/image" Target="../media/image124.png"/><Relationship Id="rId42" Type="http://schemas.openxmlformats.org/officeDocument/2006/relationships/customXml" Target="../ink/ink135.xml"/><Relationship Id="rId47" Type="http://schemas.openxmlformats.org/officeDocument/2006/relationships/image" Target="../media/image137.png"/><Relationship Id="rId63" Type="http://schemas.openxmlformats.org/officeDocument/2006/relationships/image" Target="../media/image145.png"/><Relationship Id="rId68" Type="http://schemas.openxmlformats.org/officeDocument/2006/relationships/customXml" Target="../ink/ink148.xml"/><Relationship Id="rId7" Type="http://schemas.openxmlformats.org/officeDocument/2006/relationships/image" Target="../media/image117.png"/><Relationship Id="rId71" Type="http://schemas.openxmlformats.org/officeDocument/2006/relationships/image" Target="../media/image149.png"/><Relationship Id="rId2" Type="http://schemas.openxmlformats.org/officeDocument/2006/relationships/customXml" Target="../ink/ink115.xml"/><Relationship Id="rId16" Type="http://schemas.openxmlformats.org/officeDocument/2006/relationships/customXml" Target="../ink/ink122.xml"/><Relationship Id="rId29" Type="http://schemas.openxmlformats.org/officeDocument/2006/relationships/image" Target="../media/image128.png"/><Relationship Id="rId11" Type="http://schemas.openxmlformats.org/officeDocument/2006/relationships/image" Target="../media/image119.png"/><Relationship Id="rId24" Type="http://schemas.openxmlformats.org/officeDocument/2006/relationships/customXml" Target="../ink/ink126.xml"/><Relationship Id="rId32" Type="http://schemas.openxmlformats.org/officeDocument/2006/relationships/customXml" Target="../ink/ink130.xml"/><Relationship Id="rId37" Type="http://schemas.openxmlformats.org/officeDocument/2006/relationships/image" Target="../media/image132.png"/><Relationship Id="rId40" Type="http://schemas.openxmlformats.org/officeDocument/2006/relationships/customXml" Target="../ink/ink134.xml"/><Relationship Id="rId45" Type="http://schemas.openxmlformats.org/officeDocument/2006/relationships/image" Target="../media/image136.png"/><Relationship Id="rId53" Type="http://schemas.openxmlformats.org/officeDocument/2006/relationships/image" Target="../media/image140.png"/><Relationship Id="rId58" Type="http://schemas.openxmlformats.org/officeDocument/2006/relationships/customXml" Target="../ink/ink143.xml"/><Relationship Id="rId66" Type="http://schemas.openxmlformats.org/officeDocument/2006/relationships/customXml" Target="../ink/ink147.xml"/><Relationship Id="rId5" Type="http://schemas.openxmlformats.org/officeDocument/2006/relationships/image" Target="../media/image116.png"/><Relationship Id="rId61" Type="http://schemas.openxmlformats.org/officeDocument/2006/relationships/image" Target="../media/image144.png"/><Relationship Id="rId19" Type="http://schemas.openxmlformats.org/officeDocument/2006/relationships/image" Target="../media/image123.png"/><Relationship Id="rId14" Type="http://schemas.openxmlformats.org/officeDocument/2006/relationships/customXml" Target="../ink/ink121.xml"/><Relationship Id="rId22" Type="http://schemas.openxmlformats.org/officeDocument/2006/relationships/customXml" Target="../ink/ink125.xml"/><Relationship Id="rId27" Type="http://schemas.openxmlformats.org/officeDocument/2006/relationships/image" Target="../media/image127.png"/><Relationship Id="rId30" Type="http://schemas.openxmlformats.org/officeDocument/2006/relationships/customXml" Target="../ink/ink129.xml"/><Relationship Id="rId35" Type="http://schemas.openxmlformats.org/officeDocument/2006/relationships/image" Target="../media/image131.png"/><Relationship Id="rId43" Type="http://schemas.openxmlformats.org/officeDocument/2006/relationships/image" Target="../media/image135.png"/><Relationship Id="rId48" Type="http://schemas.openxmlformats.org/officeDocument/2006/relationships/customXml" Target="../ink/ink138.xml"/><Relationship Id="rId56" Type="http://schemas.openxmlformats.org/officeDocument/2006/relationships/customXml" Target="../ink/ink142.xml"/><Relationship Id="rId64" Type="http://schemas.openxmlformats.org/officeDocument/2006/relationships/customXml" Target="../ink/ink146.xml"/><Relationship Id="rId69" Type="http://schemas.openxmlformats.org/officeDocument/2006/relationships/image" Target="../media/image148.png"/><Relationship Id="rId8" Type="http://schemas.openxmlformats.org/officeDocument/2006/relationships/customXml" Target="../ink/ink118.xml"/><Relationship Id="rId51" Type="http://schemas.openxmlformats.org/officeDocument/2006/relationships/image" Target="../media/image139.png"/><Relationship Id="rId3" Type="http://schemas.openxmlformats.org/officeDocument/2006/relationships/image" Target="../media/image115.png"/><Relationship Id="rId12" Type="http://schemas.openxmlformats.org/officeDocument/2006/relationships/customXml" Target="../ink/ink120.xml"/><Relationship Id="rId17" Type="http://schemas.openxmlformats.org/officeDocument/2006/relationships/image" Target="../media/image122.png"/><Relationship Id="rId25" Type="http://schemas.openxmlformats.org/officeDocument/2006/relationships/image" Target="../media/image126.png"/><Relationship Id="rId33" Type="http://schemas.openxmlformats.org/officeDocument/2006/relationships/image" Target="../media/image130.png"/><Relationship Id="rId38" Type="http://schemas.openxmlformats.org/officeDocument/2006/relationships/customXml" Target="../ink/ink133.xml"/><Relationship Id="rId46" Type="http://schemas.openxmlformats.org/officeDocument/2006/relationships/customXml" Target="../ink/ink137.xml"/><Relationship Id="rId59" Type="http://schemas.openxmlformats.org/officeDocument/2006/relationships/image" Target="../media/image143.png"/><Relationship Id="rId67" Type="http://schemas.openxmlformats.org/officeDocument/2006/relationships/image" Target="../media/image147.png"/><Relationship Id="rId20" Type="http://schemas.openxmlformats.org/officeDocument/2006/relationships/customXml" Target="../ink/ink124.xml"/><Relationship Id="rId41" Type="http://schemas.openxmlformats.org/officeDocument/2006/relationships/image" Target="../media/image134.png"/><Relationship Id="rId54" Type="http://schemas.openxmlformats.org/officeDocument/2006/relationships/customXml" Target="../ink/ink141.xml"/><Relationship Id="rId62" Type="http://schemas.openxmlformats.org/officeDocument/2006/relationships/customXml" Target="../ink/ink145.xml"/><Relationship Id="rId70" Type="http://schemas.openxmlformats.org/officeDocument/2006/relationships/customXml" Target="../ink/ink149.xml"/><Relationship Id="rId1" Type="http://schemas.openxmlformats.org/officeDocument/2006/relationships/slideLayout" Target="../slideLayouts/slideLayout7.xml"/><Relationship Id="rId6" Type="http://schemas.openxmlformats.org/officeDocument/2006/relationships/customXml" Target="../ink/ink117.xml"/><Relationship Id="rId15" Type="http://schemas.openxmlformats.org/officeDocument/2006/relationships/image" Target="../media/image121.png"/><Relationship Id="rId23" Type="http://schemas.openxmlformats.org/officeDocument/2006/relationships/image" Target="../media/image125.png"/><Relationship Id="rId28" Type="http://schemas.openxmlformats.org/officeDocument/2006/relationships/customXml" Target="../ink/ink128.xml"/><Relationship Id="rId36" Type="http://schemas.openxmlformats.org/officeDocument/2006/relationships/customXml" Target="../ink/ink132.xml"/><Relationship Id="rId49" Type="http://schemas.openxmlformats.org/officeDocument/2006/relationships/image" Target="../media/image138.png"/><Relationship Id="rId57" Type="http://schemas.openxmlformats.org/officeDocument/2006/relationships/image" Target="../media/image142.png"/><Relationship Id="rId10" Type="http://schemas.openxmlformats.org/officeDocument/2006/relationships/customXml" Target="../ink/ink119.xml"/><Relationship Id="rId31" Type="http://schemas.openxmlformats.org/officeDocument/2006/relationships/image" Target="../media/image129.png"/><Relationship Id="rId44" Type="http://schemas.openxmlformats.org/officeDocument/2006/relationships/customXml" Target="../ink/ink136.xml"/><Relationship Id="rId52" Type="http://schemas.openxmlformats.org/officeDocument/2006/relationships/customXml" Target="../ink/ink140.xml"/><Relationship Id="rId60" Type="http://schemas.openxmlformats.org/officeDocument/2006/relationships/customXml" Target="../ink/ink144.xml"/><Relationship Id="rId65" Type="http://schemas.openxmlformats.org/officeDocument/2006/relationships/image" Target="../media/image146.png"/><Relationship Id="rId4" Type="http://schemas.openxmlformats.org/officeDocument/2006/relationships/customXml" Target="../ink/ink116.xml"/><Relationship Id="rId9" Type="http://schemas.openxmlformats.org/officeDocument/2006/relationships/image" Target="../media/image118.png"/><Relationship Id="rId13" Type="http://schemas.openxmlformats.org/officeDocument/2006/relationships/image" Target="../media/image120.png"/><Relationship Id="rId18" Type="http://schemas.openxmlformats.org/officeDocument/2006/relationships/customXml" Target="../ink/ink123.xml"/><Relationship Id="rId39" Type="http://schemas.openxmlformats.org/officeDocument/2006/relationships/image" Target="../media/image133.png"/><Relationship Id="rId34" Type="http://schemas.openxmlformats.org/officeDocument/2006/relationships/customXml" Target="../ink/ink131.xml"/><Relationship Id="rId50" Type="http://schemas.openxmlformats.org/officeDocument/2006/relationships/customXml" Target="../ink/ink139.xml"/><Relationship Id="rId55" Type="http://schemas.openxmlformats.org/officeDocument/2006/relationships/image" Target="../media/image141.png"/></Relationships>
</file>

<file path=ppt/slides/_rels/slide4.xml.rels><?xml version="1.0" encoding="UTF-8" standalone="yes"?>
<Relationships xmlns="http://schemas.openxmlformats.org/package/2006/relationships"><Relationship Id="rId117" Type="http://schemas.openxmlformats.org/officeDocument/2006/relationships/image" Target="../media/image207.png"/><Relationship Id="rId299" Type="http://schemas.openxmlformats.org/officeDocument/2006/relationships/image" Target="../media/image297.png"/><Relationship Id="rId21" Type="http://schemas.openxmlformats.org/officeDocument/2006/relationships/image" Target="../media/image159.png"/><Relationship Id="rId63" Type="http://schemas.openxmlformats.org/officeDocument/2006/relationships/image" Target="../media/image180.png"/><Relationship Id="rId159" Type="http://schemas.openxmlformats.org/officeDocument/2006/relationships/customXml" Target="../ink/ink229.xml"/><Relationship Id="rId324" Type="http://schemas.openxmlformats.org/officeDocument/2006/relationships/customXml" Target="../ink/ink312.xml"/><Relationship Id="rId170" Type="http://schemas.openxmlformats.org/officeDocument/2006/relationships/image" Target="../media/image233.png"/><Relationship Id="rId226" Type="http://schemas.openxmlformats.org/officeDocument/2006/relationships/customXml" Target="../ink/ink263.xml"/><Relationship Id="rId268" Type="http://schemas.openxmlformats.org/officeDocument/2006/relationships/customXml" Target="../ink/ink284.xml"/><Relationship Id="rId32" Type="http://schemas.openxmlformats.org/officeDocument/2006/relationships/customXml" Target="../ink/ink165.xml"/><Relationship Id="rId74" Type="http://schemas.openxmlformats.org/officeDocument/2006/relationships/customXml" Target="../ink/ink186.xml"/><Relationship Id="rId128" Type="http://schemas.openxmlformats.org/officeDocument/2006/relationships/image" Target="../media/image212.png"/><Relationship Id="rId5" Type="http://schemas.openxmlformats.org/officeDocument/2006/relationships/image" Target="../media/image151.png"/><Relationship Id="rId181" Type="http://schemas.openxmlformats.org/officeDocument/2006/relationships/customXml" Target="../ink/ink240.xml"/><Relationship Id="rId237" Type="http://schemas.openxmlformats.org/officeDocument/2006/relationships/image" Target="../media/image266.png"/><Relationship Id="rId279" Type="http://schemas.openxmlformats.org/officeDocument/2006/relationships/image" Target="../media/image287.png"/><Relationship Id="rId43" Type="http://schemas.openxmlformats.org/officeDocument/2006/relationships/image" Target="../media/image170.png"/><Relationship Id="rId139" Type="http://schemas.openxmlformats.org/officeDocument/2006/relationships/customXml" Target="../ink/ink219.xml"/><Relationship Id="rId290" Type="http://schemas.openxmlformats.org/officeDocument/2006/relationships/customXml" Target="../ink/ink295.xml"/><Relationship Id="rId304" Type="http://schemas.openxmlformats.org/officeDocument/2006/relationships/customXml" Target="../ink/ink302.xml"/><Relationship Id="rId85" Type="http://schemas.openxmlformats.org/officeDocument/2006/relationships/image" Target="../media/image191.png"/><Relationship Id="rId150" Type="http://schemas.openxmlformats.org/officeDocument/2006/relationships/image" Target="../media/image223.png"/><Relationship Id="rId192" Type="http://schemas.openxmlformats.org/officeDocument/2006/relationships/image" Target="../media/image244.png"/><Relationship Id="rId206" Type="http://schemas.openxmlformats.org/officeDocument/2006/relationships/image" Target="../media/image251.png"/><Relationship Id="rId248" Type="http://schemas.openxmlformats.org/officeDocument/2006/relationships/customXml" Target="../ink/ink274.xml"/><Relationship Id="rId12" Type="http://schemas.openxmlformats.org/officeDocument/2006/relationships/customXml" Target="../ink/ink155.xml"/><Relationship Id="rId108" Type="http://schemas.openxmlformats.org/officeDocument/2006/relationships/customXml" Target="../ink/ink203.xml"/><Relationship Id="rId315" Type="http://schemas.openxmlformats.org/officeDocument/2006/relationships/image" Target="../media/image305.png"/><Relationship Id="rId54" Type="http://schemas.openxmlformats.org/officeDocument/2006/relationships/customXml" Target="../ink/ink176.xml"/><Relationship Id="rId96" Type="http://schemas.openxmlformats.org/officeDocument/2006/relationships/customXml" Target="../ink/ink197.xml"/><Relationship Id="rId161" Type="http://schemas.openxmlformats.org/officeDocument/2006/relationships/customXml" Target="../ink/ink230.xml"/><Relationship Id="rId217" Type="http://schemas.openxmlformats.org/officeDocument/2006/relationships/customXml" Target="../ink/ink258.xml"/><Relationship Id="rId259" Type="http://schemas.openxmlformats.org/officeDocument/2006/relationships/image" Target="../media/image277.png"/><Relationship Id="rId23" Type="http://schemas.openxmlformats.org/officeDocument/2006/relationships/image" Target="../media/image160.png"/><Relationship Id="rId119" Type="http://schemas.openxmlformats.org/officeDocument/2006/relationships/image" Target="../media/image208.png"/><Relationship Id="rId270" Type="http://schemas.openxmlformats.org/officeDocument/2006/relationships/customXml" Target="../ink/ink285.xml"/><Relationship Id="rId326" Type="http://schemas.openxmlformats.org/officeDocument/2006/relationships/customXml" Target="../ink/ink313.xml"/><Relationship Id="rId65" Type="http://schemas.openxmlformats.org/officeDocument/2006/relationships/image" Target="../media/image181.png"/><Relationship Id="rId130" Type="http://schemas.openxmlformats.org/officeDocument/2006/relationships/image" Target="../media/image213.png"/><Relationship Id="rId172" Type="http://schemas.openxmlformats.org/officeDocument/2006/relationships/image" Target="../media/image234.png"/><Relationship Id="rId228" Type="http://schemas.openxmlformats.org/officeDocument/2006/relationships/customXml" Target="../ink/ink264.xml"/><Relationship Id="rId281" Type="http://schemas.openxmlformats.org/officeDocument/2006/relationships/image" Target="../media/image288.png"/><Relationship Id="rId34" Type="http://schemas.openxmlformats.org/officeDocument/2006/relationships/customXml" Target="../ink/ink166.xml"/><Relationship Id="rId76" Type="http://schemas.openxmlformats.org/officeDocument/2006/relationships/customXml" Target="../ink/ink187.xml"/><Relationship Id="rId141" Type="http://schemas.openxmlformats.org/officeDocument/2006/relationships/customXml" Target="../ink/ink220.xml"/><Relationship Id="rId7" Type="http://schemas.openxmlformats.org/officeDocument/2006/relationships/image" Target="../media/image152.png"/><Relationship Id="rId183" Type="http://schemas.openxmlformats.org/officeDocument/2006/relationships/customXml" Target="../ink/ink241.xml"/><Relationship Id="rId239" Type="http://schemas.openxmlformats.org/officeDocument/2006/relationships/image" Target="../media/image267.png"/><Relationship Id="rId250" Type="http://schemas.openxmlformats.org/officeDocument/2006/relationships/customXml" Target="../ink/ink275.xml"/><Relationship Id="rId292" Type="http://schemas.openxmlformats.org/officeDocument/2006/relationships/customXml" Target="../ink/ink296.xml"/><Relationship Id="rId306" Type="http://schemas.openxmlformats.org/officeDocument/2006/relationships/customXml" Target="../ink/ink303.xml"/><Relationship Id="rId24" Type="http://schemas.openxmlformats.org/officeDocument/2006/relationships/customXml" Target="../ink/ink161.xml"/><Relationship Id="rId45" Type="http://schemas.openxmlformats.org/officeDocument/2006/relationships/image" Target="../media/image171.png"/><Relationship Id="rId66" Type="http://schemas.openxmlformats.org/officeDocument/2006/relationships/customXml" Target="../ink/ink182.xml"/><Relationship Id="rId87" Type="http://schemas.openxmlformats.org/officeDocument/2006/relationships/image" Target="../media/image192.png"/><Relationship Id="rId110" Type="http://schemas.openxmlformats.org/officeDocument/2006/relationships/customXml" Target="../ink/ink204.xml"/><Relationship Id="rId131" Type="http://schemas.openxmlformats.org/officeDocument/2006/relationships/customXml" Target="../ink/ink215.xml"/><Relationship Id="rId327" Type="http://schemas.openxmlformats.org/officeDocument/2006/relationships/image" Target="../media/image311.png"/><Relationship Id="rId152" Type="http://schemas.openxmlformats.org/officeDocument/2006/relationships/image" Target="../media/image224.png"/><Relationship Id="rId173" Type="http://schemas.openxmlformats.org/officeDocument/2006/relationships/customXml" Target="../ink/ink236.xml"/><Relationship Id="rId194" Type="http://schemas.openxmlformats.org/officeDocument/2006/relationships/image" Target="../media/image245.png"/><Relationship Id="rId208" Type="http://schemas.openxmlformats.org/officeDocument/2006/relationships/image" Target="../media/image252.png"/><Relationship Id="rId229" Type="http://schemas.openxmlformats.org/officeDocument/2006/relationships/image" Target="../media/image262.png"/><Relationship Id="rId240" Type="http://schemas.openxmlformats.org/officeDocument/2006/relationships/customXml" Target="../ink/ink270.xml"/><Relationship Id="rId261" Type="http://schemas.openxmlformats.org/officeDocument/2006/relationships/image" Target="../media/image278.png"/><Relationship Id="rId14" Type="http://schemas.openxmlformats.org/officeDocument/2006/relationships/customXml" Target="../ink/ink156.xml"/><Relationship Id="rId35" Type="http://schemas.openxmlformats.org/officeDocument/2006/relationships/image" Target="../media/image166.png"/><Relationship Id="rId56" Type="http://schemas.openxmlformats.org/officeDocument/2006/relationships/customXml" Target="../ink/ink177.xml"/><Relationship Id="rId77" Type="http://schemas.openxmlformats.org/officeDocument/2006/relationships/image" Target="../media/image187.png"/><Relationship Id="rId100" Type="http://schemas.openxmlformats.org/officeDocument/2006/relationships/customXml" Target="../ink/ink199.xml"/><Relationship Id="rId282" Type="http://schemas.openxmlformats.org/officeDocument/2006/relationships/customXml" Target="../ink/ink291.xml"/><Relationship Id="rId317" Type="http://schemas.openxmlformats.org/officeDocument/2006/relationships/image" Target="../media/image306.png"/><Relationship Id="rId8" Type="http://schemas.openxmlformats.org/officeDocument/2006/relationships/customXml" Target="../ink/ink153.xml"/><Relationship Id="rId98" Type="http://schemas.openxmlformats.org/officeDocument/2006/relationships/customXml" Target="../ink/ink198.xml"/><Relationship Id="rId121" Type="http://schemas.openxmlformats.org/officeDocument/2006/relationships/image" Target="../media/image209.png"/><Relationship Id="rId142" Type="http://schemas.openxmlformats.org/officeDocument/2006/relationships/image" Target="../media/image219.png"/><Relationship Id="rId163" Type="http://schemas.openxmlformats.org/officeDocument/2006/relationships/customXml" Target="../ink/ink231.xml"/><Relationship Id="rId184" Type="http://schemas.openxmlformats.org/officeDocument/2006/relationships/image" Target="../media/image240.png"/><Relationship Id="rId219" Type="http://schemas.openxmlformats.org/officeDocument/2006/relationships/customXml" Target="../ink/ink259.xml"/><Relationship Id="rId230" Type="http://schemas.openxmlformats.org/officeDocument/2006/relationships/customXml" Target="../ink/ink265.xml"/><Relationship Id="rId251" Type="http://schemas.openxmlformats.org/officeDocument/2006/relationships/image" Target="../media/image273.png"/><Relationship Id="rId25" Type="http://schemas.openxmlformats.org/officeDocument/2006/relationships/image" Target="../media/image161.png"/><Relationship Id="rId46" Type="http://schemas.openxmlformats.org/officeDocument/2006/relationships/customXml" Target="../ink/ink172.xml"/><Relationship Id="rId67" Type="http://schemas.openxmlformats.org/officeDocument/2006/relationships/image" Target="../media/image182.png"/><Relationship Id="rId272" Type="http://schemas.openxmlformats.org/officeDocument/2006/relationships/customXml" Target="../ink/ink286.xml"/><Relationship Id="rId293" Type="http://schemas.openxmlformats.org/officeDocument/2006/relationships/image" Target="../media/image294.png"/><Relationship Id="rId307" Type="http://schemas.openxmlformats.org/officeDocument/2006/relationships/image" Target="../media/image301.png"/><Relationship Id="rId328" Type="http://schemas.openxmlformats.org/officeDocument/2006/relationships/customXml" Target="../ink/ink314.xml"/><Relationship Id="rId88" Type="http://schemas.openxmlformats.org/officeDocument/2006/relationships/customXml" Target="../ink/ink193.xml"/><Relationship Id="rId111" Type="http://schemas.openxmlformats.org/officeDocument/2006/relationships/image" Target="../media/image204.png"/><Relationship Id="rId132" Type="http://schemas.openxmlformats.org/officeDocument/2006/relationships/image" Target="../media/image214.png"/><Relationship Id="rId153" Type="http://schemas.openxmlformats.org/officeDocument/2006/relationships/customXml" Target="../ink/ink226.xml"/><Relationship Id="rId174" Type="http://schemas.openxmlformats.org/officeDocument/2006/relationships/image" Target="../media/image235.png"/><Relationship Id="rId195" Type="http://schemas.openxmlformats.org/officeDocument/2006/relationships/customXml" Target="../ink/ink247.xml"/><Relationship Id="rId209" Type="http://schemas.openxmlformats.org/officeDocument/2006/relationships/customXml" Target="../ink/ink254.xml"/><Relationship Id="rId220" Type="http://schemas.openxmlformats.org/officeDocument/2006/relationships/image" Target="../media/image258.png"/><Relationship Id="rId241" Type="http://schemas.openxmlformats.org/officeDocument/2006/relationships/image" Target="../media/image268.png"/><Relationship Id="rId15" Type="http://schemas.openxmlformats.org/officeDocument/2006/relationships/image" Target="../media/image156.png"/><Relationship Id="rId36" Type="http://schemas.openxmlformats.org/officeDocument/2006/relationships/customXml" Target="../ink/ink167.xml"/><Relationship Id="rId57" Type="http://schemas.openxmlformats.org/officeDocument/2006/relationships/image" Target="../media/image177.png"/><Relationship Id="rId262" Type="http://schemas.openxmlformats.org/officeDocument/2006/relationships/customXml" Target="../ink/ink281.xml"/><Relationship Id="rId283" Type="http://schemas.openxmlformats.org/officeDocument/2006/relationships/image" Target="../media/image289.png"/><Relationship Id="rId318" Type="http://schemas.openxmlformats.org/officeDocument/2006/relationships/customXml" Target="../ink/ink309.xml"/><Relationship Id="rId78" Type="http://schemas.openxmlformats.org/officeDocument/2006/relationships/customXml" Target="../ink/ink188.xml"/><Relationship Id="rId99" Type="http://schemas.openxmlformats.org/officeDocument/2006/relationships/image" Target="../media/image198.png"/><Relationship Id="rId101" Type="http://schemas.openxmlformats.org/officeDocument/2006/relationships/image" Target="../media/image199.png"/><Relationship Id="rId122" Type="http://schemas.openxmlformats.org/officeDocument/2006/relationships/customXml" Target="../ink/ink210.xml"/><Relationship Id="rId143" Type="http://schemas.openxmlformats.org/officeDocument/2006/relationships/customXml" Target="../ink/ink221.xml"/><Relationship Id="rId164" Type="http://schemas.openxmlformats.org/officeDocument/2006/relationships/image" Target="../media/image230.png"/><Relationship Id="rId185" Type="http://schemas.openxmlformats.org/officeDocument/2006/relationships/customXml" Target="../ink/ink242.xml"/><Relationship Id="rId9" Type="http://schemas.openxmlformats.org/officeDocument/2006/relationships/image" Target="../media/image153.png"/><Relationship Id="rId210" Type="http://schemas.openxmlformats.org/officeDocument/2006/relationships/image" Target="../media/image253.png"/><Relationship Id="rId26" Type="http://schemas.openxmlformats.org/officeDocument/2006/relationships/customXml" Target="../ink/ink162.xml"/><Relationship Id="rId231" Type="http://schemas.openxmlformats.org/officeDocument/2006/relationships/image" Target="../media/image263.png"/><Relationship Id="rId252" Type="http://schemas.openxmlformats.org/officeDocument/2006/relationships/customXml" Target="../ink/ink276.xml"/><Relationship Id="rId273" Type="http://schemas.openxmlformats.org/officeDocument/2006/relationships/image" Target="../media/image284.png"/><Relationship Id="rId294" Type="http://schemas.openxmlformats.org/officeDocument/2006/relationships/customXml" Target="../ink/ink297.xml"/><Relationship Id="rId308" Type="http://schemas.openxmlformats.org/officeDocument/2006/relationships/customXml" Target="../ink/ink304.xml"/><Relationship Id="rId329" Type="http://schemas.openxmlformats.org/officeDocument/2006/relationships/image" Target="../media/image312.png"/><Relationship Id="rId47" Type="http://schemas.openxmlformats.org/officeDocument/2006/relationships/image" Target="../media/image172.png"/><Relationship Id="rId68" Type="http://schemas.openxmlformats.org/officeDocument/2006/relationships/customXml" Target="../ink/ink183.xml"/><Relationship Id="rId89" Type="http://schemas.openxmlformats.org/officeDocument/2006/relationships/image" Target="../media/image193.png"/><Relationship Id="rId112" Type="http://schemas.openxmlformats.org/officeDocument/2006/relationships/customXml" Target="../ink/ink205.xml"/><Relationship Id="rId133" Type="http://schemas.openxmlformats.org/officeDocument/2006/relationships/customXml" Target="../ink/ink216.xml"/><Relationship Id="rId154" Type="http://schemas.openxmlformats.org/officeDocument/2006/relationships/image" Target="../media/image225.png"/><Relationship Id="rId175" Type="http://schemas.openxmlformats.org/officeDocument/2006/relationships/customXml" Target="../ink/ink237.xml"/><Relationship Id="rId196" Type="http://schemas.openxmlformats.org/officeDocument/2006/relationships/image" Target="../media/image246.png"/><Relationship Id="rId200" Type="http://schemas.openxmlformats.org/officeDocument/2006/relationships/image" Target="../media/image248.png"/><Relationship Id="rId16" Type="http://schemas.openxmlformats.org/officeDocument/2006/relationships/customXml" Target="../ink/ink157.xml"/><Relationship Id="rId221" Type="http://schemas.openxmlformats.org/officeDocument/2006/relationships/customXml" Target="../ink/ink260.xml"/><Relationship Id="rId242" Type="http://schemas.openxmlformats.org/officeDocument/2006/relationships/customXml" Target="../ink/ink271.xml"/><Relationship Id="rId263" Type="http://schemas.openxmlformats.org/officeDocument/2006/relationships/image" Target="../media/image279.png"/><Relationship Id="rId284" Type="http://schemas.openxmlformats.org/officeDocument/2006/relationships/customXml" Target="../ink/ink292.xml"/><Relationship Id="rId319" Type="http://schemas.openxmlformats.org/officeDocument/2006/relationships/image" Target="../media/image307.png"/><Relationship Id="rId37" Type="http://schemas.openxmlformats.org/officeDocument/2006/relationships/image" Target="../media/image167.png"/><Relationship Id="rId58" Type="http://schemas.openxmlformats.org/officeDocument/2006/relationships/customXml" Target="../ink/ink178.xml"/><Relationship Id="rId79" Type="http://schemas.openxmlformats.org/officeDocument/2006/relationships/image" Target="../media/image188.png"/><Relationship Id="rId102" Type="http://schemas.openxmlformats.org/officeDocument/2006/relationships/customXml" Target="../ink/ink200.xml"/><Relationship Id="rId123" Type="http://schemas.openxmlformats.org/officeDocument/2006/relationships/customXml" Target="../ink/ink211.xml"/><Relationship Id="rId144" Type="http://schemas.openxmlformats.org/officeDocument/2006/relationships/image" Target="../media/image220.png"/><Relationship Id="rId330" Type="http://schemas.openxmlformats.org/officeDocument/2006/relationships/customXml" Target="../ink/ink315.xml"/><Relationship Id="rId90" Type="http://schemas.openxmlformats.org/officeDocument/2006/relationships/customXml" Target="../ink/ink194.xml"/><Relationship Id="rId165" Type="http://schemas.openxmlformats.org/officeDocument/2006/relationships/customXml" Target="../ink/ink232.xml"/><Relationship Id="rId186" Type="http://schemas.openxmlformats.org/officeDocument/2006/relationships/image" Target="../media/image241.png"/><Relationship Id="rId211" Type="http://schemas.openxmlformats.org/officeDocument/2006/relationships/customXml" Target="../ink/ink255.xml"/><Relationship Id="rId232" Type="http://schemas.openxmlformats.org/officeDocument/2006/relationships/customXml" Target="../ink/ink266.xml"/><Relationship Id="rId253" Type="http://schemas.openxmlformats.org/officeDocument/2006/relationships/image" Target="../media/image274.png"/><Relationship Id="rId274" Type="http://schemas.openxmlformats.org/officeDocument/2006/relationships/customXml" Target="../ink/ink287.xml"/><Relationship Id="rId295" Type="http://schemas.openxmlformats.org/officeDocument/2006/relationships/image" Target="../media/image295.png"/><Relationship Id="rId309" Type="http://schemas.openxmlformats.org/officeDocument/2006/relationships/image" Target="../media/image302.png"/><Relationship Id="rId27" Type="http://schemas.openxmlformats.org/officeDocument/2006/relationships/image" Target="../media/image162.png"/><Relationship Id="rId48" Type="http://schemas.openxmlformats.org/officeDocument/2006/relationships/customXml" Target="../ink/ink173.xml"/><Relationship Id="rId69" Type="http://schemas.openxmlformats.org/officeDocument/2006/relationships/image" Target="../media/image183.png"/><Relationship Id="rId113" Type="http://schemas.openxmlformats.org/officeDocument/2006/relationships/image" Target="../media/image205.png"/><Relationship Id="rId134" Type="http://schemas.openxmlformats.org/officeDocument/2006/relationships/image" Target="../media/image215.png"/><Relationship Id="rId320" Type="http://schemas.openxmlformats.org/officeDocument/2006/relationships/customXml" Target="../ink/ink310.xml"/><Relationship Id="rId80" Type="http://schemas.openxmlformats.org/officeDocument/2006/relationships/customXml" Target="../ink/ink189.xml"/><Relationship Id="rId155" Type="http://schemas.openxmlformats.org/officeDocument/2006/relationships/customXml" Target="../ink/ink227.xml"/><Relationship Id="rId176" Type="http://schemas.openxmlformats.org/officeDocument/2006/relationships/image" Target="../media/image236.png"/><Relationship Id="rId197" Type="http://schemas.openxmlformats.org/officeDocument/2006/relationships/customXml" Target="../ink/ink248.xml"/><Relationship Id="rId201" Type="http://schemas.openxmlformats.org/officeDocument/2006/relationships/customXml" Target="../ink/ink250.xml"/><Relationship Id="rId222" Type="http://schemas.openxmlformats.org/officeDocument/2006/relationships/image" Target="../media/image259.png"/><Relationship Id="rId243" Type="http://schemas.openxmlformats.org/officeDocument/2006/relationships/image" Target="../media/image269.png"/><Relationship Id="rId264" Type="http://schemas.openxmlformats.org/officeDocument/2006/relationships/customXml" Target="../ink/ink282.xml"/><Relationship Id="rId285" Type="http://schemas.openxmlformats.org/officeDocument/2006/relationships/image" Target="../media/image290.png"/><Relationship Id="rId17" Type="http://schemas.openxmlformats.org/officeDocument/2006/relationships/image" Target="../media/image157.png"/><Relationship Id="rId38" Type="http://schemas.openxmlformats.org/officeDocument/2006/relationships/customXml" Target="../ink/ink168.xml"/><Relationship Id="rId59" Type="http://schemas.openxmlformats.org/officeDocument/2006/relationships/image" Target="../media/image178.png"/><Relationship Id="rId103" Type="http://schemas.openxmlformats.org/officeDocument/2006/relationships/image" Target="../media/image200.png"/><Relationship Id="rId124" Type="http://schemas.openxmlformats.org/officeDocument/2006/relationships/image" Target="../media/image210.png"/><Relationship Id="rId310" Type="http://schemas.openxmlformats.org/officeDocument/2006/relationships/customXml" Target="../ink/ink305.xml"/><Relationship Id="rId70" Type="http://schemas.openxmlformats.org/officeDocument/2006/relationships/customXml" Target="../ink/ink184.xml"/><Relationship Id="rId91" Type="http://schemas.openxmlformats.org/officeDocument/2006/relationships/image" Target="../media/image194.png"/><Relationship Id="rId145" Type="http://schemas.openxmlformats.org/officeDocument/2006/relationships/customXml" Target="../ink/ink222.xml"/><Relationship Id="rId166" Type="http://schemas.openxmlformats.org/officeDocument/2006/relationships/image" Target="../media/image231.png"/><Relationship Id="rId187" Type="http://schemas.openxmlformats.org/officeDocument/2006/relationships/customXml" Target="../ink/ink243.xml"/><Relationship Id="rId331" Type="http://schemas.openxmlformats.org/officeDocument/2006/relationships/image" Target="../media/image313.png"/><Relationship Id="rId1" Type="http://schemas.openxmlformats.org/officeDocument/2006/relationships/slideLayout" Target="../slideLayouts/slideLayout7.xml"/><Relationship Id="rId212" Type="http://schemas.openxmlformats.org/officeDocument/2006/relationships/image" Target="../media/image254.png"/><Relationship Id="rId233" Type="http://schemas.openxmlformats.org/officeDocument/2006/relationships/image" Target="../media/image264.png"/><Relationship Id="rId254" Type="http://schemas.openxmlformats.org/officeDocument/2006/relationships/customXml" Target="../ink/ink277.xml"/><Relationship Id="rId28" Type="http://schemas.openxmlformats.org/officeDocument/2006/relationships/customXml" Target="../ink/ink163.xml"/><Relationship Id="rId49" Type="http://schemas.openxmlformats.org/officeDocument/2006/relationships/image" Target="../media/image173.png"/><Relationship Id="rId114" Type="http://schemas.openxmlformats.org/officeDocument/2006/relationships/customXml" Target="../ink/ink206.xml"/><Relationship Id="rId275" Type="http://schemas.openxmlformats.org/officeDocument/2006/relationships/image" Target="../media/image285.png"/><Relationship Id="rId296" Type="http://schemas.openxmlformats.org/officeDocument/2006/relationships/customXml" Target="../ink/ink298.xml"/><Relationship Id="rId300" Type="http://schemas.openxmlformats.org/officeDocument/2006/relationships/customXml" Target="../ink/ink300.xml"/><Relationship Id="rId60" Type="http://schemas.openxmlformats.org/officeDocument/2006/relationships/customXml" Target="../ink/ink179.xml"/><Relationship Id="rId81" Type="http://schemas.openxmlformats.org/officeDocument/2006/relationships/image" Target="../media/image189.png"/><Relationship Id="rId135" Type="http://schemas.openxmlformats.org/officeDocument/2006/relationships/customXml" Target="../ink/ink217.xml"/><Relationship Id="rId156" Type="http://schemas.openxmlformats.org/officeDocument/2006/relationships/image" Target="../media/image226.png"/><Relationship Id="rId177" Type="http://schemas.openxmlformats.org/officeDocument/2006/relationships/customXml" Target="../ink/ink238.xml"/><Relationship Id="rId198" Type="http://schemas.openxmlformats.org/officeDocument/2006/relationships/image" Target="../media/image247.png"/><Relationship Id="rId321" Type="http://schemas.openxmlformats.org/officeDocument/2006/relationships/image" Target="../media/image308.png"/><Relationship Id="rId202" Type="http://schemas.openxmlformats.org/officeDocument/2006/relationships/image" Target="../media/image249.png"/><Relationship Id="rId223" Type="http://schemas.openxmlformats.org/officeDocument/2006/relationships/customXml" Target="../ink/ink261.xml"/><Relationship Id="rId244" Type="http://schemas.openxmlformats.org/officeDocument/2006/relationships/customXml" Target="../ink/ink272.xml"/><Relationship Id="rId18" Type="http://schemas.openxmlformats.org/officeDocument/2006/relationships/customXml" Target="../ink/ink158.xml"/><Relationship Id="rId39" Type="http://schemas.openxmlformats.org/officeDocument/2006/relationships/image" Target="../media/image168.png"/><Relationship Id="rId265" Type="http://schemas.openxmlformats.org/officeDocument/2006/relationships/image" Target="../media/image280.png"/><Relationship Id="rId286" Type="http://schemas.openxmlformats.org/officeDocument/2006/relationships/customXml" Target="../ink/ink293.xml"/><Relationship Id="rId50" Type="http://schemas.openxmlformats.org/officeDocument/2006/relationships/customXml" Target="../ink/ink174.xml"/><Relationship Id="rId104" Type="http://schemas.openxmlformats.org/officeDocument/2006/relationships/customXml" Target="../ink/ink201.xml"/><Relationship Id="rId125" Type="http://schemas.openxmlformats.org/officeDocument/2006/relationships/customXml" Target="../ink/ink212.xml"/><Relationship Id="rId146" Type="http://schemas.openxmlformats.org/officeDocument/2006/relationships/image" Target="../media/image221.png"/><Relationship Id="rId167" Type="http://schemas.openxmlformats.org/officeDocument/2006/relationships/customXml" Target="../ink/ink233.xml"/><Relationship Id="rId188" Type="http://schemas.openxmlformats.org/officeDocument/2006/relationships/image" Target="../media/image242.png"/><Relationship Id="rId311" Type="http://schemas.openxmlformats.org/officeDocument/2006/relationships/image" Target="../media/image303.png"/><Relationship Id="rId332" Type="http://schemas.openxmlformats.org/officeDocument/2006/relationships/customXml" Target="../ink/ink316.xml"/><Relationship Id="rId71" Type="http://schemas.openxmlformats.org/officeDocument/2006/relationships/image" Target="../media/image184.png"/><Relationship Id="rId92" Type="http://schemas.openxmlformats.org/officeDocument/2006/relationships/customXml" Target="../ink/ink195.xml"/><Relationship Id="rId213" Type="http://schemas.openxmlformats.org/officeDocument/2006/relationships/customXml" Target="../ink/ink256.xml"/><Relationship Id="rId234" Type="http://schemas.openxmlformats.org/officeDocument/2006/relationships/customXml" Target="../ink/ink267.xml"/><Relationship Id="rId2" Type="http://schemas.openxmlformats.org/officeDocument/2006/relationships/customXml" Target="../ink/ink150.xml"/><Relationship Id="rId29" Type="http://schemas.openxmlformats.org/officeDocument/2006/relationships/image" Target="../media/image163.png"/><Relationship Id="rId255" Type="http://schemas.openxmlformats.org/officeDocument/2006/relationships/image" Target="../media/image275.png"/><Relationship Id="rId276" Type="http://schemas.openxmlformats.org/officeDocument/2006/relationships/customXml" Target="../ink/ink288.xml"/><Relationship Id="rId297" Type="http://schemas.openxmlformats.org/officeDocument/2006/relationships/image" Target="../media/image296.png"/><Relationship Id="rId40" Type="http://schemas.openxmlformats.org/officeDocument/2006/relationships/customXml" Target="../ink/ink169.xml"/><Relationship Id="rId115" Type="http://schemas.openxmlformats.org/officeDocument/2006/relationships/image" Target="../media/image206.png"/><Relationship Id="rId136" Type="http://schemas.openxmlformats.org/officeDocument/2006/relationships/image" Target="../media/image216.png"/><Relationship Id="rId157" Type="http://schemas.openxmlformats.org/officeDocument/2006/relationships/customXml" Target="../ink/ink228.xml"/><Relationship Id="rId178" Type="http://schemas.openxmlformats.org/officeDocument/2006/relationships/image" Target="../media/image237.png"/><Relationship Id="rId301" Type="http://schemas.openxmlformats.org/officeDocument/2006/relationships/image" Target="../media/image298.png"/><Relationship Id="rId322" Type="http://schemas.openxmlformats.org/officeDocument/2006/relationships/customXml" Target="../ink/ink311.xml"/><Relationship Id="rId61" Type="http://schemas.openxmlformats.org/officeDocument/2006/relationships/image" Target="../media/image179.png"/><Relationship Id="rId82" Type="http://schemas.openxmlformats.org/officeDocument/2006/relationships/customXml" Target="../ink/ink190.xml"/><Relationship Id="rId199" Type="http://schemas.openxmlformats.org/officeDocument/2006/relationships/customXml" Target="../ink/ink249.xml"/><Relationship Id="rId203" Type="http://schemas.openxmlformats.org/officeDocument/2006/relationships/customXml" Target="../ink/ink251.xml"/><Relationship Id="rId19" Type="http://schemas.openxmlformats.org/officeDocument/2006/relationships/image" Target="../media/image158.png"/><Relationship Id="rId224" Type="http://schemas.openxmlformats.org/officeDocument/2006/relationships/image" Target="../media/image260.png"/><Relationship Id="rId245" Type="http://schemas.openxmlformats.org/officeDocument/2006/relationships/image" Target="../media/image270.png"/><Relationship Id="rId266" Type="http://schemas.openxmlformats.org/officeDocument/2006/relationships/customXml" Target="../ink/ink283.xml"/><Relationship Id="rId287" Type="http://schemas.openxmlformats.org/officeDocument/2006/relationships/image" Target="../media/image291.png"/><Relationship Id="rId30" Type="http://schemas.openxmlformats.org/officeDocument/2006/relationships/customXml" Target="../ink/ink164.xml"/><Relationship Id="rId105" Type="http://schemas.openxmlformats.org/officeDocument/2006/relationships/image" Target="../media/image201.png"/><Relationship Id="rId126" Type="http://schemas.openxmlformats.org/officeDocument/2006/relationships/image" Target="../media/image211.png"/><Relationship Id="rId147" Type="http://schemas.openxmlformats.org/officeDocument/2006/relationships/customXml" Target="../ink/ink223.xml"/><Relationship Id="rId168" Type="http://schemas.openxmlformats.org/officeDocument/2006/relationships/image" Target="../media/image232.png"/><Relationship Id="rId312" Type="http://schemas.openxmlformats.org/officeDocument/2006/relationships/customXml" Target="../ink/ink306.xml"/><Relationship Id="rId333" Type="http://schemas.openxmlformats.org/officeDocument/2006/relationships/image" Target="../media/image314.png"/><Relationship Id="rId51" Type="http://schemas.openxmlformats.org/officeDocument/2006/relationships/image" Target="../media/image174.png"/><Relationship Id="rId72" Type="http://schemas.openxmlformats.org/officeDocument/2006/relationships/customXml" Target="../ink/ink185.xml"/><Relationship Id="rId93" Type="http://schemas.openxmlformats.org/officeDocument/2006/relationships/image" Target="../media/image195.png"/><Relationship Id="rId189" Type="http://schemas.openxmlformats.org/officeDocument/2006/relationships/customXml" Target="../ink/ink244.xml"/><Relationship Id="rId3" Type="http://schemas.openxmlformats.org/officeDocument/2006/relationships/image" Target="../media/image150.png"/><Relationship Id="rId214" Type="http://schemas.openxmlformats.org/officeDocument/2006/relationships/image" Target="../media/image255.png"/><Relationship Id="rId235" Type="http://schemas.openxmlformats.org/officeDocument/2006/relationships/image" Target="../media/image265.png"/><Relationship Id="rId256" Type="http://schemas.openxmlformats.org/officeDocument/2006/relationships/customXml" Target="../ink/ink278.xml"/><Relationship Id="rId277" Type="http://schemas.openxmlformats.org/officeDocument/2006/relationships/image" Target="../media/image286.png"/><Relationship Id="rId298" Type="http://schemas.openxmlformats.org/officeDocument/2006/relationships/customXml" Target="../ink/ink299.xml"/><Relationship Id="rId116" Type="http://schemas.openxmlformats.org/officeDocument/2006/relationships/customXml" Target="../ink/ink207.xml"/><Relationship Id="rId137" Type="http://schemas.openxmlformats.org/officeDocument/2006/relationships/customXml" Target="../ink/ink218.xml"/><Relationship Id="rId158" Type="http://schemas.openxmlformats.org/officeDocument/2006/relationships/image" Target="../media/image227.png"/><Relationship Id="rId302" Type="http://schemas.openxmlformats.org/officeDocument/2006/relationships/customXml" Target="../ink/ink301.xml"/><Relationship Id="rId323" Type="http://schemas.openxmlformats.org/officeDocument/2006/relationships/image" Target="../media/image309.png"/><Relationship Id="rId20" Type="http://schemas.openxmlformats.org/officeDocument/2006/relationships/customXml" Target="../ink/ink159.xml"/><Relationship Id="rId41" Type="http://schemas.openxmlformats.org/officeDocument/2006/relationships/image" Target="../media/image169.png"/><Relationship Id="rId62" Type="http://schemas.openxmlformats.org/officeDocument/2006/relationships/customXml" Target="../ink/ink180.xml"/><Relationship Id="rId83" Type="http://schemas.openxmlformats.org/officeDocument/2006/relationships/image" Target="../media/image190.png"/><Relationship Id="rId179" Type="http://schemas.openxmlformats.org/officeDocument/2006/relationships/customXml" Target="../ink/ink239.xml"/><Relationship Id="rId190" Type="http://schemas.openxmlformats.org/officeDocument/2006/relationships/image" Target="../media/image243.png"/><Relationship Id="rId204" Type="http://schemas.openxmlformats.org/officeDocument/2006/relationships/image" Target="../media/image250.png"/><Relationship Id="rId225" Type="http://schemas.openxmlformats.org/officeDocument/2006/relationships/customXml" Target="../ink/ink262.xml"/><Relationship Id="rId246" Type="http://schemas.openxmlformats.org/officeDocument/2006/relationships/customXml" Target="../ink/ink273.xml"/><Relationship Id="rId267" Type="http://schemas.openxmlformats.org/officeDocument/2006/relationships/image" Target="../media/image281.png"/><Relationship Id="rId288" Type="http://schemas.openxmlformats.org/officeDocument/2006/relationships/customXml" Target="../ink/ink294.xml"/><Relationship Id="rId106" Type="http://schemas.openxmlformats.org/officeDocument/2006/relationships/customXml" Target="../ink/ink202.xml"/><Relationship Id="rId127" Type="http://schemas.openxmlformats.org/officeDocument/2006/relationships/customXml" Target="../ink/ink213.xml"/><Relationship Id="rId313" Type="http://schemas.openxmlformats.org/officeDocument/2006/relationships/image" Target="../media/image304.png"/><Relationship Id="rId10" Type="http://schemas.openxmlformats.org/officeDocument/2006/relationships/customXml" Target="../ink/ink154.xml"/><Relationship Id="rId31" Type="http://schemas.openxmlformats.org/officeDocument/2006/relationships/image" Target="../media/image164.png"/><Relationship Id="rId52" Type="http://schemas.openxmlformats.org/officeDocument/2006/relationships/customXml" Target="../ink/ink175.xml"/><Relationship Id="rId73" Type="http://schemas.openxmlformats.org/officeDocument/2006/relationships/image" Target="../media/image185.png"/><Relationship Id="rId94" Type="http://schemas.openxmlformats.org/officeDocument/2006/relationships/customXml" Target="../ink/ink196.xml"/><Relationship Id="rId148" Type="http://schemas.openxmlformats.org/officeDocument/2006/relationships/image" Target="../media/image222.png"/><Relationship Id="rId169" Type="http://schemas.openxmlformats.org/officeDocument/2006/relationships/customXml" Target="../ink/ink234.xml"/><Relationship Id="rId4" Type="http://schemas.openxmlformats.org/officeDocument/2006/relationships/customXml" Target="../ink/ink151.xml"/><Relationship Id="rId180" Type="http://schemas.openxmlformats.org/officeDocument/2006/relationships/image" Target="../media/image238.png"/><Relationship Id="rId215" Type="http://schemas.openxmlformats.org/officeDocument/2006/relationships/customXml" Target="../ink/ink257.xml"/><Relationship Id="rId236" Type="http://schemas.openxmlformats.org/officeDocument/2006/relationships/customXml" Target="../ink/ink268.xml"/><Relationship Id="rId257" Type="http://schemas.openxmlformats.org/officeDocument/2006/relationships/image" Target="../media/image276.png"/><Relationship Id="rId278" Type="http://schemas.openxmlformats.org/officeDocument/2006/relationships/customXml" Target="../ink/ink289.xml"/><Relationship Id="rId303" Type="http://schemas.openxmlformats.org/officeDocument/2006/relationships/image" Target="../media/image299.png"/><Relationship Id="rId42" Type="http://schemas.openxmlformats.org/officeDocument/2006/relationships/customXml" Target="../ink/ink170.xml"/><Relationship Id="rId84" Type="http://schemas.openxmlformats.org/officeDocument/2006/relationships/customXml" Target="../ink/ink191.xml"/><Relationship Id="rId138" Type="http://schemas.openxmlformats.org/officeDocument/2006/relationships/image" Target="../media/image217.png"/><Relationship Id="rId191" Type="http://schemas.openxmlformats.org/officeDocument/2006/relationships/customXml" Target="../ink/ink245.xml"/><Relationship Id="rId205" Type="http://schemas.openxmlformats.org/officeDocument/2006/relationships/customXml" Target="../ink/ink252.xml"/><Relationship Id="rId247" Type="http://schemas.openxmlformats.org/officeDocument/2006/relationships/image" Target="../media/image271.png"/><Relationship Id="rId107" Type="http://schemas.openxmlformats.org/officeDocument/2006/relationships/image" Target="../media/image202.png"/><Relationship Id="rId289" Type="http://schemas.openxmlformats.org/officeDocument/2006/relationships/image" Target="../media/image292.png"/><Relationship Id="rId11" Type="http://schemas.openxmlformats.org/officeDocument/2006/relationships/image" Target="../media/image154.png"/><Relationship Id="rId53" Type="http://schemas.openxmlformats.org/officeDocument/2006/relationships/image" Target="../media/image175.png"/><Relationship Id="rId149" Type="http://schemas.openxmlformats.org/officeDocument/2006/relationships/customXml" Target="../ink/ink224.xml"/><Relationship Id="rId314" Type="http://schemas.openxmlformats.org/officeDocument/2006/relationships/customXml" Target="../ink/ink307.xml"/><Relationship Id="rId95" Type="http://schemas.openxmlformats.org/officeDocument/2006/relationships/image" Target="../media/image196.png"/><Relationship Id="rId160" Type="http://schemas.openxmlformats.org/officeDocument/2006/relationships/image" Target="../media/image228.png"/><Relationship Id="rId216" Type="http://schemas.openxmlformats.org/officeDocument/2006/relationships/image" Target="../media/image256.png"/><Relationship Id="rId258" Type="http://schemas.openxmlformats.org/officeDocument/2006/relationships/customXml" Target="../ink/ink279.xml"/><Relationship Id="rId22" Type="http://schemas.openxmlformats.org/officeDocument/2006/relationships/customXml" Target="../ink/ink160.xml"/><Relationship Id="rId64" Type="http://schemas.openxmlformats.org/officeDocument/2006/relationships/customXml" Target="../ink/ink181.xml"/><Relationship Id="rId118" Type="http://schemas.openxmlformats.org/officeDocument/2006/relationships/customXml" Target="../ink/ink208.xml"/><Relationship Id="rId325" Type="http://schemas.openxmlformats.org/officeDocument/2006/relationships/image" Target="../media/image310.png"/><Relationship Id="rId171" Type="http://schemas.openxmlformats.org/officeDocument/2006/relationships/customXml" Target="../ink/ink235.xml"/><Relationship Id="rId227" Type="http://schemas.openxmlformats.org/officeDocument/2006/relationships/image" Target="../media/image261.png"/><Relationship Id="rId269" Type="http://schemas.openxmlformats.org/officeDocument/2006/relationships/image" Target="../media/image282.png"/><Relationship Id="rId33" Type="http://schemas.openxmlformats.org/officeDocument/2006/relationships/image" Target="../media/image165.png"/><Relationship Id="rId129" Type="http://schemas.openxmlformats.org/officeDocument/2006/relationships/customXml" Target="../ink/ink214.xml"/><Relationship Id="rId280" Type="http://schemas.openxmlformats.org/officeDocument/2006/relationships/customXml" Target="../ink/ink290.xml"/><Relationship Id="rId75" Type="http://schemas.openxmlformats.org/officeDocument/2006/relationships/image" Target="../media/image186.png"/><Relationship Id="rId140" Type="http://schemas.openxmlformats.org/officeDocument/2006/relationships/image" Target="../media/image218.png"/><Relationship Id="rId182" Type="http://schemas.openxmlformats.org/officeDocument/2006/relationships/image" Target="../media/image239.png"/><Relationship Id="rId6" Type="http://schemas.openxmlformats.org/officeDocument/2006/relationships/customXml" Target="../ink/ink152.xml"/><Relationship Id="rId238" Type="http://schemas.openxmlformats.org/officeDocument/2006/relationships/customXml" Target="../ink/ink269.xml"/><Relationship Id="rId291" Type="http://schemas.openxmlformats.org/officeDocument/2006/relationships/image" Target="../media/image293.png"/><Relationship Id="rId305" Type="http://schemas.openxmlformats.org/officeDocument/2006/relationships/image" Target="../media/image300.png"/><Relationship Id="rId44" Type="http://schemas.openxmlformats.org/officeDocument/2006/relationships/customXml" Target="../ink/ink171.xml"/><Relationship Id="rId86" Type="http://schemas.openxmlformats.org/officeDocument/2006/relationships/customXml" Target="../ink/ink192.xml"/><Relationship Id="rId151" Type="http://schemas.openxmlformats.org/officeDocument/2006/relationships/customXml" Target="../ink/ink225.xml"/><Relationship Id="rId193" Type="http://schemas.openxmlformats.org/officeDocument/2006/relationships/customXml" Target="../ink/ink246.xml"/><Relationship Id="rId207" Type="http://schemas.openxmlformats.org/officeDocument/2006/relationships/customXml" Target="../ink/ink253.xml"/><Relationship Id="rId249" Type="http://schemas.openxmlformats.org/officeDocument/2006/relationships/image" Target="../media/image272.png"/><Relationship Id="rId13" Type="http://schemas.openxmlformats.org/officeDocument/2006/relationships/image" Target="../media/image155.png"/><Relationship Id="rId109" Type="http://schemas.openxmlformats.org/officeDocument/2006/relationships/image" Target="../media/image203.png"/><Relationship Id="rId260" Type="http://schemas.openxmlformats.org/officeDocument/2006/relationships/customXml" Target="../ink/ink280.xml"/><Relationship Id="rId316" Type="http://schemas.openxmlformats.org/officeDocument/2006/relationships/customXml" Target="../ink/ink308.xml"/><Relationship Id="rId55" Type="http://schemas.openxmlformats.org/officeDocument/2006/relationships/image" Target="../media/image176.png"/><Relationship Id="rId97" Type="http://schemas.openxmlformats.org/officeDocument/2006/relationships/image" Target="../media/image197.png"/><Relationship Id="rId120" Type="http://schemas.openxmlformats.org/officeDocument/2006/relationships/customXml" Target="../ink/ink209.xml"/><Relationship Id="rId162" Type="http://schemas.openxmlformats.org/officeDocument/2006/relationships/image" Target="../media/image229.png"/><Relationship Id="rId218" Type="http://schemas.openxmlformats.org/officeDocument/2006/relationships/image" Target="../media/image257.png"/><Relationship Id="rId271" Type="http://schemas.openxmlformats.org/officeDocument/2006/relationships/image" Target="../media/image283.png"/></Relationships>
</file>

<file path=ppt/slides/_rels/slide5.xml.rels><?xml version="1.0" encoding="UTF-8" standalone="yes"?>
<Relationships xmlns="http://schemas.openxmlformats.org/package/2006/relationships"><Relationship Id="rId117" Type="http://schemas.openxmlformats.org/officeDocument/2006/relationships/image" Target="../media/image372.png"/><Relationship Id="rId21" Type="http://schemas.openxmlformats.org/officeDocument/2006/relationships/image" Target="../media/image324.png"/><Relationship Id="rId42" Type="http://schemas.openxmlformats.org/officeDocument/2006/relationships/customXml" Target="../ink/ink337.xml"/><Relationship Id="rId63" Type="http://schemas.openxmlformats.org/officeDocument/2006/relationships/image" Target="../media/image345.png"/><Relationship Id="rId84" Type="http://schemas.openxmlformats.org/officeDocument/2006/relationships/customXml" Target="../ink/ink358.xml"/><Relationship Id="rId138" Type="http://schemas.openxmlformats.org/officeDocument/2006/relationships/customXml" Target="../ink/ink385.xml"/><Relationship Id="rId107" Type="http://schemas.openxmlformats.org/officeDocument/2006/relationships/image" Target="../media/image367.png"/><Relationship Id="rId11" Type="http://schemas.openxmlformats.org/officeDocument/2006/relationships/image" Target="../media/image319.png"/><Relationship Id="rId32" Type="http://schemas.openxmlformats.org/officeDocument/2006/relationships/customXml" Target="../ink/ink332.xml"/><Relationship Id="rId53" Type="http://schemas.openxmlformats.org/officeDocument/2006/relationships/image" Target="../media/image340.png"/><Relationship Id="rId74" Type="http://schemas.openxmlformats.org/officeDocument/2006/relationships/customXml" Target="../ink/ink353.xml"/><Relationship Id="rId128" Type="http://schemas.openxmlformats.org/officeDocument/2006/relationships/customXml" Target="../ink/ink380.xml"/><Relationship Id="rId149" Type="http://schemas.openxmlformats.org/officeDocument/2006/relationships/image" Target="../media/image388.png"/><Relationship Id="rId5" Type="http://schemas.openxmlformats.org/officeDocument/2006/relationships/image" Target="../media/image316.png"/><Relationship Id="rId95" Type="http://schemas.openxmlformats.org/officeDocument/2006/relationships/image" Target="../media/image361.png"/><Relationship Id="rId22" Type="http://schemas.openxmlformats.org/officeDocument/2006/relationships/customXml" Target="../ink/ink327.xml"/><Relationship Id="rId43" Type="http://schemas.openxmlformats.org/officeDocument/2006/relationships/image" Target="../media/image335.png"/><Relationship Id="rId64" Type="http://schemas.openxmlformats.org/officeDocument/2006/relationships/customXml" Target="../ink/ink348.xml"/><Relationship Id="rId118" Type="http://schemas.openxmlformats.org/officeDocument/2006/relationships/customXml" Target="../ink/ink375.xml"/><Relationship Id="rId139" Type="http://schemas.openxmlformats.org/officeDocument/2006/relationships/image" Target="../media/image383.png"/><Relationship Id="rId80" Type="http://schemas.openxmlformats.org/officeDocument/2006/relationships/customXml" Target="../ink/ink356.xml"/><Relationship Id="rId85" Type="http://schemas.openxmlformats.org/officeDocument/2006/relationships/image" Target="../media/image356.png"/><Relationship Id="rId150" Type="http://schemas.openxmlformats.org/officeDocument/2006/relationships/customXml" Target="../ink/ink391.xml"/><Relationship Id="rId155" Type="http://schemas.openxmlformats.org/officeDocument/2006/relationships/image" Target="../media/image391.png"/><Relationship Id="rId12" Type="http://schemas.openxmlformats.org/officeDocument/2006/relationships/customXml" Target="../ink/ink322.xml"/><Relationship Id="rId17" Type="http://schemas.openxmlformats.org/officeDocument/2006/relationships/image" Target="../media/image322.png"/><Relationship Id="rId33" Type="http://schemas.openxmlformats.org/officeDocument/2006/relationships/image" Target="../media/image330.png"/><Relationship Id="rId38" Type="http://schemas.openxmlformats.org/officeDocument/2006/relationships/customXml" Target="../ink/ink335.xml"/><Relationship Id="rId59" Type="http://schemas.openxmlformats.org/officeDocument/2006/relationships/image" Target="../media/image343.png"/><Relationship Id="rId103" Type="http://schemas.openxmlformats.org/officeDocument/2006/relationships/image" Target="../media/image365.png"/><Relationship Id="rId108" Type="http://schemas.openxmlformats.org/officeDocument/2006/relationships/customXml" Target="../ink/ink370.xml"/><Relationship Id="rId124" Type="http://schemas.openxmlformats.org/officeDocument/2006/relationships/customXml" Target="../ink/ink378.xml"/><Relationship Id="rId129" Type="http://schemas.openxmlformats.org/officeDocument/2006/relationships/image" Target="../media/image378.png"/><Relationship Id="rId54" Type="http://schemas.openxmlformats.org/officeDocument/2006/relationships/customXml" Target="../ink/ink343.xml"/><Relationship Id="rId70" Type="http://schemas.openxmlformats.org/officeDocument/2006/relationships/customXml" Target="../ink/ink351.xml"/><Relationship Id="rId75" Type="http://schemas.openxmlformats.org/officeDocument/2006/relationships/image" Target="../media/image351.png"/><Relationship Id="rId91" Type="http://schemas.openxmlformats.org/officeDocument/2006/relationships/image" Target="../media/image359.png"/><Relationship Id="rId96" Type="http://schemas.openxmlformats.org/officeDocument/2006/relationships/customXml" Target="../ink/ink364.xml"/><Relationship Id="rId140" Type="http://schemas.openxmlformats.org/officeDocument/2006/relationships/customXml" Target="../ink/ink386.xml"/><Relationship Id="rId145" Type="http://schemas.openxmlformats.org/officeDocument/2006/relationships/image" Target="../media/image386.png"/><Relationship Id="rId1" Type="http://schemas.openxmlformats.org/officeDocument/2006/relationships/slideLayout" Target="../slideLayouts/slideLayout7.xml"/><Relationship Id="rId6" Type="http://schemas.openxmlformats.org/officeDocument/2006/relationships/customXml" Target="../ink/ink319.xml"/><Relationship Id="rId23" Type="http://schemas.openxmlformats.org/officeDocument/2006/relationships/image" Target="../media/image325.png"/><Relationship Id="rId28" Type="http://schemas.openxmlformats.org/officeDocument/2006/relationships/customXml" Target="../ink/ink330.xml"/><Relationship Id="rId49" Type="http://schemas.openxmlformats.org/officeDocument/2006/relationships/image" Target="../media/image338.png"/><Relationship Id="rId114" Type="http://schemas.openxmlformats.org/officeDocument/2006/relationships/customXml" Target="../ink/ink373.xml"/><Relationship Id="rId119" Type="http://schemas.openxmlformats.org/officeDocument/2006/relationships/image" Target="../media/image373.png"/><Relationship Id="rId44" Type="http://schemas.openxmlformats.org/officeDocument/2006/relationships/customXml" Target="../ink/ink338.xml"/><Relationship Id="rId60" Type="http://schemas.openxmlformats.org/officeDocument/2006/relationships/customXml" Target="../ink/ink346.xml"/><Relationship Id="rId65" Type="http://schemas.openxmlformats.org/officeDocument/2006/relationships/image" Target="../media/image346.png"/><Relationship Id="rId81" Type="http://schemas.openxmlformats.org/officeDocument/2006/relationships/image" Target="../media/image354.png"/><Relationship Id="rId86" Type="http://schemas.openxmlformats.org/officeDocument/2006/relationships/customXml" Target="../ink/ink359.xml"/><Relationship Id="rId130" Type="http://schemas.openxmlformats.org/officeDocument/2006/relationships/customXml" Target="../ink/ink381.xml"/><Relationship Id="rId135" Type="http://schemas.openxmlformats.org/officeDocument/2006/relationships/image" Target="../media/image381.png"/><Relationship Id="rId151" Type="http://schemas.openxmlformats.org/officeDocument/2006/relationships/image" Target="../media/image389.png"/><Relationship Id="rId156" Type="http://schemas.openxmlformats.org/officeDocument/2006/relationships/customXml" Target="../ink/ink394.xml"/><Relationship Id="rId13" Type="http://schemas.openxmlformats.org/officeDocument/2006/relationships/image" Target="../media/image320.png"/><Relationship Id="rId18" Type="http://schemas.openxmlformats.org/officeDocument/2006/relationships/customXml" Target="../ink/ink325.xml"/><Relationship Id="rId39" Type="http://schemas.openxmlformats.org/officeDocument/2006/relationships/image" Target="../media/image333.png"/><Relationship Id="rId109" Type="http://schemas.openxmlformats.org/officeDocument/2006/relationships/image" Target="../media/image368.png"/><Relationship Id="rId34" Type="http://schemas.openxmlformats.org/officeDocument/2006/relationships/customXml" Target="../ink/ink333.xml"/><Relationship Id="rId50" Type="http://schemas.openxmlformats.org/officeDocument/2006/relationships/customXml" Target="../ink/ink341.xml"/><Relationship Id="rId55" Type="http://schemas.openxmlformats.org/officeDocument/2006/relationships/image" Target="../media/image341.png"/><Relationship Id="rId76" Type="http://schemas.openxmlformats.org/officeDocument/2006/relationships/customXml" Target="../ink/ink354.xml"/><Relationship Id="rId97" Type="http://schemas.openxmlformats.org/officeDocument/2006/relationships/image" Target="../media/image362.png"/><Relationship Id="rId104" Type="http://schemas.openxmlformats.org/officeDocument/2006/relationships/customXml" Target="../ink/ink368.xml"/><Relationship Id="rId120" Type="http://schemas.openxmlformats.org/officeDocument/2006/relationships/customXml" Target="../ink/ink376.xml"/><Relationship Id="rId125" Type="http://schemas.openxmlformats.org/officeDocument/2006/relationships/image" Target="../media/image376.png"/><Relationship Id="rId141" Type="http://schemas.openxmlformats.org/officeDocument/2006/relationships/image" Target="../media/image384.png"/><Relationship Id="rId146" Type="http://schemas.openxmlformats.org/officeDocument/2006/relationships/customXml" Target="../ink/ink389.xml"/><Relationship Id="rId7" Type="http://schemas.openxmlformats.org/officeDocument/2006/relationships/image" Target="../media/image317.png"/><Relationship Id="rId71" Type="http://schemas.openxmlformats.org/officeDocument/2006/relationships/image" Target="../media/image349.png"/><Relationship Id="rId92" Type="http://schemas.openxmlformats.org/officeDocument/2006/relationships/customXml" Target="../ink/ink362.xml"/><Relationship Id="rId2" Type="http://schemas.openxmlformats.org/officeDocument/2006/relationships/customXml" Target="../ink/ink317.xml"/><Relationship Id="rId29" Type="http://schemas.openxmlformats.org/officeDocument/2006/relationships/image" Target="../media/image328.png"/><Relationship Id="rId24" Type="http://schemas.openxmlformats.org/officeDocument/2006/relationships/customXml" Target="../ink/ink328.xml"/><Relationship Id="rId40" Type="http://schemas.openxmlformats.org/officeDocument/2006/relationships/customXml" Target="../ink/ink336.xml"/><Relationship Id="rId45" Type="http://schemas.openxmlformats.org/officeDocument/2006/relationships/image" Target="../media/image336.png"/><Relationship Id="rId66" Type="http://schemas.openxmlformats.org/officeDocument/2006/relationships/customXml" Target="../ink/ink349.xml"/><Relationship Id="rId87" Type="http://schemas.openxmlformats.org/officeDocument/2006/relationships/image" Target="../media/image357.png"/><Relationship Id="rId110" Type="http://schemas.openxmlformats.org/officeDocument/2006/relationships/customXml" Target="../ink/ink371.xml"/><Relationship Id="rId115" Type="http://schemas.openxmlformats.org/officeDocument/2006/relationships/image" Target="../media/image371.png"/><Relationship Id="rId131" Type="http://schemas.openxmlformats.org/officeDocument/2006/relationships/image" Target="../media/image379.png"/><Relationship Id="rId136" Type="http://schemas.openxmlformats.org/officeDocument/2006/relationships/customXml" Target="../ink/ink384.xml"/><Relationship Id="rId157" Type="http://schemas.openxmlformats.org/officeDocument/2006/relationships/image" Target="../media/image392.png"/><Relationship Id="rId61" Type="http://schemas.openxmlformats.org/officeDocument/2006/relationships/image" Target="../media/image344.png"/><Relationship Id="rId82" Type="http://schemas.openxmlformats.org/officeDocument/2006/relationships/customXml" Target="../ink/ink357.xml"/><Relationship Id="rId152" Type="http://schemas.openxmlformats.org/officeDocument/2006/relationships/customXml" Target="../ink/ink392.xml"/><Relationship Id="rId19" Type="http://schemas.openxmlformats.org/officeDocument/2006/relationships/image" Target="../media/image323.png"/><Relationship Id="rId14" Type="http://schemas.openxmlformats.org/officeDocument/2006/relationships/customXml" Target="../ink/ink323.xml"/><Relationship Id="rId30" Type="http://schemas.openxmlformats.org/officeDocument/2006/relationships/customXml" Target="../ink/ink331.xml"/><Relationship Id="rId35" Type="http://schemas.openxmlformats.org/officeDocument/2006/relationships/image" Target="../media/image331.png"/><Relationship Id="rId56" Type="http://schemas.openxmlformats.org/officeDocument/2006/relationships/customXml" Target="../ink/ink344.xml"/><Relationship Id="rId77" Type="http://schemas.openxmlformats.org/officeDocument/2006/relationships/image" Target="../media/image352.png"/><Relationship Id="rId100" Type="http://schemas.openxmlformats.org/officeDocument/2006/relationships/customXml" Target="../ink/ink366.xml"/><Relationship Id="rId105" Type="http://schemas.openxmlformats.org/officeDocument/2006/relationships/image" Target="../media/image366.png"/><Relationship Id="rId126" Type="http://schemas.openxmlformats.org/officeDocument/2006/relationships/customXml" Target="../ink/ink379.xml"/><Relationship Id="rId147" Type="http://schemas.openxmlformats.org/officeDocument/2006/relationships/image" Target="../media/image387.png"/><Relationship Id="rId8" Type="http://schemas.openxmlformats.org/officeDocument/2006/relationships/customXml" Target="../ink/ink320.xml"/><Relationship Id="rId51" Type="http://schemas.openxmlformats.org/officeDocument/2006/relationships/image" Target="../media/image339.png"/><Relationship Id="rId72" Type="http://schemas.openxmlformats.org/officeDocument/2006/relationships/customXml" Target="../ink/ink352.xml"/><Relationship Id="rId93" Type="http://schemas.openxmlformats.org/officeDocument/2006/relationships/image" Target="../media/image360.png"/><Relationship Id="rId98" Type="http://schemas.openxmlformats.org/officeDocument/2006/relationships/customXml" Target="../ink/ink365.xml"/><Relationship Id="rId121" Type="http://schemas.openxmlformats.org/officeDocument/2006/relationships/image" Target="../media/image374.png"/><Relationship Id="rId142" Type="http://schemas.openxmlformats.org/officeDocument/2006/relationships/customXml" Target="../ink/ink387.xml"/><Relationship Id="rId3" Type="http://schemas.openxmlformats.org/officeDocument/2006/relationships/image" Target="../media/image315.png"/><Relationship Id="rId25" Type="http://schemas.openxmlformats.org/officeDocument/2006/relationships/image" Target="../media/image326.png"/><Relationship Id="rId46" Type="http://schemas.openxmlformats.org/officeDocument/2006/relationships/customXml" Target="../ink/ink339.xml"/><Relationship Id="rId67" Type="http://schemas.openxmlformats.org/officeDocument/2006/relationships/image" Target="../media/image347.png"/><Relationship Id="rId116" Type="http://schemas.openxmlformats.org/officeDocument/2006/relationships/customXml" Target="../ink/ink374.xml"/><Relationship Id="rId137" Type="http://schemas.openxmlformats.org/officeDocument/2006/relationships/image" Target="../media/image382.png"/><Relationship Id="rId20" Type="http://schemas.openxmlformats.org/officeDocument/2006/relationships/customXml" Target="../ink/ink326.xml"/><Relationship Id="rId41" Type="http://schemas.openxmlformats.org/officeDocument/2006/relationships/image" Target="../media/image334.png"/><Relationship Id="rId62" Type="http://schemas.openxmlformats.org/officeDocument/2006/relationships/customXml" Target="../ink/ink347.xml"/><Relationship Id="rId83" Type="http://schemas.openxmlformats.org/officeDocument/2006/relationships/image" Target="../media/image355.png"/><Relationship Id="rId88" Type="http://schemas.openxmlformats.org/officeDocument/2006/relationships/customXml" Target="../ink/ink360.xml"/><Relationship Id="rId111" Type="http://schemas.openxmlformats.org/officeDocument/2006/relationships/image" Target="../media/image369.png"/><Relationship Id="rId132" Type="http://schemas.openxmlformats.org/officeDocument/2006/relationships/customXml" Target="../ink/ink382.xml"/><Relationship Id="rId153" Type="http://schemas.openxmlformats.org/officeDocument/2006/relationships/image" Target="../media/image390.png"/><Relationship Id="rId15" Type="http://schemas.openxmlformats.org/officeDocument/2006/relationships/image" Target="../media/image321.png"/><Relationship Id="rId36" Type="http://schemas.openxmlformats.org/officeDocument/2006/relationships/customXml" Target="../ink/ink334.xml"/><Relationship Id="rId57" Type="http://schemas.openxmlformats.org/officeDocument/2006/relationships/image" Target="../media/image342.png"/><Relationship Id="rId106" Type="http://schemas.openxmlformats.org/officeDocument/2006/relationships/customXml" Target="../ink/ink369.xml"/><Relationship Id="rId127" Type="http://schemas.openxmlformats.org/officeDocument/2006/relationships/image" Target="../media/image377.png"/><Relationship Id="rId10" Type="http://schemas.openxmlformats.org/officeDocument/2006/relationships/customXml" Target="../ink/ink321.xml"/><Relationship Id="rId31" Type="http://schemas.openxmlformats.org/officeDocument/2006/relationships/image" Target="../media/image329.png"/><Relationship Id="rId52" Type="http://schemas.openxmlformats.org/officeDocument/2006/relationships/customXml" Target="../ink/ink342.xml"/><Relationship Id="rId73" Type="http://schemas.openxmlformats.org/officeDocument/2006/relationships/image" Target="../media/image350.png"/><Relationship Id="rId78" Type="http://schemas.openxmlformats.org/officeDocument/2006/relationships/customXml" Target="../ink/ink355.xml"/><Relationship Id="rId94" Type="http://schemas.openxmlformats.org/officeDocument/2006/relationships/customXml" Target="../ink/ink363.xml"/><Relationship Id="rId99" Type="http://schemas.openxmlformats.org/officeDocument/2006/relationships/image" Target="../media/image363.png"/><Relationship Id="rId101" Type="http://schemas.openxmlformats.org/officeDocument/2006/relationships/image" Target="../media/image364.png"/><Relationship Id="rId122" Type="http://schemas.openxmlformats.org/officeDocument/2006/relationships/customXml" Target="../ink/ink377.xml"/><Relationship Id="rId143" Type="http://schemas.openxmlformats.org/officeDocument/2006/relationships/image" Target="../media/image385.png"/><Relationship Id="rId148" Type="http://schemas.openxmlformats.org/officeDocument/2006/relationships/customXml" Target="../ink/ink390.xml"/><Relationship Id="rId4" Type="http://schemas.openxmlformats.org/officeDocument/2006/relationships/customXml" Target="../ink/ink318.xml"/><Relationship Id="rId9" Type="http://schemas.openxmlformats.org/officeDocument/2006/relationships/image" Target="../media/image318.png"/><Relationship Id="rId26" Type="http://schemas.openxmlformats.org/officeDocument/2006/relationships/customXml" Target="../ink/ink329.xml"/><Relationship Id="rId47" Type="http://schemas.openxmlformats.org/officeDocument/2006/relationships/image" Target="../media/image337.png"/><Relationship Id="rId68" Type="http://schemas.openxmlformats.org/officeDocument/2006/relationships/customXml" Target="../ink/ink350.xml"/><Relationship Id="rId89" Type="http://schemas.openxmlformats.org/officeDocument/2006/relationships/image" Target="../media/image358.png"/><Relationship Id="rId112" Type="http://schemas.openxmlformats.org/officeDocument/2006/relationships/customXml" Target="../ink/ink372.xml"/><Relationship Id="rId133" Type="http://schemas.openxmlformats.org/officeDocument/2006/relationships/image" Target="../media/image380.png"/><Relationship Id="rId154" Type="http://schemas.openxmlformats.org/officeDocument/2006/relationships/customXml" Target="../ink/ink393.xml"/><Relationship Id="rId16" Type="http://schemas.openxmlformats.org/officeDocument/2006/relationships/customXml" Target="../ink/ink324.xml"/><Relationship Id="rId37" Type="http://schemas.openxmlformats.org/officeDocument/2006/relationships/image" Target="../media/image332.png"/><Relationship Id="rId58" Type="http://schemas.openxmlformats.org/officeDocument/2006/relationships/customXml" Target="../ink/ink345.xml"/><Relationship Id="rId79" Type="http://schemas.openxmlformats.org/officeDocument/2006/relationships/image" Target="../media/image353.png"/><Relationship Id="rId102" Type="http://schemas.openxmlformats.org/officeDocument/2006/relationships/customXml" Target="../ink/ink367.xml"/><Relationship Id="rId123" Type="http://schemas.openxmlformats.org/officeDocument/2006/relationships/image" Target="../media/image375.png"/><Relationship Id="rId144" Type="http://schemas.openxmlformats.org/officeDocument/2006/relationships/customXml" Target="../ink/ink388.xml"/><Relationship Id="rId90" Type="http://schemas.openxmlformats.org/officeDocument/2006/relationships/customXml" Target="../ink/ink361.xml"/><Relationship Id="rId27" Type="http://schemas.openxmlformats.org/officeDocument/2006/relationships/image" Target="../media/image327.png"/><Relationship Id="rId48" Type="http://schemas.openxmlformats.org/officeDocument/2006/relationships/customXml" Target="../ink/ink340.xml"/><Relationship Id="rId69" Type="http://schemas.openxmlformats.org/officeDocument/2006/relationships/image" Target="../media/image348.png"/><Relationship Id="rId113" Type="http://schemas.openxmlformats.org/officeDocument/2006/relationships/image" Target="../media/image370.png"/><Relationship Id="rId134" Type="http://schemas.openxmlformats.org/officeDocument/2006/relationships/customXml" Target="../ink/ink383.xml"/></Relationships>
</file>

<file path=ppt/slides/_rels/slide6.xml.rels><?xml version="1.0" encoding="UTF-8" standalone="yes"?>
<Relationships xmlns="http://schemas.openxmlformats.org/package/2006/relationships"><Relationship Id="rId117" Type="http://schemas.openxmlformats.org/officeDocument/2006/relationships/image" Target="../media/image450.png"/><Relationship Id="rId21" Type="http://schemas.openxmlformats.org/officeDocument/2006/relationships/image" Target="../media/image402.png"/><Relationship Id="rId42" Type="http://schemas.openxmlformats.org/officeDocument/2006/relationships/customXml" Target="../ink/ink415.xml"/><Relationship Id="rId63" Type="http://schemas.openxmlformats.org/officeDocument/2006/relationships/image" Target="../media/image423.png"/><Relationship Id="rId84" Type="http://schemas.openxmlformats.org/officeDocument/2006/relationships/customXml" Target="../ink/ink436.xml"/><Relationship Id="rId138" Type="http://schemas.openxmlformats.org/officeDocument/2006/relationships/customXml" Target="../ink/ink463.xml"/><Relationship Id="rId107" Type="http://schemas.openxmlformats.org/officeDocument/2006/relationships/image" Target="../media/image445.png"/><Relationship Id="rId11" Type="http://schemas.openxmlformats.org/officeDocument/2006/relationships/image" Target="../media/image397.png"/><Relationship Id="rId32" Type="http://schemas.openxmlformats.org/officeDocument/2006/relationships/customXml" Target="../ink/ink410.xml"/><Relationship Id="rId53" Type="http://schemas.openxmlformats.org/officeDocument/2006/relationships/image" Target="../media/image418.png"/><Relationship Id="rId74" Type="http://schemas.openxmlformats.org/officeDocument/2006/relationships/customXml" Target="../ink/ink431.xml"/><Relationship Id="rId128" Type="http://schemas.openxmlformats.org/officeDocument/2006/relationships/customXml" Target="../ink/ink458.xml"/><Relationship Id="rId149" Type="http://schemas.openxmlformats.org/officeDocument/2006/relationships/image" Target="../media/image466.png"/><Relationship Id="rId5" Type="http://schemas.openxmlformats.org/officeDocument/2006/relationships/image" Target="../media/image394.png"/><Relationship Id="rId95" Type="http://schemas.openxmlformats.org/officeDocument/2006/relationships/image" Target="../media/image439.png"/><Relationship Id="rId22" Type="http://schemas.openxmlformats.org/officeDocument/2006/relationships/customXml" Target="../ink/ink405.xml"/><Relationship Id="rId27" Type="http://schemas.openxmlformats.org/officeDocument/2006/relationships/image" Target="../media/image405.png"/><Relationship Id="rId43" Type="http://schemas.openxmlformats.org/officeDocument/2006/relationships/image" Target="../media/image413.png"/><Relationship Id="rId48" Type="http://schemas.openxmlformats.org/officeDocument/2006/relationships/customXml" Target="../ink/ink418.xml"/><Relationship Id="rId64" Type="http://schemas.openxmlformats.org/officeDocument/2006/relationships/customXml" Target="../ink/ink426.xml"/><Relationship Id="rId69" Type="http://schemas.openxmlformats.org/officeDocument/2006/relationships/image" Target="../media/image426.png"/><Relationship Id="rId113" Type="http://schemas.openxmlformats.org/officeDocument/2006/relationships/image" Target="../media/image448.png"/><Relationship Id="rId118" Type="http://schemas.openxmlformats.org/officeDocument/2006/relationships/customXml" Target="../ink/ink453.xml"/><Relationship Id="rId134" Type="http://schemas.openxmlformats.org/officeDocument/2006/relationships/customXml" Target="../ink/ink461.xml"/><Relationship Id="rId139" Type="http://schemas.openxmlformats.org/officeDocument/2006/relationships/image" Target="../media/image461.png"/><Relationship Id="rId80" Type="http://schemas.openxmlformats.org/officeDocument/2006/relationships/customXml" Target="../ink/ink434.xml"/><Relationship Id="rId85" Type="http://schemas.openxmlformats.org/officeDocument/2006/relationships/image" Target="../media/image434.png"/><Relationship Id="rId12" Type="http://schemas.openxmlformats.org/officeDocument/2006/relationships/customXml" Target="../ink/ink400.xml"/><Relationship Id="rId17" Type="http://schemas.openxmlformats.org/officeDocument/2006/relationships/image" Target="../media/image400.png"/><Relationship Id="rId33" Type="http://schemas.openxmlformats.org/officeDocument/2006/relationships/image" Target="../media/image408.png"/><Relationship Id="rId38" Type="http://schemas.openxmlformats.org/officeDocument/2006/relationships/customXml" Target="../ink/ink413.xml"/><Relationship Id="rId59" Type="http://schemas.openxmlformats.org/officeDocument/2006/relationships/image" Target="../media/image421.png"/><Relationship Id="rId103" Type="http://schemas.openxmlformats.org/officeDocument/2006/relationships/image" Target="../media/image443.png"/><Relationship Id="rId108" Type="http://schemas.openxmlformats.org/officeDocument/2006/relationships/customXml" Target="../ink/ink448.xml"/><Relationship Id="rId124" Type="http://schemas.openxmlformats.org/officeDocument/2006/relationships/customXml" Target="../ink/ink456.xml"/><Relationship Id="rId129" Type="http://schemas.openxmlformats.org/officeDocument/2006/relationships/image" Target="../media/image456.png"/><Relationship Id="rId54" Type="http://schemas.openxmlformats.org/officeDocument/2006/relationships/customXml" Target="../ink/ink421.xml"/><Relationship Id="rId70" Type="http://schemas.openxmlformats.org/officeDocument/2006/relationships/customXml" Target="../ink/ink429.xml"/><Relationship Id="rId75" Type="http://schemas.openxmlformats.org/officeDocument/2006/relationships/image" Target="../media/image429.png"/><Relationship Id="rId91" Type="http://schemas.openxmlformats.org/officeDocument/2006/relationships/image" Target="../media/image437.png"/><Relationship Id="rId96" Type="http://schemas.openxmlformats.org/officeDocument/2006/relationships/customXml" Target="../ink/ink442.xml"/><Relationship Id="rId140" Type="http://schemas.openxmlformats.org/officeDocument/2006/relationships/customXml" Target="../ink/ink464.xml"/><Relationship Id="rId145" Type="http://schemas.openxmlformats.org/officeDocument/2006/relationships/image" Target="../media/image464.png"/><Relationship Id="rId1" Type="http://schemas.openxmlformats.org/officeDocument/2006/relationships/slideLayout" Target="../slideLayouts/slideLayout7.xml"/><Relationship Id="rId6" Type="http://schemas.openxmlformats.org/officeDocument/2006/relationships/customXml" Target="../ink/ink397.xml"/><Relationship Id="rId23" Type="http://schemas.openxmlformats.org/officeDocument/2006/relationships/image" Target="../media/image403.png"/><Relationship Id="rId28" Type="http://schemas.openxmlformats.org/officeDocument/2006/relationships/customXml" Target="../ink/ink408.xml"/><Relationship Id="rId49" Type="http://schemas.openxmlformats.org/officeDocument/2006/relationships/image" Target="../media/image416.png"/><Relationship Id="rId114" Type="http://schemas.openxmlformats.org/officeDocument/2006/relationships/customXml" Target="../ink/ink451.xml"/><Relationship Id="rId119" Type="http://schemas.openxmlformats.org/officeDocument/2006/relationships/image" Target="../media/image451.png"/><Relationship Id="rId44" Type="http://schemas.openxmlformats.org/officeDocument/2006/relationships/customXml" Target="../ink/ink416.xml"/><Relationship Id="rId60" Type="http://schemas.openxmlformats.org/officeDocument/2006/relationships/customXml" Target="../ink/ink424.xml"/><Relationship Id="rId65" Type="http://schemas.openxmlformats.org/officeDocument/2006/relationships/image" Target="../media/image424.png"/><Relationship Id="rId81" Type="http://schemas.openxmlformats.org/officeDocument/2006/relationships/image" Target="../media/image432.png"/><Relationship Id="rId86" Type="http://schemas.openxmlformats.org/officeDocument/2006/relationships/customXml" Target="../ink/ink437.xml"/><Relationship Id="rId130" Type="http://schemas.openxmlformats.org/officeDocument/2006/relationships/customXml" Target="../ink/ink459.xml"/><Relationship Id="rId135" Type="http://schemas.openxmlformats.org/officeDocument/2006/relationships/image" Target="../media/image459.png"/><Relationship Id="rId13" Type="http://schemas.openxmlformats.org/officeDocument/2006/relationships/image" Target="../media/image398.png"/><Relationship Id="rId18" Type="http://schemas.openxmlformats.org/officeDocument/2006/relationships/customXml" Target="../ink/ink403.xml"/><Relationship Id="rId39" Type="http://schemas.openxmlformats.org/officeDocument/2006/relationships/image" Target="../media/image411.png"/><Relationship Id="rId109" Type="http://schemas.openxmlformats.org/officeDocument/2006/relationships/image" Target="../media/image446.png"/><Relationship Id="rId34" Type="http://schemas.openxmlformats.org/officeDocument/2006/relationships/customXml" Target="../ink/ink411.xml"/><Relationship Id="rId50" Type="http://schemas.openxmlformats.org/officeDocument/2006/relationships/customXml" Target="../ink/ink419.xml"/><Relationship Id="rId55" Type="http://schemas.openxmlformats.org/officeDocument/2006/relationships/image" Target="../media/image419.png"/><Relationship Id="rId76" Type="http://schemas.openxmlformats.org/officeDocument/2006/relationships/customXml" Target="../ink/ink432.xml"/><Relationship Id="rId97" Type="http://schemas.openxmlformats.org/officeDocument/2006/relationships/image" Target="../media/image440.png"/><Relationship Id="rId104" Type="http://schemas.openxmlformats.org/officeDocument/2006/relationships/customXml" Target="../ink/ink446.xml"/><Relationship Id="rId120" Type="http://schemas.openxmlformats.org/officeDocument/2006/relationships/customXml" Target="../ink/ink454.xml"/><Relationship Id="rId125" Type="http://schemas.openxmlformats.org/officeDocument/2006/relationships/image" Target="../media/image454.png"/><Relationship Id="rId141" Type="http://schemas.openxmlformats.org/officeDocument/2006/relationships/image" Target="../media/image462.png"/><Relationship Id="rId146" Type="http://schemas.openxmlformats.org/officeDocument/2006/relationships/customXml" Target="../ink/ink467.xml"/><Relationship Id="rId7" Type="http://schemas.openxmlformats.org/officeDocument/2006/relationships/image" Target="../media/image395.png"/><Relationship Id="rId71" Type="http://schemas.openxmlformats.org/officeDocument/2006/relationships/image" Target="../media/image427.png"/><Relationship Id="rId92" Type="http://schemas.openxmlformats.org/officeDocument/2006/relationships/customXml" Target="../ink/ink440.xml"/><Relationship Id="rId2" Type="http://schemas.openxmlformats.org/officeDocument/2006/relationships/customXml" Target="../ink/ink395.xml"/><Relationship Id="rId29" Type="http://schemas.openxmlformats.org/officeDocument/2006/relationships/image" Target="../media/image406.png"/><Relationship Id="rId24" Type="http://schemas.openxmlformats.org/officeDocument/2006/relationships/customXml" Target="../ink/ink406.xml"/><Relationship Id="rId40" Type="http://schemas.openxmlformats.org/officeDocument/2006/relationships/customXml" Target="../ink/ink414.xml"/><Relationship Id="rId45" Type="http://schemas.openxmlformats.org/officeDocument/2006/relationships/image" Target="../media/image414.png"/><Relationship Id="rId66" Type="http://schemas.openxmlformats.org/officeDocument/2006/relationships/customXml" Target="../ink/ink427.xml"/><Relationship Id="rId87" Type="http://schemas.openxmlformats.org/officeDocument/2006/relationships/image" Target="../media/image435.png"/><Relationship Id="rId110" Type="http://schemas.openxmlformats.org/officeDocument/2006/relationships/customXml" Target="../ink/ink449.xml"/><Relationship Id="rId115" Type="http://schemas.openxmlformats.org/officeDocument/2006/relationships/image" Target="../media/image449.png"/><Relationship Id="rId131" Type="http://schemas.openxmlformats.org/officeDocument/2006/relationships/image" Target="../media/image457.png"/><Relationship Id="rId136" Type="http://schemas.openxmlformats.org/officeDocument/2006/relationships/customXml" Target="../ink/ink462.xml"/><Relationship Id="rId61" Type="http://schemas.openxmlformats.org/officeDocument/2006/relationships/image" Target="../media/image422.png"/><Relationship Id="rId82" Type="http://schemas.openxmlformats.org/officeDocument/2006/relationships/customXml" Target="../ink/ink435.xml"/><Relationship Id="rId19" Type="http://schemas.openxmlformats.org/officeDocument/2006/relationships/image" Target="../media/image401.png"/><Relationship Id="rId14" Type="http://schemas.openxmlformats.org/officeDocument/2006/relationships/customXml" Target="../ink/ink401.xml"/><Relationship Id="rId30" Type="http://schemas.openxmlformats.org/officeDocument/2006/relationships/customXml" Target="../ink/ink409.xml"/><Relationship Id="rId35" Type="http://schemas.openxmlformats.org/officeDocument/2006/relationships/image" Target="../media/image409.png"/><Relationship Id="rId56" Type="http://schemas.openxmlformats.org/officeDocument/2006/relationships/customXml" Target="../ink/ink422.xml"/><Relationship Id="rId77" Type="http://schemas.openxmlformats.org/officeDocument/2006/relationships/image" Target="../media/image430.png"/><Relationship Id="rId100" Type="http://schemas.openxmlformats.org/officeDocument/2006/relationships/customXml" Target="../ink/ink444.xml"/><Relationship Id="rId105" Type="http://schemas.openxmlformats.org/officeDocument/2006/relationships/image" Target="../media/image444.png"/><Relationship Id="rId126" Type="http://schemas.openxmlformats.org/officeDocument/2006/relationships/customXml" Target="../ink/ink457.xml"/><Relationship Id="rId147" Type="http://schemas.openxmlformats.org/officeDocument/2006/relationships/image" Target="../media/image465.png"/><Relationship Id="rId8" Type="http://schemas.openxmlformats.org/officeDocument/2006/relationships/customXml" Target="../ink/ink398.xml"/><Relationship Id="rId51" Type="http://schemas.openxmlformats.org/officeDocument/2006/relationships/image" Target="../media/image417.png"/><Relationship Id="rId72" Type="http://schemas.openxmlformats.org/officeDocument/2006/relationships/customXml" Target="../ink/ink430.xml"/><Relationship Id="rId93" Type="http://schemas.openxmlformats.org/officeDocument/2006/relationships/image" Target="../media/image438.png"/><Relationship Id="rId98" Type="http://schemas.openxmlformats.org/officeDocument/2006/relationships/customXml" Target="../ink/ink443.xml"/><Relationship Id="rId121" Type="http://schemas.openxmlformats.org/officeDocument/2006/relationships/image" Target="../media/image452.png"/><Relationship Id="rId142" Type="http://schemas.openxmlformats.org/officeDocument/2006/relationships/customXml" Target="../ink/ink465.xml"/><Relationship Id="rId3" Type="http://schemas.openxmlformats.org/officeDocument/2006/relationships/image" Target="../media/image393.png"/><Relationship Id="rId25" Type="http://schemas.openxmlformats.org/officeDocument/2006/relationships/image" Target="../media/image404.png"/><Relationship Id="rId46" Type="http://schemas.openxmlformats.org/officeDocument/2006/relationships/customXml" Target="../ink/ink417.xml"/><Relationship Id="rId67" Type="http://schemas.openxmlformats.org/officeDocument/2006/relationships/image" Target="../media/image425.png"/><Relationship Id="rId116" Type="http://schemas.openxmlformats.org/officeDocument/2006/relationships/customXml" Target="../ink/ink452.xml"/><Relationship Id="rId137" Type="http://schemas.openxmlformats.org/officeDocument/2006/relationships/image" Target="../media/image460.png"/><Relationship Id="rId20" Type="http://schemas.openxmlformats.org/officeDocument/2006/relationships/customXml" Target="../ink/ink404.xml"/><Relationship Id="rId41" Type="http://schemas.openxmlformats.org/officeDocument/2006/relationships/image" Target="../media/image412.png"/><Relationship Id="rId62" Type="http://schemas.openxmlformats.org/officeDocument/2006/relationships/customXml" Target="../ink/ink425.xml"/><Relationship Id="rId83" Type="http://schemas.openxmlformats.org/officeDocument/2006/relationships/image" Target="../media/image433.png"/><Relationship Id="rId88" Type="http://schemas.openxmlformats.org/officeDocument/2006/relationships/customXml" Target="../ink/ink438.xml"/><Relationship Id="rId111" Type="http://schemas.openxmlformats.org/officeDocument/2006/relationships/image" Target="../media/image447.png"/><Relationship Id="rId132" Type="http://schemas.openxmlformats.org/officeDocument/2006/relationships/customXml" Target="../ink/ink460.xml"/><Relationship Id="rId15" Type="http://schemas.openxmlformats.org/officeDocument/2006/relationships/image" Target="../media/image399.png"/><Relationship Id="rId36" Type="http://schemas.openxmlformats.org/officeDocument/2006/relationships/customXml" Target="../ink/ink412.xml"/><Relationship Id="rId57" Type="http://schemas.openxmlformats.org/officeDocument/2006/relationships/image" Target="../media/image420.png"/><Relationship Id="rId106" Type="http://schemas.openxmlformats.org/officeDocument/2006/relationships/customXml" Target="../ink/ink447.xml"/><Relationship Id="rId127" Type="http://schemas.openxmlformats.org/officeDocument/2006/relationships/image" Target="../media/image455.png"/><Relationship Id="rId10" Type="http://schemas.openxmlformats.org/officeDocument/2006/relationships/customXml" Target="../ink/ink399.xml"/><Relationship Id="rId31" Type="http://schemas.openxmlformats.org/officeDocument/2006/relationships/image" Target="../media/image407.png"/><Relationship Id="rId52" Type="http://schemas.openxmlformats.org/officeDocument/2006/relationships/customXml" Target="../ink/ink420.xml"/><Relationship Id="rId73" Type="http://schemas.openxmlformats.org/officeDocument/2006/relationships/image" Target="../media/image428.png"/><Relationship Id="rId78" Type="http://schemas.openxmlformats.org/officeDocument/2006/relationships/customXml" Target="../ink/ink433.xml"/><Relationship Id="rId94" Type="http://schemas.openxmlformats.org/officeDocument/2006/relationships/customXml" Target="../ink/ink441.xml"/><Relationship Id="rId99" Type="http://schemas.openxmlformats.org/officeDocument/2006/relationships/image" Target="../media/image441.png"/><Relationship Id="rId101" Type="http://schemas.openxmlformats.org/officeDocument/2006/relationships/image" Target="../media/image442.png"/><Relationship Id="rId122" Type="http://schemas.openxmlformats.org/officeDocument/2006/relationships/customXml" Target="../ink/ink455.xml"/><Relationship Id="rId143" Type="http://schemas.openxmlformats.org/officeDocument/2006/relationships/image" Target="../media/image463.png"/><Relationship Id="rId148" Type="http://schemas.openxmlformats.org/officeDocument/2006/relationships/customXml" Target="../ink/ink468.xml"/><Relationship Id="rId4" Type="http://schemas.openxmlformats.org/officeDocument/2006/relationships/customXml" Target="../ink/ink396.xml"/><Relationship Id="rId9" Type="http://schemas.openxmlformats.org/officeDocument/2006/relationships/image" Target="../media/image396.png"/><Relationship Id="rId26" Type="http://schemas.openxmlformats.org/officeDocument/2006/relationships/customXml" Target="../ink/ink407.xml"/><Relationship Id="rId47" Type="http://schemas.openxmlformats.org/officeDocument/2006/relationships/image" Target="../media/image415.png"/><Relationship Id="rId68" Type="http://schemas.openxmlformats.org/officeDocument/2006/relationships/customXml" Target="../ink/ink428.xml"/><Relationship Id="rId89" Type="http://schemas.openxmlformats.org/officeDocument/2006/relationships/image" Target="../media/image436.png"/><Relationship Id="rId112" Type="http://schemas.openxmlformats.org/officeDocument/2006/relationships/customXml" Target="../ink/ink450.xml"/><Relationship Id="rId133" Type="http://schemas.openxmlformats.org/officeDocument/2006/relationships/image" Target="../media/image458.png"/><Relationship Id="rId16" Type="http://schemas.openxmlformats.org/officeDocument/2006/relationships/customXml" Target="../ink/ink402.xml"/><Relationship Id="rId37" Type="http://schemas.openxmlformats.org/officeDocument/2006/relationships/image" Target="../media/image410.png"/><Relationship Id="rId58" Type="http://schemas.openxmlformats.org/officeDocument/2006/relationships/customXml" Target="../ink/ink423.xml"/><Relationship Id="rId79" Type="http://schemas.openxmlformats.org/officeDocument/2006/relationships/image" Target="../media/image431.png"/><Relationship Id="rId102" Type="http://schemas.openxmlformats.org/officeDocument/2006/relationships/customXml" Target="../ink/ink445.xml"/><Relationship Id="rId123" Type="http://schemas.openxmlformats.org/officeDocument/2006/relationships/image" Target="../media/image453.png"/><Relationship Id="rId144" Type="http://schemas.openxmlformats.org/officeDocument/2006/relationships/customXml" Target="../ink/ink466.xml"/><Relationship Id="rId90" Type="http://schemas.openxmlformats.org/officeDocument/2006/relationships/customXml" Target="../ink/ink439.xml"/></Relationships>
</file>

<file path=ppt/slides/_rels/slide7.xml.rels><?xml version="1.0" encoding="UTF-8" standalone="yes"?>
<Relationships xmlns="http://schemas.openxmlformats.org/package/2006/relationships"><Relationship Id="rId117" Type="http://schemas.openxmlformats.org/officeDocument/2006/relationships/image" Target="../media/image524.png"/><Relationship Id="rId21" Type="http://schemas.openxmlformats.org/officeDocument/2006/relationships/image" Target="../media/image476.png"/><Relationship Id="rId42" Type="http://schemas.openxmlformats.org/officeDocument/2006/relationships/customXml" Target="../ink/ink489.xml"/><Relationship Id="rId63" Type="http://schemas.openxmlformats.org/officeDocument/2006/relationships/image" Target="../media/image497.png"/><Relationship Id="rId84" Type="http://schemas.openxmlformats.org/officeDocument/2006/relationships/customXml" Target="../ink/ink510.xml"/><Relationship Id="rId138" Type="http://schemas.openxmlformats.org/officeDocument/2006/relationships/customXml" Target="../ink/ink537.xml"/><Relationship Id="rId159" Type="http://schemas.openxmlformats.org/officeDocument/2006/relationships/image" Target="../media/image545.png"/><Relationship Id="rId170" Type="http://schemas.openxmlformats.org/officeDocument/2006/relationships/customXml" Target="../ink/ink553.xml"/><Relationship Id="rId107" Type="http://schemas.openxmlformats.org/officeDocument/2006/relationships/image" Target="../media/image519.png"/><Relationship Id="rId11" Type="http://schemas.openxmlformats.org/officeDocument/2006/relationships/image" Target="../media/image471.png"/><Relationship Id="rId32" Type="http://schemas.openxmlformats.org/officeDocument/2006/relationships/customXml" Target="../ink/ink484.xml"/><Relationship Id="rId53" Type="http://schemas.openxmlformats.org/officeDocument/2006/relationships/image" Target="../media/image492.png"/><Relationship Id="rId74" Type="http://schemas.openxmlformats.org/officeDocument/2006/relationships/customXml" Target="../ink/ink505.xml"/><Relationship Id="rId128" Type="http://schemas.openxmlformats.org/officeDocument/2006/relationships/customXml" Target="../ink/ink532.xml"/><Relationship Id="rId149" Type="http://schemas.openxmlformats.org/officeDocument/2006/relationships/image" Target="../media/image540.png"/><Relationship Id="rId5" Type="http://schemas.openxmlformats.org/officeDocument/2006/relationships/image" Target="../media/image468.png"/><Relationship Id="rId95" Type="http://schemas.openxmlformats.org/officeDocument/2006/relationships/image" Target="../media/image513.png"/><Relationship Id="rId160" Type="http://schemas.openxmlformats.org/officeDocument/2006/relationships/customXml" Target="../ink/ink548.xml"/><Relationship Id="rId22" Type="http://schemas.openxmlformats.org/officeDocument/2006/relationships/customXml" Target="../ink/ink479.xml"/><Relationship Id="rId43" Type="http://schemas.openxmlformats.org/officeDocument/2006/relationships/image" Target="../media/image487.png"/><Relationship Id="rId64" Type="http://schemas.openxmlformats.org/officeDocument/2006/relationships/customXml" Target="../ink/ink500.xml"/><Relationship Id="rId118" Type="http://schemas.openxmlformats.org/officeDocument/2006/relationships/customXml" Target="../ink/ink527.xml"/><Relationship Id="rId139" Type="http://schemas.openxmlformats.org/officeDocument/2006/relationships/image" Target="../media/image535.png"/><Relationship Id="rId85" Type="http://schemas.openxmlformats.org/officeDocument/2006/relationships/image" Target="../media/image508.png"/><Relationship Id="rId150" Type="http://schemas.openxmlformats.org/officeDocument/2006/relationships/customXml" Target="../ink/ink543.xml"/><Relationship Id="rId171" Type="http://schemas.openxmlformats.org/officeDocument/2006/relationships/image" Target="../media/image551.png"/><Relationship Id="rId12" Type="http://schemas.openxmlformats.org/officeDocument/2006/relationships/customXml" Target="../ink/ink474.xml"/><Relationship Id="rId33" Type="http://schemas.openxmlformats.org/officeDocument/2006/relationships/image" Target="../media/image482.png"/><Relationship Id="rId108" Type="http://schemas.openxmlformats.org/officeDocument/2006/relationships/customXml" Target="../ink/ink522.xml"/><Relationship Id="rId129" Type="http://schemas.openxmlformats.org/officeDocument/2006/relationships/image" Target="../media/image530.png"/><Relationship Id="rId54" Type="http://schemas.openxmlformats.org/officeDocument/2006/relationships/customXml" Target="../ink/ink495.xml"/><Relationship Id="rId75" Type="http://schemas.openxmlformats.org/officeDocument/2006/relationships/image" Target="../media/image503.png"/><Relationship Id="rId96" Type="http://schemas.openxmlformats.org/officeDocument/2006/relationships/customXml" Target="../ink/ink516.xml"/><Relationship Id="rId140" Type="http://schemas.openxmlformats.org/officeDocument/2006/relationships/customXml" Target="../ink/ink538.xml"/><Relationship Id="rId161" Type="http://schemas.openxmlformats.org/officeDocument/2006/relationships/image" Target="../media/image546.png"/><Relationship Id="rId6" Type="http://schemas.openxmlformats.org/officeDocument/2006/relationships/customXml" Target="../ink/ink471.xml"/><Relationship Id="rId23" Type="http://schemas.openxmlformats.org/officeDocument/2006/relationships/image" Target="../media/image477.png"/><Relationship Id="rId28" Type="http://schemas.openxmlformats.org/officeDocument/2006/relationships/customXml" Target="../ink/ink482.xml"/><Relationship Id="rId49" Type="http://schemas.openxmlformats.org/officeDocument/2006/relationships/image" Target="../media/image490.png"/><Relationship Id="rId114" Type="http://schemas.openxmlformats.org/officeDocument/2006/relationships/customXml" Target="../ink/ink525.xml"/><Relationship Id="rId119" Type="http://schemas.openxmlformats.org/officeDocument/2006/relationships/image" Target="../media/image525.png"/><Relationship Id="rId44" Type="http://schemas.openxmlformats.org/officeDocument/2006/relationships/customXml" Target="../ink/ink490.xml"/><Relationship Id="rId60" Type="http://schemas.openxmlformats.org/officeDocument/2006/relationships/customXml" Target="../ink/ink498.xml"/><Relationship Id="rId65" Type="http://schemas.openxmlformats.org/officeDocument/2006/relationships/image" Target="../media/image498.png"/><Relationship Id="rId81" Type="http://schemas.openxmlformats.org/officeDocument/2006/relationships/image" Target="../media/image506.png"/><Relationship Id="rId86" Type="http://schemas.openxmlformats.org/officeDocument/2006/relationships/customXml" Target="../ink/ink511.xml"/><Relationship Id="rId130" Type="http://schemas.openxmlformats.org/officeDocument/2006/relationships/customXml" Target="../ink/ink533.xml"/><Relationship Id="rId135" Type="http://schemas.openxmlformats.org/officeDocument/2006/relationships/image" Target="../media/image533.png"/><Relationship Id="rId151" Type="http://schemas.openxmlformats.org/officeDocument/2006/relationships/image" Target="../media/image541.png"/><Relationship Id="rId156" Type="http://schemas.openxmlformats.org/officeDocument/2006/relationships/customXml" Target="../ink/ink546.xml"/><Relationship Id="rId177" Type="http://schemas.openxmlformats.org/officeDocument/2006/relationships/image" Target="../media/image554.png"/><Relationship Id="rId172" Type="http://schemas.openxmlformats.org/officeDocument/2006/relationships/customXml" Target="../ink/ink554.xml"/><Relationship Id="rId13" Type="http://schemas.openxmlformats.org/officeDocument/2006/relationships/image" Target="../media/image472.png"/><Relationship Id="rId18" Type="http://schemas.openxmlformats.org/officeDocument/2006/relationships/customXml" Target="../ink/ink477.xml"/><Relationship Id="rId39" Type="http://schemas.openxmlformats.org/officeDocument/2006/relationships/image" Target="../media/image485.png"/><Relationship Id="rId109" Type="http://schemas.openxmlformats.org/officeDocument/2006/relationships/image" Target="../media/image520.png"/><Relationship Id="rId34" Type="http://schemas.openxmlformats.org/officeDocument/2006/relationships/customXml" Target="../ink/ink485.xml"/><Relationship Id="rId50" Type="http://schemas.openxmlformats.org/officeDocument/2006/relationships/customXml" Target="../ink/ink493.xml"/><Relationship Id="rId55" Type="http://schemas.openxmlformats.org/officeDocument/2006/relationships/image" Target="../media/image493.png"/><Relationship Id="rId76" Type="http://schemas.openxmlformats.org/officeDocument/2006/relationships/customXml" Target="../ink/ink506.xml"/><Relationship Id="rId97" Type="http://schemas.openxmlformats.org/officeDocument/2006/relationships/image" Target="../media/image514.png"/><Relationship Id="rId104" Type="http://schemas.openxmlformats.org/officeDocument/2006/relationships/customXml" Target="../ink/ink520.xml"/><Relationship Id="rId120" Type="http://schemas.openxmlformats.org/officeDocument/2006/relationships/customXml" Target="../ink/ink528.xml"/><Relationship Id="rId125" Type="http://schemas.openxmlformats.org/officeDocument/2006/relationships/image" Target="../media/image528.png"/><Relationship Id="rId141" Type="http://schemas.openxmlformats.org/officeDocument/2006/relationships/image" Target="../media/image536.png"/><Relationship Id="rId146" Type="http://schemas.openxmlformats.org/officeDocument/2006/relationships/customXml" Target="../ink/ink541.xml"/><Relationship Id="rId167" Type="http://schemas.openxmlformats.org/officeDocument/2006/relationships/image" Target="../media/image549.png"/><Relationship Id="rId7" Type="http://schemas.openxmlformats.org/officeDocument/2006/relationships/image" Target="../media/image469.png"/><Relationship Id="rId71" Type="http://schemas.openxmlformats.org/officeDocument/2006/relationships/image" Target="../media/image501.png"/><Relationship Id="rId92" Type="http://schemas.openxmlformats.org/officeDocument/2006/relationships/customXml" Target="../ink/ink514.xml"/><Relationship Id="rId162" Type="http://schemas.openxmlformats.org/officeDocument/2006/relationships/customXml" Target="../ink/ink549.xml"/><Relationship Id="rId2" Type="http://schemas.openxmlformats.org/officeDocument/2006/relationships/customXml" Target="../ink/ink469.xml"/><Relationship Id="rId29" Type="http://schemas.openxmlformats.org/officeDocument/2006/relationships/image" Target="../media/image480.png"/><Relationship Id="rId24" Type="http://schemas.openxmlformats.org/officeDocument/2006/relationships/customXml" Target="../ink/ink480.xml"/><Relationship Id="rId40" Type="http://schemas.openxmlformats.org/officeDocument/2006/relationships/customXml" Target="../ink/ink488.xml"/><Relationship Id="rId45" Type="http://schemas.openxmlformats.org/officeDocument/2006/relationships/image" Target="../media/image488.png"/><Relationship Id="rId66" Type="http://schemas.openxmlformats.org/officeDocument/2006/relationships/customXml" Target="../ink/ink501.xml"/><Relationship Id="rId87" Type="http://schemas.openxmlformats.org/officeDocument/2006/relationships/image" Target="../media/image509.png"/><Relationship Id="rId110" Type="http://schemas.openxmlformats.org/officeDocument/2006/relationships/customXml" Target="../ink/ink523.xml"/><Relationship Id="rId115" Type="http://schemas.openxmlformats.org/officeDocument/2006/relationships/image" Target="../media/image523.png"/><Relationship Id="rId131" Type="http://schemas.openxmlformats.org/officeDocument/2006/relationships/image" Target="../media/image531.png"/><Relationship Id="rId136" Type="http://schemas.openxmlformats.org/officeDocument/2006/relationships/customXml" Target="../ink/ink536.xml"/><Relationship Id="rId157" Type="http://schemas.openxmlformats.org/officeDocument/2006/relationships/image" Target="../media/image544.png"/><Relationship Id="rId178" Type="http://schemas.openxmlformats.org/officeDocument/2006/relationships/customXml" Target="../ink/ink557.xml"/><Relationship Id="rId61" Type="http://schemas.openxmlformats.org/officeDocument/2006/relationships/image" Target="../media/image496.png"/><Relationship Id="rId82" Type="http://schemas.openxmlformats.org/officeDocument/2006/relationships/customXml" Target="../ink/ink509.xml"/><Relationship Id="rId152" Type="http://schemas.openxmlformats.org/officeDocument/2006/relationships/customXml" Target="../ink/ink544.xml"/><Relationship Id="rId173" Type="http://schemas.openxmlformats.org/officeDocument/2006/relationships/image" Target="../media/image552.png"/><Relationship Id="rId19" Type="http://schemas.openxmlformats.org/officeDocument/2006/relationships/image" Target="../media/image475.png"/><Relationship Id="rId14" Type="http://schemas.openxmlformats.org/officeDocument/2006/relationships/customXml" Target="../ink/ink475.xml"/><Relationship Id="rId30" Type="http://schemas.openxmlformats.org/officeDocument/2006/relationships/customXml" Target="../ink/ink483.xml"/><Relationship Id="rId35" Type="http://schemas.openxmlformats.org/officeDocument/2006/relationships/image" Target="../media/image483.png"/><Relationship Id="rId56" Type="http://schemas.openxmlformats.org/officeDocument/2006/relationships/customXml" Target="../ink/ink496.xml"/><Relationship Id="rId77" Type="http://schemas.openxmlformats.org/officeDocument/2006/relationships/image" Target="../media/image504.png"/><Relationship Id="rId100" Type="http://schemas.openxmlformats.org/officeDocument/2006/relationships/customXml" Target="../ink/ink518.xml"/><Relationship Id="rId105" Type="http://schemas.openxmlformats.org/officeDocument/2006/relationships/image" Target="../media/image518.png"/><Relationship Id="rId126" Type="http://schemas.openxmlformats.org/officeDocument/2006/relationships/customXml" Target="../ink/ink531.xml"/><Relationship Id="rId147" Type="http://schemas.openxmlformats.org/officeDocument/2006/relationships/image" Target="../media/image539.png"/><Relationship Id="rId168" Type="http://schemas.openxmlformats.org/officeDocument/2006/relationships/customXml" Target="../ink/ink552.xml"/><Relationship Id="rId8" Type="http://schemas.openxmlformats.org/officeDocument/2006/relationships/customXml" Target="../ink/ink472.xml"/><Relationship Id="rId51" Type="http://schemas.openxmlformats.org/officeDocument/2006/relationships/image" Target="../media/image491.png"/><Relationship Id="rId72" Type="http://schemas.openxmlformats.org/officeDocument/2006/relationships/customXml" Target="../ink/ink504.xml"/><Relationship Id="rId93" Type="http://schemas.openxmlformats.org/officeDocument/2006/relationships/image" Target="../media/image512.png"/><Relationship Id="rId98" Type="http://schemas.openxmlformats.org/officeDocument/2006/relationships/customXml" Target="../ink/ink517.xml"/><Relationship Id="rId121" Type="http://schemas.openxmlformats.org/officeDocument/2006/relationships/image" Target="../media/image526.png"/><Relationship Id="rId142" Type="http://schemas.openxmlformats.org/officeDocument/2006/relationships/customXml" Target="../ink/ink539.xml"/><Relationship Id="rId163" Type="http://schemas.openxmlformats.org/officeDocument/2006/relationships/image" Target="../media/image547.png"/><Relationship Id="rId3" Type="http://schemas.openxmlformats.org/officeDocument/2006/relationships/image" Target="../media/image467.png"/><Relationship Id="rId25" Type="http://schemas.openxmlformats.org/officeDocument/2006/relationships/image" Target="../media/image478.png"/><Relationship Id="rId46" Type="http://schemas.openxmlformats.org/officeDocument/2006/relationships/customXml" Target="../ink/ink491.xml"/><Relationship Id="rId67" Type="http://schemas.openxmlformats.org/officeDocument/2006/relationships/image" Target="../media/image499.png"/><Relationship Id="rId116" Type="http://schemas.openxmlformats.org/officeDocument/2006/relationships/customXml" Target="../ink/ink526.xml"/><Relationship Id="rId137" Type="http://schemas.openxmlformats.org/officeDocument/2006/relationships/image" Target="../media/image534.png"/><Relationship Id="rId158" Type="http://schemas.openxmlformats.org/officeDocument/2006/relationships/customXml" Target="../ink/ink547.xml"/><Relationship Id="rId20" Type="http://schemas.openxmlformats.org/officeDocument/2006/relationships/customXml" Target="../ink/ink478.xml"/><Relationship Id="rId41" Type="http://schemas.openxmlformats.org/officeDocument/2006/relationships/image" Target="../media/image486.png"/><Relationship Id="rId62" Type="http://schemas.openxmlformats.org/officeDocument/2006/relationships/customXml" Target="../ink/ink499.xml"/><Relationship Id="rId83" Type="http://schemas.openxmlformats.org/officeDocument/2006/relationships/image" Target="../media/image507.png"/><Relationship Id="rId88" Type="http://schemas.openxmlformats.org/officeDocument/2006/relationships/customXml" Target="../ink/ink512.xml"/><Relationship Id="rId111" Type="http://schemas.openxmlformats.org/officeDocument/2006/relationships/image" Target="../media/image521.png"/><Relationship Id="rId132" Type="http://schemas.openxmlformats.org/officeDocument/2006/relationships/customXml" Target="../ink/ink534.xml"/><Relationship Id="rId153" Type="http://schemas.openxmlformats.org/officeDocument/2006/relationships/image" Target="../media/image542.png"/><Relationship Id="rId174" Type="http://schemas.openxmlformats.org/officeDocument/2006/relationships/customXml" Target="../ink/ink555.xml"/><Relationship Id="rId179" Type="http://schemas.openxmlformats.org/officeDocument/2006/relationships/image" Target="../media/image555.png"/><Relationship Id="rId15" Type="http://schemas.openxmlformats.org/officeDocument/2006/relationships/image" Target="../media/image473.png"/><Relationship Id="rId36" Type="http://schemas.openxmlformats.org/officeDocument/2006/relationships/customXml" Target="../ink/ink486.xml"/><Relationship Id="rId57" Type="http://schemas.openxmlformats.org/officeDocument/2006/relationships/image" Target="../media/image494.png"/><Relationship Id="rId106" Type="http://schemas.openxmlformats.org/officeDocument/2006/relationships/customXml" Target="../ink/ink521.xml"/><Relationship Id="rId127" Type="http://schemas.openxmlformats.org/officeDocument/2006/relationships/image" Target="../media/image529.png"/><Relationship Id="rId10" Type="http://schemas.openxmlformats.org/officeDocument/2006/relationships/customXml" Target="../ink/ink473.xml"/><Relationship Id="rId31" Type="http://schemas.openxmlformats.org/officeDocument/2006/relationships/image" Target="../media/image481.png"/><Relationship Id="rId52" Type="http://schemas.openxmlformats.org/officeDocument/2006/relationships/customXml" Target="../ink/ink494.xml"/><Relationship Id="rId73" Type="http://schemas.openxmlformats.org/officeDocument/2006/relationships/image" Target="../media/image502.png"/><Relationship Id="rId78" Type="http://schemas.openxmlformats.org/officeDocument/2006/relationships/customXml" Target="../ink/ink507.xml"/><Relationship Id="rId94" Type="http://schemas.openxmlformats.org/officeDocument/2006/relationships/customXml" Target="../ink/ink515.xml"/><Relationship Id="rId99" Type="http://schemas.openxmlformats.org/officeDocument/2006/relationships/image" Target="../media/image515.png"/><Relationship Id="rId101" Type="http://schemas.openxmlformats.org/officeDocument/2006/relationships/image" Target="../media/image516.png"/><Relationship Id="rId122" Type="http://schemas.openxmlformats.org/officeDocument/2006/relationships/customXml" Target="../ink/ink529.xml"/><Relationship Id="rId143" Type="http://schemas.openxmlformats.org/officeDocument/2006/relationships/image" Target="../media/image537.png"/><Relationship Id="rId148" Type="http://schemas.openxmlformats.org/officeDocument/2006/relationships/customXml" Target="../ink/ink542.xml"/><Relationship Id="rId164" Type="http://schemas.openxmlformats.org/officeDocument/2006/relationships/customXml" Target="../ink/ink550.xml"/><Relationship Id="rId169" Type="http://schemas.openxmlformats.org/officeDocument/2006/relationships/image" Target="../media/image550.png"/><Relationship Id="rId4" Type="http://schemas.openxmlformats.org/officeDocument/2006/relationships/customXml" Target="../ink/ink470.xml"/><Relationship Id="rId9" Type="http://schemas.openxmlformats.org/officeDocument/2006/relationships/image" Target="../media/image470.png"/><Relationship Id="rId26" Type="http://schemas.openxmlformats.org/officeDocument/2006/relationships/customXml" Target="../ink/ink481.xml"/><Relationship Id="rId47" Type="http://schemas.openxmlformats.org/officeDocument/2006/relationships/image" Target="../media/image489.png"/><Relationship Id="rId68" Type="http://schemas.openxmlformats.org/officeDocument/2006/relationships/customXml" Target="../ink/ink502.xml"/><Relationship Id="rId89" Type="http://schemas.openxmlformats.org/officeDocument/2006/relationships/image" Target="../media/image510.png"/><Relationship Id="rId112" Type="http://schemas.openxmlformats.org/officeDocument/2006/relationships/customXml" Target="../ink/ink524.xml"/><Relationship Id="rId133" Type="http://schemas.openxmlformats.org/officeDocument/2006/relationships/image" Target="../media/image532.png"/><Relationship Id="rId154" Type="http://schemas.openxmlformats.org/officeDocument/2006/relationships/customXml" Target="../ink/ink545.xml"/><Relationship Id="rId175" Type="http://schemas.openxmlformats.org/officeDocument/2006/relationships/image" Target="../media/image553.png"/><Relationship Id="rId16" Type="http://schemas.openxmlformats.org/officeDocument/2006/relationships/customXml" Target="../ink/ink476.xml"/><Relationship Id="rId37" Type="http://schemas.openxmlformats.org/officeDocument/2006/relationships/image" Target="../media/image484.png"/><Relationship Id="rId58" Type="http://schemas.openxmlformats.org/officeDocument/2006/relationships/customXml" Target="../ink/ink497.xml"/><Relationship Id="rId79" Type="http://schemas.openxmlformats.org/officeDocument/2006/relationships/image" Target="../media/image505.png"/><Relationship Id="rId102" Type="http://schemas.openxmlformats.org/officeDocument/2006/relationships/customXml" Target="../ink/ink519.xml"/><Relationship Id="rId123" Type="http://schemas.openxmlformats.org/officeDocument/2006/relationships/image" Target="../media/image527.png"/><Relationship Id="rId144" Type="http://schemas.openxmlformats.org/officeDocument/2006/relationships/customXml" Target="../ink/ink540.xml"/><Relationship Id="rId90" Type="http://schemas.openxmlformats.org/officeDocument/2006/relationships/customXml" Target="../ink/ink513.xml"/><Relationship Id="rId165" Type="http://schemas.openxmlformats.org/officeDocument/2006/relationships/image" Target="../media/image548.png"/><Relationship Id="rId27" Type="http://schemas.openxmlformats.org/officeDocument/2006/relationships/image" Target="../media/image479.png"/><Relationship Id="rId48" Type="http://schemas.openxmlformats.org/officeDocument/2006/relationships/customXml" Target="../ink/ink492.xml"/><Relationship Id="rId69" Type="http://schemas.openxmlformats.org/officeDocument/2006/relationships/image" Target="../media/image500.png"/><Relationship Id="rId113" Type="http://schemas.openxmlformats.org/officeDocument/2006/relationships/image" Target="../media/image522.png"/><Relationship Id="rId134" Type="http://schemas.openxmlformats.org/officeDocument/2006/relationships/customXml" Target="../ink/ink535.xml"/><Relationship Id="rId80" Type="http://schemas.openxmlformats.org/officeDocument/2006/relationships/customXml" Target="../ink/ink508.xml"/><Relationship Id="rId155" Type="http://schemas.openxmlformats.org/officeDocument/2006/relationships/image" Target="../media/image543.png"/><Relationship Id="rId176" Type="http://schemas.openxmlformats.org/officeDocument/2006/relationships/customXml" Target="../ink/ink556.xml"/><Relationship Id="rId17" Type="http://schemas.openxmlformats.org/officeDocument/2006/relationships/image" Target="../media/image474.png"/><Relationship Id="rId38" Type="http://schemas.openxmlformats.org/officeDocument/2006/relationships/customXml" Target="../ink/ink487.xml"/><Relationship Id="rId59" Type="http://schemas.openxmlformats.org/officeDocument/2006/relationships/image" Target="../media/image495.png"/><Relationship Id="rId103" Type="http://schemas.openxmlformats.org/officeDocument/2006/relationships/image" Target="../media/image517.png"/><Relationship Id="rId124" Type="http://schemas.openxmlformats.org/officeDocument/2006/relationships/customXml" Target="../ink/ink530.xml"/><Relationship Id="rId70" Type="http://schemas.openxmlformats.org/officeDocument/2006/relationships/customXml" Target="../ink/ink503.xml"/><Relationship Id="rId91" Type="http://schemas.openxmlformats.org/officeDocument/2006/relationships/image" Target="../media/image511.png"/><Relationship Id="rId145" Type="http://schemas.openxmlformats.org/officeDocument/2006/relationships/image" Target="../media/image538.png"/><Relationship Id="rId166" Type="http://schemas.openxmlformats.org/officeDocument/2006/relationships/customXml" Target="../ink/ink55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17" Type="http://schemas.openxmlformats.org/officeDocument/2006/relationships/image" Target="../media/image613.png"/><Relationship Id="rId299" Type="http://schemas.openxmlformats.org/officeDocument/2006/relationships/image" Target="../media/image704.png"/><Relationship Id="rId21" Type="http://schemas.openxmlformats.org/officeDocument/2006/relationships/image" Target="../media/image565.png"/><Relationship Id="rId63" Type="http://schemas.openxmlformats.org/officeDocument/2006/relationships/image" Target="../media/image586.png"/><Relationship Id="rId159" Type="http://schemas.openxmlformats.org/officeDocument/2006/relationships/image" Target="../media/image634.png"/><Relationship Id="rId324" Type="http://schemas.openxmlformats.org/officeDocument/2006/relationships/customXml" Target="../ink/ink719.xml"/><Relationship Id="rId170" Type="http://schemas.openxmlformats.org/officeDocument/2006/relationships/customXml" Target="../ink/ink642.xml"/><Relationship Id="rId226" Type="http://schemas.openxmlformats.org/officeDocument/2006/relationships/customXml" Target="../ink/ink670.xml"/><Relationship Id="rId268" Type="http://schemas.openxmlformats.org/officeDocument/2006/relationships/customXml" Target="../ink/ink691.xml"/><Relationship Id="rId32" Type="http://schemas.openxmlformats.org/officeDocument/2006/relationships/customXml" Target="../ink/ink573.xml"/><Relationship Id="rId74" Type="http://schemas.openxmlformats.org/officeDocument/2006/relationships/customXml" Target="../ink/ink594.xml"/><Relationship Id="rId128" Type="http://schemas.openxmlformats.org/officeDocument/2006/relationships/customXml" Target="../ink/ink621.xml"/><Relationship Id="rId335" Type="http://schemas.openxmlformats.org/officeDocument/2006/relationships/image" Target="../media/image722.png"/><Relationship Id="rId5" Type="http://schemas.openxmlformats.org/officeDocument/2006/relationships/image" Target="../media/image557.png"/><Relationship Id="rId181" Type="http://schemas.openxmlformats.org/officeDocument/2006/relationships/image" Target="../media/image645.png"/><Relationship Id="rId237" Type="http://schemas.openxmlformats.org/officeDocument/2006/relationships/image" Target="../media/image673.png"/><Relationship Id="rId279" Type="http://schemas.openxmlformats.org/officeDocument/2006/relationships/image" Target="../media/image694.png"/><Relationship Id="rId43" Type="http://schemas.openxmlformats.org/officeDocument/2006/relationships/image" Target="../media/image576.png"/><Relationship Id="rId139" Type="http://schemas.openxmlformats.org/officeDocument/2006/relationships/image" Target="../media/image624.png"/><Relationship Id="rId290" Type="http://schemas.openxmlformats.org/officeDocument/2006/relationships/customXml" Target="../ink/ink702.xml"/><Relationship Id="rId304" Type="http://schemas.openxmlformats.org/officeDocument/2006/relationships/customXml" Target="../ink/ink709.xml"/><Relationship Id="rId85" Type="http://schemas.openxmlformats.org/officeDocument/2006/relationships/image" Target="../media/image597.png"/><Relationship Id="rId150" Type="http://schemas.openxmlformats.org/officeDocument/2006/relationships/customXml" Target="../ink/ink632.xml"/><Relationship Id="rId192" Type="http://schemas.openxmlformats.org/officeDocument/2006/relationships/customXml" Target="../ink/ink653.xml"/><Relationship Id="rId206" Type="http://schemas.openxmlformats.org/officeDocument/2006/relationships/customXml" Target="../ink/ink660.xml"/><Relationship Id="rId248" Type="http://schemas.openxmlformats.org/officeDocument/2006/relationships/customXml" Target="../ink/ink681.xml"/><Relationship Id="rId12" Type="http://schemas.openxmlformats.org/officeDocument/2006/relationships/customXml" Target="../ink/ink563.xml"/><Relationship Id="rId108" Type="http://schemas.openxmlformats.org/officeDocument/2006/relationships/customXml" Target="../ink/ink611.xml"/><Relationship Id="rId315" Type="http://schemas.openxmlformats.org/officeDocument/2006/relationships/image" Target="../media/image712.png"/><Relationship Id="rId54" Type="http://schemas.openxmlformats.org/officeDocument/2006/relationships/customXml" Target="../ink/ink584.xml"/><Relationship Id="rId96" Type="http://schemas.openxmlformats.org/officeDocument/2006/relationships/customXml" Target="../ink/ink605.xml"/><Relationship Id="rId161" Type="http://schemas.openxmlformats.org/officeDocument/2006/relationships/image" Target="../media/image635.png"/><Relationship Id="rId217" Type="http://schemas.openxmlformats.org/officeDocument/2006/relationships/image" Target="../media/image663.png"/><Relationship Id="rId259" Type="http://schemas.openxmlformats.org/officeDocument/2006/relationships/image" Target="../media/image684.png"/><Relationship Id="rId23" Type="http://schemas.openxmlformats.org/officeDocument/2006/relationships/image" Target="../media/image566.png"/><Relationship Id="rId119" Type="http://schemas.openxmlformats.org/officeDocument/2006/relationships/image" Target="../media/image614.png"/><Relationship Id="rId270" Type="http://schemas.openxmlformats.org/officeDocument/2006/relationships/customXml" Target="../ink/ink692.xml"/><Relationship Id="rId326" Type="http://schemas.openxmlformats.org/officeDocument/2006/relationships/customXml" Target="../ink/ink720.xml"/><Relationship Id="rId65" Type="http://schemas.openxmlformats.org/officeDocument/2006/relationships/image" Target="../media/image587.png"/><Relationship Id="rId130" Type="http://schemas.openxmlformats.org/officeDocument/2006/relationships/customXml" Target="../ink/ink622.xml"/><Relationship Id="rId172" Type="http://schemas.openxmlformats.org/officeDocument/2006/relationships/customXml" Target="../ink/ink643.xml"/><Relationship Id="rId228" Type="http://schemas.openxmlformats.org/officeDocument/2006/relationships/customXml" Target="../ink/ink671.xml"/><Relationship Id="rId281" Type="http://schemas.openxmlformats.org/officeDocument/2006/relationships/image" Target="../media/image695.png"/><Relationship Id="rId337" Type="http://schemas.openxmlformats.org/officeDocument/2006/relationships/image" Target="../media/image723.png"/><Relationship Id="rId34" Type="http://schemas.openxmlformats.org/officeDocument/2006/relationships/customXml" Target="../ink/ink574.xml"/><Relationship Id="rId76" Type="http://schemas.openxmlformats.org/officeDocument/2006/relationships/customXml" Target="../ink/ink595.xml"/><Relationship Id="rId141" Type="http://schemas.openxmlformats.org/officeDocument/2006/relationships/image" Target="../media/image625.png"/><Relationship Id="rId7" Type="http://schemas.openxmlformats.org/officeDocument/2006/relationships/image" Target="../media/image558.png"/><Relationship Id="rId183" Type="http://schemas.openxmlformats.org/officeDocument/2006/relationships/image" Target="../media/image646.png"/><Relationship Id="rId239" Type="http://schemas.openxmlformats.org/officeDocument/2006/relationships/image" Target="../media/image674.png"/><Relationship Id="rId250" Type="http://schemas.openxmlformats.org/officeDocument/2006/relationships/customXml" Target="../ink/ink682.xml"/><Relationship Id="rId292" Type="http://schemas.openxmlformats.org/officeDocument/2006/relationships/customXml" Target="../ink/ink703.xml"/><Relationship Id="rId306" Type="http://schemas.openxmlformats.org/officeDocument/2006/relationships/customXml" Target="../ink/ink710.xml"/><Relationship Id="rId45" Type="http://schemas.openxmlformats.org/officeDocument/2006/relationships/image" Target="../media/image577.png"/><Relationship Id="rId87" Type="http://schemas.openxmlformats.org/officeDocument/2006/relationships/image" Target="../media/image598.png"/><Relationship Id="rId110" Type="http://schemas.openxmlformats.org/officeDocument/2006/relationships/customXml" Target="../ink/ink612.xml"/><Relationship Id="rId152" Type="http://schemas.openxmlformats.org/officeDocument/2006/relationships/customXml" Target="../ink/ink633.xml"/><Relationship Id="rId194" Type="http://schemas.openxmlformats.org/officeDocument/2006/relationships/customXml" Target="../ink/ink654.xml"/><Relationship Id="rId208" Type="http://schemas.openxmlformats.org/officeDocument/2006/relationships/customXml" Target="../ink/ink661.xml"/><Relationship Id="rId261" Type="http://schemas.openxmlformats.org/officeDocument/2006/relationships/image" Target="../media/image685.png"/><Relationship Id="rId14" Type="http://schemas.openxmlformats.org/officeDocument/2006/relationships/customXml" Target="../ink/ink564.xml"/><Relationship Id="rId35" Type="http://schemas.openxmlformats.org/officeDocument/2006/relationships/image" Target="../media/image572.png"/><Relationship Id="rId56" Type="http://schemas.openxmlformats.org/officeDocument/2006/relationships/customXml" Target="../ink/ink585.xml"/><Relationship Id="rId77" Type="http://schemas.openxmlformats.org/officeDocument/2006/relationships/image" Target="../media/image593.png"/><Relationship Id="rId100" Type="http://schemas.openxmlformats.org/officeDocument/2006/relationships/customXml" Target="../ink/ink607.xml"/><Relationship Id="rId282" Type="http://schemas.openxmlformats.org/officeDocument/2006/relationships/customXml" Target="../ink/ink698.xml"/><Relationship Id="rId317" Type="http://schemas.openxmlformats.org/officeDocument/2006/relationships/image" Target="../media/image713.png"/><Relationship Id="rId338" Type="http://schemas.openxmlformats.org/officeDocument/2006/relationships/customXml" Target="../ink/ink726.xml"/><Relationship Id="rId8" Type="http://schemas.openxmlformats.org/officeDocument/2006/relationships/customXml" Target="../ink/ink561.xml"/><Relationship Id="rId98" Type="http://schemas.openxmlformats.org/officeDocument/2006/relationships/customXml" Target="../ink/ink606.xml"/><Relationship Id="rId121" Type="http://schemas.openxmlformats.org/officeDocument/2006/relationships/image" Target="../media/image615.png"/><Relationship Id="rId142" Type="http://schemas.openxmlformats.org/officeDocument/2006/relationships/customXml" Target="../ink/ink628.xml"/><Relationship Id="rId163" Type="http://schemas.openxmlformats.org/officeDocument/2006/relationships/image" Target="../media/image636.png"/><Relationship Id="rId184" Type="http://schemas.openxmlformats.org/officeDocument/2006/relationships/customXml" Target="../ink/ink649.xml"/><Relationship Id="rId219" Type="http://schemas.openxmlformats.org/officeDocument/2006/relationships/image" Target="../media/image664.png"/><Relationship Id="rId230" Type="http://schemas.openxmlformats.org/officeDocument/2006/relationships/customXml" Target="../ink/ink672.xml"/><Relationship Id="rId251" Type="http://schemas.openxmlformats.org/officeDocument/2006/relationships/image" Target="../media/image680.png"/><Relationship Id="rId25" Type="http://schemas.openxmlformats.org/officeDocument/2006/relationships/image" Target="../media/image567.png"/><Relationship Id="rId46" Type="http://schemas.openxmlformats.org/officeDocument/2006/relationships/customXml" Target="../ink/ink580.xml"/><Relationship Id="rId67" Type="http://schemas.openxmlformats.org/officeDocument/2006/relationships/image" Target="../media/image588.png"/><Relationship Id="rId272" Type="http://schemas.openxmlformats.org/officeDocument/2006/relationships/customXml" Target="../ink/ink693.xml"/><Relationship Id="rId293" Type="http://schemas.openxmlformats.org/officeDocument/2006/relationships/image" Target="../media/image701.png"/><Relationship Id="rId307" Type="http://schemas.openxmlformats.org/officeDocument/2006/relationships/image" Target="../media/image708.png"/><Relationship Id="rId328" Type="http://schemas.openxmlformats.org/officeDocument/2006/relationships/customXml" Target="../ink/ink721.xml"/><Relationship Id="rId88" Type="http://schemas.openxmlformats.org/officeDocument/2006/relationships/customXml" Target="../ink/ink601.xml"/><Relationship Id="rId111" Type="http://schemas.openxmlformats.org/officeDocument/2006/relationships/image" Target="../media/image610.png"/><Relationship Id="rId132" Type="http://schemas.openxmlformats.org/officeDocument/2006/relationships/customXml" Target="../ink/ink623.xml"/><Relationship Id="rId153" Type="http://schemas.openxmlformats.org/officeDocument/2006/relationships/image" Target="../media/image631.png"/><Relationship Id="rId174" Type="http://schemas.openxmlformats.org/officeDocument/2006/relationships/customXml" Target="../ink/ink644.xml"/><Relationship Id="rId195" Type="http://schemas.openxmlformats.org/officeDocument/2006/relationships/image" Target="../media/image652.png"/><Relationship Id="rId209" Type="http://schemas.openxmlformats.org/officeDocument/2006/relationships/image" Target="../media/image659.png"/><Relationship Id="rId220" Type="http://schemas.openxmlformats.org/officeDocument/2006/relationships/customXml" Target="../ink/ink667.xml"/><Relationship Id="rId241" Type="http://schemas.openxmlformats.org/officeDocument/2006/relationships/image" Target="../media/image675.png"/><Relationship Id="rId15" Type="http://schemas.openxmlformats.org/officeDocument/2006/relationships/image" Target="../media/image562.png"/><Relationship Id="rId36" Type="http://schemas.openxmlformats.org/officeDocument/2006/relationships/customXml" Target="../ink/ink575.xml"/><Relationship Id="rId57" Type="http://schemas.openxmlformats.org/officeDocument/2006/relationships/image" Target="../media/image583.png"/><Relationship Id="rId262" Type="http://schemas.openxmlformats.org/officeDocument/2006/relationships/customXml" Target="../ink/ink688.xml"/><Relationship Id="rId283" Type="http://schemas.openxmlformats.org/officeDocument/2006/relationships/image" Target="../media/image696.png"/><Relationship Id="rId318" Type="http://schemas.openxmlformats.org/officeDocument/2006/relationships/customXml" Target="../ink/ink716.xml"/><Relationship Id="rId339" Type="http://schemas.openxmlformats.org/officeDocument/2006/relationships/image" Target="../media/image724.png"/><Relationship Id="rId78" Type="http://schemas.openxmlformats.org/officeDocument/2006/relationships/customXml" Target="../ink/ink596.xml"/><Relationship Id="rId99" Type="http://schemas.openxmlformats.org/officeDocument/2006/relationships/image" Target="../media/image604.png"/><Relationship Id="rId101" Type="http://schemas.openxmlformats.org/officeDocument/2006/relationships/image" Target="../media/image605.png"/><Relationship Id="rId122" Type="http://schemas.openxmlformats.org/officeDocument/2006/relationships/customXml" Target="../ink/ink618.xml"/><Relationship Id="rId143" Type="http://schemas.openxmlformats.org/officeDocument/2006/relationships/image" Target="../media/image626.png"/><Relationship Id="rId164" Type="http://schemas.openxmlformats.org/officeDocument/2006/relationships/customXml" Target="../ink/ink639.xml"/><Relationship Id="rId185" Type="http://schemas.openxmlformats.org/officeDocument/2006/relationships/image" Target="../media/image647.png"/><Relationship Id="rId9" Type="http://schemas.openxmlformats.org/officeDocument/2006/relationships/image" Target="../media/image559.png"/><Relationship Id="rId210" Type="http://schemas.openxmlformats.org/officeDocument/2006/relationships/customXml" Target="../ink/ink662.xml"/><Relationship Id="rId26" Type="http://schemas.openxmlformats.org/officeDocument/2006/relationships/customXml" Target="../ink/ink570.xml"/><Relationship Id="rId231" Type="http://schemas.openxmlformats.org/officeDocument/2006/relationships/image" Target="../media/image670.png"/><Relationship Id="rId252" Type="http://schemas.openxmlformats.org/officeDocument/2006/relationships/customXml" Target="../ink/ink683.xml"/><Relationship Id="rId273" Type="http://schemas.openxmlformats.org/officeDocument/2006/relationships/image" Target="../media/image691.png"/><Relationship Id="rId294" Type="http://schemas.openxmlformats.org/officeDocument/2006/relationships/customXml" Target="../ink/ink704.xml"/><Relationship Id="rId308" Type="http://schemas.openxmlformats.org/officeDocument/2006/relationships/customXml" Target="../ink/ink711.xml"/><Relationship Id="rId329" Type="http://schemas.openxmlformats.org/officeDocument/2006/relationships/image" Target="../media/image719.png"/><Relationship Id="rId47" Type="http://schemas.openxmlformats.org/officeDocument/2006/relationships/image" Target="../media/image578.png"/><Relationship Id="rId68" Type="http://schemas.openxmlformats.org/officeDocument/2006/relationships/customXml" Target="../ink/ink591.xml"/><Relationship Id="rId89" Type="http://schemas.openxmlformats.org/officeDocument/2006/relationships/image" Target="../media/image599.png"/><Relationship Id="rId112" Type="http://schemas.openxmlformats.org/officeDocument/2006/relationships/customXml" Target="../ink/ink613.xml"/><Relationship Id="rId133" Type="http://schemas.openxmlformats.org/officeDocument/2006/relationships/image" Target="../media/image621.png"/><Relationship Id="rId154" Type="http://schemas.openxmlformats.org/officeDocument/2006/relationships/customXml" Target="../ink/ink634.xml"/><Relationship Id="rId175" Type="http://schemas.openxmlformats.org/officeDocument/2006/relationships/image" Target="../media/image642.png"/><Relationship Id="rId340" Type="http://schemas.openxmlformats.org/officeDocument/2006/relationships/customXml" Target="../ink/ink727.xml"/><Relationship Id="rId196" Type="http://schemas.openxmlformats.org/officeDocument/2006/relationships/customXml" Target="../ink/ink655.xml"/><Relationship Id="rId200" Type="http://schemas.openxmlformats.org/officeDocument/2006/relationships/customXml" Target="../ink/ink657.xml"/><Relationship Id="rId16" Type="http://schemas.openxmlformats.org/officeDocument/2006/relationships/customXml" Target="../ink/ink565.xml"/><Relationship Id="rId221" Type="http://schemas.openxmlformats.org/officeDocument/2006/relationships/image" Target="../media/image665.png"/><Relationship Id="rId242" Type="http://schemas.openxmlformats.org/officeDocument/2006/relationships/customXml" Target="../ink/ink678.xml"/><Relationship Id="rId263" Type="http://schemas.openxmlformats.org/officeDocument/2006/relationships/image" Target="../media/image686.png"/><Relationship Id="rId284" Type="http://schemas.openxmlformats.org/officeDocument/2006/relationships/customXml" Target="../ink/ink699.xml"/><Relationship Id="rId319" Type="http://schemas.openxmlformats.org/officeDocument/2006/relationships/image" Target="../media/image714.png"/><Relationship Id="rId37" Type="http://schemas.openxmlformats.org/officeDocument/2006/relationships/image" Target="../media/image573.png"/><Relationship Id="rId58" Type="http://schemas.openxmlformats.org/officeDocument/2006/relationships/customXml" Target="../ink/ink586.xml"/><Relationship Id="rId79" Type="http://schemas.openxmlformats.org/officeDocument/2006/relationships/image" Target="../media/image594.png"/><Relationship Id="rId102" Type="http://schemas.openxmlformats.org/officeDocument/2006/relationships/customXml" Target="../ink/ink608.xml"/><Relationship Id="rId123" Type="http://schemas.openxmlformats.org/officeDocument/2006/relationships/image" Target="../media/image616.png"/><Relationship Id="rId144" Type="http://schemas.openxmlformats.org/officeDocument/2006/relationships/customXml" Target="../ink/ink629.xml"/><Relationship Id="rId330" Type="http://schemas.openxmlformats.org/officeDocument/2006/relationships/customXml" Target="../ink/ink722.xml"/><Relationship Id="rId90" Type="http://schemas.openxmlformats.org/officeDocument/2006/relationships/customXml" Target="../ink/ink602.xml"/><Relationship Id="rId165" Type="http://schemas.openxmlformats.org/officeDocument/2006/relationships/image" Target="../media/image637.png"/><Relationship Id="rId186" Type="http://schemas.openxmlformats.org/officeDocument/2006/relationships/customXml" Target="../ink/ink650.xml"/><Relationship Id="rId211" Type="http://schemas.openxmlformats.org/officeDocument/2006/relationships/image" Target="../media/image660.png"/><Relationship Id="rId232" Type="http://schemas.openxmlformats.org/officeDocument/2006/relationships/customXml" Target="../ink/ink673.xml"/><Relationship Id="rId253" Type="http://schemas.openxmlformats.org/officeDocument/2006/relationships/image" Target="../media/image681.png"/><Relationship Id="rId274" Type="http://schemas.openxmlformats.org/officeDocument/2006/relationships/customXml" Target="../ink/ink694.xml"/><Relationship Id="rId295" Type="http://schemas.openxmlformats.org/officeDocument/2006/relationships/image" Target="../media/image702.png"/><Relationship Id="rId309" Type="http://schemas.openxmlformats.org/officeDocument/2006/relationships/image" Target="../media/image709.png"/><Relationship Id="rId27" Type="http://schemas.openxmlformats.org/officeDocument/2006/relationships/image" Target="../media/image568.png"/><Relationship Id="rId48" Type="http://schemas.openxmlformats.org/officeDocument/2006/relationships/customXml" Target="../ink/ink581.xml"/><Relationship Id="rId69" Type="http://schemas.openxmlformats.org/officeDocument/2006/relationships/image" Target="../media/image589.png"/><Relationship Id="rId113" Type="http://schemas.openxmlformats.org/officeDocument/2006/relationships/image" Target="../media/image611.png"/><Relationship Id="rId134" Type="http://schemas.openxmlformats.org/officeDocument/2006/relationships/customXml" Target="../ink/ink624.xml"/><Relationship Id="rId320" Type="http://schemas.openxmlformats.org/officeDocument/2006/relationships/customXml" Target="../ink/ink717.xml"/><Relationship Id="rId80" Type="http://schemas.openxmlformats.org/officeDocument/2006/relationships/customXml" Target="../ink/ink597.xml"/><Relationship Id="rId155" Type="http://schemas.openxmlformats.org/officeDocument/2006/relationships/image" Target="../media/image632.png"/><Relationship Id="rId176" Type="http://schemas.openxmlformats.org/officeDocument/2006/relationships/customXml" Target="../ink/ink645.xml"/><Relationship Id="rId197" Type="http://schemas.openxmlformats.org/officeDocument/2006/relationships/image" Target="../media/image653.png"/><Relationship Id="rId341" Type="http://schemas.openxmlformats.org/officeDocument/2006/relationships/image" Target="../media/image725.png"/><Relationship Id="rId201" Type="http://schemas.openxmlformats.org/officeDocument/2006/relationships/image" Target="../media/image655.png"/><Relationship Id="rId222" Type="http://schemas.openxmlformats.org/officeDocument/2006/relationships/customXml" Target="../ink/ink668.xml"/><Relationship Id="rId243" Type="http://schemas.openxmlformats.org/officeDocument/2006/relationships/image" Target="../media/image676.png"/><Relationship Id="rId264" Type="http://schemas.openxmlformats.org/officeDocument/2006/relationships/customXml" Target="../ink/ink689.xml"/><Relationship Id="rId285" Type="http://schemas.openxmlformats.org/officeDocument/2006/relationships/image" Target="../media/image697.png"/><Relationship Id="rId17" Type="http://schemas.openxmlformats.org/officeDocument/2006/relationships/image" Target="../media/image563.png"/><Relationship Id="rId38" Type="http://schemas.openxmlformats.org/officeDocument/2006/relationships/customXml" Target="../ink/ink576.xml"/><Relationship Id="rId59" Type="http://schemas.openxmlformats.org/officeDocument/2006/relationships/image" Target="../media/image584.png"/><Relationship Id="rId103" Type="http://schemas.openxmlformats.org/officeDocument/2006/relationships/image" Target="../media/image606.png"/><Relationship Id="rId124" Type="http://schemas.openxmlformats.org/officeDocument/2006/relationships/customXml" Target="../ink/ink619.xml"/><Relationship Id="rId310" Type="http://schemas.openxmlformats.org/officeDocument/2006/relationships/customXml" Target="../ink/ink712.xml"/><Relationship Id="rId70" Type="http://schemas.openxmlformats.org/officeDocument/2006/relationships/customXml" Target="../ink/ink592.xml"/><Relationship Id="rId91" Type="http://schemas.openxmlformats.org/officeDocument/2006/relationships/image" Target="../media/image600.png"/><Relationship Id="rId145" Type="http://schemas.openxmlformats.org/officeDocument/2006/relationships/image" Target="../media/image627.png"/><Relationship Id="rId166" Type="http://schemas.openxmlformats.org/officeDocument/2006/relationships/customXml" Target="../ink/ink640.xml"/><Relationship Id="rId187" Type="http://schemas.openxmlformats.org/officeDocument/2006/relationships/image" Target="../media/image648.png"/><Relationship Id="rId331" Type="http://schemas.openxmlformats.org/officeDocument/2006/relationships/image" Target="../media/image720.png"/><Relationship Id="rId1" Type="http://schemas.openxmlformats.org/officeDocument/2006/relationships/slideLayout" Target="../slideLayouts/slideLayout7.xml"/><Relationship Id="rId212" Type="http://schemas.openxmlformats.org/officeDocument/2006/relationships/customXml" Target="../ink/ink663.xml"/><Relationship Id="rId233" Type="http://schemas.openxmlformats.org/officeDocument/2006/relationships/image" Target="../media/image671.png"/><Relationship Id="rId254" Type="http://schemas.openxmlformats.org/officeDocument/2006/relationships/customXml" Target="../ink/ink684.xml"/><Relationship Id="rId28" Type="http://schemas.openxmlformats.org/officeDocument/2006/relationships/customXml" Target="../ink/ink571.xml"/><Relationship Id="rId49" Type="http://schemas.openxmlformats.org/officeDocument/2006/relationships/image" Target="../media/image579.png"/><Relationship Id="rId114" Type="http://schemas.openxmlformats.org/officeDocument/2006/relationships/customXml" Target="../ink/ink614.xml"/><Relationship Id="rId275" Type="http://schemas.openxmlformats.org/officeDocument/2006/relationships/image" Target="../media/image692.png"/><Relationship Id="rId296" Type="http://schemas.openxmlformats.org/officeDocument/2006/relationships/customXml" Target="../ink/ink705.xml"/><Relationship Id="rId300" Type="http://schemas.openxmlformats.org/officeDocument/2006/relationships/customXml" Target="../ink/ink707.xml"/><Relationship Id="rId60" Type="http://schemas.openxmlformats.org/officeDocument/2006/relationships/customXml" Target="../ink/ink587.xml"/><Relationship Id="rId81" Type="http://schemas.openxmlformats.org/officeDocument/2006/relationships/image" Target="../media/image595.png"/><Relationship Id="rId135" Type="http://schemas.openxmlformats.org/officeDocument/2006/relationships/image" Target="../media/image622.png"/><Relationship Id="rId156" Type="http://schemas.openxmlformats.org/officeDocument/2006/relationships/customXml" Target="../ink/ink635.xml"/><Relationship Id="rId177" Type="http://schemas.openxmlformats.org/officeDocument/2006/relationships/image" Target="../media/image643.png"/><Relationship Id="rId198" Type="http://schemas.openxmlformats.org/officeDocument/2006/relationships/customXml" Target="../ink/ink656.xml"/><Relationship Id="rId321" Type="http://schemas.openxmlformats.org/officeDocument/2006/relationships/image" Target="../media/image715.png"/><Relationship Id="rId342" Type="http://schemas.openxmlformats.org/officeDocument/2006/relationships/customXml" Target="../ink/ink728.xml"/><Relationship Id="rId202" Type="http://schemas.openxmlformats.org/officeDocument/2006/relationships/customXml" Target="../ink/ink658.xml"/><Relationship Id="rId223" Type="http://schemas.openxmlformats.org/officeDocument/2006/relationships/image" Target="../media/image666.png"/><Relationship Id="rId244" Type="http://schemas.openxmlformats.org/officeDocument/2006/relationships/customXml" Target="../ink/ink679.xml"/><Relationship Id="rId18" Type="http://schemas.openxmlformats.org/officeDocument/2006/relationships/customXml" Target="../ink/ink566.xml"/><Relationship Id="rId39" Type="http://schemas.openxmlformats.org/officeDocument/2006/relationships/image" Target="../media/image574.png"/><Relationship Id="rId265" Type="http://schemas.openxmlformats.org/officeDocument/2006/relationships/image" Target="../media/image687.png"/><Relationship Id="rId286" Type="http://schemas.openxmlformats.org/officeDocument/2006/relationships/customXml" Target="../ink/ink700.xml"/><Relationship Id="rId50" Type="http://schemas.openxmlformats.org/officeDocument/2006/relationships/customXml" Target="../ink/ink582.xml"/><Relationship Id="rId104" Type="http://schemas.openxmlformats.org/officeDocument/2006/relationships/customXml" Target="../ink/ink609.xml"/><Relationship Id="rId125" Type="http://schemas.openxmlformats.org/officeDocument/2006/relationships/image" Target="../media/image617.png"/><Relationship Id="rId146" Type="http://schemas.openxmlformats.org/officeDocument/2006/relationships/customXml" Target="../ink/ink630.xml"/><Relationship Id="rId167" Type="http://schemas.openxmlformats.org/officeDocument/2006/relationships/image" Target="../media/image638.png"/><Relationship Id="rId188" Type="http://schemas.openxmlformats.org/officeDocument/2006/relationships/customXml" Target="../ink/ink651.xml"/><Relationship Id="rId311" Type="http://schemas.openxmlformats.org/officeDocument/2006/relationships/image" Target="../media/image710.png"/><Relationship Id="rId332" Type="http://schemas.openxmlformats.org/officeDocument/2006/relationships/customXml" Target="../ink/ink723.xml"/><Relationship Id="rId71" Type="http://schemas.openxmlformats.org/officeDocument/2006/relationships/image" Target="../media/image590.png"/><Relationship Id="rId92" Type="http://schemas.openxmlformats.org/officeDocument/2006/relationships/customXml" Target="../ink/ink603.xml"/><Relationship Id="rId213" Type="http://schemas.openxmlformats.org/officeDocument/2006/relationships/image" Target="../media/image661.png"/><Relationship Id="rId234" Type="http://schemas.openxmlformats.org/officeDocument/2006/relationships/customXml" Target="../ink/ink674.xml"/><Relationship Id="rId2" Type="http://schemas.openxmlformats.org/officeDocument/2006/relationships/customXml" Target="../ink/ink558.xml"/><Relationship Id="rId29" Type="http://schemas.openxmlformats.org/officeDocument/2006/relationships/image" Target="../media/image569.png"/><Relationship Id="rId255" Type="http://schemas.openxmlformats.org/officeDocument/2006/relationships/image" Target="../media/image682.png"/><Relationship Id="rId276" Type="http://schemas.openxmlformats.org/officeDocument/2006/relationships/customXml" Target="../ink/ink695.xml"/><Relationship Id="rId297" Type="http://schemas.openxmlformats.org/officeDocument/2006/relationships/image" Target="../media/image703.png"/><Relationship Id="rId40" Type="http://schemas.openxmlformats.org/officeDocument/2006/relationships/customXml" Target="../ink/ink577.xml"/><Relationship Id="rId115" Type="http://schemas.openxmlformats.org/officeDocument/2006/relationships/image" Target="../media/image612.png"/><Relationship Id="rId136" Type="http://schemas.openxmlformats.org/officeDocument/2006/relationships/customXml" Target="../ink/ink625.xml"/><Relationship Id="rId157" Type="http://schemas.openxmlformats.org/officeDocument/2006/relationships/image" Target="../media/image633.png"/><Relationship Id="rId178" Type="http://schemas.openxmlformats.org/officeDocument/2006/relationships/customXml" Target="../ink/ink646.xml"/><Relationship Id="rId301" Type="http://schemas.openxmlformats.org/officeDocument/2006/relationships/image" Target="../media/image705.png"/><Relationship Id="rId322" Type="http://schemas.openxmlformats.org/officeDocument/2006/relationships/customXml" Target="../ink/ink718.xml"/><Relationship Id="rId343" Type="http://schemas.openxmlformats.org/officeDocument/2006/relationships/image" Target="../media/image726.png"/><Relationship Id="rId61" Type="http://schemas.openxmlformats.org/officeDocument/2006/relationships/image" Target="../media/image585.png"/><Relationship Id="rId82" Type="http://schemas.openxmlformats.org/officeDocument/2006/relationships/customXml" Target="../ink/ink598.xml"/><Relationship Id="rId199" Type="http://schemas.openxmlformats.org/officeDocument/2006/relationships/image" Target="../media/image654.png"/><Relationship Id="rId203" Type="http://schemas.openxmlformats.org/officeDocument/2006/relationships/image" Target="../media/image656.png"/><Relationship Id="rId19" Type="http://schemas.openxmlformats.org/officeDocument/2006/relationships/image" Target="../media/image564.png"/><Relationship Id="rId224" Type="http://schemas.openxmlformats.org/officeDocument/2006/relationships/customXml" Target="../ink/ink669.xml"/><Relationship Id="rId245" Type="http://schemas.openxmlformats.org/officeDocument/2006/relationships/image" Target="../media/image677.png"/><Relationship Id="rId266" Type="http://schemas.openxmlformats.org/officeDocument/2006/relationships/customXml" Target="../ink/ink690.xml"/><Relationship Id="rId287" Type="http://schemas.openxmlformats.org/officeDocument/2006/relationships/image" Target="../media/image698.png"/><Relationship Id="rId30" Type="http://schemas.openxmlformats.org/officeDocument/2006/relationships/customXml" Target="../ink/ink572.xml"/><Relationship Id="rId105" Type="http://schemas.openxmlformats.org/officeDocument/2006/relationships/image" Target="../media/image607.png"/><Relationship Id="rId126" Type="http://schemas.openxmlformats.org/officeDocument/2006/relationships/customXml" Target="../ink/ink620.xml"/><Relationship Id="rId147" Type="http://schemas.openxmlformats.org/officeDocument/2006/relationships/image" Target="../media/image628.png"/><Relationship Id="rId168" Type="http://schemas.openxmlformats.org/officeDocument/2006/relationships/customXml" Target="../ink/ink641.xml"/><Relationship Id="rId312" Type="http://schemas.openxmlformats.org/officeDocument/2006/relationships/customXml" Target="../ink/ink713.xml"/><Relationship Id="rId333" Type="http://schemas.openxmlformats.org/officeDocument/2006/relationships/image" Target="../media/image721.png"/><Relationship Id="rId51" Type="http://schemas.openxmlformats.org/officeDocument/2006/relationships/image" Target="../media/image580.png"/><Relationship Id="rId72" Type="http://schemas.openxmlformats.org/officeDocument/2006/relationships/customXml" Target="../ink/ink593.xml"/><Relationship Id="rId93" Type="http://schemas.openxmlformats.org/officeDocument/2006/relationships/image" Target="../media/image601.png"/><Relationship Id="rId189" Type="http://schemas.openxmlformats.org/officeDocument/2006/relationships/image" Target="../media/image649.png"/><Relationship Id="rId3" Type="http://schemas.openxmlformats.org/officeDocument/2006/relationships/image" Target="../media/image556.png"/><Relationship Id="rId214" Type="http://schemas.openxmlformats.org/officeDocument/2006/relationships/customXml" Target="../ink/ink664.xml"/><Relationship Id="rId235" Type="http://schemas.openxmlformats.org/officeDocument/2006/relationships/image" Target="../media/image672.png"/><Relationship Id="rId256" Type="http://schemas.openxmlformats.org/officeDocument/2006/relationships/customXml" Target="../ink/ink685.xml"/><Relationship Id="rId277" Type="http://schemas.openxmlformats.org/officeDocument/2006/relationships/image" Target="../media/image693.png"/><Relationship Id="rId298" Type="http://schemas.openxmlformats.org/officeDocument/2006/relationships/customXml" Target="../ink/ink706.xml"/><Relationship Id="rId116" Type="http://schemas.openxmlformats.org/officeDocument/2006/relationships/customXml" Target="../ink/ink615.xml"/><Relationship Id="rId137" Type="http://schemas.openxmlformats.org/officeDocument/2006/relationships/image" Target="../media/image623.png"/><Relationship Id="rId158" Type="http://schemas.openxmlformats.org/officeDocument/2006/relationships/customXml" Target="../ink/ink636.xml"/><Relationship Id="rId302" Type="http://schemas.openxmlformats.org/officeDocument/2006/relationships/customXml" Target="../ink/ink708.xml"/><Relationship Id="rId323" Type="http://schemas.openxmlformats.org/officeDocument/2006/relationships/image" Target="../media/image716.png"/><Relationship Id="rId344" Type="http://schemas.openxmlformats.org/officeDocument/2006/relationships/customXml" Target="../ink/ink729.xml"/><Relationship Id="rId20" Type="http://schemas.openxmlformats.org/officeDocument/2006/relationships/customXml" Target="../ink/ink567.xml"/><Relationship Id="rId41" Type="http://schemas.openxmlformats.org/officeDocument/2006/relationships/image" Target="../media/image575.png"/><Relationship Id="rId62" Type="http://schemas.openxmlformats.org/officeDocument/2006/relationships/customXml" Target="../ink/ink588.xml"/><Relationship Id="rId83" Type="http://schemas.openxmlformats.org/officeDocument/2006/relationships/image" Target="../media/image596.png"/><Relationship Id="rId179" Type="http://schemas.openxmlformats.org/officeDocument/2006/relationships/image" Target="../media/image644.png"/><Relationship Id="rId190" Type="http://schemas.openxmlformats.org/officeDocument/2006/relationships/customXml" Target="../ink/ink652.xml"/><Relationship Id="rId204" Type="http://schemas.openxmlformats.org/officeDocument/2006/relationships/customXml" Target="../ink/ink659.xml"/><Relationship Id="rId225" Type="http://schemas.openxmlformats.org/officeDocument/2006/relationships/image" Target="../media/image667.png"/><Relationship Id="rId246" Type="http://schemas.openxmlformats.org/officeDocument/2006/relationships/customXml" Target="../ink/ink680.xml"/><Relationship Id="rId267" Type="http://schemas.openxmlformats.org/officeDocument/2006/relationships/image" Target="../media/image688.png"/><Relationship Id="rId288" Type="http://schemas.openxmlformats.org/officeDocument/2006/relationships/customXml" Target="../ink/ink701.xml"/><Relationship Id="rId106" Type="http://schemas.openxmlformats.org/officeDocument/2006/relationships/customXml" Target="../ink/ink610.xml"/><Relationship Id="rId127" Type="http://schemas.openxmlformats.org/officeDocument/2006/relationships/image" Target="../media/image618.png"/><Relationship Id="rId313" Type="http://schemas.openxmlformats.org/officeDocument/2006/relationships/image" Target="../media/image711.png"/><Relationship Id="rId10" Type="http://schemas.openxmlformats.org/officeDocument/2006/relationships/customXml" Target="../ink/ink562.xml"/><Relationship Id="rId31" Type="http://schemas.openxmlformats.org/officeDocument/2006/relationships/image" Target="../media/image570.png"/><Relationship Id="rId52" Type="http://schemas.openxmlformats.org/officeDocument/2006/relationships/customXml" Target="../ink/ink583.xml"/><Relationship Id="rId73" Type="http://schemas.openxmlformats.org/officeDocument/2006/relationships/image" Target="../media/image591.png"/><Relationship Id="rId94" Type="http://schemas.openxmlformats.org/officeDocument/2006/relationships/customXml" Target="../ink/ink604.xml"/><Relationship Id="rId148" Type="http://schemas.openxmlformats.org/officeDocument/2006/relationships/customXml" Target="../ink/ink631.xml"/><Relationship Id="rId169" Type="http://schemas.openxmlformats.org/officeDocument/2006/relationships/image" Target="../media/image639.png"/><Relationship Id="rId334" Type="http://schemas.openxmlformats.org/officeDocument/2006/relationships/customXml" Target="../ink/ink724.xml"/><Relationship Id="rId4" Type="http://schemas.openxmlformats.org/officeDocument/2006/relationships/customXml" Target="../ink/ink559.xml"/><Relationship Id="rId180" Type="http://schemas.openxmlformats.org/officeDocument/2006/relationships/customXml" Target="../ink/ink647.xml"/><Relationship Id="rId215" Type="http://schemas.openxmlformats.org/officeDocument/2006/relationships/image" Target="../media/image662.png"/><Relationship Id="rId236" Type="http://schemas.openxmlformats.org/officeDocument/2006/relationships/customXml" Target="../ink/ink675.xml"/><Relationship Id="rId257" Type="http://schemas.openxmlformats.org/officeDocument/2006/relationships/image" Target="../media/image683.png"/><Relationship Id="rId278" Type="http://schemas.openxmlformats.org/officeDocument/2006/relationships/customXml" Target="../ink/ink696.xml"/><Relationship Id="rId303" Type="http://schemas.openxmlformats.org/officeDocument/2006/relationships/image" Target="../media/image706.png"/><Relationship Id="rId42" Type="http://schemas.openxmlformats.org/officeDocument/2006/relationships/customXml" Target="../ink/ink578.xml"/><Relationship Id="rId84" Type="http://schemas.openxmlformats.org/officeDocument/2006/relationships/customXml" Target="../ink/ink599.xml"/><Relationship Id="rId138" Type="http://schemas.openxmlformats.org/officeDocument/2006/relationships/customXml" Target="../ink/ink626.xml"/><Relationship Id="rId345" Type="http://schemas.openxmlformats.org/officeDocument/2006/relationships/image" Target="../media/image727.png"/><Relationship Id="rId191" Type="http://schemas.openxmlformats.org/officeDocument/2006/relationships/image" Target="../media/image650.png"/><Relationship Id="rId205" Type="http://schemas.openxmlformats.org/officeDocument/2006/relationships/image" Target="../media/image657.png"/><Relationship Id="rId247" Type="http://schemas.openxmlformats.org/officeDocument/2006/relationships/image" Target="../media/image678.png"/><Relationship Id="rId107" Type="http://schemas.openxmlformats.org/officeDocument/2006/relationships/image" Target="../media/image608.png"/><Relationship Id="rId289" Type="http://schemas.openxmlformats.org/officeDocument/2006/relationships/image" Target="../media/image699.png"/><Relationship Id="rId11" Type="http://schemas.openxmlformats.org/officeDocument/2006/relationships/image" Target="../media/image560.png"/><Relationship Id="rId53" Type="http://schemas.openxmlformats.org/officeDocument/2006/relationships/image" Target="../media/image581.png"/><Relationship Id="rId149" Type="http://schemas.openxmlformats.org/officeDocument/2006/relationships/image" Target="../media/image629.png"/><Relationship Id="rId314" Type="http://schemas.openxmlformats.org/officeDocument/2006/relationships/customXml" Target="../ink/ink714.xml"/><Relationship Id="rId95" Type="http://schemas.openxmlformats.org/officeDocument/2006/relationships/image" Target="../media/image602.png"/><Relationship Id="rId160" Type="http://schemas.openxmlformats.org/officeDocument/2006/relationships/customXml" Target="../ink/ink637.xml"/><Relationship Id="rId216" Type="http://schemas.openxmlformats.org/officeDocument/2006/relationships/customXml" Target="../ink/ink665.xml"/><Relationship Id="rId258" Type="http://schemas.openxmlformats.org/officeDocument/2006/relationships/customXml" Target="../ink/ink686.xml"/><Relationship Id="rId22" Type="http://schemas.openxmlformats.org/officeDocument/2006/relationships/customXml" Target="../ink/ink568.xml"/><Relationship Id="rId64" Type="http://schemas.openxmlformats.org/officeDocument/2006/relationships/customXml" Target="../ink/ink589.xml"/><Relationship Id="rId118" Type="http://schemas.openxmlformats.org/officeDocument/2006/relationships/customXml" Target="../ink/ink616.xml"/><Relationship Id="rId325" Type="http://schemas.openxmlformats.org/officeDocument/2006/relationships/image" Target="../media/image717.png"/><Relationship Id="rId171" Type="http://schemas.openxmlformats.org/officeDocument/2006/relationships/image" Target="../media/image640.png"/><Relationship Id="rId227" Type="http://schemas.openxmlformats.org/officeDocument/2006/relationships/image" Target="../media/image668.png"/><Relationship Id="rId269" Type="http://schemas.openxmlformats.org/officeDocument/2006/relationships/image" Target="../media/image689.png"/><Relationship Id="rId33" Type="http://schemas.openxmlformats.org/officeDocument/2006/relationships/image" Target="../media/image571.png"/><Relationship Id="rId129" Type="http://schemas.openxmlformats.org/officeDocument/2006/relationships/image" Target="../media/image619.png"/><Relationship Id="rId280" Type="http://schemas.openxmlformats.org/officeDocument/2006/relationships/customXml" Target="../ink/ink697.xml"/><Relationship Id="rId336" Type="http://schemas.openxmlformats.org/officeDocument/2006/relationships/customXml" Target="../ink/ink725.xml"/><Relationship Id="rId75" Type="http://schemas.openxmlformats.org/officeDocument/2006/relationships/image" Target="../media/image592.png"/><Relationship Id="rId140" Type="http://schemas.openxmlformats.org/officeDocument/2006/relationships/customXml" Target="../ink/ink627.xml"/><Relationship Id="rId182" Type="http://schemas.openxmlformats.org/officeDocument/2006/relationships/customXml" Target="../ink/ink648.xml"/><Relationship Id="rId6" Type="http://schemas.openxmlformats.org/officeDocument/2006/relationships/customXml" Target="../ink/ink560.xml"/><Relationship Id="rId238" Type="http://schemas.openxmlformats.org/officeDocument/2006/relationships/customXml" Target="../ink/ink676.xml"/><Relationship Id="rId291" Type="http://schemas.openxmlformats.org/officeDocument/2006/relationships/image" Target="../media/image700.png"/><Relationship Id="rId305" Type="http://schemas.openxmlformats.org/officeDocument/2006/relationships/image" Target="../media/image707.png"/><Relationship Id="rId44" Type="http://schemas.openxmlformats.org/officeDocument/2006/relationships/customXml" Target="../ink/ink579.xml"/><Relationship Id="rId86" Type="http://schemas.openxmlformats.org/officeDocument/2006/relationships/customXml" Target="../ink/ink600.xml"/><Relationship Id="rId151" Type="http://schemas.openxmlformats.org/officeDocument/2006/relationships/image" Target="../media/image630.png"/><Relationship Id="rId193" Type="http://schemas.openxmlformats.org/officeDocument/2006/relationships/image" Target="../media/image651.png"/><Relationship Id="rId207" Type="http://schemas.openxmlformats.org/officeDocument/2006/relationships/image" Target="../media/image658.png"/><Relationship Id="rId249" Type="http://schemas.openxmlformats.org/officeDocument/2006/relationships/image" Target="../media/image679.png"/><Relationship Id="rId13" Type="http://schemas.openxmlformats.org/officeDocument/2006/relationships/image" Target="../media/image561.png"/><Relationship Id="rId109" Type="http://schemas.openxmlformats.org/officeDocument/2006/relationships/image" Target="../media/image609.png"/><Relationship Id="rId260" Type="http://schemas.openxmlformats.org/officeDocument/2006/relationships/customXml" Target="../ink/ink687.xml"/><Relationship Id="rId316" Type="http://schemas.openxmlformats.org/officeDocument/2006/relationships/customXml" Target="../ink/ink715.xml"/><Relationship Id="rId55" Type="http://schemas.openxmlformats.org/officeDocument/2006/relationships/image" Target="../media/image582.png"/><Relationship Id="rId97" Type="http://schemas.openxmlformats.org/officeDocument/2006/relationships/image" Target="../media/image603.png"/><Relationship Id="rId120" Type="http://schemas.openxmlformats.org/officeDocument/2006/relationships/customXml" Target="../ink/ink617.xml"/><Relationship Id="rId162" Type="http://schemas.openxmlformats.org/officeDocument/2006/relationships/customXml" Target="../ink/ink638.xml"/><Relationship Id="rId218" Type="http://schemas.openxmlformats.org/officeDocument/2006/relationships/customXml" Target="../ink/ink666.xml"/><Relationship Id="rId271" Type="http://schemas.openxmlformats.org/officeDocument/2006/relationships/image" Target="../media/image690.png"/><Relationship Id="rId24" Type="http://schemas.openxmlformats.org/officeDocument/2006/relationships/customXml" Target="../ink/ink569.xml"/><Relationship Id="rId66" Type="http://schemas.openxmlformats.org/officeDocument/2006/relationships/customXml" Target="../ink/ink590.xml"/><Relationship Id="rId131" Type="http://schemas.openxmlformats.org/officeDocument/2006/relationships/image" Target="../media/image620.png"/><Relationship Id="rId327" Type="http://schemas.openxmlformats.org/officeDocument/2006/relationships/image" Target="../media/image718.png"/><Relationship Id="rId173" Type="http://schemas.openxmlformats.org/officeDocument/2006/relationships/image" Target="../media/image641.png"/><Relationship Id="rId229" Type="http://schemas.openxmlformats.org/officeDocument/2006/relationships/image" Target="../media/image669.png"/><Relationship Id="rId240" Type="http://schemas.openxmlformats.org/officeDocument/2006/relationships/customXml" Target="../ink/ink677.xml"/></Relationships>
</file>

<file path=ppt/slides/_rels/slide9.xml.rels><?xml version="1.0" encoding="UTF-8" standalone="yes"?>
<Relationships xmlns="http://schemas.openxmlformats.org/package/2006/relationships"><Relationship Id="rId13" Type="http://schemas.openxmlformats.org/officeDocument/2006/relationships/image" Target="../media/image733.png"/><Relationship Id="rId18" Type="http://schemas.openxmlformats.org/officeDocument/2006/relationships/customXml" Target="../ink/ink738.xml"/><Relationship Id="rId26" Type="http://schemas.openxmlformats.org/officeDocument/2006/relationships/customXml" Target="../ink/ink742.xml"/><Relationship Id="rId39" Type="http://schemas.openxmlformats.org/officeDocument/2006/relationships/image" Target="../media/image746.png"/><Relationship Id="rId21" Type="http://schemas.openxmlformats.org/officeDocument/2006/relationships/image" Target="../media/image737.png"/><Relationship Id="rId34" Type="http://schemas.openxmlformats.org/officeDocument/2006/relationships/customXml" Target="../ink/ink746.xml"/><Relationship Id="rId42" Type="http://schemas.openxmlformats.org/officeDocument/2006/relationships/customXml" Target="../ink/ink750.xml"/><Relationship Id="rId47" Type="http://schemas.openxmlformats.org/officeDocument/2006/relationships/image" Target="../media/image750.png"/><Relationship Id="rId50" Type="http://schemas.openxmlformats.org/officeDocument/2006/relationships/customXml" Target="../ink/ink754.xml"/><Relationship Id="rId7" Type="http://schemas.openxmlformats.org/officeDocument/2006/relationships/image" Target="../media/image730.png"/><Relationship Id="rId2" Type="http://schemas.openxmlformats.org/officeDocument/2006/relationships/customXml" Target="../ink/ink730.xml"/><Relationship Id="rId16" Type="http://schemas.openxmlformats.org/officeDocument/2006/relationships/customXml" Target="../ink/ink737.xml"/><Relationship Id="rId29" Type="http://schemas.openxmlformats.org/officeDocument/2006/relationships/image" Target="../media/image741.png"/><Relationship Id="rId11" Type="http://schemas.openxmlformats.org/officeDocument/2006/relationships/image" Target="../media/image732.png"/><Relationship Id="rId24" Type="http://schemas.openxmlformats.org/officeDocument/2006/relationships/customXml" Target="../ink/ink741.xml"/><Relationship Id="rId32" Type="http://schemas.openxmlformats.org/officeDocument/2006/relationships/customXml" Target="../ink/ink745.xml"/><Relationship Id="rId37" Type="http://schemas.openxmlformats.org/officeDocument/2006/relationships/image" Target="../media/image745.png"/><Relationship Id="rId40" Type="http://schemas.openxmlformats.org/officeDocument/2006/relationships/customXml" Target="../ink/ink749.xml"/><Relationship Id="rId45" Type="http://schemas.openxmlformats.org/officeDocument/2006/relationships/image" Target="../media/image749.png"/><Relationship Id="rId53" Type="http://schemas.openxmlformats.org/officeDocument/2006/relationships/image" Target="../media/image753.png"/><Relationship Id="rId5" Type="http://schemas.openxmlformats.org/officeDocument/2006/relationships/image" Target="../media/image729.png"/><Relationship Id="rId10" Type="http://schemas.openxmlformats.org/officeDocument/2006/relationships/customXml" Target="../ink/ink734.xml"/><Relationship Id="rId19" Type="http://schemas.openxmlformats.org/officeDocument/2006/relationships/image" Target="../media/image736.png"/><Relationship Id="rId31" Type="http://schemas.openxmlformats.org/officeDocument/2006/relationships/image" Target="../media/image742.png"/><Relationship Id="rId44" Type="http://schemas.openxmlformats.org/officeDocument/2006/relationships/customXml" Target="../ink/ink751.xml"/><Relationship Id="rId52" Type="http://schemas.openxmlformats.org/officeDocument/2006/relationships/customXml" Target="../ink/ink755.xml"/><Relationship Id="rId4" Type="http://schemas.openxmlformats.org/officeDocument/2006/relationships/customXml" Target="../ink/ink731.xml"/><Relationship Id="rId9" Type="http://schemas.openxmlformats.org/officeDocument/2006/relationships/image" Target="../media/image731.png"/><Relationship Id="rId14" Type="http://schemas.openxmlformats.org/officeDocument/2006/relationships/customXml" Target="../ink/ink736.xml"/><Relationship Id="rId22" Type="http://schemas.openxmlformats.org/officeDocument/2006/relationships/customXml" Target="../ink/ink740.xml"/><Relationship Id="rId27" Type="http://schemas.openxmlformats.org/officeDocument/2006/relationships/image" Target="../media/image740.png"/><Relationship Id="rId30" Type="http://schemas.openxmlformats.org/officeDocument/2006/relationships/customXml" Target="../ink/ink744.xml"/><Relationship Id="rId35" Type="http://schemas.openxmlformats.org/officeDocument/2006/relationships/image" Target="../media/image744.png"/><Relationship Id="rId43" Type="http://schemas.openxmlformats.org/officeDocument/2006/relationships/image" Target="../media/image748.png"/><Relationship Id="rId48" Type="http://schemas.openxmlformats.org/officeDocument/2006/relationships/customXml" Target="../ink/ink753.xml"/><Relationship Id="rId8" Type="http://schemas.openxmlformats.org/officeDocument/2006/relationships/customXml" Target="../ink/ink733.xml"/><Relationship Id="rId51" Type="http://schemas.openxmlformats.org/officeDocument/2006/relationships/image" Target="../media/image752.png"/><Relationship Id="rId3" Type="http://schemas.openxmlformats.org/officeDocument/2006/relationships/image" Target="../media/image728.png"/><Relationship Id="rId12" Type="http://schemas.openxmlformats.org/officeDocument/2006/relationships/customXml" Target="../ink/ink735.xml"/><Relationship Id="rId17" Type="http://schemas.openxmlformats.org/officeDocument/2006/relationships/image" Target="../media/image735.png"/><Relationship Id="rId25" Type="http://schemas.openxmlformats.org/officeDocument/2006/relationships/image" Target="../media/image739.png"/><Relationship Id="rId33" Type="http://schemas.openxmlformats.org/officeDocument/2006/relationships/image" Target="../media/image743.png"/><Relationship Id="rId38" Type="http://schemas.openxmlformats.org/officeDocument/2006/relationships/customXml" Target="../ink/ink748.xml"/><Relationship Id="rId46" Type="http://schemas.openxmlformats.org/officeDocument/2006/relationships/customXml" Target="../ink/ink752.xml"/><Relationship Id="rId20" Type="http://schemas.openxmlformats.org/officeDocument/2006/relationships/customXml" Target="../ink/ink739.xml"/><Relationship Id="rId41" Type="http://schemas.openxmlformats.org/officeDocument/2006/relationships/image" Target="../media/image747.png"/><Relationship Id="rId1" Type="http://schemas.openxmlformats.org/officeDocument/2006/relationships/slideLayout" Target="../slideLayouts/slideLayout7.xml"/><Relationship Id="rId6" Type="http://schemas.openxmlformats.org/officeDocument/2006/relationships/customXml" Target="../ink/ink732.xml"/><Relationship Id="rId15" Type="http://schemas.openxmlformats.org/officeDocument/2006/relationships/image" Target="../media/image734.png"/><Relationship Id="rId23" Type="http://schemas.openxmlformats.org/officeDocument/2006/relationships/image" Target="../media/image738.png"/><Relationship Id="rId28" Type="http://schemas.openxmlformats.org/officeDocument/2006/relationships/customXml" Target="../ink/ink743.xml"/><Relationship Id="rId36" Type="http://schemas.openxmlformats.org/officeDocument/2006/relationships/customXml" Target="../ink/ink747.xml"/><Relationship Id="rId49" Type="http://schemas.openxmlformats.org/officeDocument/2006/relationships/image" Target="../media/image751.png"/></Relationships>
</file>

<file path=ppt/slides/_rels/slide10.xml.rels><?xml version="1.0" encoding="UTF-8" standalone="yes"?>
<Relationships xmlns="http://schemas.openxmlformats.org/package/2006/relationships"><Relationship Id="rId26" Type="http://schemas.openxmlformats.org/officeDocument/2006/relationships/customXml" Target="../ink/ink768.xml"/><Relationship Id="rId117" Type="http://schemas.openxmlformats.org/officeDocument/2006/relationships/image" Target="../media/image811.png"/><Relationship Id="rId21" Type="http://schemas.openxmlformats.org/officeDocument/2006/relationships/image" Target="../media/image763.png"/><Relationship Id="rId42" Type="http://schemas.openxmlformats.org/officeDocument/2006/relationships/customXml" Target="../ink/ink776.xml"/><Relationship Id="rId47" Type="http://schemas.openxmlformats.org/officeDocument/2006/relationships/image" Target="../media/image776.png"/><Relationship Id="rId63" Type="http://schemas.openxmlformats.org/officeDocument/2006/relationships/image" Target="../media/image784.png"/><Relationship Id="rId68" Type="http://schemas.openxmlformats.org/officeDocument/2006/relationships/customXml" Target="../ink/ink789.xml"/><Relationship Id="rId84" Type="http://schemas.openxmlformats.org/officeDocument/2006/relationships/customXml" Target="../ink/ink797.xml"/><Relationship Id="rId89" Type="http://schemas.openxmlformats.org/officeDocument/2006/relationships/image" Target="../media/image797.png"/><Relationship Id="rId112" Type="http://schemas.openxmlformats.org/officeDocument/2006/relationships/customXml" Target="../ink/ink811.xml"/><Relationship Id="rId16" Type="http://schemas.openxmlformats.org/officeDocument/2006/relationships/customXml" Target="../ink/ink763.xml"/><Relationship Id="rId107" Type="http://schemas.openxmlformats.org/officeDocument/2006/relationships/image" Target="../media/image806.png"/><Relationship Id="rId11" Type="http://schemas.openxmlformats.org/officeDocument/2006/relationships/image" Target="../media/image758.png"/><Relationship Id="rId32" Type="http://schemas.openxmlformats.org/officeDocument/2006/relationships/customXml" Target="../ink/ink771.xml"/><Relationship Id="rId37" Type="http://schemas.openxmlformats.org/officeDocument/2006/relationships/image" Target="../media/image771.png"/><Relationship Id="rId53" Type="http://schemas.openxmlformats.org/officeDocument/2006/relationships/image" Target="../media/image779.png"/><Relationship Id="rId58" Type="http://schemas.openxmlformats.org/officeDocument/2006/relationships/customXml" Target="../ink/ink784.xml"/><Relationship Id="rId74" Type="http://schemas.openxmlformats.org/officeDocument/2006/relationships/customXml" Target="../ink/ink792.xml"/><Relationship Id="rId79" Type="http://schemas.openxmlformats.org/officeDocument/2006/relationships/image" Target="../media/image792.png"/><Relationship Id="rId102" Type="http://schemas.openxmlformats.org/officeDocument/2006/relationships/customXml" Target="../ink/ink806.xml"/><Relationship Id="rId123" Type="http://schemas.openxmlformats.org/officeDocument/2006/relationships/image" Target="../media/image814.png"/><Relationship Id="rId5" Type="http://schemas.openxmlformats.org/officeDocument/2006/relationships/image" Target="../media/image755.png"/><Relationship Id="rId90" Type="http://schemas.openxmlformats.org/officeDocument/2006/relationships/customXml" Target="../ink/ink800.xml"/><Relationship Id="rId95" Type="http://schemas.openxmlformats.org/officeDocument/2006/relationships/image" Target="../media/image800.png"/><Relationship Id="rId22" Type="http://schemas.openxmlformats.org/officeDocument/2006/relationships/customXml" Target="../ink/ink766.xml"/><Relationship Id="rId27" Type="http://schemas.openxmlformats.org/officeDocument/2006/relationships/image" Target="../media/image766.png"/><Relationship Id="rId43" Type="http://schemas.openxmlformats.org/officeDocument/2006/relationships/image" Target="../media/image774.png"/><Relationship Id="rId48" Type="http://schemas.openxmlformats.org/officeDocument/2006/relationships/customXml" Target="../ink/ink779.xml"/><Relationship Id="rId64" Type="http://schemas.openxmlformats.org/officeDocument/2006/relationships/customXml" Target="../ink/ink787.xml"/><Relationship Id="rId69" Type="http://schemas.openxmlformats.org/officeDocument/2006/relationships/image" Target="../media/image787.png"/><Relationship Id="rId113" Type="http://schemas.openxmlformats.org/officeDocument/2006/relationships/image" Target="../media/image809.png"/><Relationship Id="rId118" Type="http://schemas.openxmlformats.org/officeDocument/2006/relationships/customXml" Target="../ink/ink814.xml"/><Relationship Id="rId80" Type="http://schemas.openxmlformats.org/officeDocument/2006/relationships/customXml" Target="../ink/ink795.xml"/><Relationship Id="rId85" Type="http://schemas.openxmlformats.org/officeDocument/2006/relationships/image" Target="../media/image795.png"/><Relationship Id="rId12" Type="http://schemas.openxmlformats.org/officeDocument/2006/relationships/customXml" Target="../ink/ink761.xml"/><Relationship Id="rId17" Type="http://schemas.openxmlformats.org/officeDocument/2006/relationships/image" Target="../media/image761.png"/><Relationship Id="rId33" Type="http://schemas.openxmlformats.org/officeDocument/2006/relationships/image" Target="../media/image769.png"/><Relationship Id="rId38" Type="http://schemas.openxmlformats.org/officeDocument/2006/relationships/customXml" Target="../ink/ink774.xml"/><Relationship Id="rId59" Type="http://schemas.openxmlformats.org/officeDocument/2006/relationships/image" Target="../media/image782.png"/><Relationship Id="rId103" Type="http://schemas.openxmlformats.org/officeDocument/2006/relationships/image" Target="../media/image804.png"/><Relationship Id="rId108" Type="http://schemas.openxmlformats.org/officeDocument/2006/relationships/customXml" Target="../ink/ink809.xml"/><Relationship Id="rId54" Type="http://schemas.openxmlformats.org/officeDocument/2006/relationships/customXml" Target="../ink/ink782.xml"/><Relationship Id="rId70" Type="http://schemas.openxmlformats.org/officeDocument/2006/relationships/customXml" Target="../ink/ink790.xml"/><Relationship Id="rId75" Type="http://schemas.openxmlformats.org/officeDocument/2006/relationships/image" Target="../media/image790.png"/><Relationship Id="rId91" Type="http://schemas.openxmlformats.org/officeDocument/2006/relationships/image" Target="../media/image798.png"/><Relationship Id="rId96" Type="http://schemas.openxmlformats.org/officeDocument/2006/relationships/customXml" Target="../ink/ink803.xml"/><Relationship Id="rId1" Type="http://schemas.openxmlformats.org/officeDocument/2006/relationships/slideLayout" Target="../slideLayouts/slideLayout7.xml"/><Relationship Id="rId6" Type="http://schemas.openxmlformats.org/officeDocument/2006/relationships/customXml" Target="../ink/ink758.xml"/><Relationship Id="rId23" Type="http://schemas.openxmlformats.org/officeDocument/2006/relationships/image" Target="../media/image764.png"/><Relationship Id="rId28" Type="http://schemas.openxmlformats.org/officeDocument/2006/relationships/customXml" Target="../ink/ink769.xml"/><Relationship Id="rId49" Type="http://schemas.openxmlformats.org/officeDocument/2006/relationships/image" Target="../media/image777.png"/><Relationship Id="rId114" Type="http://schemas.openxmlformats.org/officeDocument/2006/relationships/customXml" Target="../ink/ink812.xml"/><Relationship Id="rId119" Type="http://schemas.openxmlformats.org/officeDocument/2006/relationships/image" Target="../media/image812.png"/><Relationship Id="rId44" Type="http://schemas.openxmlformats.org/officeDocument/2006/relationships/customXml" Target="../ink/ink777.xml"/><Relationship Id="rId60" Type="http://schemas.openxmlformats.org/officeDocument/2006/relationships/customXml" Target="../ink/ink785.xml"/><Relationship Id="rId65" Type="http://schemas.openxmlformats.org/officeDocument/2006/relationships/image" Target="../media/image785.png"/><Relationship Id="rId81" Type="http://schemas.openxmlformats.org/officeDocument/2006/relationships/image" Target="../media/image793.png"/><Relationship Id="rId86" Type="http://schemas.openxmlformats.org/officeDocument/2006/relationships/customXml" Target="../ink/ink798.xml"/><Relationship Id="rId4" Type="http://schemas.openxmlformats.org/officeDocument/2006/relationships/customXml" Target="../ink/ink757.xml"/><Relationship Id="rId9" Type="http://schemas.openxmlformats.org/officeDocument/2006/relationships/image" Target="../media/image757.png"/><Relationship Id="rId13" Type="http://schemas.openxmlformats.org/officeDocument/2006/relationships/image" Target="../media/image759.png"/><Relationship Id="rId18" Type="http://schemas.openxmlformats.org/officeDocument/2006/relationships/customXml" Target="../ink/ink764.xml"/><Relationship Id="rId39" Type="http://schemas.openxmlformats.org/officeDocument/2006/relationships/image" Target="../media/image772.png"/><Relationship Id="rId109" Type="http://schemas.openxmlformats.org/officeDocument/2006/relationships/image" Target="../media/image807.png"/><Relationship Id="rId34" Type="http://schemas.openxmlformats.org/officeDocument/2006/relationships/customXml" Target="../ink/ink772.xml"/><Relationship Id="rId50" Type="http://schemas.openxmlformats.org/officeDocument/2006/relationships/customXml" Target="../ink/ink780.xml"/><Relationship Id="rId55" Type="http://schemas.openxmlformats.org/officeDocument/2006/relationships/image" Target="../media/image780.png"/><Relationship Id="rId76" Type="http://schemas.openxmlformats.org/officeDocument/2006/relationships/customXml" Target="../ink/ink793.xml"/><Relationship Id="rId97" Type="http://schemas.openxmlformats.org/officeDocument/2006/relationships/image" Target="../media/image801.png"/><Relationship Id="rId104" Type="http://schemas.openxmlformats.org/officeDocument/2006/relationships/customXml" Target="../ink/ink807.xml"/><Relationship Id="rId120" Type="http://schemas.openxmlformats.org/officeDocument/2006/relationships/customXml" Target="../ink/ink815.xml"/><Relationship Id="rId7" Type="http://schemas.openxmlformats.org/officeDocument/2006/relationships/image" Target="../media/image756.png"/><Relationship Id="rId71" Type="http://schemas.openxmlformats.org/officeDocument/2006/relationships/image" Target="../media/image788.png"/><Relationship Id="rId92" Type="http://schemas.openxmlformats.org/officeDocument/2006/relationships/customXml" Target="../ink/ink801.xml"/><Relationship Id="rId2" Type="http://schemas.openxmlformats.org/officeDocument/2006/relationships/customXml" Target="../ink/ink756.xml"/><Relationship Id="rId29" Type="http://schemas.openxmlformats.org/officeDocument/2006/relationships/image" Target="../media/image767.png"/><Relationship Id="rId24" Type="http://schemas.openxmlformats.org/officeDocument/2006/relationships/customXml" Target="../ink/ink767.xml"/><Relationship Id="rId40" Type="http://schemas.openxmlformats.org/officeDocument/2006/relationships/customXml" Target="../ink/ink775.xml"/><Relationship Id="rId45" Type="http://schemas.openxmlformats.org/officeDocument/2006/relationships/image" Target="../media/image775.png"/><Relationship Id="rId66" Type="http://schemas.openxmlformats.org/officeDocument/2006/relationships/customXml" Target="../ink/ink788.xml"/><Relationship Id="rId87" Type="http://schemas.openxmlformats.org/officeDocument/2006/relationships/image" Target="../media/image796.png"/><Relationship Id="rId110" Type="http://schemas.openxmlformats.org/officeDocument/2006/relationships/customXml" Target="../ink/ink810.xml"/><Relationship Id="rId115" Type="http://schemas.openxmlformats.org/officeDocument/2006/relationships/image" Target="../media/image810.png"/><Relationship Id="rId61" Type="http://schemas.openxmlformats.org/officeDocument/2006/relationships/image" Target="../media/image783.png"/><Relationship Id="rId82" Type="http://schemas.openxmlformats.org/officeDocument/2006/relationships/customXml" Target="../ink/ink796.xml"/><Relationship Id="rId19" Type="http://schemas.openxmlformats.org/officeDocument/2006/relationships/image" Target="../media/image762.png"/><Relationship Id="rId14" Type="http://schemas.openxmlformats.org/officeDocument/2006/relationships/customXml" Target="../ink/ink762.xml"/><Relationship Id="rId30" Type="http://schemas.openxmlformats.org/officeDocument/2006/relationships/customXml" Target="../ink/ink770.xml"/><Relationship Id="rId35" Type="http://schemas.openxmlformats.org/officeDocument/2006/relationships/image" Target="../media/image770.png"/><Relationship Id="rId56" Type="http://schemas.openxmlformats.org/officeDocument/2006/relationships/customXml" Target="../ink/ink783.xml"/><Relationship Id="rId77" Type="http://schemas.openxmlformats.org/officeDocument/2006/relationships/image" Target="../media/image791.png"/><Relationship Id="rId100" Type="http://schemas.openxmlformats.org/officeDocument/2006/relationships/customXml" Target="../ink/ink805.xml"/><Relationship Id="rId105" Type="http://schemas.openxmlformats.org/officeDocument/2006/relationships/image" Target="../media/image805.png"/><Relationship Id="rId8" Type="http://schemas.openxmlformats.org/officeDocument/2006/relationships/customXml" Target="../ink/ink759.xml"/><Relationship Id="rId51" Type="http://schemas.openxmlformats.org/officeDocument/2006/relationships/image" Target="../media/image778.png"/><Relationship Id="rId72" Type="http://schemas.openxmlformats.org/officeDocument/2006/relationships/customXml" Target="../ink/ink791.xml"/><Relationship Id="rId93" Type="http://schemas.openxmlformats.org/officeDocument/2006/relationships/image" Target="../media/image799.png"/><Relationship Id="rId98" Type="http://schemas.openxmlformats.org/officeDocument/2006/relationships/customXml" Target="../ink/ink804.xml"/><Relationship Id="rId121" Type="http://schemas.openxmlformats.org/officeDocument/2006/relationships/image" Target="../media/image813.png"/><Relationship Id="rId3" Type="http://schemas.openxmlformats.org/officeDocument/2006/relationships/image" Target="../media/image754.png"/><Relationship Id="rId25" Type="http://schemas.openxmlformats.org/officeDocument/2006/relationships/image" Target="../media/image765.png"/><Relationship Id="rId46" Type="http://schemas.openxmlformats.org/officeDocument/2006/relationships/customXml" Target="../ink/ink778.xml"/><Relationship Id="rId67" Type="http://schemas.openxmlformats.org/officeDocument/2006/relationships/image" Target="../media/image786.png"/><Relationship Id="rId116" Type="http://schemas.openxmlformats.org/officeDocument/2006/relationships/customXml" Target="../ink/ink813.xml"/><Relationship Id="rId20" Type="http://schemas.openxmlformats.org/officeDocument/2006/relationships/customXml" Target="../ink/ink765.xml"/><Relationship Id="rId41" Type="http://schemas.openxmlformats.org/officeDocument/2006/relationships/image" Target="../media/image773.png"/><Relationship Id="rId62" Type="http://schemas.openxmlformats.org/officeDocument/2006/relationships/customXml" Target="../ink/ink786.xml"/><Relationship Id="rId83" Type="http://schemas.openxmlformats.org/officeDocument/2006/relationships/image" Target="../media/image794.png"/><Relationship Id="rId88" Type="http://schemas.openxmlformats.org/officeDocument/2006/relationships/customXml" Target="../ink/ink799.xml"/><Relationship Id="rId111" Type="http://schemas.openxmlformats.org/officeDocument/2006/relationships/image" Target="../media/image808.png"/><Relationship Id="rId15" Type="http://schemas.openxmlformats.org/officeDocument/2006/relationships/image" Target="../media/image760.png"/><Relationship Id="rId36" Type="http://schemas.openxmlformats.org/officeDocument/2006/relationships/customXml" Target="../ink/ink773.xml"/><Relationship Id="rId57" Type="http://schemas.openxmlformats.org/officeDocument/2006/relationships/image" Target="../media/image781.png"/><Relationship Id="rId106" Type="http://schemas.openxmlformats.org/officeDocument/2006/relationships/customXml" Target="../ink/ink808.xml"/><Relationship Id="rId10" Type="http://schemas.openxmlformats.org/officeDocument/2006/relationships/customXml" Target="../ink/ink760.xml"/><Relationship Id="rId31" Type="http://schemas.openxmlformats.org/officeDocument/2006/relationships/image" Target="../media/image768.png"/><Relationship Id="rId52" Type="http://schemas.openxmlformats.org/officeDocument/2006/relationships/customXml" Target="../ink/ink781.xml"/><Relationship Id="rId73" Type="http://schemas.openxmlformats.org/officeDocument/2006/relationships/image" Target="../media/image789.png"/><Relationship Id="rId78" Type="http://schemas.openxmlformats.org/officeDocument/2006/relationships/customXml" Target="../ink/ink794.xml"/><Relationship Id="rId94" Type="http://schemas.openxmlformats.org/officeDocument/2006/relationships/customXml" Target="../ink/ink802.xml"/><Relationship Id="rId99" Type="http://schemas.openxmlformats.org/officeDocument/2006/relationships/image" Target="../media/image802.png"/><Relationship Id="rId101" Type="http://schemas.openxmlformats.org/officeDocument/2006/relationships/image" Target="../media/image803.png"/><Relationship Id="rId122" Type="http://schemas.openxmlformats.org/officeDocument/2006/relationships/customXml" Target="../ink/ink816.xml"/></Relationships>
</file>

<file path=ppt/slides/_rels/slide11.xml.rels><?xml version="1.0" encoding="UTF-8" standalone="yes"?>
<Relationships xmlns="http://schemas.openxmlformats.org/package/2006/relationships"><Relationship Id="rId117" Type="http://schemas.openxmlformats.org/officeDocument/2006/relationships/image" Target="../media/image872.png"/><Relationship Id="rId21" Type="http://schemas.openxmlformats.org/officeDocument/2006/relationships/image" Target="../media/image824.png"/><Relationship Id="rId42" Type="http://schemas.openxmlformats.org/officeDocument/2006/relationships/customXml" Target="../ink/ink837.xml"/><Relationship Id="rId63" Type="http://schemas.openxmlformats.org/officeDocument/2006/relationships/image" Target="../media/image845.png"/><Relationship Id="rId84" Type="http://schemas.openxmlformats.org/officeDocument/2006/relationships/customXml" Target="../ink/ink858.xml"/><Relationship Id="rId138" Type="http://schemas.openxmlformats.org/officeDocument/2006/relationships/customXml" Target="../ink/ink885.xml"/><Relationship Id="rId159" Type="http://schemas.openxmlformats.org/officeDocument/2006/relationships/image" Target="../media/image893.png"/><Relationship Id="rId170" Type="http://schemas.openxmlformats.org/officeDocument/2006/relationships/customXml" Target="../ink/ink901.xml"/><Relationship Id="rId191" Type="http://schemas.openxmlformats.org/officeDocument/2006/relationships/image" Target="../media/image909.png"/><Relationship Id="rId205" Type="http://schemas.openxmlformats.org/officeDocument/2006/relationships/image" Target="../media/image916.png"/><Relationship Id="rId107" Type="http://schemas.openxmlformats.org/officeDocument/2006/relationships/image" Target="../media/image867.png"/><Relationship Id="rId11" Type="http://schemas.openxmlformats.org/officeDocument/2006/relationships/image" Target="../media/image819.png"/><Relationship Id="rId32" Type="http://schemas.openxmlformats.org/officeDocument/2006/relationships/customXml" Target="../ink/ink832.xml"/><Relationship Id="rId53" Type="http://schemas.openxmlformats.org/officeDocument/2006/relationships/image" Target="../media/image840.png"/><Relationship Id="rId74" Type="http://schemas.openxmlformats.org/officeDocument/2006/relationships/customXml" Target="../ink/ink853.xml"/><Relationship Id="rId128" Type="http://schemas.openxmlformats.org/officeDocument/2006/relationships/customXml" Target="../ink/ink880.xml"/><Relationship Id="rId149" Type="http://schemas.openxmlformats.org/officeDocument/2006/relationships/image" Target="../media/image888.png"/><Relationship Id="rId5" Type="http://schemas.openxmlformats.org/officeDocument/2006/relationships/image" Target="../media/image816.png"/><Relationship Id="rId95" Type="http://schemas.openxmlformats.org/officeDocument/2006/relationships/image" Target="../media/image861.png"/><Relationship Id="rId160" Type="http://schemas.openxmlformats.org/officeDocument/2006/relationships/customXml" Target="../ink/ink896.xml"/><Relationship Id="rId181" Type="http://schemas.openxmlformats.org/officeDocument/2006/relationships/image" Target="../media/image904.png"/><Relationship Id="rId216" Type="http://schemas.openxmlformats.org/officeDocument/2006/relationships/customXml" Target="../ink/ink924.xml"/><Relationship Id="rId22" Type="http://schemas.openxmlformats.org/officeDocument/2006/relationships/customXml" Target="../ink/ink827.xml"/><Relationship Id="rId43" Type="http://schemas.openxmlformats.org/officeDocument/2006/relationships/image" Target="../media/image835.png"/><Relationship Id="rId64" Type="http://schemas.openxmlformats.org/officeDocument/2006/relationships/customXml" Target="../ink/ink848.xml"/><Relationship Id="rId118" Type="http://schemas.openxmlformats.org/officeDocument/2006/relationships/customXml" Target="../ink/ink875.xml"/><Relationship Id="rId139" Type="http://schemas.openxmlformats.org/officeDocument/2006/relationships/image" Target="../media/image883.png"/><Relationship Id="rId85" Type="http://schemas.openxmlformats.org/officeDocument/2006/relationships/image" Target="../media/image856.png"/><Relationship Id="rId150" Type="http://schemas.openxmlformats.org/officeDocument/2006/relationships/customXml" Target="../ink/ink891.xml"/><Relationship Id="rId171" Type="http://schemas.openxmlformats.org/officeDocument/2006/relationships/image" Target="../media/image899.png"/><Relationship Id="rId192" Type="http://schemas.openxmlformats.org/officeDocument/2006/relationships/customXml" Target="../ink/ink912.xml"/><Relationship Id="rId206" Type="http://schemas.openxmlformats.org/officeDocument/2006/relationships/customXml" Target="../ink/ink919.xml"/><Relationship Id="rId12" Type="http://schemas.openxmlformats.org/officeDocument/2006/relationships/customXml" Target="../ink/ink822.xml"/><Relationship Id="rId33" Type="http://schemas.openxmlformats.org/officeDocument/2006/relationships/image" Target="../media/image830.png"/><Relationship Id="rId108" Type="http://schemas.openxmlformats.org/officeDocument/2006/relationships/customXml" Target="../ink/ink870.xml"/><Relationship Id="rId129" Type="http://schemas.openxmlformats.org/officeDocument/2006/relationships/image" Target="../media/image878.png"/><Relationship Id="rId54" Type="http://schemas.openxmlformats.org/officeDocument/2006/relationships/customXml" Target="../ink/ink843.xml"/><Relationship Id="rId75" Type="http://schemas.openxmlformats.org/officeDocument/2006/relationships/image" Target="../media/image851.png"/><Relationship Id="rId96" Type="http://schemas.openxmlformats.org/officeDocument/2006/relationships/customXml" Target="../ink/ink864.xml"/><Relationship Id="rId140" Type="http://schemas.openxmlformats.org/officeDocument/2006/relationships/customXml" Target="../ink/ink886.xml"/><Relationship Id="rId161" Type="http://schemas.openxmlformats.org/officeDocument/2006/relationships/image" Target="../media/image894.png"/><Relationship Id="rId182" Type="http://schemas.openxmlformats.org/officeDocument/2006/relationships/customXml" Target="../ink/ink907.xml"/><Relationship Id="rId217" Type="http://schemas.openxmlformats.org/officeDocument/2006/relationships/image" Target="../media/image922.png"/><Relationship Id="rId6" Type="http://schemas.openxmlformats.org/officeDocument/2006/relationships/customXml" Target="../ink/ink819.xml"/><Relationship Id="rId23" Type="http://schemas.openxmlformats.org/officeDocument/2006/relationships/image" Target="../media/image825.png"/><Relationship Id="rId119" Type="http://schemas.openxmlformats.org/officeDocument/2006/relationships/image" Target="../media/image873.png"/><Relationship Id="rId44" Type="http://schemas.openxmlformats.org/officeDocument/2006/relationships/customXml" Target="../ink/ink838.xml"/><Relationship Id="rId65" Type="http://schemas.openxmlformats.org/officeDocument/2006/relationships/image" Target="../media/image846.png"/><Relationship Id="rId86" Type="http://schemas.openxmlformats.org/officeDocument/2006/relationships/customXml" Target="../ink/ink859.xml"/><Relationship Id="rId130" Type="http://schemas.openxmlformats.org/officeDocument/2006/relationships/customXml" Target="../ink/ink881.xml"/><Relationship Id="rId151" Type="http://schemas.openxmlformats.org/officeDocument/2006/relationships/image" Target="../media/image889.png"/><Relationship Id="rId172" Type="http://schemas.openxmlformats.org/officeDocument/2006/relationships/customXml" Target="../ink/ink902.xml"/><Relationship Id="rId193" Type="http://schemas.openxmlformats.org/officeDocument/2006/relationships/image" Target="../media/image910.png"/><Relationship Id="rId207" Type="http://schemas.openxmlformats.org/officeDocument/2006/relationships/image" Target="../media/image917.png"/><Relationship Id="rId13" Type="http://schemas.openxmlformats.org/officeDocument/2006/relationships/image" Target="../media/image820.png"/><Relationship Id="rId109" Type="http://schemas.openxmlformats.org/officeDocument/2006/relationships/image" Target="../media/image868.png"/><Relationship Id="rId34" Type="http://schemas.openxmlformats.org/officeDocument/2006/relationships/customXml" Target="../ink/ink833.xml"/><Relationship Id="rId55" Type="http://schemas.openxmlformats.org/officeDocument/2006/relationships/image" Target="../media/image841.png"/><Relationship Id="rId76" Type="http://schemas.openxmlformats.org/officeDocument/2006/relationships/customXml" Target="../ink/ink854.xml"/><Relationship Id="rId97" Type="http://schemas.openxmlformats.org/officeDocument/2006/relationships/image" Target="../media/image862.png"/><Relationship Id="rId120" Type="http://schemas.openxmlformats.org/officeDocument/2006/relationships/customXml" Target="../ink/ink876.xml"/><Relationship Id="rId141" Type="http://schemas.openxmlformats.org/officeDocument/2006/relationships/image" Target="../media/image884.png"/><Relationship Id="rId7" Type="http://schemas.openxmlformats.org/officeDocument/2006/relationships/image" Target="../media/image817.png"/><Relationship Id="rId162" Type="http://schemas.openxmlformats.org/officeDocument/2006/relationships/customXml" Target="../ink/ink897.xml"/><Relationship Id="rId183" Type="http://schemas.openxmlformats.org/officeDocument/2006/relationships/image" Target="../media/image905.png"/><Relationship Id="rId24" Type="http://schemas.openxmlformats.org/officeDocument/2006/relationships/customXml" Target="../ink/ink828.xml"/><Relationship Id="rId45" Type="http://schemas.openxmlformats.org/officeDocument/2006/relationships/image" Target="../media/image836.png"/><Relationship Id="rId66" Type="http://schemas.openxmlformats.org/officeDocument/2006/relationships/customXml" Target="../ink/ink849.xml"/><Relationship Id="rId87" Type="http://schemas.openxmlformats.org/officeDocument/2006/relationships/image" Target="../media/image857.png"/><Relationship Id="rId110" Type="http://schemas.openxmlformats.org/officeDocument/2006/relationships/customXml" Target="../ink/ink871.xml"/><Relationship Id="rId131" Type="http://schemas.openxmlformats.org/officeDocument/2006/relationships/image" Target="../media/image879.png"/><Relationship Id="rId152" Type="http://schemas.openxmlformats.org/officeDocument/2006/relationships/customXml" Target="../ink/ink892.xml"/><Relationship Id="rId173" Type="http://schemas.openxmlformats.org/officeDocument/2006/relationships/image" Target="../media/image900.png"/><Relationship Id="rId194" Type="http://schemas.openxmlformats.org/officeDocument/2006/relationships/customXml" Target="../ink/ink913.xml"/><Relationship Id="rId208" Type="http://schemas.openxmlformats.org/officeDocument/2006/relationships/customXml" Target="../ink/ink920.xml"/><Relationship Id="rId14" Type="http://schemas.openxmlformats.org/officeDocument/2006/relationships/customXml" Target="../ink/ink823.xml"/><Relationship Id="rId30" Type="http://schemas.openxmlformats.org/officeDocument/2006/relationships/customXml" Target="../ink/ink831.xml"/><Relationship Id="rId35" Type="http://schemas.openxmlformats.org/officeDocument/2006/relationships/image" Target="../media/image831.png"/><Relationship Id="rId56" Type="http://schemas.openxmlformats.org/officeDocument/2006/relationships/customXml" Target="../ink/ink844.xml"/><Relationship Id="rId77" Type="http://schemas.openxmlformats.org/officeDocument/2006/relationships/image" Target="../media/image852.png"/><Relationship Id="rId100" Type="http://schemas.openxmlformats.org/officeDocument/2006/relationships/customXml" Target="../ink/ink866.xml"/><Relationship Id="rId105" Type="http://schemas.openxmlformats.org/officeDocument/2006/relationships/image" Target="../media/image866.png"/><Relationship Id="rId126" Type="http://schemas.openxmlformats.org/officeDocument/2006/relationships/customXml" Target="../ink/ink879.xml"/><Relationship Id="rId147" Type="http://schemas.openxmlformats.org/officeDocument/2006/relationships/image" Target="../media/image887.png"/><Relationship Id="rId168" Type="http://schemas.openxmlformats.org/officeDocument/2006/relationships/customXml" Target="../ink/ink900.xml"/><Relationship Id="rId8" Type="http://schemas.openxmlformats.org/officeDocument/2006/relationships/customXml" Target="../ink/ink820.xml"/><Relationship Id="rId51" Type="http://schemas.openxmlformats.org/officeDocument/2006/relationships/image" Target="../media/image839.png"/><Relationship Id="rId72" Type="http://schemas.openxmlformats.org/officeDocument/2006/relationships/customXml" Target="../ink/ink852.xml"/><Relationship Id="rId93" Type="http://schemas.openxmlformats.org/officeDocument/2006/relationships/image" Target="../media/image860.png"/><Relationship Id="rId98" Type="http://schemas.openxmlformats.org/officeDocument/2006/relationships/customXml" Target="../ink/ink865.xml"/><Relationship Id="rId121" Type="http://schemas.openxmlformats.org/officeDocument/2006/relationships/image" Target="../media/image874.png"/><Relationship Id="rId142" Type="http://schemas.openxmlformats.org/officeDocument/2006/relationships/customXml" Target="../ink/ink887.xml"/><Relationship Id="rId163" Type="http://schemas.openxmlformats.org/officeDocument/2006/relationships/image" Target="../media/image895.png"/><Relationship Id="rId184" Type="http://schemas.openxmlformats.org/officeDocument/2006/relationships/customXml" Target="../ink/ink908.xml"/><Relationship Id="rId189" Type="http://schemas.openxmlformats.org/officeDocument/2006/relationships/image" Target="../media/image908.png"/><Relationship Id="rId3" Type="http://schemas.openxmlformats.org/officeDocument/2006/relationships/image" Target="../media/image815.png"/><Relationship Id="rId214" Type="http://schemas.openxmlformats.org/officeDocument/2006/relationships/customXml" Target="../ink/ink923.xml"/><Relationship Id="rId25" Type="http://schemas.openxmlformats.org/officeDocument/2006/relationships/image" Target="../media/image826.png"/><Relationship Id="rId46" Type="http://schemas.openxmlformats.org/officeDocument/2006/relationships/customXml" Target="../ink/ink839.xml"/><Relationship Id="rId67" Type="http://schemas.openxmlformats.org/officeDocument/2006/relationships/image" Target="../media/image847.png"/><Relationship Id="rId116" Type="http://schemas.openxmlformats.org/officeDocument/2006/relationships/customXml" Target="../ink/ink874.xml"/><Relationship Id="rId137" Type="http://schemas.openxmlformats.org/officeDocument/2006/relationships/image" Target="../media/image882.png"/><Relationship Id="rId158" Type="http://schemas.openxmlformats.org/officeDocument/2006/relationships/customXml" Target="../ink/ink895.xml"/><Relationship Id="rId20" Type="http://schemas.openxmlformats.org/officeDocument/2006/relationships/customXml" Target="../ink/ink826.xml"/><Relationship Id="rId41" Type="http://schemas.openxmlformats.org/officeDocument/2006/relationships/image" Target="../media/image834.png"/><Relationship Id="rId62" Type="http://schemas.openxmlformats.org/officeDocument/2006/relationships/customXml" Target="../ink/ink847.xml"/><Relationship Id="rId83" Type="http://schemas.openxmlformats.org/officeDocument/2006/relationships/image" Target="../media/image855.png"/><Relationship Id="rId88" Type="http://schemas.openxmlformats.org/officeDocument/2006/relationships/customXml" Target="../ink/ink860.xml"/><Relationship Id="rId111" Type="http://schemas.openxmlformats.org/officeDocument/2006/relationships/image" Target="../media/image869.png"/><Relationship Id="rId132" Type="http://schemas.openxmlformats.org/officeDocument/2006/relationships/customXml" Target="../ink/ink882.xml"/><Relationship Id="rId153" Type="http://schemas.openxmlformats.org/officeDocument/2006/relationships/image" Target="../media/image890.png"/><Relationship Id="rId174" Type="http://schemas.openxmlformats.org/officeDocument/2006/relationships/customXml" Target="../ink/ink903.xml"/><Relationship Id="rId179" Type="http://schemas.openxmlformats.org/officeDocument/2006/relationships/image" Target="../media/image903.png"/><Relationship Id="rId195" Type="http://schemas.openxmlformats.org/officeDocument/2006/relationships/image" Target="../media/image911.png"/><Relationship Id="rId209" Type="http://schemas.openxmlformats.org/officeDocument/2006/relationships/image" Target="../media/image918.png"/><Relationship Id="rId190" Type="http://schemas.openxmlformats.org/officeDocument/2006/relationships/customXml" Target="../ink/ink911.xml"/><Relationship Id="rId204" Type="http://schemas.openxmlformats.org/officeDocument/2006/relationships/customXml" Target="../ink/ink918.xml"/><Relationship Id="rId15" Type="http://schemas.openxmlformats.org/officeDocument/2006/relationships/image" Target="../media/image821.png"/><Relationship Id="rId36" Type="http://schemas.openxmlformats.org/officeDocument/2006/relationships/customXml" Target="../ink/ink834.xml"/><Relationship Id="rId57" Type="http://schemas.openxmlformats.org/officeDocument/2006/relationships/image" Target="../media/image842.png"/><Relationship Id="rId106" Type="http://schemas.openxmlformats.org/officeDocument/2006/relationships/customXml" Target="../ink/ink869.xml"/><Relationship Id="rId127" Type="http://schemas.openxmlformats.org/officeDocument/2006/relationships/image" Target="../media/image877.png"/><Relationship Id="rId10" Type="http://schemas.openxmlformats.org/officeDocument/2006/relationships/customXml" Target="../ink/ink821.xml"/><Relationship Id="rId31" Type="http://schemas.openxmlformats.org/officeDocument/2006/relationships/image" Target="../media/image829.png"/><Relationship Id="rId52" Type="http://schemas.openxmlformats.org/officeDocument/2006/relationships/customXml" Target="../ink/ink842.xml"/><Relationship Id="rId73" Type="http://schemas.openxmlformats.org/officeDocument/2006/relationships/image" Target="../media/image850.png"/><Relationship Id="rId78" Type="http://schemas.openxmlformats.org/officeDocument/2006/relationships/customXml" Target="../ink/ink855.xml"/><Relationship Id="rId94" Type="http://schemas.openxmlformats.org/officeDocument/2006/relationships/customXml" Target="../ink/ink863.xml"/><Relationship Id="rId99" Type="http://schemas.openxmlformats.org/officeDocument/2006/relationships/image" Target="../media/image863.png"/><Relationship Id="rId101" Type="http://schemas.openxmlformats.org/officeDocument/2006/relationships/image" Target="../media/image864.png"/><Relationship Id="rId122" Type="http://schemas.openxmlformats.org/officeDocument/2006/relationships/customXml" Target="../ink/ink877.xml"/><Relationship Id="rId143" Type="http://schemas.openxmlformats.org/officeDocument/2006/relationships/image" Target="../media/image885.png"/><Relationship Id="rId148" Type="http://schemas.openxmlformats.org/officeDocument/2006/relationships/customXml" Target="../ink/ink890.xml"/><Relationship Id="rId164" Type="http://schemas.openxmlformats.org/officeDocument/2006/relationships/customXml" Target="../ink/ink898.xml"/><Relationship Id="rId169" Type="http://schemas.openxmlformats.org/officeDocument/2006/relationships/image" Target="../media/image898.png"/><Relationship Id="rId185" Type="http://schemas.openxmlformats.org/officeDocument/2006/relationships/image" Target="../media/image906.png"/><Relationship Id="rId4" Type="http://schemas.openxmlformats.org/officeDocument/2006/relationships/customXml" Target="../ink/ink818.xml"/><Relationship Id="rId9" Type="http://schemas.openxmlformats.org/officeDocument/2006/relationships/image" Target="../media/image818.png"/><Relationship Id="rId180" Type="http://schemas.openxmlformats.org/officeDocument/2006/relationships/customXml" Target="../ink/ink906.xml"/><Relationship Id="rId210" Type="http://schemas.openxmlformats.org/officeDocument/2006/relationships/customXml" Target="../ink/ink921.xml"/><Relationship Id="rId215" Type="http://schemas.openxmlformats.org/officeDocument/2006/relationships/image" Target="../media/image921.png"/><Relationship Id="rId26" Type="http://schemas.openxmlformats.org/officeDocument/2006/relationships/customXml" Target="../ink/ink829.xml"/><Relationship Id="rId47" Type="http://schemas.openxmlformats.org/officeDocument/2006/relationships/image" Target="../media/image837.png"/><Relationship Id="rId68" Type="http://schemas.openxmlformats.org/officeDocument/2006/relationships/customXml" Target="../ink/ink850.xml"/><Relationship Id="rId89" Type="http://schemas.openxmlformats.org/officeDocument/2006/relationships/image" Target="../media/image858.png"/><Relationship Id="rId112" Type="http://schemas.openxmlformats.org/officeDocument/2006/relationships/customXml" Target="../ink/ink872.xml"/><Relationship Id="rId133" Type="http://schemas.openxmlformats.org/officeDocument/2006/relationships/image" Target="../media/image880.png"/><Relationship Id="rId154" Type="http://schemas.openxmlformats.org/officeDocument/2006/relationships/customXml" Target="../ink/ink893.xml"/><Relationship Id="rId175" Type="http://schemas.openxmlformats.org/officeDocument/2006/relationships/image" Target="../media/image901.png"/><Relationship Id="rId196" Type="http://schemas.openxmlformats.org/officeDocument/2006/relationships/customXml" Target="../ink/ink914.xml"/><Relationship Id="rId200" Type="http://schemas.openxmlformats.org/officeDocument/2006/relationships/customXml" Target="../ink/ink916.xml"/><Relationship Id="rId16" Type="http://schemas.openxmlformats.org/officeDocument/2006/relationships/customXml" Target="../ink/ink824.xml"/><Relationship Id="rId37" Type="http://schemas.openxmlformats.org/officeDocument/2006/relationships/image" Target="../media/image832.png"/><Relationship Id="rId58" Type="http://schemas.openxmlformats.org/officeDocument/2006/relationships/customXml" Target="../ink/ink845.xml"/><Relationship Id="rId79" Type="http://schemas.openxmlformats.org/officeDocument/2006/relationships/image" Target="../media/image853.png"/><Relationship Id="rId102" Type="http://schemas.openxmlformats.org/officeDocument/2006/relationships/customXml" Target="../ink/ink867.xml"/><Relationship Id="rId123" Type="http://schemas.openxmlformats.org/officeDocument/2006/relationships/image" Target="../media/image875.png"/><Relationship Id="rId144" Type="http://schemas.openxmlformats.org/officeDocument/2006/relationships/customXml" Target="../ink/ink888.xml"/><Relationship Id="rId90" Type="http://schemas.openxmlformats.org/officeDocument/2006/relationships/customXml" Target="../ink/ink861.xml"/><Relationship Id="rId165" Type="http://schemas.openxmlformats.org/officeDocument/2006/relationships/image" Target="../media/image896.png"/><Relationship Id="rId186" Type="http://schemas.openxmlformats.org/officeDocument/2006/relationships/customXml" Target="../ink/ink909.xml"/><Relationship Id="rId211" Type="http://schemas.openxmlformats.org/officeDocument/2006/relationships/image" Target="../media/image919.png"/><Relationship Id="rId27" Type="http://schemas.openxmlformats.org/officeDocument/2006/relationships/image" Target="../media/image827.png"/><Relationship Id="rId48" Type="http://schemas.openxmlformats.org/officeDocument/2006/relationships/customXml" Target="../ink/ink840.xml"/><Relationship Id="rId69" Type="http://schemas.openxmlformats.org/officeDocument/2006/relationships/image" Target="../media/image848.png"/><Relationship Id="rId113" Type="http://schemas.openxmlformats.org/officeDocument/2006/relationships/image" Target="../media/image870.png"/><Relationship Id="rId134" Type="http://schemas.openxmlformats.org/officeDocument/2006/relationships/customXml" Target="../ink/ink883.xml"/><Relationship Id="rId80" Type="http://schemas.openxmlformats.org/officeDocument/2006/relationships/customXml" Target="../ink/ink856.xml"/><Relationship Id="rId155" Type="http://schemas.openxmlformats.org/officeDocument/2006/relationships/image" Target="../media/image891.png"/><Relationship Id="rId176" Type="http://schemas.openxmlformats.org/officeDocument/2006/relationships/customXml" Target="../ink/ink904.xml"/><Relationship Id="rId197" Type="http://schemas.openxmlformats.org/officeDocument/2006/relationships/image" Target="../media/image912.png"/><Relationship Id="rId201" Type="http://schemas.openxmlformats.org/officeDocument/2006/relationships/image" Target="../media/image914.png"/><Relationship Id="rId17" Type="http://schemas.openxmlformats.org/officeDocument/2006/relationships/image" Target="../media/image822.png"/><Relationship Id="rId38" Type="http://schemas.openxmlformats.org/officeDocument/2006/relationships/customXml" Target="../ink/ink835.xml"/><Relationship Id="rId59" Type="http://schemas.openxmlformats.org/officeDocument/2006/relationships/image" Target="../media/image843.png"/><Relationship Id="rId103" Type="http://schemas.openxmlformats.org/officeDocument/2006/relationships/image" Target="../media/image865.png"/><Relationship Id="rId124" Type="http://schemas.openxmlformats.org/officeDocument/2006/relationships/customXml" Target="../ink/ink878.xml"/><Relationship Id="rId70" Type="http://schemas.openxmlformats.org/officeDocument/2006/relationships/customXml" Target="../ink/ink851.xml"/><Relationship Id="rId91" Type="http://schemas.openxmlformats.org/officeDocument/2006/relationships/image" Target="../media/image859.png"/><Relationship Id="rId145" Type="http://schemas.openxmlformats.org/officeDocument/2006/relationships/image" Target="../media/image886.png"/><Relationship Id="rId166" Type="http://schemas.openxmlformats.org/officeDocument/2006/relationships/customXml" Target="../ink/ink899.xml"/><Relationship Id="rId187" Type="http://schemas.openxmlformats.org/officeDocument/2006/relationships/image" Target="../media/image907.png"/><Relationship Id="rId1" Type="http://schemas.openxmlformats.org/officeDocument/2006/relationships/slideLayout" Target="../slideLayouts/slideLayout7.xml"/><Relationship Id="rId212" Type="http://schemas.openxmlformats.org/officeDocument/2006/relationships/customXml" Target="../ink/ink922.xml"/><Relationship Id="rId28" Type="http://schemas.openxmlformats.org/officeDocument/2006/relationships/customXml" Target="../ink/ink830.xml"/><Relationship Id="rId49" Type="http://schemas.openxmlformats.org/officeDocument/2006/relationships/image" Target="../media/image838.png"/><Relationship Id="rId114" Type="http://schemas.openxmlformats.org/officeDocument/2006/relationships/customXml" Target="../ink/ink873.xml"/><Relationship Id="rId60" Type="http://schemas.openxmlformats.org/officeDocument/2006/relationships/customXml" Target="../ink/ink846.xml"/><Relationship Id="rId81" Type="http://schemas.openxmlformats.org/officeDocument/2006/relationships/image" Target="../media/image854.png"/><Relationship Id="rId135" Type="http://schemas.openxmlformats.org/officeDocument/2006/relationships/image" Target="../media/image881.png"/><Relationship Id="rId156" Type="http://schemas.openxmlformats.org/officeDocument/2006/relationships/customXml" Target="../ink/ink894.xml"/><Relationship Id="rId177" Type="http://schemas.openxmlformats.org/officeDocument/2006/relationships/image" Target="../media/image902.png"/><Relationship Id="rId198" Type="http://schemas.openxmlformats.org/officeDocument/2006/relationships/customXml" Target="../ink/ink915.xml"/><Relationship Id="rId202" Type="http://schemas.openxmlformats.org/officeDocument/2006/relationships/customXml" Target="../ink/ink917.xml"/><Relationship Id="rId18" Type="http://schemas.openxmlformats.org/officeDocument/2006/relationships/customXml" Target="../ink/ink825.xml"/><Relationship Id="rId39" Type="http://schemas.openxmlformats.org/officeDocument/2006/relationships/image" Target="../media/image833.png"/><Relationship Id="rId50" Type="http://schemas.openxmlformats.org/officeDocument/2006/relationships/customXml" Target="../ink/ink841.xml"/><Relationship Id="rId104" Type="http://schemas.openxmlformats.org/officeDocument/2006/relationships/customXml" Target="../ink/ink868.xml"/><Relationship Id="rId125" Type="http://schemas.openxmlformats.org/officeDocument/2006/relationships/image" Target="../media/image876.png"/><Relationship Id="rId146" Type="http://schemas.openxmlformats.org/officeDocument/2006/relationships/customXml" Target="../ink/ink889.xml"/><Relationship Id="rId167" Type="http://schemas.openxmlformats.org/officeDocument/2006/relationships/image" Target="../media/image897.png"/><Relationship Id="rId188" Type="http://schemas.openxmlformats.org/officeDocument/2006/relationships/customXml" Target="../ink/ink910.xml"/><Relationship Id="rId71" Type="http://schemas.openxmlformats.org/officeDocument/2006/relationships/image" Target="../media/image849.png"/><Relationship Id="rId92" Type="http://schemas.openxmlformats.org/officeDocument/2006/relationships/customXml" Target="../ink/ink862.xml"/><Relationship Id="rId213" Type="http://schemas.openxmlformats.org/officeDocument/2006/relationships/image" Target="../media/image920.png"/><Relationship Id="rId2" Type="http://schemas.openxmlformats.org/officeDocument/2006/relationships/customXml" Target="../ink/ink817.xml"/><Relationship Id="rId29" Type="http://schemas.openxmlformats.org/officeDocument/2006/relationships/image" Target="../media/image828.png"/><Relationship Id="rId40" Type="http://schemas.openxmlformats.org/officeDocument/2006/relationships/customXml" Target="../ink/ink836.xml"/><Relationship Id="rId115" Type="http://schemas.openxmlformats.org/officeDocument/2006/relationships/image" Target="../media/image871.png"/><Relationship Id="rId136" Type="http://schemas.openxmlformats.org/officeDocument/2006/relationships/customXml" Target="../ink/ink884.xml"/><Relationship Id="rId157" Type="http://schemas.openxmlformats.org/officeDocument/2006/relationships/image" Target="../media/image892.png"/><Relationship Id="rId178" Type="http://schemas.openxmlformats.org/officeDocument/2006/relationships/customXml" Target="../ink/ink905.xml"/><Relationship Id="rId61" Type="http://schemas.openxmlformats.org/officeDocument/2006/relationships/image" Target="../media/image844.png"/><Relationship Id="rId82" Type="http://schemas.openxmlformats.org/officeDocument/2006/relationships/customXml" Target="../ink/ink857.xml"/><Relationship Id="rId199" Type="http://schemas.openxmlformats.org/officeDocument/2006/relationships/image" Target="../media/image913.png"/><Relationship Id="rId203" Type="http://schemas.openxmlformats.org/officeDocument/2006/relationships/image" Target="../media/image915.png"/><Relationship Id="rId19" Type="http://schemas.openxmlformats.org/officeDocument/2006/relationships/image" Target="../media/image823.png"/></Relationships>
</file>

<file path=ppt/slides/_rels/slide12.xml.rels><?xml version="1.0" encoding="UTF-8" standalone="yes"?>
<Relationships xmlns="http://schemas.openxmlformats.org/package/2006/relationships"><Relationship Id="rId117" Type="http://schemas.openxmlformats.org/officeDocument/2006/relationships/image" Target="../media/image980.png"/><Relationship Id="rId21" Type="http://schemas.openxmlformats.org/officeDocument/2006/relationships/image" Target="../media/image932.png"/><Relationship Id="rId42" Type="http://schemas.openxmlformats.org/officeDocument/2006/relationships/customXml" Target="../ink/ink945.xml"/><Relationship Id="rId63" Type="http://schemas.openxmlformats.org/officeDocument/2006/relationships/image" Target="../media/image953.png"/><Relationship Id="rId84" Type="http://schemas.openxmlformats.org/officeDocument/2006/relationships/customXml" Target="../ink/ink966.xml"/><Relationship Id="rId138" Type="http://schemas.openxmlformats.org/officeDocument/2006/relationships/customXml" Target="../ink/ink993.xml"/><Relationship Id="rId159" Type="http://schemas.openxmlformats.org/officeDocument/2006/relationships/image" Target="../media/image1001.png"/><Relationship Id="rId170" Type="http://schemas.openxmlformats.org/officeDocument/2006/relationships/customXml" Target="../ink/ink1009.xml"/><Relationship Id="rId191" Type="http://schemas.openxmlformats.org/officeDocument/2006/relationships/image" Target="../media/image1017.png"/><Relationship Id="rId205" Type="http://schemas.openxmlformats.org/officeDocument/2006/relationships/image" Target="../media/image1024.png"/><Relationship Id="rId226" Type="http://schemas.openxmlformats.org/officeDocument/2006/relationships/customXml" Target="../ink/ink1037.xml"/><Relationship Id="rId107" Type="http://schemas.openxmlformats.org/officeDocument/2006/relationships/image" Target="../media/image975.png"/><Relationship Id="rId11" Type="http://schemas.openxmlformats.org/officeDocument/2006/relationships/image" Target="../media/image927.png"/><Relationship Id="rId32" Type="http://schemas.openxmlformats.org/officeDocument/2006/relationships/customXml" Target="../ink/ink940.xml"/><Relationship Id="rId53" Type="http://schemas.openxmlformats.org/officeDocument/2006/relationships/image" Target="../media/image948.png"/><Relationship Id="rId74" Type="http://schemas.openxmlformats.org/officeDocument/2006/relationships/customXml" Target="../ink/ink961.xml"/><Relationship Id="rId128" Type="http://schemas.openxmlformats.org/officeDocument/2006/relationships/customXml" Target="../ink/ink988.xml"/><Relationship Id="rId149" Type="http://schemas.openxmlformats.org/officeDocument/2006/relationships/image" Target="../media/image996.png"/><Relationship Id="rId5" Type="http://schemas.openxmlformats.org/officeDocument/2006/relationships/image" Target="../media/image924.png"/><Relationship Id="rId95" Type="http://schemas.openxmlformats.org/officeDocument/2006/relationships/image" Target="../media/image969.png"/><Relationship Id="rId160" Type="http://schemas.openxmlformats.org/officeDocument/2006/relationships/customXml" Target="../ink/ink1004.xml"/><Relationship Id="rId181" Type="http://schemas.openxmlformats.org/officeDocument/2006/relationships/image" Target="../media/image1012.png"/><Relationship Id="rId216" Type="http://schemas.openxmlformats.org/officeDocument/2006/relationships/customXml" Target="../ink/ink1032.xml"/><Relationship Id="rId22" Type="http://schemas.openxmlformats.org/officeDocument/2006/relationships/customXml" Target="../ink/ink935.xml"/><Relationship Id="rId43" Type="http://schemas.openxmlformats.org/officeDocument/2006/relationships/image" Target="../media/image943.png"/><Relationship Id="rId64" Type="http://schemas.openxmlformats.org/officeDocument/2006/relationships/customXml" Target="../ink/ink956.xml"/><Relationship Id="rId118" Type="http://schemas.openxmlformats.org/officeDocument/2006/relationships/customXml" Target="../ink/ink983.xml"/><Relationship Id="rId139" Type="http://schemas.openxmlformats.org/officeDocument/2006/relationships/image" Target="../media/image991.png"/><Relationship Id="rId85" Type="http://schemas.openxmlformats.org/officeDocument/2006/relationships/image" Target="../media/image964.png"/><Relationship Id="rId150" Type="http://schemas.openxmlformats.org/officeDocument/2006/relationships/customXml" Target="../ink/ink999.xml"/><Relationship Id="rId171" Type="http://schemas.openxmlformats.org/officeDocument/2006/relationships/image" Target="../media/image1007.png"/><Relationship Id="rId192" Type="http://schemas.openxmlformats.org/officeDocument/2006/relationships/customXml" Target="../ink/ink1020.xml"/><Relationship Id="rId206" Type="http://schemas.openxmlformats.org/officeDocument/2006/relationships/customXml" Target="../ink/ink1027.xml"/><Relationship Id="rId227" Type="http://schemas.openxmlformats.org/officeDocument/2006/relationships/image" Target="../media/image1035.png"/><Relationship Id="rId12" Type="http://schemas.openxmlformats.org/officeDocument/2006/relationships/customXml" Target="../ink/ink930.xml"/><Relationship Id="rId33" Type="http://schemas.openxmlformats.org/officeDocument/2006/relationships/image" Target="../media/image938.png"/><Relationship Id="rId108" Type="http://schemas.openxmlformats.org/officeDocument/2006/relationships/customXml" Target="../ink/ink978.xml"/><Relationship Id="rId129" Type="http://schemas.openxmlformats.org/officeDocument/2006/relationships/image" Target="../media/image986.png"/><Relationship Id="rId54" Type="http://schemas.openxmlformats.org/officeDocument/2006/relationships/customXml" Target="../ink/ink951.xml"/><Relationship Id="rId75" Type="http://schemas.openxmlformats.org/officeDocument/2006/relationships/image" Target="../media/image959.png"/><Relationship Id="rId96" Type="http://schemas.openxmlformats.org/officeDocument/2006/relationships/customXml" Target="../ink/ink972.xml"/><Relationship Id="rId140" Type="http://schemas.openxmlformats.org/officeDocument/2006/relationships/customXml" Target="../ink/ink994.xml"/><Relationship Id="rId161" Type="http://schemas.openxmlformats.org/officeDocument/2006/relationships/image" Target="../media/image1002.png"/><Relationship Id="rId182" Type="http://schemas.openxmlformats.org/officeDocument/2006/relationships/customXml" Target="../ink/ink1015.xml"/><Relationship Id="rId217" Type="http://schemas.openxmlformats.org/officeDocument/2006/relationships/image" Target="../media/image1030.png"/><Relationship Id="rId6" Type="http://schemas.openxmlformats.org/officeDocument/2006/relationships/customXml" Target="../ink/ink927.xml"/><Relationship Id="rId23" Type="http://schemas.openxmlformats.org/officeDocument/2006/relationships/image" Target="../media/image933.png"/><Relationship Id="rId119" Type="http://schemas.openxmlformats.org/officeDocument/2006/relationships/image" Target="../media/image981.png"/><Relationship Id="rId44" Type="http://schemas.openxmlformats.org/officeDocument/2006/relationships/customXml" Target="../ink/ink946.xml"/><Relationship Id="rId65" Type="http://schemas.openxmlformats.org/officeDocument/2006/relationships/image" Target="../media/image954.png"/><Relationship Id="rId86" Type="http://schemas.openxmlformats.org/officeDocument/2006/relationships/customXml" Target="../ink/ink967.xml"/><Relationship Id="rId130" Type="http://schemas.openxmlformats.org/officeDocument/2006/relationships/customXml" Target="../ink/ink989.xml"/><Relationship Id="rId151" Type="http://schemas.openxmlformats.org/officeDocument/2006/relationships/image" Target="../media/image997.png"/><Relationship Id="rId172" Type="http://schemas.openxmlformats.org/officeDocument/2006/relationships/customXml" Target="../ink/ink1010.xml"/><Relationship Id="rId193" Type="http://schemas.openxmlformats.org/officeDocument/2006/relationships/image" Target="../media/image1018.png"/><Relationship Id="rId207" Type="http://schemas.openxmlformats.org/officeDocument/2006/relationships/image" Target="../media/image1025.png"/><Relationship Id="rId228" Type="http://schemas.openxmlformats.org/officeDocument/2006/relationships/customXml" Target="../ink/ink1038.xml"/><Relationship Id="rId13" Type="http://schemas.openxmlformats.org/officeDocument/2006/relationships/image" Target="../media/image928.png"/><Relationship Id="rId109" Type="http://schemas.openxmlformats.org/officeDocument/2006/relationships/image" Target="../media/image976.png"/><Relationship Id="rId34" Type="http://schemas.openxmlformats.org/officeDocument/2006/relationships/customXml" Target="../ink/ink941.xml"/><Relationship Id="rId55" Type="http://schemas.openxmlformats.org/officeDocument/2006/relationships/image" Target="../media/image949.png"/><Relationship Id="rId76" Type="http://schemas.openxmlformats.org/officeDocument/2006/relationships/customXml" Target="../ink/ink962.xml"/><Relationship Id="rId97" Type="http://schemas.openxmlformats.org/officeDocument/2006/relationships/image" Target="../media/image970.png"/><Relationship Id="rId120" Type="http://schemas.openxmlformats.org/officeDocument/2006/relationships/customXml" Target="../ink/ink984.xml"/><Relationship Id="rId141" Type="http://schemas.openxmlformats.org/officeDocument/2006/relationships/image" Target="../media/image992.png"/><Relationship Id="rId7" Type="http://schemas.openxmlformats.org/officeDocument/2006/relationships/image" Target="../media/image925.png"/><Relationship Id="rId162" Type="http://schemas.openxmlformats.org/officeDocument/2006/relationships/customXml" Target="../ink/ink1005.xml"/><Relationship Id="rId183" Type="http://schemas.openxmlformats.org/officeDocument/2006/relationships/image" Target="../media/image1013.png"/><Relationship Id="rId218" Type="http://schemas.openxmlformats.org/officeDocument/2006/relationships/customXml" Target="../ink/ink1033.xml"/><Relationship Id="rId24" Type="http://schemas.openxmlformats.org/officeDocument/2006/relationships/customXml" Target="../ink/ink936.xml"/><Relationship Id="rId45" Type="http://schemas.openxmlformats.org/officeDocument/2006/relationships/image" Target="../media/image944.png"/><Relationship Id="rId66" Type="http://schemas.openxmlformats.org/officeDocument/2006/relationships/customXml" Target="../ink/ink957.xml"/><Relationship Id="rId87" Type="http://schemas.openxmlformats.org/officeDocument/2006/relationships/image" Target="../media/image965.png"/><Relationship Id="rId110" Type="http://schemas.openxmlformats.org/officeDocument/2006/relationships/customXml" Target="../ink/ink979.xml"/><Relationship Id="rId131" Type="http://schemas.openxmlformats.org/officeDocument/2006/relationships/image" Target="../media/image987.png"/><Relationship Id="rId152" Type="http://schemas.openxmlformats.org/officeDocument/2006/relationships/customXml" Target="../ink/ink1000.xml"/><Relationship Id="rId173" Type="http://schemas.openxmlformats.org/officeDocument/2006/relationships/image" Target="../media/image1008.png"/><Relationship Id="rId194" Type="http://schemas.openxmlformats.org/officeDocument/2006/relationships/customXml" Target="../ink/ink1021.xml"/><Relationship Id="rId208" Type="http://schemas.openxmlformats.org/officeDocument/2006/relationships/customXml" Target="../ink/ink1028.xml"/><Relationship Id="rId229" Type="http://schemas.openxmlformats.org/officeDocument/2006/relationships/image" Target="../media/image1036.png"/><Relationship Id="rId14" Type="http://schemas.openxmlformats.org/officeDocument/2006/relationships/customXml" Target="../ink/ink931.xml"/><Relationship Id="rId35" Type="http://schemas.openxmlformats.org/officeDocument/2006/relationships/image" Target="../media/image939.png"/><Relationship Id="rId56" Type="http://schemas.openxmlformats.org/officeDocument/2006/relationships/customXml" Target="../ink/ink952.xml"/><Relationship Id="rId77" Type="http://schemas.openxmlformats.org/officeDocument/2006/relationships/image" Target="../media/image960.png"/><Relationship Id="rId100" Type="http://schemas.openxmlformats.org/officeDocument/2006/relationships/customXml" Target="../ink/ink974.xml"/><Relationship Id="rId8" Type="http://schemas.openxmlformats.org/officeDocument/2006/relationships/customXml" Target="../ink/ink928.xml"/><Relationship Id="rId98" Type="http://schemas.openxmlformats.org/officeDocument/2006/relationships/customXml" Target="../ink/ink973.xml"/><Relationship Id="rId121" Type="http://schemas.openxmlformats.org/officeDocument/2006/relationships/image" Target="../media/image982.png"/><Relationship Id="rId142" Type="http://schemas.openxmlformats.org/officeDocument/2006/relationships/customXml" Target="../ink/ink995.xml"/><Relationship Id="rId163" Type="http://schemas.openxmlformats.org/officeDocument/2006/relationships/image" Target="../media/image1003.png"/><Relationship Id="rId184" Type="http://schemas.openxmlformats.org/officeDocument/2006/relationships/customXml" Target="../ink/ink1016.xml"/><Relationship Id="rId219" Type="http://schemas.openxmlformats.org/officeDocument/2006/relationships/image" Target="../media/image1031.png"/><Relationship Id="rId230" Type="http://schemas.openxmlformats.org/officeDocument/2006/relationships/customXml" Target="../ink/ink1039.xml"/><Relationship Id="rId25" Type="http://schemas.openxmlformats.org/officeDocument/2006/relationships/image" Target="../media/image934.png"/><Relationship Id="rId46" Type="http://schemas.openxmlformats.org/officeDocument/2006/relationships/customXml" Target="../ink/ink947.xml"/><Relationship Id="rId67" Type="http://schemas.openxmlformats.org/officeDocument/2006/relationships/image" Target="../media/image955.png"/><Relationship Id="rId20" Type="http://schemas.openxmlformats.org/officeDocument/2006/relationships/customXml" Target="../ink/ink934.xml"/><Relationship Id="rId41" Type="http://schemas.openxmlformats.org/officeDocument/2006/relationships/image" Target="../media/image942.png"/><Relationship Id="rId62" Type="http://schemas.openxmlformats.org/officeDocument/2006/relationships/customXml" Target="../ink/ink955.xml"/><Relationship Id="rId83" Type="http://schemas.openxmlformats.org/officeDocument/2006/relationships/image" Target="../media/image963.png"/><Relationship Id="rId88" Type="http://schemas.openxmlformats.org/officeDocument/2006/relationships/customXml" Target="../ink/ink968.xml"/><Relationship Id="rId111" Type="http://schemas.openxmlformats.org/officeDocument/2006/relationships/image" Target="../media/image977.png"/><Relationship Id="rId132" Type="http://schemas.openxmlformats.org/officeDocument/2006/relationships/customXml" Target="../ink/ink990.xml"/><Relationship Id="rId153" Type="http://schemas.openxmlformats.org/officeDocument/2006/relationships/image" Target="../media/image998.png"/><Relationship Id="rId174" Type="http://schemas.openxmlformats.org/officeDocument/2006/relationships/customXml" Target="../ink/ink1011.xml"/><Relationship Id="rId179" Type="http://schemas.openxmlformats.org/officeDocument/2006/relationships/image" Target="../media/image1011.png"/><Relationship Id="rId195" Type="http://schemas.openxmlformats.org/officeDocument/2006/relationships/image" Target="../media/image1019.png"/><Relationship Id="rId209" Type="http://schemas.openxmlformats.org/officeDocument/2006/relationships/image" Target="../media/image1026.png"/><Relationship Id="rId190" Type="http://schemas.openxmlformats.org/officeDocument/2006/relationships/customXml" Target="../ink/ink1019.xml"/><Relationship Id="rId204" Type="http://schemas.openxmlformats.org/officeDocument/2006/relationships/customXml" Target="../ink/ink1026.xml"/><Relationship Id="rId220" Type="http://schemas.openxmlformats.org/officeDocument/2006/relationships/customXml" Target="../ink/ink1034.xml"/><Relationship Id="rId225" Type="http://schemas.openxmlformats.org/officeDocument/2006/relationships/image" Target="../media/image1034.png"/><Relationship Id="rId15" Type="http://schemas.openxmlformats.org/officeDocument/2006/relationships/image" Target="../media/image929.png"/><Relationship Id="rId36" Type="http://schemas.openxmlformats.org/officeDocument/2006/relationships/customXml" Target="../ink/ink942.xml"/><Relationship Id="rId57" Type="http://schemas.openxmlformats.org/officeDocument/2006/relationships/image" Target="../media/image950.png"/><Relationship Id="rId106" Type="http://schemas.openxmlformats.org/officeDocument/2006/relationships/customXml" Target="../ink/ink977.xml"/><Relationship Id="rId127" Type="http://schemas.openxmlformats.org/officeDocument/2006/relationships/image" Target="../media/image985.png"/><Relationship Id="rId10" Type="http://schemas.openxmlformats.org/officeDocument/2006/relationships/customXml" Target="../ink/ink929.xml"/><Relationship Id="rId31" Type="http://schemas.openxmlformats.org/officeDocument/2006/relationships/image" Target="../media/image937.png"/><Relationship Id="rId52" Type="http://schemas.openxmlformats.org/officeDocument/2006/relationships/customXml" Target="../ink/ink950.xml"/><Relationship Id="rId73" Type="http://schemas.openxmlformats.org/officeDocument/2006/relationships/image" Target="../media/image958.png"/><Relationship Id="rId78" Type="http://schemas.openxmlformats.org/officeDocument/2006/relationships/customXml" Target="../ink/ink963.xml"/><Relationship Id="rId94" Type="http://schemas.openxmlformats.org/officeDocument/2006/relationships/customXml" Target="../ink/ink971.xml"/><Relationship Id="rId99" Type="http://schemas.openxmlformats.org/officeDocument/2006/relationships/image" Target="../media/image971.png"/><Relationship Id="rId101" Type="http://schemas.openxmlformats.org/officeDocument/2006/relationships/image" Target="../media/image972.png"/><Relationship Id="rId122" Type="http://schemas.openxmlformats.org/officeDocument/2006/relationships/customXml" Target="../ink/ink985.xml"/><Relationship Id="rId143" Type="http://schemas.openxmlformats.org/officeDocument/2006/relationships/image" Target="../media/image993.png"/><Relationship Id="rId148" Type="http://schemas.openxmlformats.org/officeDocument/2006/relationships/customXml" Target="../ink/ink998.xml"/><Relationship Id="rId164" Type="http://schemas.openxmlformats.org/officeDocument/2006/relationships/customXml" Target="../ink/ink1006.xml"/><Relationship Id="rId169" Type="http://schemas.openxmlformats.org/officeDocument/2006/relationships/image" Target="../media/image1006.png"/><Relationship Id="rId185" Type="http://schemas.openxmlformats.org/officeDocument/2006/relationships/image" Target="../media/image1014.png"/><Relationship Id="rId4" Type="http://schemas.openxmlformats.org/officeDocument/2006/relationships/customXml" Target="../ink/ink926.xml"/><Relationship Id="rId9" Type="http://schemas.openxmlformats.org/officeDocument/2006/relationships/image" Target="../media/image926.png"/><Relationship Id="rId180" Type="http://schemas.openxmlformats.org/officeDocument/2006/relationships/customXml" Target="../ink/ink1014.xml"/><Relationship Id="rId210" Type="http://schemas.openxmlformats.org/officeDocument/2006/relationships/customXml" Target="../ink/ink1029.xml"/><Relationship Id="rId215" Type="http://schemas.openxmlformats.org/officeDocument/2006/relationships/image" Target="../media/image1029.png"/><Relationship Id="rId26" Type="http://schemas.openxmlformats.org/officeDocument/2006/relationships/customXml" Target="../ink/ink937.xml"/><Relationship Id="rId231" Type="http://schemas.openxmlformats.org/officeDocument/2006/relationships/image" Target="../media/image1037.png"/><Relationship Id="rId47" Type="http://schemas.openxmlformats.org/officeDocument/2006/relationships/image" Target="../media/image945.png"/><Relationship Id="rId68" Type="http://schemas.openxmlformats.org/officeDocument/2006/relationships/customXml" Target="../ink/ink958.xml"/><Relationship Id="rId89" Type="http://schemas.openxmlformats.org/officeDocument/2006/relationships/image" Target="../media/image966.png"/><Relationship Id="rId112" Type="http://schemas.openxmlformats.org/officeDocument/2006/relationships/customXml" Target="../ink/ink980.xml"/><Relationship Id="rId133" Type="http://schemas.openxmlformats.org/officeDocument/2006/relationships/image" Target="../media/image988.png"/><Relationship Id="rId154" Type="http://schemas.openxmlformats.org/officeDocument/2006/relationships/customXml" Target="../ink/ink1001.xml"/><Relationship Id="rId175" Type="http://schemas.openxmlformats.org/officeDocument/2006/relationships/image" Target="../media/image1009.png"/><Relationship Id="rId196" Type="http://schemas.openxmlformats.org/officeDocument/2006/relationships/customXml" Target="../ink/ink1022.xml"/><Relationship Id="rId200" Type="http://schemas.openxmlformats.org/officeDocument/2006/relationships/customXml" Target="../ink/ink1024.xml"/><Relationship Id="rId16" Type="http://schemas.openxmlformats.org/officeDocument/2006/relationships/customXml" Target="../ink/ink932.xml"/><Relationship Id="rId221" Type="http://schemas.openxmlformats.org/officeDocument/2006/relationships/image" Target="../media/image1032.png"/><Relationship Id="rId37" Type="http://schemas.openxmlformats.org/officeDocument/2006/relationships/image" Target="../media/image940.png"/><Relationship Id="rId58" Type="http://schemas.openxmlformats.org/officeDocument/2006/relationships/customXml" Target="../ink/ink953.xml"/><Relationship Id="rId79" Type="http://schemas.openxmlformats.org/officeDocument/2006/relationships/image" Target="../media/image961.png"/><Relationship Id="rId102" Type="http://schemas.openxmlformats.org/officeDocument/2006/relationships/customXml" Target="../ink/ink975.xml"/><Relationship Id="rId123" Type="http://schemas.openxmlformats.org/officeDocument/2006/relationships/image" Target="../media/image983.png"/><Relationship Id="rId144" Type="http://schemas.openxmlformats.org/officeDocument/2006/relationships/customXml" Target="../ink/ink996.xml"/><Relationship Id="rId90" Type="http://schemas.openxmlformats.org/officeDocument/2006/relationships/customXml" Target="../ink/ink969.xml"/><Relationship Id="rId165" Type="http://schemas.openxmlformats.org/officeDocument/2006/relationships/image" Target="../media/image1004.png"/><Relationship Id="rId186" Type="http://schemas.openxmlformats.org/officeDocument/2006/relationships/customXml" Target="../ink/ink1017.xml"/><Relationship Id="rId211" Type="http://schemas.openxmlformats.org/officeDocument/2006/relationships/image" Target="../media/image1027.png"/><Relationship Id="rId232" Type="http://schemas.openxmlformats.org/officeDocument/2006/relationships/customXml" Target="../ink/ink1040.xml"/><Relationship Id="rId27" Type="http://schemas.openxmlformats.org/officeDocument/2006/relationships/image" Target="../media/image935.png"/><Relationship Id="rId48" Type="http://schemas.openxmlformats.org/officeDocument/2006/relationships/customXml" Target="../ink/ink948.xml"/><Relationship Id="rId69" Type="http://schemas.openxmlformats.org/officeDocument/2006/relationships/image" Target="../media/image956.png"/><Relationship Id="rId113" Type="http://schemas.openxmlformats.org/officeDocument/2006/relationships/image" Target="../media/image978.png"/><Relationship Id="rId134" Type="http://schemas.openxmlformats.org/officeDocument/2006/relationships/customXml" Target="../ink/ink991.xml"/><Relationship Id="rId80" Type="http://schemas.openxmlformats.org/officeDocument/2006/relationships/customXml" Target="../ink/ink964.xml"/><Relationship Id="rId155" Type="http://schemas.openxmlformats.org/officeDocument/2006/relationships/image" Target="../media/image999.png"/><Relationship Id="rId176" Type="http://schemas.openxmlformats.org/officeDocument/2006/relationships/customXml" Target="../ink/ink1012.xml"/><Relationship Id="rId197" Type="http://schemas.openxmlformats.org/officeDocument/2006/relationships/image" Target="../media/image1020.png"/><Relationship Id="rId201" Type="http://schemas.openxmlformats.org/officeDocument/2006/relationships/image" Target="../media/image1022.png"/><Relationship Id="rId222" Type="http://schemas.openxmlformats.org/officeDocument/2006/relationships/customXml" Target="../ink/ink1035.xml"/><Relationship Id="rId17" Type="http://schemas.openxmlformats.org/officeDocument/2006/relationships/image" Target="../media/image930.png"/><Relationship Id="rId38" Type="http://schemas.openxmlformats.org/officeDocument/2006/relationships/customXml" Target="../ink/ink943.xml"/><Relationship Id="rId59" Type="http://schemas.openxmlformats.org/officeDocument/2006/relationships/image" Target="../media/image951.png"/><Relationship Id="rId103" Type="http://schemas.openxmlformats.org/officeDocument/2006/relationships/image" Target="../media/image973.png"/><Relationship Id="rId124" Type="http://schemas.openxmlformats.org/officeDocument/2006/relationships/customXml" Target="../ink/ink986.xml"/><Relationship Id="rId70" Type="http://schemas.openxmlformats.org/officeDocument/2006/relationships/customXml" Target="../ink/ink959.xml"/><Relationship Id="rId91" Type="http://schemas.openxmlformats.org/officeDocument/2006/relationships/image" Target="../media/image967.png"/><Relationship Id="rId145" Type="http://schemas.openxmlformats.org/officeDocument/2006/relationships/image" Target="../media/image994.png"/><Relationship Id="rId166" Type="http://schemas.openxmlformats.org/officeDocument/2006/relationships/customXml" Target="../ink/ink1007.xml"/><Relationship Id="rId187" Type="http://schemas.openxmlformats.org/officeDocument/2006/relationships/image" Target="../media/image1015.png"/><Relationship Id="rId1" Type="http://schemas.openxmlformats.org/officeDocument/2006/relationships/slideLayout" Target="../slideLayouts/slideLayout7.xml"/><Relationship Id="rId212" Type="http://schemas.openxmlformats.org/officeDocument/2006/relationships/customXml" Target="../ink/ink1030.xml"/><Relationship Id="rId233" Type="http://schemas.openxmlformats.org/officeDocument/2006/relationships/image" Target="../media/image1038.png"/><Relationship Id="rId28" Type="http://schemas.openxmlformats.org/officeDocument/2006/relationships/customXml" Target="../ink/ink938.xml"/><Relationship Id="rId49" Type="http://schemas.openxmlformats.org/officeDocument/2006/relationships/image" Target="../media/image946.png"/><Relationship Id="rId114" Type="http://schemas.openxmlformats.org/officeDocument/2006/relationships/customXml" Target="../ink/ink981.xml"/><Relationship Id="rId60" Type="http://schemas.openxmlformats.org/officeDocument/2006/relationships/customXml" Target="../ink/ink954.xml"/><Relationship Id="rId81" Type="http://schemas.openxmlformats.org/officeDocument/2006/relationships/image" Target="../media/image962.png"/><Relationship Id="rId135" Type="http://schemas.openxmlformats.org/officeDocument/2006/relationships/image" Target="../media/image989.png"/><Relationship Id="rId156" Type="http://schemas.openxmlformats.org/officeDocument/2006/relationships/customXml" Target="../ink/ink1002.xml"/><Relationship Id="rId177" Type="http://schemas.openxmlformats.org/officeDocument/2006/relationships/image" Target="../media/image1010.png"/><Relationship Id="rId198" Type="http://schemas.openxmlformats.org/officeDocument/2006/relationships/customXml" Target="../ink/ink1023.xml"/><Relationship Id="rId202" Type="http://schemas.openxmlformats.org/officeDocument/2006/relationships/customXml" Target="../ink/ink1025.xml"/><Relationship Id="rId223" Type="http://schemas.openxmlformats.org/officeDocument/2006/relationships/image" Target="../media/image1033.png"/><Relationship Id="rId18" Type="http://schemas.openxmlformats.org/officeDocument/2006/relationships/customXml" Target="../ink/ink933.xml"/><Relationship Id="rId39" Type="http://schemas.openxmlformats.org/officeDocument/2006/relationships/image" Target="../media/image941.png"/><Relationship Id="rId50" Type="http://schemas.openxmlformats.org/officeDocument/2006/relationships/customXml" Target="../ink/ink949.xml"/><Relationship Id="rId104" Type="http://schemas.openxmlformats.org/officeDocument/2006/relationships/customXml" Target="../ink/ink976.xml"/><Relationship Id="rId125" Type="http://schemas.openxmlformats.org/officeDocument/2006/relationships/image" Target="../media/image984.png"/><Relationship Id="rId146" Type="http://schemas.openxmlformats.org/officeDocument/2006/relationships/customXml" Target="../ink/ink997.xml"/><Relationship Id="rId167" Type="http://schemas.openxmlformats.org/officeDocument/2006/relationships/image" Target="../media/image1005.png"/><Relationship Id="rId188" Type="http://schemas.openxmlformats.org/officeDocument/2006/relationships/customXml" Target="../ink/ink1018.xml"/><Relationship Id="rId71" Type="http://schemas.openxmlformats.org/officeDocument/2006/relationships/image" Target="../media/image957.png"/><Relationship Id="rId92" Type="http://schemas.openxmlformats.org/officeDocument/2006/relationships/customXml" Target="../ink/ink970.xml"/><Relationship Id="rId213" Type="http://schemas.openxmlformats.org/officeDocument/2006/relationships/image" Target="../media/image1028.png"/><Relationship Id="rId234" Type="http://schemas.openxmlformats.org/officeDocument/2006/relationships/customXml" Target="../ink/ink1041.xml"/><Relationship Id="rId2" Type="http://schemas.openxmlformats.org/officeDocument/2006/relationships/customXml" Target="../ink/ink925.xml"/><Relationship Id="rId29" Type="http://schemas.openxmlformats.org/officeDocument/2006/relationships/image" Target="../media/image936.png"/><Relationship Id="rId40" Type="http://schemas.openxmlformats.org/officeDocument/2006/relationships/customXml" Target="../ink/ink944.xml"/><Relationship Id="rId115" Type="http://schemas.openxmlformats.org/officeDocument/2006/relationships/image" Target="../media/image979.png"/><Relationship Id="rId136" Type="http://schemas.openxmlformats.org/officeDocument/2006/relationships/customXml" Target="../ink/ink992.xml"/><Relationship Id="rId157" Type="http://schemas.openxmlformats.org/officeDocument/2006/relationships/image" Target="../media/image1000.png"/><Relationship Id="rId178" Type="http://schemas.openxmlformats.org/officeDocument/2006/relationships/customXml" Target="../ink/ink1013.xml"/><Relationship Id="rId61" Type="http://schemas.openxmlformats.org/officeDocument/2006/relationships/image" Target="../media/image952.png"/><Relationship Id="rId82" Type="http://schemas.openxmlformats.org/officeDocument/2006/relationships/customXml" Target="../ink/ink965.xml"/><Relationship Id="rId199" Type="http://schemas.openxmlformats.org/officeDocument/2006/relationships/image" Target="../media/image1021.png"/><Relationship Id="rId203" Type="http://schemas.openxmlformats.org/officeDocument/2006/relationships/image" Target="../media/image1023.png"/><Relationship Id="rId19" Type="http://schemas.openxmlformats.org/officeDocument/2006/relationships/image" Target="../media/image931.png"/><Relationship Id="rId224" Type="http://schemas.openxmlformats.org/officeDocument/2006/relationships/customXml" Target="../ink/ink1036.xml"/><Relationship Id="rId30" Type="http://schemas.openxmlformats.org/officeDocument/2006/relationships/customXml" Target="../ink/ink939.xml"/><Relationship Id="rId105" Type="http://schemas.openxmlformats.org/officeDocument/2006/relationships/image" Target="../media/image974.png"/><Relationship Id="rId126" Type="http://schemas.openxmlformats.org/officeDocument/2006/relationships/customXml" Target="../ink/ink987.xml"/><Relationship Id="rId147" Type="http://schemas.openxmlformats.org/officeDocument/2006/relationships/image" Target="../media/image995.png"/><Relationship Id="rId168" Type="http://schemas.openxmlformats.org/officeDocument/2006/relationships/customXml" Target="../ink/ink1008.xml"/><Relationship Id="rId51" Type="http://schemas.openxmlformats.org/officeDocument/2006/relationships/image" Target="../media/image947.png"/><Relationship Id="rId72" Type="http://schemas.openxmlformats.org/officeDocument/2006/relationships/customXml" Target="../ink/ink960.xml"/><Relationship Id="rId93" Type="http://schemas.openxmlformats.org/officeDocument/2006/relationships/image" Target="../media/image968.png"/><Relationship Id="rId189" Type="http://schemas.openxmlformats.org/officeDocument/2006/relationships/image" Target="../media/image1016.png"/><Relationship Id="rId3" Type="http://schemas.openxmlformats.org/officeDocument/2006/relationships/image" Target="../media/image923.png"/><Relationship Id="rId214" Type="http://schemas.openxmlformats.org/officeDocument/2006/relationships/customXml" Target="../ink/ink1031.xml"/><Relationship Id="rId235" Type="http://schemas.openxmlformats.org/officeDocument/2006/relationships/image" Target="../media/image1039.png"/><Relationship Id="rId116" Type="http://schemas.openxmlformats.org/officeDocument/2006/relationships/customXml" Target="../ink/ink982.xml"/><Relationship Id="rId137" Type="http://schemas.openxmlformats.org/officeDocument/2006/relationships/image" Target="../media/image990.png"/><Relationship Id="rId158" Type="http://schemas.openxmlformats.org/officeDocument/2006/relationships/customXml" Target="../ink/ink1003.xml"/></Relationships>
</file>

<file path=ppt/slides/_rels/slide13.xml.rels><?xml version="1.0" encoding="UTF-8" standalone="yes"?>
<Relationships xmlns="http://schemas.openxmlformats.org/package/2006/relationships"><Relationship Id="rId117" Type="http://schemas.openxmlformats.org/officeDocument/2006/relationships/image" Target="../media/image1097.png"/><Relationship Id="rId299" Type="http://schemas.openxmlformats.org/officeDocument/2006/relationships/image" Target="../media/image1188.png"/><Relationship Id="rId21" Type="http://schemas.openxmlformats.org/officeDocument/2006/relationships/image" Target="../media/image1049.png"/><Relationship Id="rId63" Type="http://schemas.openxmlformats.org/officeDocument/2006/relationships/image" Target="../media/image1070.png"/><Relationship Id="rId159" Type="http://schemas.openxmlformats.org/officeDocument/2006/relationships/image" Target="../media/image1118.png"/><Relationship Id="rId170" Type="http://schemas.openxmlformats.org/officeDocument/2006/relationships/customXml" Target="../ink/ink1126.xml"/><Relationship Id="rId226" Type="http://schemas.openxmlformats.org/officeDocument/2006/relationships/customXml" Target="../ink/ink1154.xml"/><Relationship Id="rId268" Type="http://schemas.openxmlformats.org/officeDocument/2006/relationships/customXml" Target="../ink/ink1175.xml"/><Relationship Id="rId32" Type="http://schemas.openxmlformats.org/officeDocument/2006/relationships/customXml" Target="../ink/ink1057.xml"/><Relationship Id="rId74" Type="http://schemas.openxmlformats.org/officeDocument/2006/relationships/customXml" Target="../ink/ink1078.xml"/><Relationship Id="rId128" Type="http://schemas.openxmlformats.org/officeDocument/2006/relationships/customXml" Target="../ink/ink1105.xml"/><Relationship Id="rId5" Type="http://schemas.openxmlformats.org/officeDocument/2006/relationships/image" Target="../media/image1041.png"/><Relationship Id="rId181" Type="http://schemas.openxmlformats.org/officeDocument/2006/relationships/image" Target="../media/image1129.png"/><Relationship Id="rId237" Type="http://schemas.openxmlformats.org/officeDocument/2006/relationships/image" Target="../media/image1157.png"/><Relationship Id="rId279" Type="http://schemas.openxmlformats.org/officeDocument/2006/relationships/image" Target="../media/image1178.png"/><Relationship Id="rId43" Type="http://schemas.openxmlformats.org/officeDocument/2006/relationships/image" Target="../media/image1060.png"/><Relationship Id="rId139" Type="http://schemas.openxmlformats.org/officeDocument/2006/relationships/image" Target="../media/image1108.png"/><Relationship Id="rId290" Type="http://schemas.openxmlformats.org/officeDocument/2006/relationships/customXml" Target="../ink/ink1186.xml"/><Relationship Id="rId304" Type="http://schemas.openxmlformats.org/officeDocument/2006/relationships/customXml" Target="../ink/ink1193.xml"/><Relationship Id="rId85" Type="http://schemas.openxmlformats.org/officeDocument/2006/relationships/image" Target="../media/image1081.png"/><Relationship Id="rId150" Type="http://schemas.openxmlformats.org/officeDocument/2006/relationships/customXml" Target="../ink/ink1116.xml"/><Relationship Id="rId192" Type="http://schemas.openxmlformats.org/officeDocument/2006/relationships/customXml" Target="../ink/ink1137.xml"/><Relationship Id="rId206" Type="http://schemas.openxmlformats.org/officeDocument/2006/relationships/customXml" Target="../ink/ink1144.xml"/><Relationship Id="rId248" Type="http://schemas.openxmlformats.org/officeDocument/2006/relationships/customXml" Target="../ink/ink1165.xml"/><Relationship Id="rId12" Type="http://schemas.openxmlformats.org/officeDocument/2006/relationships/customXml" Target="../ink/ink1047.xml"/><Relationship Id="rId108" Type="http://schemas.openxmlformats.org/officeDocument/2006/relationships/customXml" Target="../ink/ink1095.xml"/><Relationship Id="rId315" Type="http://schemas.openxmlformats.org/officeDocument/2006/relationships/image" Target="../media/image1196.png"/><Relationship Id="rId54" Type="http://schemas.openxmlformats.org/officeDocument/2006/relationships/customXml" Target="../ink/ink1068.xml"/><Relationship Id="rId96" Type="http://schemas.openxmlformats.org/officeDocument/2006/relationships/customXml" Target="../ink/ink1089.xml"/><Relationship Id="rId161" Type="http://schemas.openxmlformats.org/officeDocument/2006/relationships/image" Target="../media/image1119.png"/><Relationship Id="rId217" Type="http://schemas.openxmlformats.org/officeDocument/2006/relationships/image" Target="../media/image1147.png"/><Relationship Id="rId259" Type="http://schemas.openxmlformats.org/officeDocument/2006/relationships/image" Target="../media/image1168.png"/><Relationship Id="rId23" Type="http://schemas.openxmlformats.org/officeDocument/2006/relationships/image" Target="../media/image1050.png"/><Relationship Id="rId119" Type="http://schemas.openxmlformats.org/officeDocument/2006/relationships/image" Target="../media/image1098.png"/><Relationship Id="rId270" Type="http://schemas.openxmlformats.org/officeDocument/2006/relationships/customXml" Target="../ink/ink1176.xml"/><Relationship Id="rId65" Type="http://schemas.openxmlformats.org/officeDocument/2006/relationships/image" Target="../media/image1071.png"/><Relationship Id="rId130" Type="http://schemas.openxmlformats.org/officeDocument/2006/relationships/customXml" Target="../ink/ink1106.xml"/><Relationship Id="rId172" Type="http://schemas.openxmlformats.org/officeDocument/2006/relationships/customXml" Target="../ink/ink1127.xml"/><Relationship Id="rId193" Type="http://schemas.openxmlformats.org/officeDocument/2006/relationships/image" Target="../media/image1135.png"/><Relationship Id="rId207" Type="http://schemas.openxmlformats.org/officeDocument/2006/relationships/image" Target="../media/image1142.png"/><Relationship Id="rId228" Type="http://schemas.openxmlformats.org/officeDocument/2006/relationships/customXml" Target="../ink/ink1155.xml"/><Relationship Id="rId249" Type="http://schemas.openxmlformats.org/officeDocument/2006/relationships/image" Target="../media/image1163.png"/><Relationship Id="rId13" Type="http://schemas.openxmlformats.org/officeDocument/2006/relationships/image" Target="../media/image1045.png"/><Relationship Id="rId109" Type="http://schemas.openxmlformats.org/officeDocument/2006/relationships/image" Target="../media/image1093.png"/><Relationship Id="rId260" Type="http://schemas.openxmlformats.org/officeDocument/2006/relationships/customXml" Target="../ink/ink1171.xml"/><Relationship Id="rId281" Type="http://schemas.openxmlformats.org/officeDocument/2006/relationships/image" Target="../media/image1179.png"/><Relationship Id="rId34" Type="http://schemas.openxmlformats.org/officeDocument/2006/relationships/customXml" Target="../ink/ink1058.xml"/><Relationship Id="rId55" Type="http://schemas.openxmlformats.org/officeDocument/2006/relationships/image" Target="../media/image1066.png"/><Relationship Id="rId76" Type="http://schemas.openxmlformats.org/officeDocument/2006/relationships/customXml" Target="../ink/ink1079.xml"/><Relationship Id="rId97" Type="http://schemas.openxmlformats.org/officeDocument/2006/relationships/image" Target="../media/image1087.png"/><Relationship Id="rId120" Type="http://schemas.openxmlformats.org/officeDocument/2006/relationships/customXml" Target="../ink/ink1101.xml"/><Relationship Id="rId141" Type="http://schemas.openxmlformats.org/officeDocument/2006/relationships/image" Target="../media/image1109.png"/><Relationship Id="rId7" Type="http://schemas.openxmlformats.org/officeDocument/2006/relationships/image" Target="../media/image1042.png"/><Relationship Id="rId162" Type="http://schemas.openxmlformats.org/officeDocument/2006/relationships/customXml" Target="../ink/ink1122.xml"/><Relationship Id="rId183" Type="http://schemas.openxmlformats.org/officeDocument/2006/relationships/image" Target="../media/image1130.png"/><Relationship Id="rId218" Type="http://schemas.openxmlformats.org/officeDocument/2006/relationships/customXml" Target="../ink/ink1150.xml"/><Relationship Id="rId239" Type="http://schemas.openxmlformats.org/officeDocument/2006/relationships/image" Target="../media/image1158.png"/><Relationship Id="rId250" Type="http://schemas.openxmlformats.org/officeDocument/2006/relationships/customXml" Target="../ink/ink1166.xml"/><Relationship Id="rId271" Type="http://schemas.openxmlformats.org/officeDocument/2006/relationships/image" Target="../media/image1174.png"/><Relationship Id="rId292" Type="http://schemas.openxmlformats.org/officeDocument/2006/relationships/customXml" Target="../ink/ink1187.xml"/><Relationship Id="rId306" Type="http://schemas.openxmlformats.org/officeDocument/2006/relationships/customXml" Target="../ink/ink1194.xml"/><Relationship Id="rId24" Type="http://schemas.openxmlformats.org/officeDocument/2006/relationships/customXml" Target="../ink/ink1053.xml"/><Relationship Id="rId45" Type="http://schemas.openxmlformats.org/officeDocument/2006/relationships/image" Target="../media/image1061.png"/><Relationship Id="rId66" Type="http://schemas.openxmlformats.org/officeDocument/2006/relationships/customXml" Target="../ink/ink1074.xml"/><Relationship Id="rId87" Type="http://schemas.openxmlformats.org/officeDocument/2006/relationships/image" Target="../media/image1082.png"/><Relationship Id="rId110" Type="http://schemas.openxmlformats.org/officeDocument/2006/relationships/customXml" Target="../ink/ink1096.xml"/><Relationship Id="rId131" Type="http://schemas.openxmlformats.org/officeDocument/2006/relationships/image" Target="../media/image1104.png"/><Relationship Id="rId152" Type="http://schemas.openxmlformats.org/officeDocument/2006/relationships/customXml" Target="../ink/ink1117.xml"/><Relationship Id="rId173" Type="http://schemas.openxmlformats.org/officeDocument/2006/relationships/image" Target="../media/image1125.png"/><Relationship Id="rId194" Type="http://schemas.openxmlformats.org/officeDocument/2006/relationships/customXml" Target="../ink/ink1138.xml"/><Relationship Id="rId208" Type="http://schemas.openxmlformats.org/officeDocument/2006/relationships/customXml" Target="../ink/ink1145.xml"/><Relationship Id="rId229" Type="http://schemas.openxmlformats.org/officeDocument/2006/relationships/image" Target="../media/image1153.png"/><Relationship Id="rId240" Type="http://schemas.openxmlformats.org/officeDocument/2006/relationships/customXml" Target="../ink/ink1161.xml"/><Relationship Id="rId261" Type="http://schemas.openxmlformats.org/officeDocument/2006/relationships/image" Target="../media/image1169.png"/><Relationship Id="rId14" Type="http://schemas.openxmlformats.org/officeDocument/2006/relationships/customXml" Target="../ink/ink1048.xml"/><Relationship Id="rId35" Type="http://schemas.openxmlformats.org/officeDocument/2006/relationships/image" Target="../media/image1056.png"/><Relationship Id="rId56" Type="http://schemas.openxmlformats.org/officeDocument/2006/relationships/customXml" Target="../ink/ink1069.xml"/><Relationship Id="rId77" Type="http://schemas.openxmlformats.org/officeDocument/2006/relationships/image" Target="../media/image1077.png"/><Relationship Id="rId100" Type="http://schemas.openxmlformats.org/officeDocument/2006/relationships/customXml" Target="../ink/ink1091.xml"/><Relationship Id="rId282" Type="http://schemas.openxmlformats.org/officeDocument/2006/relationships/customXml" Target="../ink/ink1182.xml"/><Relationship Id="rId8" Type="http://schemas.openxmlformats.org/officeDocument/2006/relationships/customXml" Target="../ink/ink1045.xml"/><Relationship Id="rId98" Type="http://schemas.openxmlformats.org/officeDocument/2006/relationships/customXml" Target="../ink/ink1090.xml"/><Relationship Id="rId121" Type="http://schemas.openxmlformats.org/officeDocument/2006/relationships/image" Target="../media/image1099.png"/><Relationship Id="rId142" Type="http://schemas.openxmlformats.org/officeDocument/2006/relationships/customXml" Target="../ink/ink1112.xml"/><Relationship Id="rId163" Type="http://schemas.openxmlformats.org/officeDocument/2006/relationships/image" Target="../media/image1120.png"/><Relationship Id="rId184" Type="http://schemas.openxmlformats.org/officeDocument/2006/relationships/customXml" Target="../ink/ink1133.xml"/><Relationship Id="rId219" Type="http://schemas.openxmlformats.org/officeDocument/2006/relationships/image" Target="../media/image1148.png"/><Relationship Id="rId230" Type="http://schemas.openxmlformats.org/officeDocument/2006/relationships/customXml" Target="../ink/ink1156.xml"/><Relationship Id="rId251" Type="http://schemas.openxmlformats.org/officeDocument/2006/relationships/image" Target="../media/image1164.png"/><Relationship Id="rId25" Type="http://schemas.openxmlformats.org/officeDocument/2006/relationships/image" Target="../media/image1051.png"/><Relationship Id="rId46" Type="http://schemas.openxmlformats.org/officeDocument/2006/relationships/customXml" Target="../ink/ink1064.xml"/><Relationship Id="rId67" Type="http://schemas.openxmlformats.org/officeDocument/2006/relationships/image" Target="../media/image1072.png"/><Relationship Id="rId272" Type="http://schemas.openxmlformats.org/officeDocument/2006/relationships/customXml" Target="../ink/ink1177.xml"/><Relationship Id="rId293" Type="http://schemas.openxmlformats.org/officeDocument/2006/relationships/image" Target="../media/image1185.png"/><Relationship Id="rId307" Type="http://schemas.openxmlformats.org/officeDocument/2006/relationships/image" Target="../media/image1192.png"/><Relationship Id="rId88" Type="http://schemas.openxmlformats.org/officeDocument/2006/relationships/customXml" Target="../ink/ink1085.xml"/><Relationship Id="rId111" Type="http://schemas.openxmlformats.org/officeDocument/2006/relationships/image" Target="../media/image1094.png"/><Relationship Id="rId132" Type="http://schemas.openxmlformats.org/officeDocument/2006/relationships/customXml" Target="../ink/ink1107.xml"/><Relationship Id="rId153" Type="http://schemas.openxmlformats.org/officeDocument/2006/relationships/image" Target="../media/image1115.png"/><Relationship Id="rId174" Type="http://schemas.openxmlformats.org/officeDocument/2006/relationships/customXml" Target="../ink/ink1128.xml"/><Relationship Id="rId195" Type="http://schemas.openxmlformats.org/officeDocument/2006/relationships/image" Target="../media/image1136.png"/><Relationship Id="rId209" Type="http://schemas.openxmlformats.org/officeDocument/2006/relationships/image" Target="../media/image1143.png"/><Relationship Id="rId220" Type="http://schemas.openxmlformats.org/officeDocument/2006/relationships/customXml" Target="../ink/ink1151.xml"/><Relationship Id="rId241" Type="http://schemas.openxmlformats.org/officeDocument/2006/relationships/image" Target="../media/image1159.png"/><Relationship Id="rId15" Type="http://schemas.openxmlformats.org/officeDocument/2006/relationships/image" Target="../media/image1046.png"/><Relationship Id="rId36" Type="http://schemas.openxmlformats.org/officeDocument/2006/relationships/customXml" Target="../ink/ink1059.xml"/><Relationship Id="rId57" Type="http://schemas.openxmlformats.org/officeDocument/2006/relationships/image" Target="../media/image1067.png"/><Relationship Id="rId262" Type="http://schemas.openxmlformats.org/officeDocument/2006/relationships/customXml" Target="../ink/ink1172.xml"/><Relationship Id="rId283" Type="http://schemas.openxmlformats.org/officeDocument/2006/relationships/image" Target="../media/image1180.png"/><Relationship Id="rId78" Type="http://schemas.openxmlformats.org/officeDocument/2006/relationships/customXml" Target="../ink/ink1080.xml"/><Relationship Id="rId99" Type="http://schemas.openxmlformats.org/officeDocument/2006/relationships/image" Target="../media/image1088.png"/><Relationship Id="rId101" Type="http://schemas.openxmlformats.org/officeDocument/2006/relationships/image" Target="../media/image1089.png"/><Relationship Id="rId122" Type="http://schemas.openxmlformats.org/officeDocument/2006/relationships/customXml" Target="../ink/ink1102.xml"/><Relationship Id="rId143" Type="http://schemas.openxmlformats.org/officeDocument/2006/relationships/image" Target="../media/image1110.png"/><Relationship Id="rId164" Type="http://schemas.openxmlformats.org/officeDocument/2006/relationships/customXml" Target="../ink/ink1123.xml"/><Relationship Id="rId185" Type="http://schemas.openxmlformats.org/officeDocument/2006/relationships/image" Target="../media/image1131.png"/><Relationship Id="rId9" Type="http://schemas.openxmlformats.org/officeDocument/2006/relationships/image" Target="../media/image1043.png"/><Relationship Id="rId210" Type="http://schemas.openxmlformats.org/officeDocument/2006/relationships/customXml" Target="../ink/ink1146.xml"/><Relationship Id="rId26" Type="http://schemas.openxmlformats.org/officeDocument/2006/relationships/customXml" Target="../ink/ink1054.xml"/><Relationship Id="rId231" Type="http://schemas.openxmlformats.org/officeDocument/2006/relationships/image" Target="../media/image1154.png"/><Relationship Id="rId252" Type="http://schemas.openxmlformats.org/officeDocument/2006/relationships/customXml" Target="../ink/ink1167.xml"/><Relationship Id="rId273" Type="http://schemas.openxmlformats.org/officeDocument/2006/relationships/image" Target="../media/image1175.png"/><Relationship Id="rId294" Type="http://schemas.openxmlformats.org/officeDocument/2006/relationships/customXml" Target="../ink/ink1188.xml"/><Relationship Id="rId308" Type="http://schemas.openxmlformats.org/officeDocument/2006/relationships/customXml" Target="../ink/ink1195.xml"/><Relationship Id="rId47" Type="http://schemas.openxmlformats.org/officeDocument/2006/relationships/image" Target="../media/image1062.png"/><Relationship Id="rId68" Type="http://schemas.openxmlformats.org/officeDocument/2006/relationships/customXml" Target="../ink/ink1075.xml"/><Relationship Id="rId89" Type="http://schemas.openxmlformats.org/officeDocument/2006/relationships/image" Target="../media/image1083.png"/><Relationship Id="rId112" Type="http://schemas.openxmlformats.org/officeDocument/2006/relationships/customXml" Target="../ink/ink1097.xml"/><Relationship Id="rId133" Type="http://schemas.openxmlformats.org/officeDocument/2006/relationships/image" Target="../media/image1105.png"/><Relationship Id="rId154" Type="http://schemas.openxmlformats.org/officeDocument/2006/relationships/customXml" Target="../ink/ink1118.xml"/><Relationship Id="rId175" Type="http://schemas.openxmlformats.org/officeDocument/2006/relationships/image" Target="../media/image1126.png"/><Relationship Id="rId196" Type="http://schemas.openxmlformats.org/officeDocument/2006/relationships/customXml" Target="../ink/ink1139.xml"/><Relationship Id="rId200" Type="http://schemas.openxmlformats.org/officeDocument/2006/relationships/customXml" Target="../ink/ink1141.xml"/><Relationship Id="rId16" Type="http://schemas.openxmlformats.org/officeDocument/2006/relationships/customXml" Target="../ink/ink1049.xml"/><Relationship Id="rId221" Type="http://schemas.openxmlformats.org/officeDocument/2006/relationships/image" Target="../media/image1149.png"/><Relationship Id="rId242" Type="http://schemas.openxmlformats.org/officeDocument/2006/relationships/customXml" Target="../ink/ink1162.xml"/><Relationship Id="rId263" Type="http://schemas.openxmlformats.org/officeDocument/2006/relationships/image" Target="../media/image1170.png"/><Relationship Id="rId284" Type="http://schemas.openxmlformats.org/officeDocument/2006/relationships/customXml" Target="../ink/ink1183.xml"/><Relationship Id="rId37" Type="http://schemas.openxmlformats.org/officeDocument/2006/relationships/image" Target="../media/image1057.png"/><Relationship Id="rId58" Type="http://schemas.openxmlformats.org/officeDocument/2006/relationships/customXml" Target="../ink/ink1070.xml"/><Relationship Id="rId79" Type="http://schemas.openxmlformats.org/officeDocument/2006/relationships/image" Target="../media/image1078.png"/><Relationship Id="rId102" Type="http://schemas.openxmlformats.org/officeDocument/2006/relationships/customXml" Target="../ink/ink1092.xml"/><Relationship Id="rId123" Type="http://schemas.openxmlformats.org/officeDocument/2006/relationships/image" Target="../media/image1100.png"/><Relationship Id="rId144" Type="http://schemas.openxmlformats.org/officeDocument/2006/relationships/customXml" Target="../ink/ink1113.xml"/><Relationship Id="rId90" Type="http://schemas.openxmlformats.org/officeDocument/2006/relationships/customXml" Target="../ink/ink1086.xml"/><Relationship Id="rId165" Type="http://schemas.openxmlformats.org/officeDocument/2006/relationships/image" Target="../media/image1121.png"/><Relationship Id="rId186" Type="http://schemas.openxmlformats.org/officeDocument/2006/relationships/customXml" Target="../ink/ink1134.xml"/><Relationship Id="rId211" Type="http://schemas.openxmlformats.org/officeDocument/2006/relationships/image" Target="../media/image1144.png"/><Relationship Id="rId232" Type="http://schemas.openxmlformats.org/officeDocument/2006/relationships/customXml" Target="../ink/ink1157.xml"/><Relationship Id="rId253" Type="http://schemas.openxmlformats.org/officeDocument/2006/relationships/image" Target="../media/image1165.png"/><Relationship Id="rId274" Type="http://schemas.openxmlformats.org/officeDocument/2006/relationships/customXml" Target="../ink/ink1178.xml"/><Relationship Id="rId295" Type="http://schemas.openxmlformats.org/officeDocument/2006/relationships/image" Target="../media/image1186.png"/><Relationship Id="rId309" Type="http://schemas.openxmlformats.org/officeDocument/2006/relationships/image" Target="../media/image1193.png"/><Relationship Id="rId27" Type="http://schemas.openxmlformats.org/officeDocument/2006/relationships/image" Target="../media/image1052.png"/><Relationship Id="rId48" Type="http://schemas.openxmlformats.org/officeDocument/2006/relationships/customXml" Target="../ink/ink1065.xml"/><Relationship Id="rId69" Type="http://schemas.openxmlformats.org/officeDocument/2006/relationships/image" Target="../media/image1073.png"/><Relationship Id="rId113" Type="http://schemas.openxmlformats.org/officeDocument/2006/relationships/image" Target="../media/image1095.png"/><Relationship Id="rId134" Type="http://schemas.openxmlformats.org/officeDocument/2006/relationships/customXml" Target="../ink/ink1108.xml"/><Relationship Id="rId80" Type="http://schemas.openxmlformats.org/officeDocument/2006/relationships/customXml" Target="../ink/ink1081.xml"/><Relationship Id="rId155" Type="http://schemas.openxmlformats.org/officeDocument/2006/relationships/image" Target="../media/image1116.png"/><Relationship Id="rId176" Type="http://schemas.openxmlformats.org/officeDocument/2006/relationships/customXml" Target="../ink/ink1129.xml"/><Relationship Id="rId197" Type="http://schemas.openxmlformats.org/officeDocument/2006/relationships/image" Target="../media/image1137.png"/><Relationship Id="rId201" Type="http://schemas.openxmlformats.org/officeDocument/2006/relationships/image" Target="../media/image1139.png"/><Relationship Id="rId222" Type="http://schemas.openxmlformats.org/officeDocument/2006/relationships/customXml" Target="../ink/ink1152.xml"/><Relationship Id="rId243" Type="http://schemas.openxmlformats.org/officeDocument/2006/relationships/image" Target="../media/image1160.png"/><Relationship Id="rId264" Type="http://schemas.openxmlformats.org/officeDocument/2006/relationships/customXml" Target="../ink/ink1173.xml"/><Relationship Id="rId285" Type="http://schemas.openxmlformats.org/officeDocument/2006/relationships/image" Target="../media/image1181.png"/><Relationship Id="rId17" Type="http://schemas.openxmlformats.org/officeDocument/2006/relationships/image" Target="../media/image1047.png"/><Relationship Id="rId38" Type="http://schemas.openxmlformats.org/officeDocument/2006/relationships/customXml" Target="../ink/ink1060.xml"/><Relationship Id="rId59" Type="http://schemas.openxmlformats.org/officeDocument/2006/relationships/image" Target="../media/image1068.png"/><Relationship Id="rId103" Type="http://schemas.openxmlformats.org/officeDocument/2006/relationships/image" Target="../media/image1090.png"/><Relationship Id="rId124" Type="http://schemas.openxmlformats.org/officeDocument/2006/relationships/customXml" Target="../ink/ink1103.xml"/><Relationship Id="rId310" Type="http://schemas.openxmlformats.org/officeDocument/2006/relationships/customXml" Target="../ink/ink1196.xml"/><Relationship Id="rId70" Type="http://schemas.openxmlformats.org/officeDocument/2006/relationships/customXml" Target="../ink/ink1076.xml"/><Relationship Id="rId91" Type="http://schemas.openxmlformats.org/officeDocument/2006/relationships/image" Target="../media/image1084.png"/><Relationship Id="rId145" Type="http://schemas.openxmlformats.org/officeDocument/2006/relationships/image" Target="../media/image1111.png"/><Relationship Id="rId166" Type="http://schemas.openxmlformats.org/officeDocument/2006/relationships/customXml" Target="../ink/ink1124.xml"/><Relationship Id="rId187" Type="http://schemas.openxmlformats.org/officeDocument/2006/relationships/image" Target="../media/image1132.png"/><Relationship Id="rId1" Type="http://schemas.openxmlformats.org/officeDocument/2006/relationships/slideLayout" Target="../slideLayouts/slideLayout7.xml"/><Relationship Id="rId212" Type="http://schemas.openxmlformats.org/officeDocument/2006/relationships/customXml" Target="../ink/ink1147.xml"/><Relationship Id="rId233" Type="http://schemas.openxmlformats.org/officeDocument/2006/relationships/image" Target="../media/image1155.png"/><Relationship Id="rId254" Type="http://schemas.openxmlformats.org/officeDocument/2006/relationships/customXml" Target="../ink/ink1168.xml"/><Relationship Id="rId28" Type="http://schemas.openxmlformats.org/officeDocument/2006/relationships/customXml" Target="../ink/ink1055.xml"/><Relationship Id="rId49" Type="http://schemas.openxmlformats.org/officeDocument/2006/relationships/image" Target="../media/image1063.png"/><Relationship Id="rId114" Type="http://schemas.openxmlformats.org/officeDocument/2006/relationships/customXml" Target="../ink/ink1098.xml"/><Relationship Id="rId275" Type="http://schemas.openxmlformats.org/officeDocument/2006/relationships/image" Target="../media/image1176.png"/><Relationship Id="rId296" Type="http://schemas.openxmlformats.org/officeDocument/2006/relationships/customXml" Target="../ink/ink1189.xml"/><Relationship Id="rId300" Type="http://schemas.openxmlformats.org/officeDocument/2006/relationships/customXml" Target="../ink/ink1191.xml"/><Relationship Id="rId60" Type="http://schemas.openxmlformats.org/officeDocument/2006/relationships/customXml" Target="../ink/ink1071.xml"/><Relationship Id="rId81" Type="http://schemas.openxmlformats.org/officeDocument/2006/relationships/image" Target="../media/image1079.png"/><Relationship Id="rId135" Type="http://schemas.openxmlformats.org/officeDocument/2006/relationships/image" Target="../media/image1106.png"/><Relationship Id="rId156" Type="http://schemas.openxmlformats.org/officeDocument/2006/relationships/customXml" Target="../ink/ink1119.xml"/><Relationship Id="rId177" Type="http://schemas.openxmlformats.org/officeDocument/2006/relationships/image" Target="../media/image1127.png"/><Relationship Id="rId198" Type="http://schemas.openxmlformats.org/officeDocument/2006/relationships/customXml" Target="../ink/ink1140.xml"/><Relationship Id="rId202" Type="http://schemas.openxmlformats.org/officeDocument/2006/relationships/customXml" Target="../ink/ink1142.xml"/><Relationship Id="rId223" Type="http://schemas.openxmlformats.org/officeDocument/2006/relationships/image" Target="../media/image1150.png"/><Relationship Id="rId244" Type="http://schemas.openxmlformats.org/officeDocument/2006/relationships/customXml" Target="../ink/ink1163.xml"/><Relationship Id="rId18" Type="http://schemas.openxmlformats.org/officeDocument/2006/relationships/customXml" Target="../ink/ink1050.xml"/><Relationship Id="rId39" Type="http://schemas.openxmlformats.org/officeDocument/2006/relationships/image" Target="../media/image1058.png"/><Relationship Id="rId265" Type="http://schemas.openxmlformats.org/officeDocument/2006/relationships/image" Target="../media/image1171.png"/><Relationship Id="rId286" Type="http://schemas.openxmlformats.org/officeDocument/2006/relationships/customXml" Target="../ink/ink1184.xml"/><Relationship Id="rId50" Type="http://schemas.openxmlformats.org/officeDocument/2006/relationships/customXml" Target="../ink/ink1066.xml"/><Relationship Id="rId104" Type="http://schemas.openxmlformats.org/officeDocument/2006/relationships/customXml" Target="../ink/ink1093.xml"/><Relationship Id="rId125" Type="http://schemas.openxmlformats.org/officeDocument/2006/relationships/image" Target="../media/image1101.png"/><Relationship Id="rId146" Type="http://schemas.openxmlformats.org/officeDocument/2006/relationships/customXml" Target="../ink/ink1114.xml"/><Relationship Id="rId167" Type="http://schemas.openxmlformats.org/officeDocument/2006/relationships/image" Target="../media/image1122.png"/><Relationship Id="rId188" Type="http://schemas.openxmlformats.org/officeDocument/2006/relationships/customXml" Target="../ink/ink1135.xml"/><Relationship Id="rId311" Type="http://schemas.openxmlformats.org/officeDocument/2006/relationships/image" Target="../media/image1194.png"/><Relationship Id="rId71" Type="http://schemas.openxmlformats.org/officeDocument/2006/relationships/image" Target="../media/image1074.png"/><Relationship Id="rId92" Type="http://schemas.openxmlformats.org/officeDocument/2006/relationships/customXml" Target="../ink/ink1087.xml"/><Relationship Id="rId213" Type="http://schemas.openxmlformats.org/officeDocument/2006/relationships/image" Target="../media/image1145.png"/><Relationship Id="rId234" Type="http://schemas.openxmlformats.org/officeDocument/2006/relationships/customXml" Target="../ink/ink1158.xml"/><Relationship Id="rId2" Type="http://schemas.openxmlformats.org/officeDocument/2006/relationships/customXml" Target="../ink/ink1042.xml"/><Relationship Id="rId29" Type="http://schemas.openxmlformats.org/officeDocument/2006/relationships/image" Target="../media/image1053.png"/><Relationship Id="rId255" Type="http://schemas.openxmlformats.org/officeDocument/2006/relationships/image" Target="../media/image1166.png"/><Relationship Id="rId276" Type="http://schemas.openxmlformats.org/officeDocument/2006/relationships/customXml" Target="../ink/ink1179.xml"/><Relationship Id="rId297" Type="http://schemas.openxmlformats.org/officeDocument/2006/relationships/image" Target="../media/image1187.png"/><Relationship Id="rId40" Type="http://schemas.openxmlformats.org/officeDocument/2006/relationships/customXml" Target="../ink/ink1061.xml"/><Relationship Id="rId115" Type="http://schemas.openxmlformats.org/officeDocument/2006/relationships/image" Target="../media/image1096.png"/><Relationship Id="rId136" Type="http://schemas.openxmlformats.org/officeDocument/2006/relationships/customXml" Target="../ink/ink1109.xml"/><Relationship Id="rId157" Type="http://schemas.openxmlformats.org/officeDocument/2006/relationships/image" Target="../media/image1117.png"/><Relationship Id="rId178" Type="http://schemas.openxmlformats.org/officeDocument/2006/relationships/customXml" Target="../ink/ink1130.xml"/><Relationship Id="rId301" Type="http://schemas.openxmlformats.org/officeDocument/2006/relationships/image" Target="../media/image1189.png"/><Relationship Id="rId61" Type="http://schemas.openxmlformats.org/officeDocument/2006/relationships/image" Target="../media/image1069.png"/><Relationship Id="rId82" Type="http://schemas.openxmlformats.org/officeDocument/2006/relationships/customXml" Target="../ink/ink1082.xml"/><Relationship Id="rId199" Type="http://schemas.openxmlformats.org/officeDocument/2006/relationships/image" Target="../media/image1138.png"/><Relationship Id="rId203" Type="http://schemas.openxmlformats.org/officeDocument/2006/relationships/image" Target="../media/image1140.png"/><Relationship Id="rId19" Type="http://schemas.openxmlformats.org/officeDocument/2006/relationships/image" Target="../media/image1048.png"/><Relationship Id="rId224" Type="http://schemas.openxmlformats.org/officeDocument/2006/relationships/customXml" Target="../ink/ink1153.xml"/><Relationship Id="rId245" Type="http://schemas.openxmlformats.org/officeDocument/2006/relationships/image" Target="../media/image1161.png"/><Relationship Id="rId266" Type="http://schemas.openxmlformats.org/officeDocument/2006/relationships/customXml" Target="../ink/ink1174.xml"/><Relationship Id="rId287" Type="http://schemas.openxmlformats.org/officeDocument/2006/relationships/image" Target="../media/image1182.png"/><Relationship Id="rId30" Type="http://schemas.openxmlformats.org/officeDocument/2006/relationships/customXml" Target="../ink/ink1056.xml"/><Relationship Id="rId105" Type="http://schemas.openxmlformats.org/officeDocument/2006/relationships/image" Target="../media/image1091.png"/><Relationship Id="rId126" Type="http://schemas.openxmlformats.org/officeDocument/2006/relationships/customXml" Target="../ink/ink1104.xml"/><Relationship Id="rId147" Type="http://schemas.openxmlformats.org/officeDocument/2006/relationships/image" Target="../media/image1112.png"/><Relationship Id="rId168" Type="http://schemas.openxmlformats.org/officeDocument/2006/relationships/customXml" Target="../ink/ink1125.xml"/><Relationship Id="rId312" Type="http://schemas.openxmlformats.org/officeDocument/2006/relationships/customXml" Target="../ink/ink1197.xml"/><Relationship Id="rId51" Type="http://schemas.openxmlformats.org/officeDocument/2006/relationships/image" Target="../media/image1064.png"/><Relationship Id="rId72" Type="http://schemas.openxmlformats.org/officeDocument/2006/relationships/customXml" Target="../ink/ink1077.xml"/><Relationship Id="rId93" Type="http://schemas.openxmlformats.org/officeDocument/2006/relationships/image" Target="../media/image1085.png"/><Relationship Id="rId189" Type="http://schemas.openxmlformats.org/officeDocument/2006/relationships/image" Target="../media/image1133.png"/><Relationship Id="rId3" Type="http://schemas.openxmlformats.org/officeDocument/2006/relationships/image" Target="../media/image1040.png"/><Relationship Id="rId214" Type="http://schemas.openxmlformats.org/officeDocument/2006/relationships/customXml" Target="../ink/ink1148.xml"/><Relationship Id="rId235" Type="http://schemas.openxmlformats.org/officeDocument/2006/relationships/image" Target="../media/image1156.png"/><Relationship Id="rId256" Type="http://schemas.openxmlformats.org/officeDocument/2006/relationships/customXml" Target="../ink/ink1169.xml"/><Relationship Id="rId277" Type="http://schemas.openxmlformats.org/officeDocument/2006/relationships/image" Target="../media/image1177.png"/><Relationship Id="rId298" Type="http://schemas.openxmlformats.org/officeDocument/2006/relationships/customXml" Target="../ink/ink1190.xml"/><Relationship Id="rId116" Type="http://schemas.openxmlformats.org/officeDocument/2006/relationships/customXml" Target="../ink/ink1099.xml"/><Relationship Id="rId137" Type="http://schemas.openxmlformats.org/officeDocument/2006/relationships/image" Target="../media/image1107.png"/><Relationship Id="rId158" Type="http://schemas.openxmlformats.org/officeDocument/2006/relationships/customXml" Target="../ink/ink1120.xml"/><Relationship Id="rId302" Type="http://schemas.openxmlformats.org/officeDocument/2006/relationships/customXml" Target="../ink/ink1192.xml"/><Relationship Id="rId20" Type="http://schemas.openxmlformats.org/officeDocument/2006/relationships/customXml" Target="../ink/ink1051.xml"/><Relationship Id="rId41" Type="http://schemas.openxmlformats.org/officeDocument/2006/relationships/image" Target="../media/image1059.png"/><Relationship Id="rId62" Type="http://schemas.openxmlformats.org/officeDocument/2006/relationships/customXml" Target="../ink/ink1072.xml"/><Relationship Id="rId83" Type="http://schemas.openxmlformats.org/officeDocument/2006/relationships/image" Target="../media/image1080.png"/><Relationship Id="rId179" Type="http://schemas.openxmlformats.org/officeDocument/2006/relationships/image" Target="../media/image1128.png"/><Relationship Id="rId190" Type="http://schemas.openxmlformats.org/officeDocument/2006/relationships/customXml" Target="../ink/ink1136.xml"/><Relationship Id="rId204" Type="http://schemas.openxmlformats.org/officeDocument/2006/relationships/customXml" Target="../ink/ink1143.xml"/><Relationship Id="rId225" Type="http://schemas.openxmlformats.org/officeDocument/2006/relationships/image" Target="../media/image1151.png"/><Relationship Id="rId246" Type="http://schemas.openxmlformats.org/officeDocument/2006/relationships/customXml" Target="../ink/ink1164.xml"/><Relationship Id="rId267" Type="http://schemas.openxmlformats.org/officeDocument/2006/relationships/image" Target="../media/image1172.png"/><Relationship Id="rId288" Type="http://schemas.openxmlformats.org/officeDocument/2006/relationships/customXml" Target="../ink/ink1185.xml"/><Relationship Id="rId106" Type="http://schemas.openxmlformats.org/officeDocument/2006/relationships/customXml" Target="../ink/ink1094.xml"/><Relationship Id="rId127" Type="http://schemas.openxmlformats.org/officeDocument/2006/relationships/image" Target="../media/image1102.png"/><Relationship Id="rId313" Type="http://schemas.openxmlformats.org/officeDocument/2006/relationships/image" Target="../media/image1195.png"/><Relationship Id="rId10" Type="http://schemas.openxmlformats.org/officeDocument/2006/relationships/customXml" Target="../ink/ink1046.xml"/><Relationship Id="rId31" Type="http://schemas.openxmlformats.org/officeDocument/2006/relationships/image" Target="../media/image1054.png"/><Relationship Id="rId52" Type="http://schemas.openxmlformats.org/officeDocument/2006/relationships/customXml" Target="../ink/ink1067.xml"/><Relationship Id="rId73" Type="http://schemas.openxmlformats.org/officeDocument/2006/relationships/image" Target="../media/image1075.png"/><Relationship Id="rId94" Type="http://schemas.openxmlformats.org/officeDocument/2006/relationships/customXml" Target="../ink/ink1088.xml"/><Relationship Id="rId148" Type="http://schemas.openxmlformats.org/officeDocument/2006/relationships/customXml" Target="../ink/ink1115.xml"/><Relationship Id="rId169" Type="http://schemas.openxmlformats.org/officeDocument/2006/relationships/image" Target="../media/image1123.png"/><Relationship Id="rId4" Type="http://schemas.openxmlformats.org/officeDocument/2006/relationships/customXml" Target="../ink/ink1043.xml"/><Relationship Id="rId180" Type="http://schemas.openxmlformats.org/officeDocument/2006/relationships/customXml" Target="../ink/ink1131.xml"/><Relationship Id="rId215" Type="http://schemas.openxmlformats.org/officeDocument/2006/relationships/image" Target="../media/image1146.png"/><Relationship Id="rId236" Type="http://schemas.openxmlformats.org/officeDocument/2006/relationships/customXml" Target="../ink/ink1159.xml"/><Relationship Id="rId257" Type="http://schemas.openxmlformats.org/officeDocument/2006/relationships/image" Target="../media/image1167.png"/><Relationship Id="rId278" Type="http://schemas.openxmlformats.org/officeDocument/2006/relationships/customXml" Target="../ink/ink1180.xml"/><Relationship Id="rId303" Type="http://schemas.openxmlformats.org/officeDocument/2006/relationships/image" Target="../media/image1190.png"/><Relationship Id="rId42" Type="http://schemas.openxmlformats.org/officeDocument/2006/relationships/customXml" Target="../ink/ink1062.xml"/><Relationship Id="rId84" Type="http://schemas.openxmlformats.org/officeDocument/2006/relationships/customXml" Target="../ink/ink1083.xml"/><Relationship Id="rId138" Type="http://schemas.openxmlformats.org/officeDocument/2006/relationships/customXml" Target="../ink/ink1110.xml"/><Relationship Id="rId191" Type="http://schemas.openxmlformats.org/officeDocument/2006/relationships/image" Target="../media/image1134.png"/><Relationship Id="rId205" Type="http://schemas.openxmlformats.org/officeDocument/2006/relationships/image" Target="../media/image1141.png"/><Relationship Id="rId247" Type="http://schemas.openxmlformats.org/officeDocument/2006/relationships/image" Target="../media/image1162.png"/><Relationship Id="rId107" Type="http://schemas.openxmlformats.org/officeDocument/2006/relationships/image" Target="../media/image1092.png"/><Relationship Id="rId289" Type="http://schemas.openxmlformats.org/officeDocument/2006/relationships/image" Target="../media/image1183.png"/><Relationship Id="rId11" Type="http://schemas.openxmlformats.org/officeDocument/2006/relationships/image" Target="../media/image1044.png"/><Relationship Id="rId53" Type="http://schemas.openxmlformats.org/officeDocument/2006/relationships/image" Target="../media/image1065.png"/><Relationship Id="rId149" Type="http://schemas.openxmlformats.org/officeDocument/2006/relationships/image" Target="../media/image1113.png"/><Relationship Id="rId314" Type="http://schemas.openxmlformats.org/officeDocument/2006/relationships/customXml" Target="../ink/ink1198.xml"/><Relationship Id="rId95" Type="http://schemas.openxmlformats.org/officeDocument/2006/relationships/image" Target="../media/image1086.png"/><Relationship Id="rId160" Type="http://schemas.openxmlformats.org/officeDocument/2006/relationships/customXml" Target="../ink/ink1121.xml"/><Relationship Id="rId216" Type="http://schemas.openxmlformats.org/officeDocument/2006/relationships/customXml" Target="../ink/ink1149.xml"/><Relationship Id="rId258" Type="http://schemas.openxmlformats.org/officeDocument/2006/relationships/customXml" Target="../ink/ink1170.xml"/><Relationship Id="rId22" Type="http://schemas.openxmlformats.org/officeDocument/2006/relationships/customXml" Target="../ink/ink1052.xml"/><Relationship Id="rId64" Type="http://schemas.openxmlformats.org/officeDocument/2006/relationships/customXml" Target="../ink/ink1073.xml"/><Relationship Id="rId118" Type="http://schemas.openxmlformats.org/officeDocument/2006/relationships/customXml" Target="../ink/ink1100.xml"/><Relationship Id="rId171" Type="http://schemas.openxmlformats.org/officeDocument/2006/relationships/image" Target="../media/image1124.png"/><Relationship Id="rId227" Type="http://schemas.openxmlformats.org/officeDocument/2006/relationships/image" Target="../media/image1152.png"/><Relationship Id="rId269" Type="http://schemas.openxmlformats.org/officeDocument/2006/relationships/image" Target="../media/image1173.png"/><Relationship Id="rId33" Type="http://schemas.openxmlformats.org/officeDocument/2006/relationships/image" Target="../media/image1055.png"/><Relationship Id="rId129" Type="http://schemas.openxmlformats.org/officeDocument/2006/relationships/image" Target="../media/image1103.png"/><Relationship Id="rId280" Type="http://schemas.openxmlformats.org/officeDocument/2006/relationships/customXml" Target="../ink/ink1181.xml"/><Relationship Id="rId75" Type="http://schemas.openxmlformats.org/officeDocument/2006/relationships/image" Target="../media/image1076.png"/><Relationship Id="rId140" Type="http://schemas.openxmlformats.org/officeDocument/2006/relationships/customXml" Target="../ink/ink1111.xml"/><Relationship Id="rId182" Type="http://schemas.openxmlformats.org/officeDocument/2006/relationships/customXml" Target="../ink/ink1132.xml"/><Relationship Id="rId6" Type="http://schemas.openxmlformats.org/officeDocument/2006/relationships/customXml" Target="../ink/ink1044.xml"/><Relationship Id="rId238" Type="http://schemas.openxmlformats.org/officeDocument/2006/relationships/customXml" Target="../ink/ink1160.xml"/><Relationship Id="rId291" Type="http://schemas.openxmlformats.org/officeDocument/2006/relationships/image" Target="../media/image1184.png"/><Relationship Id="rId305" Type="http://schemas.openxmlformats.org/officeDocument/2006/relationships/image" Target="../media/image1191.png"/><Relationship Id="rId44" Type="http://schemas.openxmlformats.org/officeDocument/2006/relationships/customXml" Target="../ink/ink1063.xml"/><Relationship Id="rId86" Type="http://schemas.openxmlformats.org/officeDocument/2006/relationships/customXml" Target="../ink/ink1084.xml"/><Relationship Id="rId151" Type="http://schemas.openxmlformats.org/officeDocument/2006/relationships/image" Target="../media/image1114.png"/></Relationships>
</file>

<file path=ppt/slides/_rels/slide14.xml.rels><?xml version="1.0" encoding="UTF-8" standalone="yes"?>
<Relationships xmlns="http://schemas.openxmlformats.org/package/2006/relationships"><Relationship Id="rId2" Type="http://schemas.openxmlformats.org/officeDocument/2006/relationships/hyperlink" Target="https://statisticsbyjim.com/glossary/classification/"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3" Type="http://schemas.openxmlformats.org/officeDocument/2006/relationships/customXml" Target="../ink/ink1203.xml"/><Relationship Id="rId18" Type="http://schemas.openxmlformats.org/officeDocument/2006/relationships/image" Target="../media/image1204.png"/><Relationship Id="rId26" Type="http://schemas.openxmlformats.org/officeDocument/2006/relationships/image" Target="../media/image1208.png"/><Relationship Id="rId39" Type="http://schemas.openxmlformats.org/officeDocument/2006/relationships/customXml" Target="../ink/ink1216.xml"/><Relationship Id="rId21" Type="http://schemas.openxmlformats.org/officeDocument/2006/relationships/customXml" Target="../ink/ink1207.xml"/><Relationship Id="rId34" Type="http://schemas.openxmlformats.org/officeDocument/2006/relationships/image" Target="../media/image1212.png"/><Relationship Id="rId42" Type="http://schemas.openxmlformats.org/officeDocument/2006/relationships/image" Target="../media/image1216.png"/><Relationship Id="rId7" Type="http://schemas.openxmlformats.org/officeDocument/2006/relationships/customXml" Target="../ink/ink1200.xml"/><Relationship Id="rId2" Type="http://schemas.openxmlformats.org/officeDocument/2006/relationships/hyperlink" Target="https://statisticsbyjim.com/glossary/false-positive/" TargetMode="External"/><Relationship Id="rId16" Type="http://schemas.openxmlformats.org/officeDocument/2006/relationships/image" Target="../media/image1203.png"/><Relationship Id="rId20" Type="http://schemas.openxmlformats.org/officeDocument/2006/relationships/image" Target="../media/image1205.png"/><Relationship Id="rId29" Type="http://schemas.openxmlformats.org/officeDocument/2006/relationships/customXml" Target="../ink/ink1211.xml"/><Relationship Id="rId41" Type="http://schemas.openxmlformats.org/officeDocument/2006/relationships/customXml" Target="../ink/ink1217.xml"/><Relationship Id="rId1" Type="http://schemas.openxmlformats.org/officeDocument/2006/relationships/slideLayout" Target="../slideLayouts/slideLayout7.xml"/><Relationship Id="rId6" Type="http://schemas.openxmlformats.org/officeDocument/2006/relationships/image" Target="../media/image1198.png"/><Relationship Id="rId11" Type="http://schemas.openxmlformats.org/officeDocument/2006/relationships/customXml" Target="../ink/ink1202.xml"/><Relationship Id="rId24" Type="http://schemas.openxmlformats.org/officeDocument/2006/relationships/image" Target="../media/image1207.png"/><Relationship Id="rId32" Type="http://schemas.openxmlformats.org/officeDocument/2006/relationships/image" Target="../media/image1211.png"/><Relationship Id="rId37" Type="http://schemas.openxmlformats.org/officeDocument/2006/relationships/customXml" Target="../ink/ink1215.xml"/><Relationship Id="rId40" Type="http://schemas.openxmlformats.org/officeDocument/2006/relationships/image" Target="../media/image1215.png"/><Relationship Id="rId5" Type="http://schemas.openxmlformats.org/officeDocument/2006/relationships/customXml" Target="../ink/ink1199.xml"/><Relationship Id="rId15" Type="http://schemas.openxmlformats.org/officeDocument/2006/relationships/customXml" Target="../ink/ink1204.xml"/><Relationship Id="rId23" Type="http://schemas.openxmlformats.org/officeDocument/2006/relationships/customXml" Target="../ink/ink1208.xml"/><Relationship Id="rId28" Type="http://schemas.openxmlformats.org/officeDocument/2006/relationships/image" Target="../media/image1209.png"/><Relationship Id="rId36" Type="http://schemas.openxmlformats.org/officeDocument/2006/relationships/image" Target="../media/image1213.png"/><Relationship Id="rId10" Type="http://schemas.openxmlformats.org/officeDocument/2006/relationships/image" Target="../media/image1200.png"/><Relationship Id="rId19" Type="http://schemas.openxmlformats.org/officeDocument/2006/relationships/customXml" Target="../ink/ink1206.xml"/><Relationship Id="rId31" Type="http://schemas.openxmlformats.org/officeDocument/2006/relationships/customXml" Target="../ink/ink1212.xml"/><Relationship Id="rId44" Type="http://schemas.openxmlformats.org/officeDocument/2006/relationships/image" Target="../media/image1217.png"/><Relationship Id="rId4" Type="http://schemas.openxmlformats.org/officeDocument/2006/relationships/image" Target="../media/image1197.png"/><Relationship Id="rId9" Type="http://schemas.openxmlformats.org/officeDocument/2006/relationships/customXml" Target="../ink/ink1201.xml"/><Relationship Id="rId14" Type="http://schemas.openxmlformats.org/officeDocument/2006/relationships/image" Target="../media/image1202.png"/><Relationship Id="rId22" Type="http://schemas.openxmlformats.org/officeDocument/2006/relationships/image" Target="../media/image1206.png"/><Relationship Id="rId27" Type="http://schemas.openxmlformats.org/officeDocument/2006/relationships/customXml" Target="../ink/ink1210.xml"/><Relationship Id="rId30" Type="http://schemas.openxmlformats.org/officeDocument/2006/relationships/image" Target="../media/image1210.png"/><Relationship Id="rId35" Type="http://schemas.openxmlformats.org/officeDocument/2006/relationships/customXml" Target="../ink/ink1214.xml"/><Relationship Id="rId43" Type="http://schemas.openxmlformats.org/officeDocument/2006/relationships/customXml" Target="../ink/ink1218.xml"/><Relationship Id="rId8" Type="http://schemas.openxmlformats.org/officeDocument/2006/relationships/image" Target="../media/image1199.png"/><Relationship Id="rId3" Type="http://schemas.openxmlformats.org/officeDocument/2006/relationships/hyperlink" Target="https://statisticsbyjim.com/glossary/false-negative/" TargetMode="External"/><Relationship Id="rId12" Type="http://schemas.openxmlformats.org/officeDocument/2006/relationships/image" Target="../media/image1201.png"/><Relationship Id="rId17" Type="http://schemas.openxmlformats.org/officeDocument/2006/relationships/customXml" Target="../ink/ink1205.xml"/><Relationship Id="rId25" Type="http://schemas.openxmlformats.org/officeDocument/2006/relationships/customXml" Target="../ink/ink1209.xml"/><Relationship Id="rId33" Type="http://schemas.openxmlformats.org/officeDocument/2006/relationships/customXml" Target="../ink/ink1213.xml"/><Relationship Id="rId38" Type="http://schemas.openxmlformats.org/officeDocument/2006/relationships/image" Target="../media/image1214.png"/></Relationships>
</file>

<file path=ppt/slides/_rels/slide16.xml.rels><?xml version="1.0" encoding="UTF-8" standalone="yes"?>
<Relationships xmlns="http://schemas.openxmlformats.org/package/2006/relationships"><Relationship Id="rId117" Type="http://schemas.openxmlformats.org/officeDocument/2006/relationships/image" Target="../media/image1254.png"/><Relationship Id="rId21" Type="http://schemas.openxmlformats.org/officeDocument/2006/relationships/image" Target="../media/image12060.png"/><Relationship Id="rId42" Type="http://schemas.openxmlformats.org/officeDocument/2006/relationships/customXml" Target="../ink/ink1239.xml"/><Relationship Id="rId63" Type="http://schemas.openxmlformats.org/officeDocument/2006/relationships/image" Target="../media/image1227.png"/><Relationship Id="rId84" Type="http://schemas.openxmlformats.org/officeDocument/2006/relationships/customXml" Target="../ink/ink1260.xml"/><Relationship Id="rId138" Type="http://schemas.openxmlformats.org/officeDocument/2006/relationships/customXml" Target="../ink/ink1287.xml"/><Relationship Id="rId107" Type="http://schemas.openxmlformats.org/officeDocument/2006/relationships/image" Target="../media/image1249.png"/><Relationship Id="rId11" Type="http://schemas.openxmlformats.org/officeDocument/2006/relationships/image" Target="../media/image12010.png"/><Relationship Id="rId32" Type="http://schemas.openxmlformats.org/officeDocument/2006/relationships/customXml" Target="../ink/ink1234.xml"/><Relationship Id="rId53" Type="http://schemas.openxmlformats.org/officeDocument/2006/relationships/image" Target="../media/image1222.png"/><Relationship Id="rId74" Type="http://schemas.openxmlformats.org/officeDocument/2006/relationships/customXml" Target="../ink/ink1255.xml"/><Relationship Id="rId128" Type="http://schemas.openxmlformats.org/officeDocument/2006/relationships/customXml" Target="../ink/ink1282.xml"/><Relationship Id="rId149" Type="http://schemas.openxmlformats.org/officeDocument/2006/relationships/image" Target="../media/image1270.png"/><Relationship Id="rId5" Type="http://schemas.openxmlformats.org/officeDocument/2006/relationships/image" Target="../media/image11980.png"/><Relationship Id="rId95" Type="http://schemas.openxmlformats.org/officeDocument/2006/relationships/image" Target="../media/image1243.png"/><Relationship Id="rId22" Type="http://schemas.openxmlformats.org/officeDocument/2006/relationships/customXml" Target="../ink/ink1229.xml"/><Relationship Id="rId27" Type="http://schemas.openxmlformats.org/officeDocument/2006/relationships/image" Target="../media/image12090.png"/><Relationship Id="rId43" Type="http://schemas.openxmlformats.org/officeDocument/2006/relationships/image" Target="../media/image12170.png"/><Relationship Id="rId48" Type="http://schemas.openxmlformats.org/officeDocument/2006/relationships/customXml" Target="../ink/ink1242.xml"/><Relationship Id="rId64" Type="http://schemas.openxmlformats.org/officeDocument/2006/relationships/customXml" Target="../ink/ink1250.xml"/><Relationship Id="rId69" Type="http://schemas.openxmlformats.org/officeDocument/2006/relationships/image" Target="../media/image1230.png"/><Relationship Id="rId113" Type="http://schemas.openxmlformats.org/officeDocument/2006/relationships/image" Target="../media/image1252.png"/><Relationship Id="rId118" Type="http://schemas.openxmlformats.org/officeDocument/2006/relationships/customXml" Target="../ink/ink1277.xml"/><Relationship Id="rId134" Type="http://schemas.openxmlformats.org/officeDocument/2006/relationships/customXml" Target="../ink/ink1285.xml"/><Relationship Id="rId139" Type="http://schemas.openxmlformats.org/officeDocument/2006/relationships/image" Target="../media/image1265.png"/><Relationship Id="rId80" Type="http://schemas.openxmlformats.org/officeDocument/2006/relationships/customXml" Target="../ink/ink1258.xml"/><Relationship Id="rId85" Type="http://schemas.openxmlformats.org/officeDocument/2006/relationships/image" Target="../media/image1238.png"/><Relationship Id="rId150" Type="http://schemas.openxmlformats.org/officeDocument/2006/relationships/customXml" Target="../ink/ink1293.xml"/><Relationship Id="rId155" Type="http://schemas.openxmlformats.org/officeDocument/2006/relationships/image" Target="../media/image1273.png"/><Relationship Id="rId12" Type="http://schemas.openxmlformats.org/officeDocument/2006/relationships/customXml" Target="../ink/ink1224.xml"/><Relationship Id="rId17" Type="http://schemas.openxmlformats.org/officeDocument/2006/relationships/image" Target="../media/image12040.png"/><Relationship Id="rId33" Type="http://schemas.openxmlformats.org/officeDocument/2006/relationships/image" Target="../media/image12120.png"/><Relationship Id="rId38" Type="http://schemas.openxmlformats.org/officeDocument/2006/relationships/customXml" Target="../ink/ink1237.xml"/><Relationship Id="rId59" Type="http://schemas.openxmlformats.org/officeDocument/2006/relationships/image" Target="../media/image1225.png"/><Relationship Id="rId103" Type="http://schemas.openxmlformats.org/officeDocument/2006/relationships/image" Target="../media/image1247.png"/><Relationship Id="rId108" Type="http://schemas.openxmlformats.org/officeDocument/2006/relationships/customXml" Target="../ink/ink1272.xml"/><Relationship Id="rId124" Type="http://schemas.openxmlformats.org/officeDocument/2006/relationships/customXml" Target="../ink/ink1280.xml"/><Relationship Id="rId129" Type="http://schemas.openxmlformats.org/officeDocument/2006/relationships/image" Target="../media/image1260.png"/><Relationship Id="rId54" Type="http://schemas.openxmlformats.org/officeDocument/2006/relationships/customXml" Target="../ink/ink1245.xml"/><Relationship Id="rId70" Type="http://schemas.openxmlformats.org/officeDocument/2006/relationships/customXml" Target="../ink/ink1253.xml"/><Relationship Id="rId75" Type="http://schemas.openxmlformats.org/officeDocument/2006/relationships/image" Target="../media/image1233.png"/><Relationship Id="rId91" Type="http://schemas.openxmlformats.org/officeDocument/2006/relationships/image" Target="../media/image1241.png"/><Relationship Id="rId96" Type="http://schemas.openxmlformats.org/officeDocument/2006/relationships/customXml" Target="../ink/ink1266.xml"/><Relationship Id="rId140" Type="http://schemas.openxmlformats.org/officeDocument/2006/relationships/customXml" Target="../ink/ink1288.xml"/><Relationship Id="rId145" Type="http://schemas.openxmlformats.org/officeDocument/2006/relationships/image" Target="../media/image1268.png"/><Relationship Id="rId1" Type="http://schemas.openxmlformats.org/officeDocument/2006/relationships/slideLayout" Target="../slideLayouts/slideLayout7.xml"/><Relationship Id="rId6" Type="http://schemas.openxmlformats.org/officeDocument/2006/relationships/customXml" Target="../ink/ink1221.xml"/><Relationship Id="rId23" Type="http://schemas.openxmlformats.org/officeDocument/2006/relationships/image" Target="../media/image12070.png"/><Relationship Id="rId28" Type="http://schemas.openxmlformats.org/officeDocument/2006/relationships/customXml" Target="../ink/ink1232.xml"/><Relationship Id="rId49" Type="http://schemas.openxmlformats.org/officeDocument/2006/relationships/image" Target="../media/image1220.png"/><Relationship Id="rId114" Type="http://schemas.openxmlformats.org/officeDocument/2006/relationships/customXml" Target="../ink/ink1275.xml"/><Relationship Id="rId119" Type="http://schemas.openxmlformats.org/officeDocument/2006/relationships/image" Target="../media/image1255.png"/><Relationship Id="rId44" Type="http://schemas.openxmlformats.org/officeDocument/2006/relationships/customXml" Target="../ink/ink1240.xml"/><Relationship Id="rId60" Type="http://schemas.openxmlformats.org/officeDocument/2006/relationships/customXml" Target="../ink/ink1248.xml"/><Relationship Id="rId65" Type="http://schemas.openxmlformats.org/officeDocument/2006/relationships/image" Target="../media/image1228.png"/><Relationship Id="rId81" Type="http://schemas.openxmlformats.org/officeDocument/2006/relationships/image" Target="../media/image1236.png"/><Relationship Id="rId86" Type="http://schemas.openxmlformats.org/officeDocument/2006/relationships/customXml" Target="../ink/ink1261.xml"/><Relationship Id="rId130" Type="http://schemas.openxmlformats.org/officeDocument/2006/relationships/customXml" Target="../ink/ink1283.xml"/><Relationship Id="rId135" Type="http://schemas.openxmlformats.org/officeDocument/2006/relationships/image" Target="../media/image1263.png"/><Relationship Id="rId151" Type="http://schemas.openxmlformats.org/officeDocument/2006/relationships/image" Target="../media/image1271.png"/><Relationship Id="rId13" Type="http://schemas.openxmlformats.org/officeDocument/2006/relationships/image" Target="../media/image12020.png"/><Relationship Id="rId18" Type="http://schemas.openxmlformats.org/officeDocument/2006/relationships/customXml" Target="../ink/ink1227.xml"/><Relationship Id="rId39" Type="http://schemas.openxmlformats.org/officeDocument/2006/relationships/image" Target="../media/image12150.png"/><Relationship Id="rId109" Type="http://schemas.openxmlformats.org/officeDocument/2006/relationships/image" Target="../media/image1250.png"/><Relationship Id="rId34" Type="http://schemas.openxmlformats.org/officeDocument/2006/relationships/customXml" Target="../ink/ink1235.xml"/><Relationship Id="rId50" Type="http://schemas.openxmlformats.org/officeDocument/2006/relationships/customXml" Target="../ink/ink1243.xml"/><Relationship Id="rId55" Type="http://schemas.openxmlformats.org/officeDocument/2006/relationships/image" Target="../media/image1223.png"/><Relationship Id="rId76" Type="http://schemas.openxmlformats.org/officeDocument/2006/relationships/customXml" Target="../ink/ink1256.xml"/><Relationship Id="rId97" Type="http://schemas.openxmlformats.org/officeDocument/2006/relationships/image" Target="../media/image1244.png"/><Relationship Id="rId104" Type="http://schemas.openxmlformats.org/officeDocument/2006/relationships/customXml" Target="../ink/ink1270.xml"/><Relationship Id="rId120" Type="http://schemas.openxmlformats.org/officeDocument/2006/relationships/customXml" Target="../ink/ink1278.xml"/><Relationship Id="rId125" Type="http://schemas.openxmlformats.org/officeDocument/2006/relationships/image" Target="../media/image1258.png"/><Relationship Id="rId141" Type="http://schemas.openxmlformats.org/officeDocument/2006/relationships/image" Target="../media/image1266.png"/><Relationship Id="rId146" Type="http://schemas.openxmlformats.org/officeDocument/2006/relationships/customXml" Target="../ink/ink1291.xml"/><Relationship Id="rId7" Type="http://schemas.openxmlformats.org/officeDocument/2006/relationships/image" Target="../media/image11990.png"/><Relationship Id="rId71" Type="http://schemas.openxmlformats.org/officeDocument/2006/relationships/image" Target="../media/image1231.png"/><Relationship Id="rId92" Type="http://schemas.openxmlformats.org/officeDocument/2006/relationships/customXml" Target="../ink/ink1264.xml"/><Relationship Id="rId2" Type="http://schemas.openxmlformats.org/officeDocument/2006/relationships/customXml" Target="../ink/ink1219.xml"/><Relationship Id="rId29" Type="http://schemas.openxmlformats.org/officeDocument/2006/relationships/image" Target="../media/image12100.png"/><Relationship Id="rId24" Type="http://schemas.openxmlformats.org/officeDocument/2006/relationships/customXml" Target="../ink/ink1230.xml"/><Relationship Id="rId40" Type="http://schemas.openxmlformats.org/officeDocument/2006/relationships/customXml" Target="../ink/ink1238.xml"/><Relationship Id="rId45" Type="http://schemas.openxmlformats.org/officeDocument/2006/relationships/image" Target="../media/image1218.png"/><Relationship Id="rId66" Type="http://schemas.openxmlformats.org/officeDocument/2006/relationships/customXml" Target="../ink/ink1251.xml"/><Relationship Id="rId87" Type="http://schemas.openxmlformats.org/officeDocument/2006/relationships/image" Target="../media/image1239.png"/><Relationship Id="rId110" Type="http://schemas.openxmlformats.org/officeDocument/2006/relationships/customXml" Target="../ink/ink1273.xml"/><Relationship Id="rId115" Type="http://schemas.openxmlformats.org/officeDocument/2006/relationships/image" Target="../media/image1253.png"/><Relationship Id="rId131" Type="http://schemas.openxmlformats.org/officeDocument/2006/relationships/image" Target="../media/image1261.png"/><Relationship Id="rId136" Type="http://schemas.openxmlformats.org/officeDocument/2006/relationships/customXml" Target="../ink/ink1286.xml"/><Relationship Id="rId61" Type="http://schemas.openxmlformats.org/officeDocument/2006/relationships/image" Target="../media/image1226.png"/><Relationship Id="rId82" Type="http://schemas.openxmlformats.org/officeDocument/2006/relationships/customXml" Target="../ink/ink1259.xml"/><Relationship Id="rId152" Type="http://schemas.openxmlformats.org/officeDocument/2006/relationships/customXml" Target="../ink/ink1294.xml"/><Relationship Id="rId19" Type="http://schemas.openxmlformats.org/officeDocument/2006/relationships/image" Target="../media/image12050.png"/><Relationship Id="rId14" Type="http://schemas.openxmlformats.org/officeDocument/2006/relationships/customXml" Target="../ink/ink1225.xml"/><Relationship Id="rId30" Type="http://schemas.openxmlformats.org/officeDocument/2006/relationships/customXml" Target="../ink/ink1233.xml"/><Relationship Id="rId35" Type="http://schemas.openxmlformats.org/officeDocument/2006/relationships/image" Target="../media/image12130.png"/><Relationship Id="rId56" Type="http://schemas.openxmlformats.org/officeDocument/2006/relationships/customXml" Target="../ink/ink1246.xml"/><Relationship Id="rId77" Type="http://schemas.openxmlformats.org/officeDocument/2006/relationships/image" Target="../media/image1234.png"/><Relationship Id="rId100" Type="http://schemas.openxmlformats.org/officeDocument/2006/relationships/customXml" Target="../ink/ink1268.xml"/><Relationship Id="rId105" Type="http://schemas.openxmlformats.org/officeDocument/2006/relationships/image" Target="../media/image1248.png"/><Relationship Id="rId126" Type="http://schemas.openxmlformats.org/officeDocument/2006/relationships/customXml" Target="../ink/ink1281.xml"/><Relationship Id="rId147" Type="http://schemas.openxmlformats.org/officeDocument/2006/relationships/image" Target="../media/image1269.png"/><Relationship Id="rId8" Type="http://schemas.openxmlformats.org/officeDocument/2006/relationships/customXml" Target="../ink/ink1222.xml"/><Relationship Id="rId51" Type="http://schemas.openxmlformats.org/officeDocument/2006/relationships/image" Target="../media/image1221.png"/><Relationship Id="rId72" Type="http://schemas.openxmlformats.org/officeDocument/2006/relationships/customXml" Target="../ink/ink1254.xml"/><Relationship Id="rId93" Type="http://schemas.openxmlformats.org/officeDocument/2006/relationships/image" Target="../media/image1242.png"/><Relationship Id="rId98" Type="http://schemas.openxmlformats.org/officeDocument/2006/relationships/customXml" Target="../ink/ink1267.xml"/><Relationship Id="rId121" Type="http://schemas.openxmlformats.org/officeDocument/2006/relationships/image" Target="../media/image1256.png"/><Relationship Id="rId142" Type="http://schemas.openxmlformats.org/officeDocument/2006/relationships/customXml" Target="../ink/ink1289.xml"/><Relationship Id="rId3" Type="http://schemas.openxmlformats.org/officeDocument/2006/relationships/image" Target="../media/image11970.png"/><Relationship Id="rId25" Type="http://schemas.openxmlformats.org/officeDocument/2006/relationships/image" Target="../media/image12080.png"/><Relationship Id="rId46" Type="http://schemas.openxmlformats.org/officeDocument/2006/relationships/customXml" Target="../ink/ink1241.xml"/><Relationship Id="rId67" Type="http://schemas.openxmlformats.org/officeDocument/2006/relationships/image" Target="../media/image1229.png"/><Relationship Id="rId116" Type="http://schemas.openxmlformats.org/officeDocument/2006/relationships/customXml" Target="../ink/ink1276.xml"/><Relationship Id="rId137" Type="http://schemas.openxmlformats.org/officeDocument/2006/relationships/image" Target="../media/image1264.png"/><Relationship Id="rId20" Type="http://schemas.openxmlformats.org/officeDocument/2006/relationships/customXml" Target="../ink/ink1228.xml"/><Relationship Id="rId41" Type="http://schemas.openxmlformats.org/officeDocument/2006/relationships/image" Target="../media/image12160.png"/><Relationship Id="rId62" Type="http://schemas.openxmlformats.org/officeDocument/2006/relationships/customXml" Target="../ink/ink1249.xml"/><Relationship Id="rId83" Type="http://schemas.openxmlformats.org/officeDocument/2006/relationships/image" Target="../media/image1237.png"/><Relationship Id="rId88" Type="http://schemas.openxmlformats.org/officeDocument/2006/relationships/customXml" Target="../ink/ink1262.xml"/><Relationship Id="rId111" Type="http://schemas.openxmlformats.org/officeDocument/2006/relationships/image" Target="../media/image1251.png"/><Relationship Id="rId132" Type="http://schemas.openxmlformats.org/officeDocument/2006/relationships/customXml" Target="../ink/ink1284.xml"/><Relationship Id="rId153" Type="http://schemas.openxmlformats.org/officeDocument/2006/relationships/image" Target="../media/image1272.png"/><Relationship Id="rId15" Type="http://schemas.openxmlformats.org/officeDocument/2006/relationships/image" Target="../media/image12030.png"/><Relationship Id="rId36" Type="http://schemas.openxmlformats.org/officeDocument/2006/relationships/customXml" Target="../ink/ink1236.xml"/><Relationship Id="rId57" Type="http://schemas.openxmlformats.org/officeDocument/2006/relationships/image" Target="../media/image1224.png"/><Relationship Id="rId106" Type="http://schemas.openxmlformats.org/officeDocument/2006/relationships/customXml" Target="../ink/ink1271.xml"/><Relationship Id="rId127" Type="http://schemas.openxmlformats.org/officeDocument/2006/relationships/image" Target="../media/image1259.png"/><Relationship Id="rId10" Type="http://schemas.openxmlformats.org/officeDocument/2006/relationships/customXml" Target="../ink/ink1223.xml"/><Relationship Id="rId31" Type="http://schemas.openxmlformats.org/officeDocument/2006/relationships/image" Target="../media/image12110.png"/><Relationship Id="rId52" Type="http://schemas.openxmlformats.org/officeDocument/2006/relationships/customXml" Target="../ink/ink1244.xml"/><Relationship Id="rId73" Type="http://schemas.openxmlformats.org/officeDocument/2006/relationships/image" Target="../media/image1232.png"/><Relationship Id="rId78" Type="http://schemas.openxmlformats.org/officeDocument/2006/relationships/customXml" Target="../ink/ink1257.xml"/><Relationship Id="rId94" Type="http://schemas.openxmlformats.org/officeDocument/2006/relationships/customXml" Target="../ink/ink1265.xml"/><Relationship Id="rId99" Type="http://schemas.openxmlformats.org/officeDocument/2006/relationships/image" Target="../media/image1245.png"/><Relationship Id="rId101" Type="http://schemas.openxmlformats.org/officeDocument/2006/relationships/image" Target="../media/image1246.png"/><Relationship Id="rId122" Type="http://schemas.openxmlformats.org/officeDocument/2006/relationships/customXml" Target="../ink/ink1279.xml"/><Relationship Id="rId143" Type="http://schemas.openxmlformats.org/officeDocument/2006/relationships/image" Target="../media/image1267.png"/><Relationship Id="rId148" Type="http://schemas.openxmlformats.org/officeDocument/2006/relationships/customXml" Target="../ink/ink1292.xml"/><Relationship Id="rId4" Type="http://schemas.openxmlformats.org/officeDocument/2006/relationships/customXml" Target="../ink/ink1220.xml"/><Relationship Id="rId9" Type="http://schemas.openxmlformats.org/officeDocument/2006/relationships/image" Target="../media/image12000.png"/><Relationship Id="rId26" Type="http://schemas.openxmlformats.org/officeDocument/2006/relationships/customXml" Target="../ink/ink1231.xml"/><Relationship Id="rId47" Type="http://schemas.openxmlformats.org/officeDocument/2006/relationships/image" Target="../media/image1219.png"/><Relationship Id="rId68" Type="http://schemas.openxmlformats.org/officeDocument/2006/relationships/customXml" Target="../ink/ink1252.xml"/><Relationship Id="rId89" Type="http://schemas.openxmlformats.org/officeDocument/2006/relationships/image" Target="../media/image1240.png"/><Relationship Id="rId112" Type="http://schemas.openxmlformats.org/officeDocument/2006/relationships/customXml" Target="../ink/ink1274.xml"/><Relationship Id="rId133" Type="http://schemas.openxmlformats.org/officeDocument/2006/relationships/image" Target="../media/image1262.png"/><Relationship Id="rId154" Type="http://schemas.openxmlformats.org/officeDocument/2006/relationships/customXml" Target="../ink/ink1295.xml"/><Relationship Id="rId16" Type="http://schemas.openxmlformats.org/officeDocument/2006/relationships/customXml" Target="../ink/ink1226.xml"/><Relationship Id="rId37" Type="http://schemas.openxmlformats.org/officeDocument/2006/relationships/image" Target="../media/image12140.png"/><Relationship Id="rId58" Type="http://schemas.openxmlformats.org/officeDocument/2006/relationships/customXml" Target="../ink/ink1247.xml"/><Relationship Id="rId79" Type="http://schemas.openxmlformats.org/officeDocument/2006/relationships/image" Target="../media/image1235.png"/><Relationship Id="rId102" Type="http://schemas.openxmlformats.org/officeDocument/2006/relationships/customXml" Target="../ink/ink1269.xml"/><Relationship Id="rId123" Type="http://schemas.openxmlformats.org/officeDocument/2006/relationships/image" Target="../media/image1257.png"/><Relationship Id="rId144" Type="http://schemas.openxmlformats.org/officeDocument/2006/relationships/customXml" Target="../ink/ink1290.xml"/><Relationship Id="rId90" Type="http://schemas.openxmlformats.org/officeDocument/2006/relationships/customXml" Target="../ink/ink1263.xml"/></Relationships>
</file>

<file path=ppt/slides/_rels/slide17.xml.rels><?xml version="1.0" encoding="UTF-8" standalone="yes"?>
<Relationships xmlns="http://schemas.openxmlformats.org/package/2006/relationships"><Relationship Id="rId26" Type="http://schemas.openxmlformats.org/officeDocument/2006/relationships/customXml" Target="../ink/ink1308.xml"/><Relationship Id="rId117" Type="http://schemas.openxmlformats.org/officeDocument/2006/relationships/image" Target="../media/image1331.png"/><Relationship Id="rId21" Type="http://schemas.openxmlformats.org/officeDocument/2006/relationships/image" Target="../media/image1283.png"/><Relationship Id="rId42" Type="http://schemas.openxmlformats.org/officeDocument/2006/relationships/customXml" Target="../ink/ink1316.xml"/><Relationship Id="rId47" Type="http://schemas.openxmlformats.org/officeDocument/2006/relationships/image" Target="../media/image1296.png"/><Relationship Id="rId63" Type="http://schemas.openxmlformats.org/officeDocument/2006/relationships/image" Target="../media/image1304.png"/><Relationship Id="rId68" Type="http://schemas.openxmlformats.org/officeDocument/2006/relationships/customXml" Target="../ink/ink1329.xml"/><Relationship Id="rId84" Type="http://schemas.openxmlformats.org/officeDocument/2006/relationships/customXml" Target="../ink/ink1337.xml"/><Relationship Id="rId89" Type="http://schemas.openxmlformats.org/officeDocument/2006/relationships/image" Target="../media/image1317.png"/><Relationship Id="rId112" Type="http://schemas.openxmlformats.org/officeDocument/2006/relationships/customXml" Target="../ink/ink1351.xml"/><Relationship Id="rId16" Type="http://schemas.openxmlformats.org/officeDocument/2006/relationships/customXml" Target="../ink/ink1303.xml"/><Relationship Id="rId107" Type="http://schemas.openxmlformats.org/officeDocument/2006/relationships/image" Target="../media/image1326.png"/><Relationship Id="rId11" Type="http://schemas.openxmlformats.org/officeDocument/2006/relationships/image" Target="../media/image1278.png"/><Relationship Id="rId32" Type="http://schemas.openxmlformats.org/officeDocument/2006/relationships/customXml" Target="../ink/ink1311.xml"/><Relationship Id="rId37" Type="http://schemas.openxmlformats.org/officeDocument/2006/relationships/image" Target="../media/image1291.png"/><Relationship Id="rId53" Type="http://schemas.openxmlformats.org/officeDocument/2006/relationships/image" Target="../media/image1299.png"/><Relationship Id="rId58" Type="http://schemas.openxmlformats.org/officeDocument/2006/relationships/customXml" Target="../ink/ink1324.xml"/><Relationship Id="rId74" Type="http://schemas.openxmlformats.org/officeDocument/2006/relationships/customXml" Target="../ink/ink1332.xml"/><Relationship Id="rId79" Type="http://schemas.openxmlformats.org/officeDocument/2006/relationships/image" Target="../media/image1312.png"/><Relationship Id="rId102" Type="http://schemas.openxmlformats.org/officeDocument/2006/relationships/customXml" Target="../ink/ink1346.xml"/><Relationship Id="rId5" Type="http://schemas.openxmlformats.org/officeDocument/2006/relationships/image" Target="../media/image1275.png"/><Relationship Id="rId90" Type="http://schemas.openxmlformats.org/officeDocument/2006/relationships/customXml" Target="../ink/ink1340.xml"/><Relationship Id="rId95" Type="http://schemas.openxmlformats.org/officeDocument/2006/relationships/image" Target="../media/image1320.png"/><Relationship Id="rId22" Type="http://schemas.openxmlformats.org/officeDocument/2006/relationships/customXml" Target="../ink/ink1306.xml"/><Relationship Id="rId27" Type="http://schemas.openxmlformats.org/officeDocument/2006/relationships/image" Target="../media/image1286.png"/><Relationship Id="rId43" Type="http://schemas.openxmlformats.org/officeDocument/2006/relationships/image" Target="../media/image1294.png"/><Relationship Id="rId48" Type="http://schemas.openxmlformats.org/officeDocument/2006/relationships/customXml" Target="../ink/ink1319.xml"/><Relationship Id="rId64" Type="http://schemas.openxmlformats.org/officeDocument/2006/relationships/customXml" Target="../ink/ink1327.xml"/><Relationship Id="rId69" Type="http://schemas.openxmlformats.org/officeDocument/2006/relationships/image" Target="../media/image1307.png"/><Relationship Id="rId113" Type="http://schemas.openxmlformats.org/officeDocument/2006/relationships/image" Target="../media/image1329.png"/><Relationship Id="rId118" Type="http://schemas.openxmlformats.org/officeDocument/2006/relationships/customXml" Target="../ink/ink1354.xml"/><Relationship Id="rId80" Type="http://schemas.openxmlformats.org/officeDocument/2006/relationships/customXml" Target="../ink/ink1335.xml"/><Relationship Id="rId85" Type="http://schemas.openxmlformats.org/officeDocument/2006/relationships/image" Target="../media/image1315.png"/><Relationship Id="rId12" Type="http://schemas.openxmlformats.org/officeDocument/2006/relationships/customXml" Target="../ink/ink1301.xml"/><Relationship Id="rId17" Type="http://schemas.openxmlformats.org/officeDocument/2006/relationships/image" Target="../media/image1281.png"/><Relationship Id="rId33" Type="http://schemas.openxmlformats.org/officeDocument/2006/relationships/image" Target="../media/image1289.png"/><Relationship Id="rId38" Type="http://schemas.openxmlformats.org/officeDocument/2006/relationships/customXml" Target="../ink/ink1314.xml"/><Relationship Id="rId59" Type="http://schemas.openxmlformats.org/officeDocument/2006/relationships/image" Target="../media/image1302.png"/><Relationship Id="rId103" Type="http://schemas.openxmlformats.org/officeDocument/2006/relationships/image" Target="../media/image1324.png"/><Relationship Id="rId108" Type="http://schemas.openxmlformats.org/officeDocument/2006/relationships/customXml" Target="../ink/ink1349.xml"/><Relationship Id="rId54" Type="http://schemas.openxmlformats.org/officeDocument/2006/relationships/customXml" Target="../ink/ink1322.xml"/><Relationship Id="rId70" Type="http://schemas.openxmlformats.org/officeDocument/2006/relationships/customXml" Target="../ink/ink1330.xml"/><Relationship Id="rId75" Type="http://schemas.openxmlformats.org/officeDocument/2006/relationships/image" Target="../media/image1310.png"/><Relationship Id="rId91" Type="http://schemas.openxmlformats.org/officeDocument/2006/relationships/image" Target="../media/image1318.png"/><Relationship Id="rId96" Type="http://schemas.openxmlformats.org/officeDocument/2006/relationships/customXml" Target="../ink/ink1343.xml"/><Relationship Id="rId1" Type="http://schemas.openxmlformats.org/officeDocument/2006/relationships/slideLayout" Target="../slideLayouts/slideLayout7.xml"/><Relationship Id="rId6" Type="http://schemas.openxmlformats.org/officeDocument/2006/relationships/customXml" Target="../ink/ink1298.xml"/><Relationship Id="rId23" Type="http://schemas.openxmlformats.org/officeDocument/2006/relationships/image" Target="../media/image1284.png"/><Relationship Id="rId28" Type="http://schemas.openxmlformats.org/officeDocument/2006/relationships/customXml" Target="../ink/ink1309.xml"/><Relationship Id="rId49" Type="http://schemas.openxmlformats.org/officeDocument/2006/relationships/image" Target="../media/image1297.png"/><Relationship Id="rId114" Type="http://schemas.openxmlformats.org/officeDocument/2006/relationships/customXml" Target="../ink/ink1352.xml"/><Relationship Id="rId119" Type="http://schemas.openxmlformats.org/officeDocument/2006/relationships/image" Target="../media/image1332.png"/><Relationship Id="rId44" Type="http://schemas.openxmlformats.org/officeDocument/2006/relationships/customXml" Target="../ink/ink1317.xml"/><Relationship Id="rId60" Type="http://schemas.openxmlformats.org/officeDocument/2006/relationships/customXml" Target="../ink/ink1325.xml"/><Relationship Id="rId65" Type="http://schemas.openxmlformats.org/officeDocument/2006/relationships/image" Target="../media/image1305.png"/><Relationship Id="rId81" Type="http://schemas.openxmlformats.org/officeDocument/2006/relationships/image" Target="../media/image1313.png"/><Relationship Id="rId86" Type="http://schemas.openxmlformats.org/officeDocument/2006/relationships/customXml" Target="../ink/ink1338.xml"/><Relationship Id="rId4" Type="http://schemas.openxmlformats.org/officeDocument/2006/relationships/customXml" Target="../ink/ink1297.xml"/><Relationship Id="rId9" Type="http://schemas.openxmlformats.org/officeDocument/2006/relationships/image" Target="../media/image1277.png"/><Relationship Id="rId13" Type="http://schemas.openxmlformats.org/officeDocument/2006/relationships/image" Target="../media/image1279.png"/><Relationship Id="rId18" Type="http://schemas.openxmlformats.org/officeDocument/2006/relationships/customXml" Target="../ink/ink1304.xml"/><Relationship Id="rId39" Type="http://schemas.openxmlformats.org/officeDocument/2006/relationships/image" Target="../media/image1292.png"/><Relationship Id="rId109" Type="http://schemas.openxmlformats.org/officeDocument/2006/relationships/image" Target="../media/image1327.png"/><Relationship Id="rId34" Type="http://schemas.openxmlformats.org/officeDocument/2006/relationships/customXml" Target="../ink/ink1312.xml"/><Relationship Id="rId50" Type="http://schemas.openxmlformats.org/officeDocument/2006/relationships/customXml" Target="../ink/ink1320.xml"/><Relationship Id="rId55" Type="http://schemas.openxmlformats.org/officeDocument/2006/relationships/image" Target="../media/image1300.png"/><Relationship Id="rId76" Type="http://schemas.openxmlformats.org/officeDocument/2006/relationships/customXml" Target="../ink/ink1333.xml"/><Relationship Id="rId97" Type="http://schemas.openxmlformats.org/officeDocument/2006/relationships/image" Target="../media/image1321.png"/><Relationship Id="rId104" Type="http://schemas.openxmlformats.org/officeDocument/2006/relationships/customXml" Target="../ink/ink1347.xml"/><Relationship Id="rId120" Type="http://schemas.openxmlformats.org/officeDocument/2006/relationships/customXml" Target="../ink/ink1355.xml"/><Relationship Id="rId7" Type="http://schemas.openxmlformats.org/officeDocument/2006/relationships/image" Target="../media/image1276.png"/><Relationship Id="rId71" Type="http://schemas.openxmlformats.org/officeDocument/2006/relationships/image" Target="../media/image1308.png"/><Relationship Id="rId92" Type="http://schemas.openxmlformats.org/officeDocument/2006/relationships/customXml" Target="../ink/ink1341.xml"/><Relationship Id="rId2" Type="http://schemas.openxmlformats.org/officeDocument/2006/relationships/customXml" Target="../ink/ink1296.xml"/><Relationship Id="rId29" Type="http://schemas.openxmlformats.org/officeDocument/2006/relationships/image" Target="../media/image1287.png"/><Relationship Id="rId24" Type="http://schemas.openxmlformats.org/officeDocument/2006/relationships/customXml" Target="../ink/ink1307.xml"/><Relationship Id="rId40" Type="http://schemas.openxmlformats.org/officeDocument/2006/relationships/customXml" Target="../ink/ink1315.xml"/><Relationship Id="rId45" Type="http://schemas.openxmlformats.org/officeDocument/2006/relationships/image" Target="../media/image1295.png"/><Relationship Id="rId66" Type="http://schemas.openxmlformats.org/officeDocument/2006/relationships/customXml" Target="../ink/ink1328.xml"/><Relationship Id="rId87" Type="http://schemas.openxmlformats.org/officeDocument/2006/relationships/image" Target="../media/image1316.png"/><Relationship Id="rId110" Type="http://schemas.openxmlformats.org/officeDocument/2006/relationships/customXml" Target="../ink/ink1350.xml"/><Relationship Id="rId115" Type="http://schemas.openxmlformats.org/officeDocument/2006/relationships/image" Target="../media/image1330.png"/><Relationship Id="rId61" Type="http://schemas.openxmlformats.org/officeDocument/2006/relationships/image" Target="../media/image1303.png"/><Relationship Id="rId82" Type="http://schemas.openxmlformats.org/officeDocument/2006/relationships/customXml" Target="../ink/ink1336.xml"/><Relationship Id="rId19" Type="http://schemas.openxmlformats.org/officeDocument/2006/relationships/image" Target="../media/image1282.png"/><Relationship Id="rId14" Type="http://schemas.openxmlformats.org/officeDocument/2006/relationships/customXml" Target="../ink/ink1302.xml"/><Relationship Id="rId30" Type="http://schemas.openxmlformats.org/officeDocument/2006/relationships/customXml" Target="../ink/ink1310.xml"/><Relationship Id="rId35" Type="http://schemas.openxmlformats.org/officeDocument/2006/relationships/image" Target="../media/image1290.png"/><Relationship Id="rId56" Type="http://schemas.openxmlformats.org/officeDocument/2006/relationships/customXml" Target="../ink/ink1323.xml"/><Relationship Id="rId77" Type="http://schemas.openxmlformats.org/officeDocument/2006/relationships/image" Target="../media/image1311.png"/><Relationship Id="rId100" Type="http://schemas.openxmlformats.org/officeDocument/2006/relationships/customXml" Target="../ink/ink1345.xml"/><Relationship Id="rId105" Type="http://schemas.openxmlformats.org/officeDocument/2006/relationships/image" Target="../media/image1325.png"/><Relationship Id="rId8" Type="http://schemas.openxmlformats.org/officeDocument/2006/relationships/customXml" Target="../ink/ink1299.xml"/><Relationship Id="rId51" Type="http://schemas.openxmlformats.org/officeDocument/2006/relationships/image" Target="../media/image1298.png"/><Relationship Id="rId72" Type="http://schemas.openxmlformats.org/officeDocument/2006/relationships/customXml" Target="../ink/ink1331.xml"/><Relationship Id="rId93" Type="http://schemas.openxmlformats.org/officeDocument/2006/relationships/image" Target="../media/image1319.png"/><Relationship Id="rId98" Type="http://schemas.openxmlformats.org/officeDocument/2006/relationships/customXml" Target="../ink/ink1344.xml"/><Relationship Id="rId121" Type="http://schemas.openxmlformats.org/officeDocument/2006/relationships/image" Target="../media/image1333.png"/><Relationship Id="rId3" Type="http://schemas.openxmlformats.org/officeDocument/2006/relationships/image" Target="../media/image1274.png"/><Relationship Id="rId25" Type="http://schemas.openxmlformats.org/officeDocument/2006/relationships/image" Target="../media/image1285.png"/><Relationship Id="rId46" Type="http://schemas.openxmlformats.org/officeDocument/2006/relationships/customXml" Target="../ink/ink1318.xml"/><Relationship Id="rId67" Type="http://schemas.openxmlformats.org/officeDocument/2006/relationships/image" Target="../media/image1306.png"/><Relationship Id="rId116" Type="http://schemas.openxmlformats.org/officeDocument/2006/relationships/customXml" Target="../ink/ink1353.xml"/><Relationship Id="rId20" Type="http://schemas.openxmlformats.org/officeDocument/2006/relationships/customXml" Target="../ink/ink1305.xml"/><Relationship Id="rId41" Type="http://schemas.openxmlformats.org/officeDocument/2006/relationships/image" Target="../media/image1293.png"/><Relationship Id="rId62" Type="http://schemas.openxmlformats.org/officeDocument/2006/relationships/customXml" Target="../ink/ink1326.xml"/><Relationship Id="rId83" Type="http://schemas.openxmlformats.org/officeDocument/2006/relationships/image" Target="../media/image1314.png"/><Relationship Id="rId88" Type="http://schemas.openxmlformats.org/officeDocument/2006/relationships/customXml" Target="../ink/ink1339.xml"/><Relationship Id="rId111" Type="http://schemas.openxmlformats.org/officeDocument/2006/relationships/image" Target="../media/image1328.png"/><Relationship Id="rId15" Type="http://schemas.openxmlformats.org/officeDocument/2006/relationships/image" Target="../media/image1280.png"/><Relationship Id="rId36" Type="http://schemas.openxmlformats.org/officeDocument/2006/relationships/customXml" Target="../ink/ink1313.xml"/><Relationship Id="rId57" Type="http://schemas.openxmlformats.org/officeDocument/2006/relationships/image" Target="../media/image1301.png"/><Relationship Id="rId106" Type="http://schemas.openxmlformats.org/officeDocument/2006/relationships/customXml" Target="../ink/ink1348.xml"/><Relationship Id="rId10" Type="http://schemas.openxmlformats.org/officeDocument/2006/relationships/customXml" Target="../ink/ink1300.xml"/><Relationship Id="rId31" Type="http://schemas.openxmlformats.org/officeDocument/2006/relationships/image" Target="../media/image1288.png"/><Relationship Id="rId52" Type="http://schemas.openxmlformats.org/officeDocument/2006/relationships/customXml" Target="../ink/ink1321.xml"/><Relationship Id="rId73" Type="http://schemas.openxmlformats.org/officeDocument/2006/relationships/image" Target="../media/image1309.png"/><Relationship Id="rId78" Type="http://schemas.openxmlformats.org/officeDocument/2006/relationships/customXml" Target="../ink/ink1334.xml"/><Relationship Id="rId94" Type="http://schemas.openxmlformats.org/officeDocument/2006/relationships/customXml" Target="../ink/ink1342.xml"/><Relationship Id="rId99" Type="http://schemas.openxmlformats.org/officeDocument/2006/relationships/image" Target="../media/image1322.png"/><Relationship Id="rId101" Type="http://schemas.openxmlformats.org/officeDocument/2006/relationships/image" Target="../media/image1323.png"/></Relationships>
</file>

<file path=ppt/slides/_rels/slide18.xml.rels><?xml version="1.0" encoding="UTF-8" standalone="yes"?>
<Relationships xmlns="http://schemas.openxmlformats.org/package/2006/relationships"><Relationship Id="rId117" Type="http://schemas.openxmlformats.org/officeDocument/2006/relationships/image" Target="../media/image1391.png"/><Relationship Id="rId21" Type="http://schemas.openxmlformats.org/officeDocument/2006/relationships/image" Target="../media/image1343.png"/><Relationship Id="rId42" Type="http://schemas.openxmlformats.org/officeDocument/2006/relationships/customXml" Target="../ink/ink1376.xml"/><Relationship Id="rId63" Type="http://schemas.openxmlformats.org/officeDocument/2006/relationships/image" Target="../media/image1364.png"/><Relationship Id="rId84" Type="http://schemas.openxmlformats.org/officeDocument/2006/relationships/customXml" Target="../ink/ink1397.xml"/><Relationship Id="rId138" Type="http://schemas.openxmlformats.org/officeDocument/2006/relationships/customXml" Target="../ink/ink1424.xml"/><Relationship Id="rId159" Type="http://schemas.openxmlformats.org/officeDocument/2006/relationships/image" Target="../media/image1412.png"/><Relationship Id="rId170" Type="http://schemas.openxmlformats.org/officeDocument/2006/relationships/customXml" Target="../ink/ink1440.xml"/><Relationship Id="rId191" Type="http://schemas.openxmlformats.org/officeDocument/2006/relationships/image" Target="../media/image1428.png"/><Relationship Id="rId107" Type="http://schemas.openxmlformats.org/officeDocument/2006/relationships/image" Target="../media/image1386.png"/><Relationship Id="rId11" Type="http://schemas.openxmlformats.org/officeDocument/2006/relationships/image" Target="../media/image1338.png"/><Relationship Id="rId32" Type="http://schemas.openxmlformats.org/officeDocument/2006/relationships/customXml" Target="../ink/ink1371.xml"/><Relationship Id="rId53" Type="http://schemas.openxmlformats.org/officeDocument/2006/relationships/image" Target="../media/image1359.png"/><Relationship Id="rId74" Type="http://schemas.openxmlformats.org/officeDocument/2006/relationships/customXml" Target="../ink/ink1392.xml"/><Relationship Id="rId128" Type="http://schemas.openxmlformats.org/officeDocument/2006/relationships/customXml" Target="../ink/ink1419.xml"/><Relationship Id="rId149" Type="http://schemas.openxmlformats.org/officeDocument/2006/relationships/image" Target="../media/image1407.png"/><Relationship Id="rId5" Type="http://schemas.openxmlformats.org/officeDocument/2006/relationships/image" Target="../media/image1335.png"/><Relationship Id="rId95" Type="http://schemas.openxmlformats.org/officeDocument/2006/relationships/image" Target="../media/image1380.png"/><Relationship Id="rId160" Type="http://schemas.openxmlformats.org/officeDocument/2006/relationships/customXml" Target="../ink/ink1435.xml"/><Relationship Id="rId181" Type="http://schemas.openxmlformats.org/officeDocument/2006/relationships/image" Target="../media/image1423.png"/><Relationship Id="rId22" Type="http://schemas.openxmlformats.org/officeDocument/2006/relationships/customXml" Target="../ink/ink1366.xml"/><Relationship Id="rId43" Type="http://schemas.openxmlformats.org/officeDocument/2006/relationships/image" Target="../media/image1354.png"/><Relationship Id="rId64" Type="http://schemas.openxmlformats.org/officeDocument/2006/relationships/customXml" Target="../ink/ink1387.xml"/><Relationship Id="rId118" Type="http://schemas.openxmlformats.org/officeDocument/2006/relationships/customXml" Target="../ink/ink1414.xml"/><Relationship Id="rId139" Type="http://schemas.openxmlformats.org/officeDocument/2006/relationships/image" Target="../media/image1402.png"/><Relationship Id="rId85" Type="http://schemas.openxmlformats.org/officeDocument/2006/relationships/image" Target="../media/image1375.png"/><Relationship Id="rId150" Type="http://schemas.openxmlformats.org/officeDocument/2006/relationships/customXml" Target="../ink/ink1430.xml"/><Relationship Id="rId171" Type="http://schemas.openxmlformats.org/officeDocument/2006/relationships/image" Target="../media/image1418.png"/><Relationship Id="rId192" Type="http://schemas.openxmlformats.org/officeDocument/2006/relationships/customXml" Target="../ink/ink1451.xml"/><Relationship Id="rId12" Type="http://schemas.openxmlformats.org/officeDocument/2006/relationships/customXml" Target="../ink/ink1361.xml"/><Relationship Id="rId33" Type="http://schemas.openxmlformats.org/officeDocument/2006/relationships/image" Target="../media/image1349.png"/><Relationship Id="rId108" Type="http://schemas.openxmlformats.org/officeDocument/2006/relationships/customXml" Target="../ink/ink1409.xml"/><Relationship Id="rId129" Type="http://schemas.openxmlformats.org/officeDocument/2006/relationships/image" Target="../media/image1397.png"/><Relationship Id="rId54" Type="http://schemas.openxmlformats.org/officeDocument/2006/relationships/customXml" Target="../ink/ink1382.xml"/><Relationship Id="rId75" Type="http://schemas.openxmlformats.org/officeDocument/2006/relationships/image" Target="../media/image1370.png"/><Relationship Id="rId96" Type="http://schemas.openxmlformats.org/officeDocument/2006/relationships/customXml" Target="../ink/ink1403.xml"/><Relationship Id="rId140" Type="http://schemas.openxmlformats.org/officeDocument/2006/relationships/customXml" Target="../ink/ink1425.xml"/><Relationship Id="rId161" Type="http://schemas.openxmlformats.org/officeDocument/2006/relationships/image" Target="../media/image1413.png"/><Relationship Id="rId182" Type="http://schemas.openxmlformats.org/officeDocument/2006/relationships/customXml" Target="../ink/ink1446.xml"/><Relationship Id="rId6" Type="http://schemas.openxmlformats.org/officeDocument/2006/relationships/customXml" Target="../ink/ink1358.xml"/><Relationship Id="rId23" Type="http://schemas.openxmlformats.org/officeDocument/2006/relationships/image" Target="../media/image1344.png"/><Relationship Id="rId119" Type="http://schemas.openxmlformats.org/officeDocument/2006/relationships/image" Target="../media/image1392.png"/><Relationship Id="rId44" Type="http://schemas.openxmlformats.org/officeDocument/2006/relationships/customXml" Target="../ink/ink1377.xml"/><Relationship Id="rId65" Type="http://schemas.openxmlformats.org/officeDocument/2006/relationships/image" Target="../media/image1365.png"/><Relationship Id="rId86" Type="http://schemas.openxmlformats.org/officeDocument/2006/relationships/customXml" Target="../ink/ink1398.xml"/><Relationship Id="rId130" Type="http://schemas.openxmlformats.org/officeDocument/2006/relationships/customXml" Target="../ink/ink1420.xml"/><Relationship Id="rId151" Type="http://schemas.openxmlformats.org/officeDocument/2006/relationships/image" Target="../media/image1408.png"/><Relationship Id="rId172" Type="http://schemas.openxmlformats.org/officeDocument/2006/relationships/customXml" Target="../ink/ink1441.xml"/><Relationship Id="rId193" Type="http://schemas.openxmlformats.org/officeDocument/2006/relationships/image" Target="../media/image1429.png"/><Relationship Id="rId13" Type="http://schemas.openxmlformats.org/officeDocument/2006/relationships/image" Target="../media/image1339.png"/><Relationship Id="rId109" Type="http://schemas.openxmlformats.org/officeDocument/2006/relationships/image" Target="../media/image1387.png"/><Relationship Id="rId34" Type="http://schemas.openxmlformats.org/officeDocument/2006/relationships/customXml" Target="../ink/ink1372.xml"/><Relationship Id="rId55" Type="http://schemas.openxmlformats.org/officeDocument/2006/relationships/image" Target="../media/image1360.png"/><Relationship Id="rId76" Type="http://schemas.openxmlformats.org/officeDocument/2006/relationships/customXml" Target="../ink/ink1393.xml"/><Relationship Id="rId97" Type="http://schemas.openxmlformats.org/officeDocument/2006/relationships/image" Target="../media/image1381.png"/><Relationship Id="rId120" Type="http://schemas.openxmlformats.org/officeDocument/2006/relationships/customXml" Target="../ink/ink1415.xml"/><Relationship Id="rId141" Type="http://schemas.openxmlformats.org/officeDocument/2006/relationships/image" Target="../media/image1403.png"/><Relationship Id="rId7" Type="http://schemas.openxmlformats.org/officeDocument/2006/relationships/image" Target="../media/image1336.png"/><Relationship Id="rId162" Type="http://schemas.openxmlformats.org/officeDocument/2006/relationships/customXml" Target="../ink/ink1436.xml"/><Relationship Id="rId183" Type="http://schemas.openxmlformats.org/officeDocument/2006/relationships/image" Target="../media/image1424.png"/><Relationship Id="rId2" Type="http://schemas.openxmlformats.org/officeDocument/2006/relationships/customXml" Target="../ink/ink1356.xml"/><Relationship Id="rId29" Type="http://schemas.openxmlformats.org/officeDocument/2006/relationships/image" Target="../media/image1347.png"/><Relationship Id="rId24" Type="http://schemas.openxmlformats.org/officeDocument/2006/relationships/customXml" Target="../ink/ink1367.xml"/><Relationship Id="rId40" Type="http://schemas.openxmlformats.org/officeDocument/2006/relationships/customXml" Target="../ink/ink1375.xml"/><Relationship Id="rId45" Type="http://schemas.openxmlformats.org/officeDocument/2006/relationships/image" Target="../media/image1355.png"/><Relationship Id="rId66" Type="http://schemas.openxmlformats.org/officeDocument/2006/relationships/customXml" Target="../ink/ink1388.xml"/><Relationship Id="rId87" Type="http://schemas.openxmlformats.org/officeDocument/2006/relationships/image" Target="../media/image1376.png"/><Relationship Id="rId110" Type="http://schemas.openxmlformats.org/officeDocument/2006/relationships/customXml" Target="../ink/ink1410.xml"/><Relationship Id="rId115" Type="http://schemas.openxmlformats.org/officeDocument/2006/relationships/image" Target="../media/image1390.png"/><Relationship Id="rId131" Type="http://schemas.openxmlformats.org/officeDocument/2006/relationships/image" Target="../media/image1398.png"/><Relationship Id="rId136" Type="http://schemas.openxmlformats.org/officeDocument/2006/relationships/customXml" Target="../ink/ink1423.xml"/><Relationship Id="rId157" Type="http://schemas.openxmlformats.org/officeDocument/2006/relationships/image" Target="../media/image1411.png"/><Relationship Id="rId178" Type="http://schemas.openxmlformats.org/officeDocument/2006/relationships/customXml" Target="../ink/ink1444.xml"/><Relationship Id="rId61" Type="http://schemas.openxmlformats.org/officeDocument/2006/relationships/image" Target="../media/image1363.png"/><Relationship Id="rId82" Type="http://schemas.openxmlformats.org/officeDocument/2006/relationships/customXml" Target="../ink/ink1396.xml"/><Relationship Id="rId152" Type="http://schemas.openxmlformats.org/officeDocument/2006/relationships/customXml" Target="../ink/ink1431.xml"/><Relationship Id="rId173" Type="http://schemas.openxmlformats.org/officeDocument/2006/relationships/image" Target="../media/image1419.png"/><Relationship Id="rId194" Type="http://schemas.openxmlformats.org/officeDocument/2006/relationships/customXml" Target="../ink/ink1452.xml"/><Relationship Id="rId199" Type="http://schemas.openxmlformats.org/officeDocument/2006/relationships/image" Target="../media/image1432.png"/><Relationship Id="rId203" Type="http://schemas.openxmlformats.org/officeDocument/2006/relationships/image" Target="../media/image1434.png"/><Relationship Id="rId19" Type="http://schemas.openxmlformats.org/officeDocument/2006/relationships/image" Target="../media/image1342.png"/><Relationship Id="rId14" Type="http://schemas.openxmlformats.org/officeDocument/2006/relationships/customXml" Target="../ink/ink1362.xml"/><Relationship Id="rId30" Type="http://schemas.openxmlformats.org/officeDocument/2006/relationships/customXml" Target="../ink/ink1370.xml"/><Relationship Id="rId35" Type="http://schemas.openxmlformats.org/officeDocument/2006/relationships/image" Target="../media/image1350.png"/><Relationship Id="rId56" Type="http://schemas.openxmlformats.org/officeDocument/2006/relationships/customXml" Target="../ink/ink1383.xml"/><Relationship Id="rId77" Type="http://schemas.openxmlformats.org/officeDocument/2006/relationships/image" Target="../media/image1371.png"/><Relationship Id="rId100" Type="http://schemas.openxmlformats.org/officeDocument/2006/relationships/customXml" Target="../ink/ink1405.xml"/><Relationship Id="rId105" Type="http://schemas.openxmlformats.org/officeDocument/2006/relationships/image" Target="../media/image1385.png"/><Relationship Id="rId126" Type="http://schemas.openxmlformats.org/officeDocument/2006/relationships/customXml" Target="../ink/ink1418.xml"/><Relationship Id="rId147" Type="http://schemas.openxmlformats.org/officeDocument/2006/relationships/image" Target="../media/image1406.png"/><Relationship Id="rId168" Type="http://schemas.openxmlformats.org/officeDocument/2006/relationships/customXml" Target="../ink/ink1439.xml"/><Relationship Id="rId8" Type="http://schemas.openxmlformats.org/officeDocument/2006/relationships/customXml" Target="../ink/ink1359.xml"/><Relationship Id="rId51" Type="http://schemas.openxmlformats.org/officeDocument/2006/relationships/image" Target="../media/image1358.png"/><Relationship Id="rId72" Type="http://schemas.openxmlformats.org/officeDocument/2006/relationships/customXml" Target="../ink/ink1391.xml"/><Relationship Id="rId93" Type="http://schemas.openxmlformats.org/officeDocument/2006/relationships/image" Target="../media/image1379.png"/><Relationship Id="rId98" Type="http://schemas.openxmlformats.org/officeDocument/2006/relationships/customXml" Target="../ink/ink1404.xml"/><Relationship Id="rId121" Type="http://schemas.openxmlformats.org/officeDocument/2006/relationships/image" Target="../media/image1393.png"/><Relationship Id="rId142" Type="http://schemas.openxmlformats.org/officeDocument/2006/relationships/customXml" Target="../ink/ink1426.xml"/><Relationship Id="rId163" Type="http://schemas.openxmlformats.org/officeDocument/2006/relationships/image" Target="../media/image1414.png"/><Relationship Id="rId184" Type="http://schemas.openxmlformats.org/officeDocument/2006/relationships/customXml" Target="../ink/ink1447.xml"/><Relationship Id="rId189" Type="http://schemas.openxmlformats.org/officeDocument/2006/relationships/image" Target="../media/image1427.png"/><Relationship Id="rId3" Type="http://schemas.openxmlformats.org/officeDocument/2006/relationships/image" Target="../media/image1334.png"/><Relationship Id="rId25" Type="http://schemas.openxmlformats.org/officeDocument/2006/relationships/image" Target="../media/image1345.png"/><Relationship Id="rId46" Type="http://schemas.openxmlformats.org/officeDocument/2006/relationships/customXml" Target="../ink/ink1378.xml"/><Relationship Id="rId67" Type="http://schemas.openxmlformats.org/officeDocument/2006/relationships/image" Target="../media/image1366.png"/><Relationship Id="rId116" Type="http://schemas.openxmlformats.org/officeDocument/2006/relationships/customXml" Target="../ink/ink1413.xml"/><Relationship Id="rId137" Type="http://schemas.openxmlformats.org/officeDocument/2006/relationships/image" Target="../media/image1401.png"/><Relationship Id="rId158" Type="http://schemas.openxmlformats.org/officeDocument/2006/relationships/customXml" Target="../ink/ink1434.xml"/><Relationship Id="rId20" Type="http://schemas.openxmlformats.org/officeDocument/2006/relationships/customXml" Target="../ink/ink1365.xml"/><Relationship Id="rId41" Type="http://schemas.openxmlformats.org/officeDocument/2006/relationships/image" Target="../media/image1353.png"/><Relationship Id="rId62" Type="http://schemas.openxmlformats.org/officeDocument/2006/relationships/customXml" Target="../ink/ink1386.xml"/><Relationship Id="rId83" Type="http://schemas.openxmlformats.org/officeDocument/2006/relationships/image" Target="../media/image1374.png"/><Relationship Id="rId88" Type="http://schemas.openxmlformats.org/officeDocument/2006/relationships/customXml" Target="../ink/ink1399.xml"/><Relationship Id="rId111" Type="http://schemas.openxmlformats.org/officeDocument/2006/relationships/image" Target="../media/image1388.png"/><Relationship Id="rId132" Type="http://schemas.openxmlformats.org/officeDocument/2006/relationships/customXml" Target="../ink/ink1421.xml"/><Relationship Id="rId153" Type="http://schemas.openxmlformats.org/officeDocument/2006/relationships/image" Target="../media/image1409.png"/><Relationship Id="rId174" Type="http://schemas.openxmlformats.org/officeDocument/2006/relationships/customXml" Target="../ink/ink1442.xml"/><Relationship Id="rId179" Type="http://schemas.openxmlformats.org/officeDocument/2006/relationships/image" Target="../media/image1422.png"/><Relationship Id="rId195" Type="http://schemas.openxmlformats.org/officeDocument/2006/relationships/image" Target="../media/image1430.png"/><Relationship Id="rId190" Type="http://schemas.openxmlformats.org/officeDocument/2006/relationships/customXml" Target="../ink/ink1450.xml"/><Relationship Id="rId15" Type="http://schemas.openxmlformats.org/officeDocument/2006/relationships/image" Target="../media/image1340.png"/><Relationship Id="rId36" Type="http://schemas.openxmlformats.org/officeDocument/2006/relationships/customXml" Target="../ink/ink1373.xml"/><Relationship Id="rId57" Type="http://schemas.openxmlformats.org/officeDocument/2006/relationships/image" Target="../media/image1361.png"/><Relationship Id="rId106" Type="http://schemas.openxmlformats.org/officeDocument/2006/relationships/customXml" Target="../ink/ink1408.xml"/><Relationship Id="rId127" Type="http://schemas.openxmlformats.org/officeDocument/2006/relationships/image" Target="../media/image1396.png"/><Relationship Id="rId10" Type="http://schemas.openxmlformats.org/officeDocument/2006/relationships/customXml" Target="../ink/ink1360.xml"/><Relationship Id="rId31" Type="http://schemas.openxmlformats.org/officeDocument/2006/relationships/image" Target="../media/image1348.png"/><Relationship Id="rId52" Type="http://schemas.openxmlformats.org/officeDocument/2006/relationships/customXml" Target="../ink/ink1381.xml"/><Relationship Id="rId73" Type="http://schemas.openxmlformats.org/officeDocument/2006/relationships/image" Target="../media/image1369.png"/><Relationship Id="rId78" Type="http://schemas.openxmlformats.org/officeDocument/2006/relationships/customXml" Target="../ink/ink1394.xml"/><Relationship Id="rId94" Type="http://schemas.openxmlformats.org/officeDocument/2006/relationships/customXml" Target="../ink/ink1402.xml"/><Relationship Id="rId99" Type="http://schemas.openxmlformats.org/officeDocument/2006/relationships/image" Target="../media/image1382.png"/><Relationship Id="rId101" Type="http://schemas.openxmlformats.org/officeDocument/2006/relationships/image" Target="../media/image1383.png"/><Relationship Id="rId122" Type="http://schemas.openxmlformats.org/officeDocument/2006/relationships/customXml" Target="../ink/ink1416.xml"/><Relationship Id="rId143" Type="http://schemas.openxmlformats.org/officeDocument/2006/relationships/image" Target="../media/image1404.png"/><Relationship Id="rId148" Type="http://schemas.openxmlformats.org/officeDocument/2006/relationships/customXml" Target="../ink/ink1429.xml"/><Relationship Id="rId164" Type="http://schemas.openxmlformats.org/officeDocument/2006/relationships/customXml" Target="../ink/ink1437.xml"/><Relationship Id="rId169" Type="http://schemas.openxmlformats.org/officeDocument/2006/relationships/image" Target="../media/image1417.png"/><Relationship Id="rId185" Type="http://schemas.openxmlformats.org/officeDocument/2006/relationships/image" Target="../media/image1425.png"/><Relationship Id="rId4" Type="http://schemas.openxmlformats.org/officeDocument/2006/relationships/customXml" Target="../ink/ink1357.xml"/><Relationship Id="rId9" Type="http://schemas.openxmlformats.org/officeDocument/2006/relationships/image" Target="../media/image1337.png"/><Relationship Id="rId180" Type="http://schemas.openxmlformats.org/officeDocument/2006/relationships/customXml" Target="../ink/ink1445.xml"/><Relationship Id="rId26" Type="http://schemas.openxmlformats.org/officeDocument/2006/relationships/customXml" Target="../ink/ink1368.xml"/><Relationship Id="rId47" Type="http://schemas.openxmlformats.org/officeDocument/2006/relationships/image" Target="../media/image1356.png"/><Relationship Id="rId68" Type="http://schemas.openxmlformats.org/officeDocument/2006/relationships/customXml" Target="../ink/ink1389.xml"/><Relationship Id="rId89" Type="http://schemas.openxmlformats.org/officeDocument/2006/relationships/image" Target="../media/image1377.png"/><Relationship Id="rId112" Type="http://schemas.openxmlformats.org/officeDocument/2006/relationships/customXml" Target="../ink/ink1411.xml"/><Relationship Id="rId133" Type="http://schemas.openxmlformats.org/officeDocument/2006/relationships/image" Target="../media/image1399.png"/><Relationship Id="rId154" Type="http://schemas.openxmlformats.org/officeDocument/2006/relationships/customXml" Target="../ink/ink1432.xml"/><Relationship Id="rId175" Type="http://schemas.openxmlformats.org/officeDocument/2006/relationships/image" Target="../media/image1420.png"/><Relationship Id="rId196" Type="http://schemas.openxmlformats.org/officeDocument/2006/relationships/customXml" Target="../ink/ink1453.xml"/><Relationship Id="rId200" Type="http://schemas.openxmlformats.org/officeDocument/2006/relationships/customXml" Target="../ink/ink1455.xml"/><Relationship Id="rId16" Type="http://schemas.openxmlformats.org/officeDocument/2006/relationships/customXml" Target="../ink/ink1363.xml"/><Relationship Id="rId37" Type="http://schemas.openxmlformats.org/officeDocument/2006/relationships/image" Target="../media/image1351.png"/><Relationship Id="rId58" Type="http://schemas.openxmlformats.org/officeDocument/2006/relationships/customXml" Target="../ink/ink1384.xml"/><Relationship Id="rId79" Type="http://schemas.openxmlformats.org/officeDocument/2006/relationships/image" Target="../media/image1372.png"/><Relationship Id="rId102" Type="http://schemas.openxmlformats.org/officeDocument/2006/relationships/customXml" Target="../ink/ink1406.xml"/><Relationship Id="rId123" Type="http://schemas.openxmlformats.org/officeDocument/2006/relationships/image" Target="../media/image1394.png"/><Relationship Id="rId144" Type="http://schemas.openxmlformats.org/officeDocument/2006/relationships/customXml" Target="../ink/ink1427.xml"/><Relationship Id="rId90" Type="http://schemas.openxmlformats.org/officeDocument/2006/relationships/customXml" Target="../ink/ink1400.xml"/><Relationship Id="rId165" Type="http://schemas.openxmlformats.org/officeDocument/2006/relationships/image" Target="../media/image1415.png"/><Relationship Id="rId186" Type="http://schemas.openxmlformats.org/officeDocument/2006/relationships/customXml" Target="../ink/ink1448.xml"/><Relationship Id="rId27" Type="http://schemas.openxmlformats.org/officeDocument/2006/relationships/image" Target="../media/image1346.png"/><Relationship Id="rId48" Type="http://schemas.openxmlformats.org/officeDocument/2006/relationships/customXml" Target="../ink/ink1379.xml"/><Relationship Id="rId69" Type="http://schemas.openxmlformats.org/officeDocument/2006/relationships/image" Target="../media/image1367.png"/><Relationship Id="rId113" Type="http://schemas.openxmlformats.org/officeDocument/2006/relationships/image" Target="../media/image1389.png"/><Relationship Id="rId134" Type="http://schemas.openxmlformats.org/officeDocument/2006/relationships/customXml" Target="../ink/ink1422.xml"/><Relationship Id="rId80" Type="http://schemas.openxmlformats.org/officeDocument/2006/relationships/customXml" Target="../ink/ink1395.xml"/><Relationship Id="rId155" Type="http://schemas.openxmlformats.org/officeDocument/2006/relationships/image" Target="../media/image1410.png"/><Relationship Id="rId176" Type="http://schemas.openxmlformats.org/officeDocument/2006/relationships/customXml" Target="../ink/ink1443.xml"/><Relationship Id="rId197" Type="http://schemas.openxmlformats.org/officeDocument/2006/relationships/image" Target="../media/image1431.png"/><Relationship Id="rId201" Type="http://schemas.openxmlformats.org/officeDocument/2006/relationships/image" Target="../media/image1433.png"/><Relationship Id="rId17" Type="http://schemas.openxmlformats.org/officeDocument/2006/relationships/image" Target="../media/image1341.png"/><Relationship Id="rId38" Type="http://schemas.openxmlformats.org/officeDocument/2006/relationships/customXml" Target="../ink/ink1374.xml"/><Relationship Id="rId59" Type="http://schemas.openxmlformats.org/officeDocument/2006/relationships/image" Target="../media/image1362.png"/><Relationship Id="rId103" Type="http://schemas.openxmlformats.org/officeDocument/2006/relationships/image" Target="../media/image1384.png"/><Relationship Id="rId124" Type="http://schemas.openxmlformats.org/officeDocument/2006/relationships/customXml" Target="../ink/ink1417.xml"/><Relationship Id="rId70" Type="http://schemas.openxmlformats.org/officeDocument/2006/relationships/customXml" Target="../ink/ink1390.xml"/><Relationship Id="rId91" Type="http://schemas.openxmlformats.org/officeDocument/2006/relationships/image" Target="../media/image1378.png"/><Relationship Id="rId145" Type="http://schemas.openxmlformats.org/officeDocument/2006/relationships/image" Target="../media/image1405.png"/><Relationship Id="rId166" Type="http://schemas.openxmlformats.org/officeDocument/2006/relationships/customXml" Target="../ink/ink1438.xml"/><Relationship Id="rId187" Type="http://schemas.openxmlformats.org/officeDocument/2006/relationships/image" Target="../media/image1426.png"/><Relationship Id="rId1" Type="http://schemas.openxmlformats.org/officeDocument/2006/relationships/slideLayout" Target="../slideLayouts/slideLayout7.xml"/><Relationship Id="rId28" Type="http://schemas.openxmlformats.org/officeDocument/2006/relationships/customXml" Target="../ink/ink1369.xml"/><Relationship Id="rId49" Type="http://schemas.openxmlformats.org/officeDocument/2006/relationships/image" Target="../media/image1357.png"/><Relationship Id="rId114" Type="http://schemas.openxmlformats.org/officeDocument/2006/relationships/customXml" Target="../ink/ink1412.xml"/><Relationship Id="rId60" Type="http://schemas.openxmlformats.org/officeDocument/2006/relationships/customXml" Target="../ink/ink1385.xml"/><Relationship Id="rId81" Type="http://schemas.openxmlformats.org/officeDocument/2006/relationships/image" Target="../media/image1373.png"/><Relationship Id="rId135" Type="http://schemas.openxmlformats.org/officeDocument/2006/relationships/image" Target="../media/image1400.png"/><Relationship Id="rId156" Type="http://schemas.openxmlformats.org/officeDocument/2006/relationships/customXml" Target="../ink/ink1433.xml"/><Relationship Id="rId177" Type="http://schemas.openxmlformats.org/officeDocument/2006/relationships/image" Target="../media/image1421.png"/><Relationship Id="rId198" Type="http://schemas.openxmlformats.org/officeDocument/2006/relationships/customXml" Target="../ink/ink1454.xml"/><Relationship Id="rId202" Type="http://schemas.openxmlformats.org/officeDocument/2006/relationships/customXml" Target="../ink/ink1456.xml"/><Relationship Id="rId18" Type="http://schemas.openxmlformats.org/officeDocument/2006/relationships/customXml" Target="../ink/ink1364.xml"/><Relationship Id="rId39" Type="http://schemas.openxmlformats.org/officeDocument/2006/relationships/image" Target="../media/image1352.png"/><Relationship Id="rId50" Type="http://schemas.openxmlformats.org/officeDocument/2006/relationships/customXml" Target="../ink/ink1380.xml"/><Relationship Id="rId104" Type="http://schemas.openxmlformats.org/officeDocument/2006/relationships/customXml" Target="../ink/ink1407.xml"/><Relationship Id="rId125" Type="http://schemas.openxmlformats.org/officeDocument/2006/relationships/image" Target="../media/image1395.png"/><Relationship Id="rId146" Type="http://schemas.openxmlformats.org/officeDocument/2006/relationships/customXml" Target="../ink/ink1428.xml"/><Relationship Id="rId167" Type="http://schemas.openxmlformats.org/officeDocument/2006/relationships/image" Target="../media/image1416.png"/><Relationship Id="rId188" Type="http://schemas.openxmlformats.org/officeDocument/2006/relationships/customXml" Target="../ink/ink1449.xml"/><Relationship Id="rId71" Type="http://schemas.openxmlformats.org/officeDocument/2006/relationships/image" Target="../media/image1368.png"/><Relationship Id="rId92" Type="http://schemas.openxmlformats.org/officeDocument/2006/relationships/customXml" Target="../ink/ink1401.xml"/></Relationships>
</file>

<file path=ppt/slides/_rels/slide19.xml.rels><?xml version="1.0" encoding="UTF-8" standalone="yes"?>
<Relationships xmlns="http://schemas.openxmlformats.org/package/2006/relationships"><Relationship Id="rId117" Type="http://schemas.openxmlformats.org/officeDocument/2006/relationships/image" Target="../media/image1492.png"/><Relationship Id="rId21" Type="http://schemas.openxmlformats.org/officeDocument/2006/relationships/image" Target="../media/image1444.png"/><Relationship Id="rId42" Type="http://schemas.openxmlformats.org/officeDocument/2006/relationships/customXml" Target="../ink/ink1477.xml"/><Relationship Id="rId63" Type="http://schemas.openxmlformats.org/officeDocument/2006/relationships/image" Target="../media/image1465.png"/><Relationship Id="rId84" Type="http://schemas.openxmlformats.org/officeDocument/2006/relationships/customXml" Target="../ink/ink1498.xml"/><Relationship Id="rId138" Type="http://schemas.openxmlformats.org/officeDocument/2006/relationships/customXml" Target="../ink/ink1525.xml"/><Relationship Id="rId159" Type="http://schemas.openxmlformats.org/officeDocument/2006/relationships/image" Target="../media/image1513.png"/><Relationship Id="rId107" Type="http://schemas.openxmlformats.org/officeDocument/2006/relationships/image" Target="../media/image1487.png"/><Relationship Id="rId11" Type="http://schemas.openxmlformats.org/officeDocument/2006/relationships/image" Target="../media/image1439.png"/><Relationship Id="rId32" Type="http://schemas.openxmlformats.org/officeDocument/2006/relationships/customXml" Target="../ink/ink1472.xml"/><Relationship Id="rId53" Type="http://schemas.openxmlformats.org/officeDocument/2006/relationships/image" Target="../media/image1460.png"/><Relationship Id="rId74" Type="http://schemas.openxmlformats.org/officeDocument/2006/relationships/customXml" Target="../ink/ink1493.xml"/><Relationship Id="rId128" Type="http://schemas.openxmlformats.org/officeDocument/2006/relationships/customXml" Target="../ink/ink1520.xml"/><Relationship Id="rId149" Type="http://schemas.openxmlformats.org/officeDocument/2006/relationships/image" Target="../media/image1508.png"/><Relationship Id="rId5" Type="http://schemas.openxmlformats.org/officeDocument/2006/relationships/image" Target="../media/image1436.png"/><Relationship Id="rId95" Type="http://schemas.openxmlformats.org/officeDocument/2006/relationships/image" Target="../media/image1481.png"/><Relationship Id="rId160" Type="http://schemas.openxmlformats.org/officeDocument/2006/relationships/customXml" Target="../ink/ink1536.xml"/><Relationship Id="rId22" Type="http://schemas.openxmlformats.org/officeDocument/2006/relationships/customXml" Target="../ink/ink1467.xml"/><Relationship Id="rId43" Type="http://schemas.openxmlformats.org/officeDocument/2006/relationships/image" Target="../media/image1455.png"/><Relationship Id="rId64" Type="http://schemas.openxmlformats.org/officeDocument/2006/relationships/customXml" Target="../ink/ink1488.xml"/><Relationship Id="rId118" Type="http://schemas.openxmlformats.org/officeDocument/2006/relationships/customXml" Target="../ink/ink1515.xml"/><Relationship Id="rId139" Type="http://schemas.openxmlformats.org/officeDocument/2006/relationships/image" Target="../media/image1503.png"/><Relationship Id="rId85" Type="http://schemas.openxmlformats.org/officeDocument/2006/relationships/image" Target="../media/image1476.png"/><Relationship Id="rId150" Type="http://schemas.openxmlformats.org/officeDocument/2006/relationships/customXml" Target="../ink/ink1531.xml"/><Relationship Id="rId12" Type="http://schemas.openxmlformats.org/officeDocument/2006/relationships/customXml" Target="../ink/ink1462.xml"/><Relationship Id="rId17" Type="http://schemas.openxmlformats.org/officeDocument/2006/relationships/image" Target="../media/image1442.png"/><Relationship Id="rId33" Type="http://schemas.openxmlformats.org/officeDocument/2006/relationships/image" Target="../media/image1450.png"/><Relationship Id="rId38" Type="http://schemas.openxmlformats.org/officeDocument/2006/relationships/customXml" Target="../ink/ink1475.xml"/><Relationship Id="rId59" Type="http://schemas.openxmlformats.org/officeDocument/2006/relationships/image" Target="../media/image1463.png"/><Relationship Id="rId103" Type="http://schemas.openxmlformats.org/officeDocument/2006/relationships/image" Target="../media/image1485.png"/><Relationship Id="rId108" Type="http://schemas.openxmlformats.org/officeDocument/2006/relationships/customXml" Target="../ink/ink1510.xml"/><Relationship Id="rId124" Type="http://schemas.openxmlformats.org/officeDocument/2006/relationships/customXml" Target="../ink/ink1518.xml"/><Relationship Id="rId129" Type="http://schemas.openxmlformats.org/officeDocument/2006/relationships/image" Target="../media/image1498.png"/><Relationship Id="rId54" Type="http://schemas.openxmlformats.org/officeDocument/2006/relationships/customXml" Target="../ink/ink1483.xml"/><Relationship Id="rId70" Type="http://schemas.openxmlformats.org/officeDocument/2006/relationships/customXml" Target="../ink/ink1491.xml"/><Relationship Id="rId75" Type="http://schemas.openxmlformats.org/officeDocument/2006/relationships/image" Target="../media/image1471.png"/><Relationship Id="rId91" Type="http://schemas.openxmlformats.org/officeDocument/2006/relationships/image" Target="../media/image1479.png"/><Relationship Id="rId96" Type="http://schemas.openxmlformats.org/officeDocument/2006/relationships/customXml" Target="../ink/ink1504.xml"/><Relationship Id="rId140" Type="http://schemas.openxmlformats.org/officeDocument/2006/relationships/customXml" Target="../ink/ink1526.xml"/><Relationship Id="rId145" Type="http://schemas.openxmlformats.org/officeDocument/2006/relationships/image" Target="../media/image1506.png"/><Relationship Id="rId161" Type="http://schemas.openxmlformats.org/officeDocument/2006/relationships/image" Target="../media/image1514.png"/><Relationship Id="rId1" Type="http://schemas.openxmlformats.org/officeDocument/2006/relationships/slideLayout" Target="../slideLayouts/slideLayout7.xml"/><Relationship Id="rId6" Type="http://schemas.openxmlformats.org/officeDocument/2006/relationships/customXml" Target="../ink/ink1459.xml"/><Relationship Id="rId23" Type="http://schemas.openxmlformats.org/officeDocument/2006/relationships/image" Target="../media/image1445.png"/><Relationship Id="rId28" Type="http://schemas.openxmlformats.org/officeDocument/2006/relationships/customXml" Target="../ink/ink1470.xml"/><Relationship Id="rId49" Type="http://schemas.openxmlformats.org/officeDocument/2006/relationships/image" Target="../media/image1458.png"/><Relationship Id="rId114" Type="http://schemas.openxmlformats.org/officeDocument/2006/relationships/customXml" Target="../ink/ink1513.xml"/><Relationship Id="rId119" Type="http://schemas.openxmlformats.org/officeDocument/2006/relationships/image" Target="../media/image1493.png"/><Relationship Id="rId44" Type="http://schemas.openxmlformats.org/officeDocument/2006/relationships/customXml" Target="../ink/ink1478.xml"/><Relationship Id="rId60" Type="http://schemas.openxmlformats.org/officeDocument/2006/relationships/customXml" Target="../ink/ink1486.xml"/><Relationship Id="rId65" Type="http://schemas.openxmlformats.org/officeDocument/2006/relationships/image" Target="../media/image1466.png"/><Relationship Id="rId81" Type="http://schemas.openxmlformats.org/officeDocument/2006/relationships/image" Target="../media/image1474.png"/><Relationship Id="rId86" Type="http://schemas.openxmlformats.org/officeDocument/2006/relationships/customXml" Target="../ink/ink1499.xml"/><Relationship Id="rId130" Type="http://schemas.openxmlformats.org/officeDocument/2006/relationships/customXml" Target="../ink/ink1521.xml"/><Relationship Id="rId135" Type="http://schemas.openxmlformats.org/officeDocument/2006/relationships/image" Target="../media/image1501.png"/><Relationship Id="rId151" Type="http://schemas.openxmlformats.org/officeDocument/2006/relationships/image" Target="../media/image1509.png"/><Relationship Id="rId156" Type="http://schemas.openxmlformats.org/officeDocument/2006/relationships/customXml" Target="../ink/ink1534.xml"/><Relationship Id="rId13" Type="http://schemas.openxmlformats.org/officeDocument/2006/relationships/image" Target="../media/image1440.png"/><Relationship Id="rId18" Type="http://schemas.openxmlformats.org/officeDocument/2006/relationships/customXml" Target="../ink/ink1465.xml"/><Relationship Id="rId39" Type="http://schemas.openxmlformats.org/officeDocument/2006/relationships/image" Target="../media/image1453.png"/><Relationship Id="rId109" Type="http://schemas.openxmlformats.org/officeDocument/2006/relationships/image" Target="../media/image1488.png"/><Relationship Id="rId34" Type="http://schemas.openxmlformats.org/officeDocument/2006/relationships/customXml" Target="../ink/ink1473.xml"/><Relationship Id="rId50" Type="http://schemas.openxmlformats.org/officeDocument/2006/relationships/customXml" Target="../ink/ink1481.xml"/><Relationship Id="rId55" Type="http://schemas.openxmlformats.org/officeDocument/2006/relationships/image" Target="../media/image1461.png"/><Relationship Id="rId76" Type="http://schemas.openxmlformats.org/officeDocument/2006/relationships/customXml" Target="../ink/ink1494.xml"/><Relationship Id="rId97" Type="http://schemas.openxmlformats.org/officeDocument/2006/relationships/image" Target="../media/image1482.png"/><Relationship Id="rId104" Type="http://schemas.openxmlformats.org/officeDocument/2006/relationships/customXml" Target="../ink/ink1508.xml"/><Relationship Id="rId120" Type="http://schemas.openxmlformats.org/officeDocument/2006/relationships/customXml" Target="../ink/ink1516.xml"/><Relationship Id="rId125" Type="http://schemas.openxmlformats.org/officeDocument/2006/relationships/image" Target="../media/image1496.png"/><Relationship Id="rId141" Type="http://schemas.openxmlformats.org/officeDocument/2006/relationships/image" Target="../media/image1504.png"/><Relationship Id="rId146" Type="http://schemas.openxmlformats.org/officeDocument/2006/relationships/customXml" Target="../ink/ink1529.xml"/><Relationship Id="rId7" Type="http://schemas.openxmlformats.org/officeDocument/2006/relationships/image" Target="../media/image1437.png"/><Relationship Id="rId71" Type="http://schemas.openxmlformats.org/officeDocument/2006/relationships/image" Target="../media/image1469.png"/><Relationship Id="rId92" Type="http://schemas.openxmlformats.org/officeDocument/2006/relationships/customXml" Target="../ink/ink1502.xml"/><Relationship Id="rId162" Type="http://schemas.openxmlformats.org/officeDocument/2006/relationships/customXml" Target="../ink/ink1537.xml"/><Relationship Id="rId2" Type="http://schemas.openxmlformats.org/officeDocument/2006/relationships/customXml" Target="../ink/ink1457.xml"/><Relationship Id="rId29" Type="http://schemas.openxmlformats.org/officeDocument/2006/relationships/image" Target="../media/image1448.png"/><Relationship Id="rId24" Type="http://schemas.openxmlformats.org/officeDocument/2006/relationships/customXml" Target="../ink/ink1468.xml"/><Relationship Id="rId40" Type="http://schemas.openxmlformats.org/officeDocument/2006/relationships/customXml" Target="../ink/ink1476.xml"/><Relationship Id="rId45" Type="http://schemas.openxmlformats.org/officeDocument/2006/relationships/image" Target="../media/image1456.png"/><Relationship Id="rId66" Type="http://schemas.openxmlformats.org/officeDocument/2006/relationships/customXml" Target="../ink/ink1489.xml"/><Relationship Id="rId87" Type="http://schemas.openxmlformats.org/officeDocument/2006/relationships/image" Target="../media/image1477.png"/><Relationship Id="rId110" Type="http://schemas.openxmlformats.org/officeDocument/2006/relationships/customXml" Target="../ink/ink1511.xml"/><Relationship Id="rId115" Type="http://schemas.openxmlformats.org/officeDocument/2006/relationships/image" Target="../media/image1491.png"/><Relationship Id="rId131" Type="http://schemas.openxmlformats.org/officeDocument/2006/relationships/image" Target="../media/image1499.png"/><Relationship Id="rId136" Type="http://schemas.openxmlformats.org/officeDocument/2006/relationships/customXml" Target="../ink/ink1524.xml"/><Relationship Id="rId157" Type="http://schemas.openxmlformats.org/officeDocument/2006/relationships/image" Target="../media/image1512.png"/><Relationship Id="rId61" Type="http://schemas.openxmlformats.org/officeDocument/2006/relationships/image" Target="../media/image1464.png"/><Relationship Id="rId82" Type="http://schemas.openxmlformats.org/officeDocument/2006/relationships/customXml" Target="../ink/ink1497.xml"/><Relationship Id="rId152" Type="http://schemas.openxmlformats.org/officeDocument/2006/relationships/customXml" Target="../ink/ink1532.xml"/><Relationship Id="rId19" Type="http://schemas.openxmlformats.org/officeDocument/2006/relationships/image" Target="../media/image1443.png"/><Relationship Id="rId14" Type="http://schemas.openxmlformats.org/officeDocument/2006/relationships/customXml" Target="../ink/ink1463.xml"/><Relationship Id="rId30" Type="http://schemas.openxmlformats.org/officeDocument/2006/relationships/customXml" Target="../ink/ink1471.xml"/><Relationship Id="rId35" Type="http://schemas.openxmlformats.org/officeDocument/2006/relationships/image" Target="../media/image1451.png"/><Relationship Id="rId56" Type="http://schemas.openxmlformats.org/officeDocument/2006/relationships/customXml" Target="../ink/ink1484.xml"/><Relationship Id="rId77" Type="http://schemas.openxmlformats.org/officeDocument/2006/relationships/image" Target="../media/image1472.png"/><Relationship Id="rId100" Type="http://schemas.openxmlformats.org/officeDocument/2006/relationships/customXml" Target="../ink/ink1506.xml"/><Relationship Id="rId105" Type="http://schemas.openxmlformats.org/officeDocument/2006/relationships/image" Target="../media/image1486.png"/><Relationship Id="rId126" Type="http://schemas.openxmlformats.org/officeDocument/2006/relationships/customXml" Target="../ink/ink1519.xml"/><Relationship Id="rId147" Type="http://schemas.openxmlformats.org/officeDocument/2006/relationships/image" Target="../media/image1507.png"/><Relationship Id="rId8" Type="http://schemas.openxmlformats.org/officeDocument/2006/relationships/customXml" Target="../ink/ink1460.xml"/><Relationship Id="rId51" Type="http://schemas.openxmlformats.org/officeDocument/2006/relationships/image" Target="../media/image1459.png"/><Relationship Id="rId72" Type="http://schemas.openxmlformats.org/officeDocument/2006/relationships/customXml" Target="../ink/ink1492.xml"/><Relationship Id="rId93" Type="http://schemas.openxmlformats.org/officeDocument/2006/relationships/image" Target="../media/image1480.png"/><Relationship Id="rId98" Type="http://schemas.openxmlformats.org/officeDocument/2006/relationships/customXml" Target="../ink/ink1505.xml"/><Relationship Id="rId121" Type="http://schemas.openxmlformats.org/officeDocument/2006/relationships/image" Target="../media/image1494.png"/><Relationship Id="rId142" Type="http://schemas.openxmlformats.org/officeDocument/2006/relationships/customXml" Target="../ink/ink1527.xml"/><Relationship Id="rId163" Type="http://schemas.openxmlformats.org/officeDocument/2006/relationships/image" Target="../media/image1515.png"/><Relationship Id="rId3" Type="http://schemas.openxmlformats.org/officeDocument/2006/relationships/image" Target="../media/image1435.png"/><Relationship Id="rId25" Type="http://schemas.openxmlformats.org/officeDocument/2006/relationships/image" Target="../media/image1446.png"/><Relationship Id="rId46" Type="http://schemas.openxmlformats.org/officeDocument/2006/relationships/customXml" Target="../ink/ink1479.xml"/><Relationship Id="rId67" Type="http://schemas.openxmlformats.org/officeDocument/2006/relationships/image" Target="../media/image1467.png"/><Relationship Id="rId116" Type="http://schemas.openxmlformats.org/officeDocument/2006/relationships/customXml" Target="../ink/ink1514.xml"/><Relationship Id="rId137" Type="http://schemas.openxmlformats.org/officeDocument/2006/relationships/image" Target="../media/image1502.png"/><Relationship Id="rId158" Type="http://schemas.openxmlformats.org/officeDocument/2006/relationships/customXml" Target="../ink/ink1535.xml"/><Relationship Id="rId20" Type="http://schemas.openxmlformats.org/officeDocument/2006/relationships/customXml" Target="../ink/ink1466.xml"/><Relationship Id="rId41" Type="http://schemas.openxmlformats.org/officeDocument/2006/relationships/image" Target="../media/image1454.png"/><Relationship Id="rId62" Type="http://schemas.openxmlformats.org/officeDocument/2006/relationships/customXml" Target="../ink/ink1487.xml"/><Relationship Id="rId83" Type="http://schemas.openxmlformats.org/officeDocument/2006/relationships/image" Target="../media/image1475.png"/><Relationship Id="rId88" Type="http://schemas.openxmlformats.org/officeDocument/2006/relationships/customXml" Target="../ink/ink1500.xml"/><Relationship Id="rId111" Type="http://schemas.openxmlformats.org/officeDocument/2006/relationships/image" Target="../media/image1489.png"/><Relationship Id="rId132" Type="http://schemas.openxmlformats.org/officeDocument/2006/relationships/customXml" Target="../ink/ink1522.xml"/><Relationship Id="rId153" Type="http://schemas.openxmlformats.org/officeDocument/2006/relationships/image" Target="../media/image1510.png"/><Relationship Id="rId15" Type="http://schemas.openxmlformats.org/officeDocument/2006/relationships/image" Target="../media/image1441.png"/><Relationship Id="rId36" Type="http://schemas.openxmlformats.org/officeDocument/2006/relationships/customXml" Target="../ink/ink1474.xml"/><Relationship Id="rId57" Type="http://schemas.openxmlformats.org/officeDocument/2006/relationships/image" Target="../media/image1462.png"/><Relationship Id="rId106" Type="http://schemas.openxmlformats.org/officeDocument/2006/relationships/customXml" Target="../ink/ink1509.xml"/><Relationship Id="rId127" Type="http://schemas.openxmlformats.org/officeDocument/2006/relationships/image" Target="../media/image1497.png"/><Relationship Id="rId10" Type="http://schemas.openxmlformats.org/officeDocument/2006/relationships/customXml" Target="../ink/ink1461.xml"/><Relationship Id="rId31" Type="http://schemas.openxmlformats.org/officeDocument/2006/relationships/image" Target="../media/image1449.png"/><Relationship Id="rId52" Type="http://schemas.openxmlformats.org/officeDocument/2006/relationships/customXml" Target="../ink/ink1482.xml"/><Relationship Id="rId73" Type="http://schemas.openxmlformats.org/officeDocument/2006/relationships/image" Target="../media/image1470.png"/><Relationship Id="rId78" Type="http://schemas.openxmlformats.org/officeDocument/2006/relationships/customXml" Target="../ink/ink1495.xml"/><Relationship Id="rId94" Type="http://schemas.openxmlformats.org/officeDocument/2006/relationships/customXml" Target="../ink/ink1503.xml"/><Relationship Id="rId99" Type="http://schemas.openxmlformats.org/officeDocument/2006/relationships/image" Target="../media/image1483.png"/><Relationship Id="rId101" Type="http://schemas.openxmlformats.org/officeDocument/2006/relationships/image" Target="../media/image1484.png"/><Relationship Id="rId122" Type="http://schemas.openxmlformats.org/officeDocument/2006/relationships/customXml" Target="../ink/ink1517.xml"/><Relationship Id="rId143" Type="http://schemas.openxmlformats.org/officeDocument/2006/relationships/image" Target="../media/image1505.png"/><Relationship Id="rId148" Type="http://schemas.openxmlformats.org/officeDocument/2006/relationships/customXml" Target="../ink/ink1530.xml"/><Relationship Id="rId164" Type="http://schemas.openxmlformats.org/officeDocument/2006/relationships/customXml" Target="../ink/ink1538.xml"/><Relationship Id="rId4" Type="http://schemas.openxmlformats.org/officeDocument/2006/relationships/customXml" Target="../ink/ink1458.xml"/><Relationship Id="rId9" Type="http://schemas.openxmlformats.org/officeDocument/2006/relationships/image" Target="../media/image1438.png"/><Relationship Id="rId26" Type="http://schemas.openxmlformats.org/officeDocument/2006/relationships/customXml" Target="../ink/ink1469.xml"/><Relationship Id="rId47" Type="http://schemas.openxmlformats.org/officeDocument/2006/relationships/image" Target="../media/image1457.png"/><Relationship Id="rId68" Type="http://schemas.openxmlformats.org/officeDocument/2006/relationships/customXml" Target="../ink/ink1490.xml"/><Relationship Id="rId89" Type="http://schemas.openxmlformats.org/officeDocument/2006/relationships/image" Target="../media/image1478.png"/><Relationship Id="rId112" Type="http://schemas.openxmlformats.org/officeDocument/2006/relationships/customXml" Target="../ink/ink1512.xml"/><Relationship Id="rId133" Type="http://schemas.openxmlformats.org/officeDocument/2006/relationships/image" Target="../media/image1500.png"/><Relationship Id="rId154" Type="http://schemas.openxmlformats.org/officeDocument/2006/relationships/customXml" Target="../ink/ink1533.xml"/><Relationship Id="rId16" Type="http://schemas.openxmlformats.org/officeDocument/2006/relationships/customXml" Target="../ink/ink1464.xml"/><Relationship Id="rId37" Type="http://schemas.openxmlformats.org/officeDocument/2006/relationships/image" Target="../media/image1452.png"/><Relationship Id="rId58" Type="http://schemas.openxmlformats.org/officeDocument/2006/relationships/customXml" Target="../ink/ink1485.xml"/><Relationship Id="rId79" Type="http://schemas.openxmlformats.org/officeDocument/2006/relationships/image" Target="../media/image1473.png"/><Relationship Id="rId102" Type="http://schemas.openxmlformats.org/officeDocument/2006/relationships/customXml" Target="../ink/ink1507.xml"/><Relationship Id="rId123" Type="http://schemas.openxmlformats.org/officeDocument/2006/relationships/image" Target="../media/image1495.png"/><Relationship Id="rId144" Type="http://schemas.openxmlformats.org/officeDocument/2006/relationships/customXml" Target="../ink/ink1528.xml"/><Relationship Id="rId90" Type="http://schemas.openxmlformats.org/officeDocument/2006/relationships/customXml" Target="../ink/ink1501.xml"/><Relationship Id="rId165" Type="http://schemas.openxmlformats.org/officeDocument/2006/relationships/image" Target="../media/image1516.png"/><Relationship Id="rId27" Type="http://schemas.openxmlformats.org/officeDocument/2006/relationships/image" Target="../media/image1447.png"/><Relationship Id="rId48" Type="http://schemas.openxmlformats.org/officeDocument/2006/relationships/customXml" Target="../ink/ink1480.xml"/><Relationship Id="rId69" Type="http://schemas.openxmlformats.org/officeDocument/2006/relationships/image" Target="../media/image1468.png"/><Relationship Id="rId113" Type="http://schemas.openxmlformats.org/officeDocument/2006/relationships/image" Target="../media/image1490.png"/><Relationship Id="rId134" Type="http://schemas.openxmlformats.org/officeDocument/2006/relationships/customXml" Target="../ink/ink1523.xml"/><Relationship Id="rId80" Type="http://schemas.openxmlformats.org/officeDocument/2006/relationships/customXml" Target="../ink/ink1496.xml"/><Relationship Id="rId155" Type="http://schemas.openxmlformats.org/officeDocument/2006/relationships/image" Target="../media/image1511.png"/></Relationships>
</file>

<file path=ppt/slides/_rels/slide20.xml.rels><?xml version="1.0" encoding="UTF-8" standalone="yes"?>
<Relationships xmlns="http://schemas.openxmlformats.org/package/2006/relationships"><Relationship Id="rId117" Type="http://schemas.openxmlformats.org/officeDocument/2006/relationships/image" Target="../media/image1574.png"/><Relationship Id="rId21" Type="http://schemas.openxmlformats.org/officeDocument/2006/relationships/image" Target="../media/image1526.png"/><Relationship Id="rId42" Type="http://schemas.openxmlformats.org/officeDocument/2006/relationships/customXml" Target="../ink/ink1559.xml"/><Relationship Id="rId63" Type="http://schemas.openxmlformats.org/officeDocument/2006/relationships/image" Target="../media/image1547.png"/><Relationship Id="rId84" Type="http://schemas.openxmlformats.org/officeDocument/2006/relationships/customXml" Target="../ink/ink1580.xml"/><Relationship Id="rId138" Type="http://schemas.openxmlformats.org/officeDocument/2006/relationships/customXml" Target="../ink/ink1607.xml"/><Relationship Id="rId159" Type="http://schemas.openxmlformats.org/officeDocument/2006/relationships/image" Target="../media/image1595.png"/><Relationship Id="rId170" Type="http://schemas.openxmlformats.org/officeDocument/2006/relationships/customXml" Target="../ink/ink1623.xml"/><Relationship Id="rId107" Type="http://schemas.openxmlformats.org/officeDocument/2006/relationships/image" Target="../media/image1569.png"/><Relationship Id="rId11" Type="http://schemas.openxmlformats.org/officeDocument/2006/relationships/image" Target="../media/image1521.png"/><Relationship Id="rId32" Type="http://schemas.openxmlformats.org/officeDocument/2006/relationships/customXml" Target="../ink/ink1554.xml"/><Relationship Id="rId53" Type="http://schemas.openxmlformats.org/officeDocument/2006/relationships/image" Target="../media/image1542.png"/><Relationship Id="rId74" Type="http://schemas.openxmlformats.org/officeDocument/2006/relationships/customXml" Target="../ink/ink1575.xml"/><Relationship Id="rId128" Type="http://schemas.openxmlformats.org/officeDocument/2006/relationships/customXml" Target="../ink/ink1602.xml"/><Relationship Id="rId149" Type="http://schemas.openxmlformats.org/officeDocument/2006/relationships/image" Target="../media/image1590.png"/><Relationship Id="rId5" Type="http://schemas.openxmlformats.org/officeDocument/2006/relationships/image" Target="../media/image1518.png"/><Relationship Id="rId95" Type="http://schemas.openxmlformats.org/officeDocument/2006/relationships/image" Target="../media/image1563.png"/><Relationship Id="rId160" Type="http://schemas.openxmlformats.org/officeDocument/2006/relationships/customXml" Target="../ink/ink1618.xml"/><Relationship Id="rId22" Type="http://schemas.openxmlformats.org/officeDocument/2006/relationships/customXml" Target="../ink/ink1549.xml"/><Relationship Id="rId43" Type="http://schemas.openxmlformats.org/officeDocument/2006/relationships/image" Target="../media/image1537.png"/><Relationship Id="rId64" Type="http://schemas.openxmlformats.org/officeDocument/2006/relationships/customXml" Target="../ink/ink1570.xml"/><Relationship Id="rId118" Type="http://schemas.openxmlformats.org/officeDocument/2006/relationships/customXml" Target="../ink/ink1597.xml"/><Relationship Id="rId139" Type="http://schemas.openxmlformats.org/officeDocument/2006/relationships/image" Target="../media/image1585.png"/><Relationship Id="rId85" Type="http://schemas.openxmlformats.org/officeDocument/2006/relationships/image" Target="../media/image1558.png"/><Relationship Id="rId150" Type="http://schemas.openxmlformats.org/officeDocument/2006/relationships/customXml" Target="../ink/ink1613.xml"/><Relationship Id="rId171" Type="http://schemas.openxmlformats.org/officeDocument/2006/relationships/image" Target="../media/image1601.png"/><Relationship Id="rId12" Type="http://schemas.openxmlformats.org/officeDocument/2006/relationships/customXml" Target="../ink/ink1544.xml"/><Relationship Id="rId33" Type="http://schemas.openxmlformats.org/officeDocument/2006/relationships/image" Target="../media/image1532.png"/><Relationship Id="rId108" Type="http://schemas.openxmlformats.org/officeDocument/2006/relationships/customXml" Target="../ink/ink1592.xml"/><Relationship Id="rId129" Type="http://schemas.openxmlformats.org/officeDocument/2006/relationships/image" Target="../media/image1580.png"/><Relationship Id="rId54" Type="http://schemas.openxmlformats.org/officeDocument/2006/relationships/customXml" Target="../ink/ink1565.xml"/><Relationship Id="rId70" Type="http://schemas.openxmlformats.org/officeDocument/2006/relationships/customXml" Target="../ink/ink1573.xml"/><Relationship Id="rId75" Type="http://schemas.openxmlformats.org/officeDocument/2006/relationships/image" Target="../media/image1553.png"/><Relationship Id="rId91" Type="http://schemas.openxmlformats.org/officeDocument/2006/relationships/image" Target="../media/image1561.png"/><Relationship Id="rId96" Type="http://schemas.openxmlformats.org/officeDocument/2006/relationships/customXml" Target="../ink/ink1586.xml"/><Relationship Id="rId140" Type="http://schemas.openxmlformats.org/officeDocument/2006/relationships/customXml" Target="../ink/ink1608.xml"/><Relationship Id="rId145" Type="http://schemas.openxmlformats.org/officeDocument/2006/relationships/image" Target="../media/image1588.png"/><Relationship Id="rId161" Type="http://schemas.openxmlformats.org/officeDocument/2006/relationships/image" Target="../media/image1596.png"/><Relationship Id="rId166" Type="http://schemas.openxmlformats.org/officeDocument/2006/relationships/customXml" Target="../ink/ink1621.xml"/><Relationship Id="rId1" Type="http://schemas.openxmlformats.org/officeDocument/2006/relationships/slideLayout" Target="../slideLayouts/slideLayout7.xml"/><Relationship Id="rId6" Type="http://schemas.openxmlformats.org/officeDocument/2006/relationships/customXml" Target="../ink/ink1541.xml"/><Relationship Id="rId23" Type="http://schemas.openxmlformats.org/officeDocument/2006/relationships/image" Target="../media/image1527.png"/><Relationship Id="rId28" Type="http://schemas.openxmlformats.org/officeDocument/2006/relationships/customXml" Target="../ink/ink1552.xml"/><Relationship Id="rId49" Type="http://schemas.openxmlformats.org/officeDocument/2006/relationships/image" Target="../media/image1540.png"/><Relationship Id="rId114" Type="http://schemas.openxmlformats.org/officeDocument/2006/relationships/customXml" Target="../ink/ink1595.xml"/><Relationship Id="rId119" Type="http://schemas.openxmlformats.org/officeDocument/2006/relationships/image" Target="../media/image1575.png"/><Relationship Id="rId44" Type="http://schemas.openxmlformats.org/officeDocument/2006/relationships/customXml" Target="../ink/ink1560.xml"/><Relationship Id="rId60" Type="http://schemas.openxmlformats.org/officeDocument/2006/relationships/customXml" Target="../ink/ink1568.xml"/><Relationship Id="rId65" Type="http://schemas.openxmlformats.org/officeDocument/2006/relationships/image" Target="../media/image1548.png"/><Relationship Id="rId81" Type="http://schemas.openxmlformats.org/officeDocument/2006/relationships/image" Target="../media/image1556.png"/><Relationship Id="rId86" Type="http://schemas.openxmlformats.org/officeDocument/2006/relationships/customXml" Target="../ink/ink1581.xml"/><Relationship Id="rId130" Type="http://schemas.openxmlformats.org/officeDocument/2006/relationships/customXml" Target="../ink/ink1603.xml"/><Relationship Id="rId135" Type="http://schemas.openxmlformats.org/officeDocument/2006/relationships/image" Target="../media/image1583.png"/><Relationship Id="rId151" Type="http://schemas.openxmlformats.org/officeDocument/2006/relationships/image" Target="../media/image1591.png"/><Relationship Id="rId156" Type="http://schemas.openxmlformats.org/officeDocument/2006/relationships/customXml" Target="../ink/ink1616.xml"/><Relationship Id="rId13" Type="http://schemas.openxmlformats.org/officeDocument/2006/relationships/image" Target="../media/image1522.png"/><Relationship Id="rId18" Type="http://schemas.openxmlformats.org/officeDocument/2006/relationships/customXml" Target="../ink/ink1547.xml"/><Relationship Id="rId39" Type="http://schemas.openxmlformats.org/officeDocument/2006/relationships/image" Target="../media/image1535.png"/><Relationship Id="rId109" Type="http://schemas.openxmlformats.org/officeDocument/2006/relationships/image" Target="../media/image1570.png"/><Relationship Id="rId34" Type="http://schemas.openxmlformats.org/officeDocument/2006/relationships/customXml" Target="../ink/ink1555.xml"/><Relationship Id="rId50" Type="http://schemas.openxmlformats.org/officeDocument/2006/relationships/customXml" Target="../ink/ink1563.xml"/><Relationship Id="rId55" Type="http://schemas.openxmlformats.org/officeDocument/2006/relationships/image" Target="../media/image1543.png"/><Relationship Id="rId76" Type="http://schemas.openxmlformats.org/officeDocument/2006/relationships/customXml" Target="../ink/ink1576.xml"/><Relationship Id="rId97" Type="http://schemas.openxmlformats.org/officeDocument/2006/relationships/image" Target="../media/image1564.png"/><Relationship Id="rId104" Type="http://schemas.openxmlformats.org/officeDocument/2006/relationships/customXml" Target="../ink/ink1590.xml"/><Relationship Id="rId120" Type="http://schemas.openxmlformats.org/officeDocument/2006/relationships/customXml" Target="../ink/ink1598.xml"/><Relationship Id="rId125" Type="http://schemas.openxmlformats.org/officeDocument/2006/relationships/image" Target="../media/image1578.png"/><Relationship Id="rId141" Type="http://schemas.openxmlformats.org/officeDocument/2006/relationships/image" Target="../media/image1586.png"/><Relationship Id="rId146" Type="http://schemas.openxmlformats.org/officeDocument/2006/relationships/customXml" Target="../ink/ink1611.xml"/><Relationship Id="rId167" Type="http://schemas.openxmlformats.org/officeDocument/2006/relationships/image" Target="../media/image1599.png"/><Relationship Id="rId7" Type="http://schemas.openxmlformats.org/officeDocument/2006/relationships/image" Target="../media/image1519.png"/><Relationship Id="rId71" Type="http://schemas.openxmlformats.org/officeDocument/2006/relationships/image" Target="../media/image1551.png"/><Relationship Id="rId92" Type="http://schemas.openxmlformats.org/officeDocument/2006/relationships/customXml" Target="../ink/ink1584.xml"/><Relationship Id="rId162" Type="http://schemas.openxmlformats.org/officeDocument/2006/relationships/customXml" Target="../ink/ink1619.xml"/><Relationship Id="rId2" Type="http://schemas.openxmlformats.org/officeDocument/2006/relationships/customXml" Target="../ink/ink1539.xml"/><Relationship Id="rId29" Type="http://schemas.openxmlformats.org/officeDocument/2006/relationships/image" Target="../media/image1530.png"/><Relationship Id="rId24" Type="http://schemas.openxmlformats.org/officeDocument/2006/relationships/customXml" Target="../ink/ink1550.xml"/><Relationship Id="rId40" Type="http://schemas.openxmlformats.org/officeDocument/2006/relationships/customXml" Target="../ink/ink1558.xml"/><Relationship Id="rId45" Type="http://schemas.openxmlformats.org/officeDocument/2006/relationships/image" Target="../media/image1538.png"/><Relationship Id="rId66" Type="http://schemas.openxmlformats.org/officeDocument/2006/relationships/customXml" Target="../ink/ink1571.xml"/><Relationship Id="rId87" Type="http://schemas.openxmlformats.org/officeDocument/2006/relationships/image" Target="../media/image1559.png"/><Relationship Id="rId110" Type="http://schemas.openxmlformats.org/officeDocument/2006/relationships/customXml" Target="../ink/ink1593.xml"/><Relationship Id="rId115" Type="http://schemas.openxmlformats.org/officeDocument/2006/relationships/image" Target="../media/image1573.png"/><Relationship Id="rId131" Type="http://schemas.openxmlformats.org/officeDocument/2006/relationships/image" Target="../media/image1581.png"/><Relationship Id="rId136" Type="http://schemas.openxmlformats.org/officeDocument/2006/relationships/customXml" Target="../ink/ink1606.xml"/><Relationship Id="rId157" Type="http://schemas.openxmlformats.org/officeDocument/2006/relationships/image" Target="../media/image1594.png"/><Relationship Id="rId61" Type="http://schemas.openxmlformats.org/officeDocument/2006/relationships/image" Target="../media/image1546.png"/><Relationship Id="rId82" Type="http://schemas.openxmlformats.org/officeDocument/2006/relationships/customXml" Target="../ink/ink1579.xml"/><Relationship Id="rId152" Type="http://schemas.openxmlformats.org/officeDocument/2006/relationships/customXml" Target="../ink/ink1614.xml"/><Relationship Id="rId19" Type="http://schemas.openxmlformats.org/officeDocument/2006/relationships/image" Target="../media/image1525.png"/><Relationship Id="rId14" Type="http://schemas.openxmlformats.org/officeDocument/2006/relationships/customXml" Target="../ink/ink1545.xml"/><Relationship Id="rId30" Type="http://schemas.openxmlformats.org/officeDocument/2006/relationships/customXml" Target="../ink/ink1553.xml"/><Relationship Id="rId35" Type="http://schemas.openxmlformats.org/officeDocument/2006/relationships/image" Target="../media/image1533.png"/><Relationship Id="rId56" Type="http://schemas.openxmlformats.org/officeDocument/2006/relationships/customXml" Target="../ink/ink1566.xml"/><Relationship Id="rId77" Type="http://schemas.openxmlformats.org/officeDocument/2006/relationships/image" Target="../media/image1554.png"/><Relationship Id="rId100" Type="http://schemas.openxmlformats.org/officeDocument/2006/relationships/customXml" Target="../ink/ink1588.xml"/><Relationship Id="rId105" Type="http://schemas.openxmlformats.org/officeDocument/2006/relationships/image" Target="../media/image1568.png"/><Relationship Id="rId126" Type="http://schemas.openxmlformats.org/officeDocument/2006/relationships/customXml" Target="../ink/ink1601.xml"/><Relationship Id="rId147" Type="http://schemas.openxmlformats.org/officeDocument/2006/relationships/image" Target="../media/image1589.png"/><Relationship Id="rId168" Type="http://schemas.openxmlformats.org/officeDocument/2006/relationships/customXml" Target="../ink/ink1622.xml"/><Relationship Id="rId8" Type="http://schemas.openxmlformats.org/officeDocument/2006/relationships/customXml" Target="../ink/ink1542.xml"/><Relationship Id="rId51" Type="http://schemas.openxmlformats.org/officeDocument/2006/relationships/image" Target="../media/image1541.png"/><Relationship Id="rId72" Type="http://schemas.openxmlformats.org/officeDocument/2006/relationships/customXml" Target="../ink/ink1574.xml"/><Relationship Id="rId93" Type="http://schemas.openxmlformats.org/officeDocument/2006/relationships/image" Target="../media/image1562.png"/><Relationship Id="rId98" Type="http://schemas.openxmlformats.org/officeDocument/2006/relationships/customXml" Target="../ink/ink1587.xml"/><Relationship Id="rId121" Type="http://schemas.openxmlformats.org/officeDocument/2006/relationships/image" Target="../media/image1576.png"/><Relationship Id="rId142" Type="http://schemas.openxmlformats.org/officeDocument/2006/relationships/customXml" Target="../ink/ink1609.xml"/><Relationship Id="rId163" Type="http://schemas.openxmlformats.org/officeDocument/2006/relationships/image" Target="../media/image1597.png"/><Relationship Id="rId3" Type="http://schemas.openxmlformats.org/officeDocument/2006/relationships/image" Target="../media/image1517.png"/><Relationship Id="rId25" Type="http://schemas.openxmlformats.org/officeDocument/2006/relationships/image" Target="../media/image1528.png"/><Relationship Id="rId46" Type="http://schemas.openxmlformats.org/officeDocument/2006/relationships/customXml" Target="../ink/ink1561.xml"/><Relationship Id="rId67" Type="http://schemas.openxmlformats.org/officeDocument/2006/relationships/image" Target="../media/image1549.png"/><Relationship Id="rId116" Type="http://schemas.openxmlformats.org/officeDocument/2006/relationships/customXml" Target="../ink/ink1596.xml"/><Relationship Id="rId137" Type="http://schemas.openxmlformats.org/officeDocument/2006/relationships/image" Target="../media/image1584.png"/><Relationship Id="rId158" Type="http://schemas.openxmlformats.org/officeDocument/2006/relationships/customXml" Target="../ink/ink1617.xml"/><Relationship Id="rId20" Type="http://schemas.openxmlformats.org/officeDocument/2006/relationships/customXml" Target="../ink/ink1548.xml"/><Relationship Id="rId41" Type="http://schemas.openxmlformats.org/officeDocument/2006/relationships/image" Target="../media/image1536.png"/><Relationship Id="rId62" Type="http://schemas.openxmlformats.org/officeDocument/2006/relationships/customXml" Target="../ink/ink1569.xml"/><Relationship Id="rId83" Type="http://schemas.openxmlformats.org/officeDocument/2006/relationships/image" Target="../media/image1557.png"/><Relationship Id="rId88" Type="http://schemas.openxmlformats.org/officeDocument/2006/relationships/customXml" Target="../ink/ink1582.xml"/><Relationship Id="rId111" Type="http://schemas.openxmlformats.org/officeDocument/2006/relationships/image" Target="../media/image1571.png"/><Relationship Id="rId132" Type="http://schemas.openxmlformats.org/officeDocument/2006/relationships/customXml" Target="../ink/ink1604.xml"/><Relationship Id="rId153" Type="http://schemas.openxmlformats.org/officeDocument/2006/relationships/image" Target="../media/image1592.png"/><Relationship Id="rId15" Type="http://schemas.openxmlformats.org/officeDocument/2006/relationships/image" Target="../media/image1523.png"/><Relationship Id="rId36" Type="http://schemas.openxmlformats.org/officeDocument/2006/relationships/customXml" Target="../ink/ink1556.xml"/><Relationship Id="rId57" Type="http://schemas.openxmlformats.org/officeDocument/2006/relationships/image" Target="../media/image1544.png"/><Relationship Id="rId106" Type="http://schemas.openxmlformats.org/officeDocument/2006/relationships/customXml" Target="../ink/ink1591.xml"/><Relationship Id="rId127" Type="http://schemas.openxmlformats.org/officeDocument/2006/relationships/image" Target="../media/image1579.png"/><Relationship Id="rId10" Type="http://schemas.openxmlformats.org/officeDocument/2006/relationships/customXml" Target="../ink/ink1543.xml"/><Relationship Id="rId31" Type="http://schemas.openxmlformats.org/officeDocument/2006/relationships/image" Target="../media/image1531.png"/><Relationship Id="rId52" Type="http://schemas.openxmlformats.org/officeDocument/2006/relationships/customXml" Target="../ink/ink1564.xml"/><Relationship Id="rId73" Type="http://schemas.openxmlformats.org/officeDocument/2006/relationships/image" Target="../media/image1552.png"/><Relationship Id="rId78" Type="http://schemas.openxmlformats.org/officeDocument/2006/relationships/customXml" Target="../ink/ink1577.xml"/><Relationship Id="rId94" Type="http://schemas.openxmlformats.org/officeDocument/2006/relationships/customXml" Target="../ink/ink1585.xml"/><Relationship Id="rId99" Type="http://schemas.openxmlformats.org/officeDocument/2006/relationships/image" Target="../media/image1565.png"/><Relationship Id="rId101" Type="http://schemas.openxmlformats.org/officeDocument/2006/relationships/image" Target="../media/image1566.png"/><Relationship Id="rId122" Type="http://schemas.openxmlformats.org/officeDocument/2006/relationships/customXml" Target="../ink/ink1599.xml"/><Relationship Id="rId143" Type="http://schemas.openxmlformats.org/officeDocument/2006/relationships/image" Target="../media/image1587.png"/><Relationship Id="rId148" Type="http://schemas.openxmlformats.org/officeDocument/2006/relationships/customXml" Target="../ink/ink1612.xml"/><Relationship Id="rId164" Type="http://schemas.openxmlformats.org/officeDocument/2006/relationships/customXml" Target="../ink/ink1620.xml"/><Relationship Id="rId169" Type="http://schemas.openxmlformats.org/officeDocument/2006/relationships/image" Target="../media/image1600.png"/><Relationship Id="rId4" Type="http://schemas.openxmlformats.org/officeDocument/2006/relationships/customXml" Target="../ink/ink1540.xml"/><Relationship Id="rId9" Type="http://schemas.openxmlformats.org/officeDocument/2006/relationships/image" Target="../media/image1520.png"/><Relationship Id="rId26" Type="http://schemas.openxmlformats.org/officeDocument/2006/relationships/customXml" Target="../ink/ink1551.xml"/><Relationship Id="rId47" Type="http://schemas.openxmlformats.org/officeDocument/2006/relationships/image" Target="../media/image1539.png"/><Relationship Id="rId68" Type="http://schemas.openxmlformats.org/officeDocument/2006/relationships/customXml" Target="../ink/ink1572.xml"/><Relationship Id="rId89" Type="http://schemas.openxmlformats.org/officeDocument/2006/relationships/image" Target="../media/image1560.png"/><Relationship Id="rId112" Type="http://schemas.openxmlformats.org/officeDocument/2006/relationships/customXml" Target="../ink/ink1594.xml"/><Relationship Id="rId133" Type="http://schemas.openxmlformats.org/officeDocument/2006/relationships/image" Target="../media/image1582.png"/><Relationship Id="rId154" Type="http://schemas.openxmlformats.org/officeDocument/2006/relationships/customXml" Target="../ink/ink1615.xml"/><Relationship Id="rId16" Type="http://schemas.openxmlformats.org/officeDocument/2006/relationships/customXml" Target="../ink/ink1546.xml"/><Relationship Id="rId37" Type="http://schemas.openxmlformats.org/officeDocument/2006/relationships/image" Target="../media/image1534.png"/><Relationship Id="rId58" Type="http://schemas.openxmlformats.org/officeDocument/2006/relationships/customXml" Target="../ink/ink1567.xml"/><Relationship Id="rId79" Type="http://schemas.openxmlformats.org/officeDocument/2006/relationships/image" Target="../media/image1555.png"/><Relationship Id="rId102" Type="http://schemas.openxmlformats.org/officeDocument/2006/relationships/customXml" Target="../ink/ink1589.xml"/><Relationship Id="rId123" Type="http://schemas.openxmlformats.org/officeDocument/2006/relationships/image" Target="../media/image1577.png"/><Relationship Id="rId144" Type="http://schemas.openxmlformats.org/officeDocument/2006/relationships/customXml" Target="../ink/ink1610.xml"/><Relationship Id="rId90" Type="http://schemas.openxmlformats.org/officeDocument/2006/relationships/customXml" Target="../ink/ink1583.xml"/><Relationship Id="rId165" Type="http://schemas.openxmlformats.org/officeDocument/2006/relationships/image" Target="../media/image1598.png"/><Relationship Id="rId27" Type="http://schemas.openxmlformats.org/officeDocument/2006/relationships/image" Target="../media/image1529.png"/><Relationship Id="rId48" Type="http://schemas.openxmlformats.org/officeDocument/2006/relationships/customXml" Target="../ink/ink1562.xml"/><Relationship Id="rId69" Type="http://schemas.openxmlformats.org/officeDocument/2006/relationships/image" Target="../media/image1550.png"/><Relationship Id="rId113" Type="http://schemas.openxmlformats.org/officeDocument/2006/relationships/image" Target="../media/image1572.png"/><Relationship Id="rId134" Type="http://schemas.openxmlformats.org/officeDocument/2006/relationships/customXml" Target="../ink/ink1605.xml"/><Relationship Id="rId80" Type="http://schemas.openxmlformats.org/officeDocument/2006/relationships/customXml" Target="../ink/ink1578.xml"/><Relationship Id="rId155" Type="http://schemas.openxmlformats.org/officeDocument/2006/relationships/image" Target="../media/image1593.png"/><Relationship Id="rId17" Type="http://schemas.openxmlformats.org/officeDocument/2006/relationships/image" Target="../media/image1524.png"/><Relationship Id="rId38" Type="http://schemas.openxmlformats.org/officeDocument/2006/relationships/customXml" Target="../ink/ink1557.xml"/><Relationship Id="rId59" Type="http://schemas.openxmlformats.org/officeDocument/2006/relationships/image" Target="../media/image1545.png"/><Relationship Id="rId103" Type="http://schemas.openxmlformats.org/officeDocument/2006/relationships/image" Target="../media/image1567.png"/><Relationship Id="rId124" Type="http://schemas.openxmlformats.org/officeDocument/2006/relationships/customXml" Target="../ink/ink1600.xml"/></Relationships>
</file>

<file path=ppt/slides/_rels/slide21.xml.rels><?xml version="1.0" encoding="UTF-8" standalone="yes"?>
<Relationships xmlns="http://schemas.openxmlformats.org/package/2006/relationships"><Relationship Id="rId26" Type="http://schemas.openxmlformats.org/officeDocument/2006/relationships/customXml" Target="../ink/ink1636.xml"/><Relationship Id="rId21" Type="http://schemas.openxmlformats.org/officeDocument/2006/relationships/image" Target="../media/image1611.png"/><Relationship Id="rId42" Type="http://schemas.openxmlformats.org/officeDocument/2006/relationships/customXml" Target="../ink/ink1644.xml"/><Relationship Id="rId47" Type="http://schemas.openxmlformats.org/officeDocument/2006/relationships/image" Target="../media/image1624.png"/><Relationship Id="rId63" Type="http://schemas.openxmlformats.org/officeDocument/2006/relationships/image" Target="../media/image1632.png"/><Relationship Id="rId68" Type="http://schemas.openxmlformats.org/officeDocument/2006/relationships/customXml" Target="../ink/ink1657.xml"/><Relationship Id="rId84" Type="http://schemas.openxmlformats.org/officeDocument/2006/relationships/customXml" Target="../ink/ink1665.xml"/><Relationship Id="rId89" Type="http://schemas.openxmlformats.org/officeDocument/2006/relationships/image" Target="../media/image1645.png"/><Relationship Id="rId16" Type="http://schemas.openxmlformats.org/officeDocument/2006/relationships/customXml" Target="../ink/ink1631.xml"/><Relationship Id="rId107" Type="http://schemas.openxmlformats.org/officeDocument/2006/relationships/image" Target="../media/image1654.png"/><Relationship Id="rId11" Type="http://schemas.openxmlformats.org/officeDocument/2006/relationships/image" Target="../media/image1606.png"/><Relationship Id="rId32" Type="http://schemas.openxmlformats.org/officeDocument/2006/relationships/customXml" Target="../ink/ink1639.xml"/><Relationship Id="rId37" Type="http://schemas.openxmlformats.org/officeDocument/2006/relationships/image" Target="../media/image1619.png"/><Relationship Id="rId53" Type="http://schemas.openxmlformats.org/officeDocument/2006/relationships/image" Target="../media/image1627.png"/><Relationship Id="rId58" Type="http://schemas.openxmlformats.org/officeDocument/2006/relationships/customXml" Target="../ink/ink1652.xml"/><Relationship Id="rId74" Type="http://schemas.openxmlformats.org/officeDocument/2006/relationships/customXml" Target="../ink/ink1660.xml"/><Relationship Id="rId79" Type="http://schemas.openxmlformats.org/officeDocument/2006/relationships/image" Target="../media/image1640.png"/><Relationship Id="rId102" Type="http://schemas.openxmlformats.org/officeDocument/2006/relationships/customXml" Target="../ink/ink1674.xml"/><Relationship Id="rId5" Type="http://schemas.openxmlformats.org/officeDocument/2006/relationships/image" Target="../media/image1603.png"/><Relationship Id="rId90" Type="http://schemas.openxmlformats.org/officeDocument/2006/relationships/customXml" Target="../ink/ink1668.xml"/><Relationship Id="rId95" Type="http://schemas.openxmlformats.org/officeDocument/2006/relationships/image" Target="../media/image1648.png"/><Relationship Id="rId22" Type="http://schemas.openxmlformats.org/officeDocument/2006/relationships/customXml" Target="../ink/ink1634.xml"/><Relationship Id="rId27" Type="http://schemas.openxmlformats.org/officeDocument/2006/relationships/image" Target="../media/image1614.png"/><Relationship Id="rId43" Type="http://schemas.openxmlformats.org/officeDocument/2006/relationships/image" Target="../media/image1622.png"/><Relationship Id="rId48" Type="http://schemas.openxmlformats.org/officeDocument/2006/relationships/customXml" Target="../ink/ink1647.xml"/><Relationship Id="rId64" Type="http://schemas.openxmlformats.org/officeDocument/2006/relationships/customXml" Target="../ink/ink1655.xml"/><Relationship Id="rId69" Type="http://schemas.openxmlformats.org/officeDocument/2006/relationships/image" Target="../media/image1635.png"/><Relationship Id="rId80" Type="http://schemas.openxmlformats.org/officeDocument/2006/relationships/customXml" Target="../ink/ink1663.xml"/><Relationship Id="rId85" Type="http://schemas.openxmlformats.org/officeDocument/2006/relationships/image" Target="../media/image1643.png"/><Relationship Id="rId12" Type="http://schemas.openxmlformats.org/officeDocument/2006/relationships/customXml" Target="../ink/ink1629.xml"/><Relationship Id="rId17" Type="http://schemas.openxmlformats.org/officeDocument/2006/relationships/image" Target="../media/image1609.png"/><Relationship Id="rId33" Type="http://schemas.openxmlformats.org/officeDocument/2006/relationships/image" Target="../media/image1617.png"/><Relationship Id="rId38" Type="http://schemas.openxmlformats.org/officeDocument/2006/relationships/customXml" Target="../ink/ink1642.xml"/><Relationship Id="rId59" Type="http://schemas.openxmlformats.org/officeDocument/2006/relationships/image" Target="../media/image1630.png"/><Relationship Id="rId103" Type="http://schemas.openxmlformats.org/officeDocument/2006/relationships/image" Target="../media/image1652.png"/><Relationship Id="rId108" Type="http://schemas.openxmlformats.org/officeDocument/2006/relationships/customXml" Target="../ink/ink1677.xml"/><Relationship Id="rId54" Type="http://schemas.openxmlformats.org/officeDocument/2006/relationships/customXml" Target="../ink/ink1650.xml"/><Relationship Id="rId70" Type="http://schemas.openxmlformats.org/officeDocument/2006/relationships/customXml" Target="../ink/ink1658.xml"/><Relationship Id="rId75" Type="http://schemas.openxmlformats.org/officeDocument/2006/relationships/image" Target="../media/image1638.png"/><Relationship Id="rId91" Type="http://schemas.openxmlformats.org/officeDocument/2006/relationships/image" Target="../media/image1646.png"/><Relationship Id="rId96" Type="http://schemas.openxmlformats.org/officeDocument/2006/relationships/customXml" Target="../ink/ink1671.xml"/><Relationship Id="rId1" Type="http://schemas.openxmlformats.org/officeDocument/2006/relationships/slideLayout" Target="../slideLayouts/slideLayout7.xml"/><Relationship Id="rId6" Type="http://schemas.openxmlformats.org/officeDocument/2006/relationships/customXml" Target="../ink/ink1626.xml"/><Relationship Id="rId15" Type="http://schemas.openxmlformats.org/officeDocument/2006/relationships/image" Target="../media/image1608.png"/><Relationship Id="rId23" Type="http://schemas.openxmlformats.org/officeDocument/2006/relationships/image" Target="../media/image1612.png"/><Relationship Id="rId28" Type="http://schemas.openxmlformats.org/officeDocument/2006/relationships/customXml" Target="../ink/ink1637.xml"/><Relationship Id="rId36" Type="http://schemas.openxmlformats.org/officeDocument/2006/relationships/customXml" Target="../ink/ink1641.xml"/><Relationship Id="rId49" Type="http://schemas.openxmlformats.org/officeDocument/2006/relationships/image" Target="../media/image1625.png"/><Relationship Id="rId57" Type="http://schemas.openxmlformats.org/officeDocument/2006/relationships/image" Target="../media/image1629.png"/><Relationship Id="rId106" Type="http://schemas.openxmlformats.org/officeDocument/2006/relationships/customXml" Target="../ink/ink1676.xml"/><Relationship Id="rId10" Type="http://schemas.openxmlformats.org/officeDocument/2006/relationships/customXml" Target="../ink/ink1628.xml"/><Relationship Id="rId31" Type="http://schemas.openxmlformats.org/officeDocument/2006/relationships/image" Target="../media/image1616.png"/><Relationship Id="rId44" Type="http://schemas.openxmlformats.org/officeDocument/2006/relationships/customXml" Target="../ink/ink1645.xml"/><Relationship Id="rId52" Type="http://schemas.openxmlformats.org/officeDocument/2006/relationships/customXml" Target="../ink/ink1649.xml"/><Relationship Id="rId60" Type="http://schemas.openxmlformats.org/officeDocument/2006/relationships/customXml" Target="../ink/ink1653.xml"/><Relationship Id="rId65" Type="http://schemas.openxmlformats.org/officeDocument/2006/relationships/image" Target="../media/image1633.png"/><Relationship Id="rId73" Type="http://schemas.openxmlformats.org/officeDocument/2006/relationships/image" Target="../media/image1637.png"/><Relationship Id="rId78" Type="http://schemas.openxmlformats.org/officeDocument/2006/relationships/customXml" Target="../ink/ink1662.xml"/><Relationship Id="rId81" Type="http://schemas.openxmlformats.org/officeDocument/2006/relationships/image" Target="../media/image1641.png"/><Relationship Id="rId86" Type="http://schemas.openxmlformats.org/officeDocument/2006/relationships/customXml" Target="../ink/ink1666.xml"/><Relationship Id="rId94" Type="http://schemas.openxmlformats.org/officeDocument/2006/relationships/customXml" Target="../ink/ink1670.xml"/><Relationship Id="rId99" Type="http://schemas.openxmlformats.org/officeDocument/2006/relationships/image" Target="../media/image1650.png"/><Relationship Id="rId101" Type="http://schemas.openxmlformats.org/officeDocument/2006/relationships/image" Target="../media/image1651.png"/><Relationship Id="rId4" Type="http://schemas.openxmlformats.org/officeDocument/2006/relationships/customXml" Target="../ink/ink1625.xml"/><Relationship Id="rId9" Type="http://schemas.openxmlformats.org/officeDocument/2006/relationships/image" Target="../media/image1605.png"/><Relationship Id="rId13" Type="http://schemas.openxmlformats.org/officeDocument/2006/relationships/image" Target="../media/image1607.png"/><Relationship Id="rId18" Type="http://schemas.openxmlformats.org/officeDocument/2006/relationships/customXml" Target="../ink/ink1632.xml"/><Relationship Id="rId39" Type="http://schemas.openxmlformats.org/officeDocument/2006/relationships/image" Target="../media/image1620.png"/><Relationship Id="rId109" Type="http://schemas.openxmlformats.org/officeDocument/2006/relationships/image" Target="../media/image1655.png"/><Relationship Id="rId34" Type="http://schemas.openxmlformats.org/officeDocument/2006/relationships/customXml" Target="../ink/ink1640.xml"/><Relationship Id="rId50" Type="http://schemas.openxmlformats.org/officeDocument/2006/relationships/customXml" Target="../ink/ink1648.xml"/><Relationship Id="rId55" Type="http://schemas.openxmlformats.org/officeDocument/2006/relationships/image" Target="../media/image1628.png"/><Relationship Id="rId76" Type="http://schemas.openxmlformats.org/officeDocument/2006/relationships/customXml" Target="../ink/ink1661.xml"/><Relationship Id="rId97" Type="http://schemas.openxmlformats.org/officeDocument/2006/relationships/image" Target="../media/image1649.png"/><Relationship Id="rId104" Type="http://schemas.openxmlformats.org/officeDocument/2006/relationships/customXml" Target="../ink/ink1675.xml"/><Relationship Id="rId7" Type="http://schemas.openxmlformats.org/officeDocument/2006/relationships/image" Target="../media/image1604.png"/><Relationship Id="rId71" Type="http://schemas.openxmlformats.org/officeDocument/2006/relationships/image" Target="../media/image1636.png"/><Relationship Id="rId92" Type="http://schemas.openxmlformats.org/officeDocument/2006/relationships/customXml" Target="../ink/ink1669.xml"/><Relationship Id="rId2" Type="http://schemas.openxmlformats.org/officeDocument/2006/relationships/customXml" Target="../ink/ink1624.xml"/><Relationship Id="rId29" Type="http://schemas.openxmlformats.org/officeDocument/2006/relationships/image" Target="../media/image1615.png"/><Relationship Id="rId24" Type="http://schemas.openxmlformats.org/officeDocument/2006/relationships/customXml" Target="../ink/ink1635.xml"/><Relationship Id="rId40" Type="http://schemas.openxmlformats.org/officeDocument/2006/relationships/customXml" Target="../ink/ink1643.xml"/><Relationship Id="rId45" Type="http://schemas.openxmlformats.org/officeDocument/2006/relationships/image" Target="../media/image1623.png"/><Relationship Id="rId66" Type="http://schemas.openxmlformats.org/officeDocument/2006/relationships/customXml" Target="../ink/ink1656.xml"/><Relationship Id="rId87" Type="http://schemas.openxmlformats.org/officeDocument/2006/relationships/image" Target="../media/image1644.png"/><Relationship Id="rId61" Type="http://schemas.openxmlformats.org/officeDocument/2006/relationships/image" Target="../media/image1631.png"/><Relationship Id="rId82" Type="http://schemas.openxmlformats.org/officeDocument/2006/relationships/customXml" Target="../ink/ink1664.xml"/><Relationship Id="rId19" Type="http://schemas.openxmlformats.org/officeDocument/2006/relationships/image" Target="../media/image1610.png"/><Relationship Id="rId14" Type="http://schemas.openxmlformats.org/officeDocument/2006/relationships/customXml" Target="../ink/ink1630.xml"/><Relationship Id="rId30" Type="http://schemas.openxmlformats.org/officeDocument/2006/relationships/customXml" Target="../ink/ink1638.xml"/><Relationship Id="rId35" Type="http://schemas.openxmlformats.org/officeDocument/2006/relationships/image" Target="../media/image1618.png"/><Relationship Id="rId56" Type="http://schemas.openxmlformats.org/officeDocument/2006/relationships/customXml" Target="../ink/ink1651.xml"/><Relationship Id="rId77" Type="http://schemas.openxmlformats.org/officeDocument/2006/relationships/image" Target="../media/image1639.png"/><Relationship Id="rId100" Type="http://schemas.openxmlformats.org/officeDocument/2006/relationships/customXml" Target="../ink/ink1673.xml"/><Relationship Id="rId105" Type="http://schemas.openxmlformats.org/officeDocument/2006/relationships/image" Target="../media/image1653.png"/><Relationship Id="rId8" Type="http://schemas.openxmlformats.org/officeDocument/2006/relationships/customXml" Target="../ink/ink1627.xml"/><Relationship Id="rId51" Type="http://schemas.openxmlformats.org/officeDocument/2006/relationships/image" Target="../media/image1626.png"/><Relationship Id="rId72" Type="http://schemas.openxmlformats.org/officeDocument/2006/relationships/customXml" Target="../ink/ink1659.xml"/><Relationship Id="rId93" Type="http://schemas.openxmlformats.org/officeDocument/2006/relationships/image" Target="../media/image1647.png"/><Relationship Id="rId98" Type="http://schemas.openxmlformats.org/officeDocument/2006/relationships/customXml" Target="../ink/ink1672.xml"/><Relationship Id="rId3" Type="http://schemas.openxmlformats.org/officeDocument/2006/relationships/image" Target="../media/image1602.png"/><Relationship Id="rId25" Type="http://schemas.openxmlformats.org/officeDocument/2006/relationships/image" Target="../media/image1613.png"/><Relationship Id="rId46" Type="http://schemas.openxmlformats.org/officeDocument/2006/relationships/customXml" Target="../ink/ink1646.xml"/><Relationship Id="rId67" Type="http://schemas.openxmlformats.org/officeDocument/2006/relationships/image" Target="../media/image1634.png"/><Relationship Id="rId20" Type="http://schemas.openxmlformats.org/officeDocument/2006/relationships/customXml" Target="../ink/ink1633.xml"/><Relationship Id="rId41" Type="http://schemas.openxmlformats.org/officeDocument/2006/relationships/image" Target="../media/image1621.png"/><Relationship Id="rId62" Type="http://schemas.openxmlformats.org/officeDocument/2006/relationships/customXml" Target="../ink/ink1654.xml"/><Relationship Id="rId83" Type="http://schemas.openxmlformats.org/officeDocument/2006/relationships/image" Target="../media/image1642.png"/><Relationship Id="rId88" Type="http://schemas.openxmlformats.org/officeDocument/2006/relationships/customXml" Target="../ink/ink1667.xml"/></Relationships>
</file>

<file path=ppt/slides/_rels/slide22.xml.rels><?xml version="1.0" encoding="UTF-8" standalone="yes"?>
<Relationships xmlns="http://schemas.openxmlformats.org/package/2006/relationships"><Relationship Id="rId117" Type="http://schemas.openxmlformats.org/officeDocument/2006/relationships/image" Target="../media/image1713.png"/><Relationship Id="rId21" Type="http://schemas.openxmlformats.org/officeDocument/2006/relationships/image" Target="../media/image1665.png"/><Relationship Id="rId42" Type="http://schemas.openxmlformats.org/officeDocument/2006/relationships/customXml" Target="../ink/ink1698.xml"/><Relationship Id="rId63" Type="http://schemas.openxmlformats.org/officeDocument/2006/relationships/image" Target="../media/image1686.png"/><Relationship Id="rId84" Type="http://schemas.openxmlformats.org/officeDocument/2006/relationships/customXml" Target="../ink/ink1719.xml"/><Relationship Id="rId138" Type="http://schemas.openxmlformats.org/officeDocument/2006/relationships/customXml" Target="../ink/ink1746.xml"/><Relationship Id="rId107" Type="http://schemas.openxmlformats.org/officeDocument/2006/relationships/image" Target="../media/image1708.png"/><Relationship Id="rId11" Type="http://schemas.openxmlformats.org/officeDocument/2006/relationships/image" Target="../media/image1660.png"/><Relationship Id="rId32" Type="http://schemas.openxmlformats.org/officeDocument/2006/relationships/customXml" Target="../ink/ink1693.xml"/><Relationship Id="rId53" Type="http://schemas.openxmlformats.org/officeDocument/2006/relationships/image" Target="../media/image1681.png"/><Relationship Id="rId74" Type="http://schemas.openxmlformats.org/officeDocument/2006/relationships/customXml" Target="../ink/ink1714.xml"/><Relationship Id="rId128" Type="http://schemas.openxmlformats.org/officeDocument/2006/relationships/customXml" Target="../ink/ink1741.xml"/><Relationship Id="rId149" Type="http://schemas.openxmlformats.org/officeDocument/2006/relationships/image" Target="../media/image1729.png"/><Relationship Id="rId5" Type="http://schemas.openxmlformats.org/officeDocument/2006/relationships/image" Target="../media/image1657.png"/><Relationship Id="rId95" Type="http://schemas.openxmlformats.org/officeDocument/2006/relationships/image" Target="../media/image1702.png"/><Relationship Id="rId22" Type="http://schemas.openxmlformats.org/officeDocument/2006/relationships/customXml" Target="../ink/ink1688.xml"/><Relationship Id="rId27" Type="http://schemas.openxmlformats.org/officeDocument/2006/relationships/image" Target="../media/image1668.png"/><Relationship Id="rId43" Type="http://schemas.openxmlformats.org/officeDocument/2006/relationships/image" Target="../media/image1676.png"/><Relationship Id="rId48" Type="http://schemas.openxmlformats.org/officeDocument/2006/relationships/customXml" Target="../ink/ink1701.xml"/><Relationship Id="rId64" Type="http://schemas.openxmlformats.org/officeDocument/2006/relationships/customXml" Target="../ink/ink1709.xml"/><Relationship Id="rId69" Type="http://schemas.openxmlformats.org/officeDocument/2006/relationships/image" Target="../media/image1689.png"/><Relationship Id="rId113" Type="http://schemas.openxmlformats.org/officeDocument/2006/relationships/image" Target="../media/image1711.png"/><Relationship Id="rId118" Type="http://schemas.openxmlformats.org/officeDocument/2006/relationships/customXml" Target="../ink/ink1736.xml"/><Relationship Id="rId134" Type="http://schemas.openxmlformats.org/officeDocument/2006/relationships/customXml" Target="../ink/ink1744.xml"/><Relationship Id="rId139" Type="http://schemas.openxmlformats.org/officeDocument/2006/relationships/image" Target="../media/image1724.png"/><Relationship Id="rId80" Type="http://schemas.openxmlformats.org/officeDocument/2006/relationships/customXml" Target="../ink/ink1717.xml"/><Relationship Id="rId85" Type="http://schemas.openxmlformats.org/officeDocument/2006/relationships/image" Target="../media/image1697.png"/><Relationship Id="rId12" Type="http://schemas.openxmlformats.org/officeDocument/2006/relationships/customXml" Target="../ink/ink1683.xml"/><Relationship Id="rId17" Type="http://schemas.openxmlformats.org/officeDocument/2006/relationships/image" Target="../media/image1663.png"/><Relationship Id="rId33" Type="http://schemas.openxmlformats.org/officeDocument/2006/relationships/image" Target="../media/image1671.png"/><Relationship Id="rId38" Type="http://schemas.openxmlformats.org/officeDocument/2006/relationships/customXml" Target="../ink/ink1696.xml"/><Relationship Id="rId59" Type="http://schemas.openxmlformats.org/officeDocument/2006/relationships/image" Target="../media/image1684.png"/><Relationship Id="rId103" Type="http://schemas.openxmlformats.org/officeDocument/2006/relationships/image" Target="../media/image1706.png"/><Relationship Id="rId108" Type="http://schemas.openxmlformats.org/officeDocument/2006/relationships/customXml" Target="../ink/ink1731.xml"/><Relationship Id="rId124" Type="http://schemas.openxmlformats.org/officeDocument/2006/relationships/customXml" Target="../ink/ink1739.xml"/><Relationship Id="rId129" Type="http://schemas.openxmlformats.org/officeDocument/2006/relationships/image" Target="../media/image1719.png"/><Relationship Id="rId54" Type="http://schemas.openxmlformats.org/officeDocument/2006/relationships/customXml" Target="../ink/ink1704.xml"/><Relationship Id="rId70" Type="http://schemas.openxmlformats.org/officeDocument/2006/relationships/customXml" Target="../ink/ink1712.xml"/><Relationship Id="rId75" Type="http://schemas.openxmlformats.org/officeDocument/2006/relationships/image" Target="../media/image1692.png"/><Relationship Id="rId91" Type="http://schemas.openxmlformats.org/officeDocument/2006/relationships/image" Target="../media/image1700.png"/><Relationship Id="rId96" Type="http://schemas.openxmlformats.org/officeDocument/2006/relationships/customXml" Target="../ink/ink1725.xml"/><Relationship Id="rId140" Type="http://schemas.openxmlformats.org/officeDocument/2006/relationships/customXml" Target="../ink/ink1747.xml"/><Relationship Id="rId145" Type="http://schemas.openxmlformats.org/officeDocument/2006/relationships/image" Target="../media/image1727.png"/><Relationship Id="rId1" Type="http://schemas.openxmlformats.org/officeDocument/2006/relationships/slideLayout" Target="../slideLayouts/slideLayout7.xml"/><Relationship Id="rId6" Type="http://schemas.openxmlformats.org/officeDocument/2006/relationships/customXml" Target="../ink/ink1680.xml"/><Relationship Id="rId23" Type="http://schemas.openxmlformats.org/officeDocument/2006/relationships/image" Target="../media/image1666.png"/><Relationship Id="rId28" Type="http://schemas.openxmlformats.org/officeDocument/2006/relationships/customXml" Target="../ink/ink1691.xml"/><Relationship Id="rId49" Type="http://schemas.openxmlformats.org/officeDocument/2006/relationships/image" Target="../media/image1679.png"/><Relationship Id="rId114" Type="http://schemas.openxmlformats.org/officeDocument/2006/relationships/customXml" Target="../ink/ink1734.xml"/><Relationship Id="rId119" Type="http://schemas.openxmlformats.org/officeDocument/2006/relationships/image" Target="../media/image1714.png"/><Relationship Id="rId44" Type="http://schemas.openxmlformats.org/officeDocument/2006/relationships/customXml" Target="../ink/ink1699.xml"/><Relationship Id="rId60" Type="http://schemas.openxmlformats.org/officeDocument/2006/relationships/customXml" Target="../ink/ink1707.xml"/><Relationship Id="rId65" Type="http://schemas.openxmlformats.org/officeDocument/2006/relationships/image" Target="../media/image1687.png"/><Relationship Id="rId81" Type="http://schemas.openxmlformats.org/officeDocument/2006/relationships/image" Target="../media/image1695.png"/><Relationship Id="rId86" Type="http://schemas.openxmlformats.org/officeDocument/2006/relationships/customXml" Target="../ink/ink1720.xml"/><Relationship Id="rId130" Type="http://schemas.openxmlformats.org/officeDocument/2006/relationships/customXml" Target="../ink/ink1742.xml"/><Relationship Id="rId135" Type="http://schemas.openxmlformats.org/officeDocument/2006/relationships/image" Target="../media/image1722.png"/><Relationship Id="rId13" Type="http://schemas.openxmlformats.org/officeDocument/2006/relationships/image" Target="../media/image1661.png"/><Relationship Id="rId18" Type="http://schemas.openxmlformats.org/officeDocument/2006/relationships/customXml" Target="../ink/ink1686.xml"/><Relationship Id="rId39" Type="http://schemas.openxmlformats.org/officeDocument/2006/relationships/image" Target="../media/image1674.png"/><Relationship Id="rId109" Type="http://schemas.openxmlformats.org/officeDocument/2006/relationships/image" Target="../media/image1709.png"/><Relationship Id="rId34" Type="http://schemas.openxmlformats.org/officeDocument/2006/relationships/customXml" Target="../ink/ink1694.xml"/><Relationship Id="rId50" Type="http://schemas.openxmlformats.org/officeDocument/2006/relationships/customXml" Target="../ink/ink1702.xml"/><Relationship Id="rId55" Type="http://schemas.openxmlformats.org/officeDocument/2006/relationships/image" Target="../media/image1682.png"/><Relationship Id="rId76" Type="http://schemas.openxmlformats.org/officeDocument/2006/relationships/customXml" Target="../ink/ink1715.xml"/><Relationship Id="rId97" Type="http://schemas.openxmlformats.org/officeDocument/2006/relationships/image" Target="../media/image1703.png"/><Relationship Id="rId104" Type="http://schemas.openxmlformats.org/officeDocument/2006/relationships/customXml" Target="../ink/ink1729.xml"/><Relationship Id="rId120" Type="http://schemas.openxmlformats.org/officeDocument/2006/relationships/customXml" Target="../ink/ink1737.xml"/><Relationship Id="rId125" Type="http://schemas.openxmlformats.org/officeDocument/2006/relationships/image" Target="../media/image1717.png"/><Relationship Id="rId141" Type="http://schemas.openxmlformats.org/officeDocument/2006/relationships/image" Target="../media/image1725.png"/><Relationship Id="rId146" Type="http://schemas.openxmlformats.org/officeDocument/2006/relationships/customXml" Target="../ink/ink1750.xml"/><Relationship Id="rId7" Type="http://schemas.openxmlformats.org/officeDocument/2006/relationships/image" Target="../media/image1658.png"/><Relationship Id="rId71" Type="http://schemas.openxmlformats.org/officeDocument/2006/relationships/image" Target="../media/image1690.png"/><Relationship Id="rId92" Type="http://schemas.openxmlformats.org/officeDocument/2006/relationships/customXml" Target="../ink/ink1723.xml"/><Relationship Id="rId2" Type="http://schemas.openxmlformats.org/officeDocument/2006/relationships/customXml" Target="../ink/ink1678.xml"/><Relationship Id="rId29" Type="http://schemas.openxmlformats.org/officeDocument/2006/relationships/image" Target="../media/image1669.png"/><Relationship Id="rId24" Type="http://schemas.openxmlformats.org/officeDocument/2006/relationships/customXml" Target="../ink/ink1689.xml"/><Relationship Id="rId40" Type="http://schemas.openxmlformats.org/officeDocument/2006/relationships/customXml" Target="../ink/ink1697.xml"/><Relationship Id="rId45" Type="http://schemas.openxmlformats.org/officeDocument/2006/relationships/image" Target="../media/image1677.png"/><Relationship Id="rId66" Type="http://schemas.openxmlformats.org/officeDocument/2006/relationships/customXml" Target="../ink/ink1710.xml"/><Relationship Id="rId87" Type="http://schemas.openxmlformats.org/officeDocument/2006/relationships/image" Target="../media/image1698.png"/><Relationship Id="rId110" Type="http://schemas.openxmlformats.org/officeDocument/2006/relationships/customXml" Target="../ink/ink1732.xml"/><Relationship Id="rId115" Type="http://schemas.openxmlformats.org/officeDocument/2006/relationships/image" Target="../media/image1712.png"/><Relationship Id="rId131" Type="http://schemas.openxmlformats.org/officeDocument/2006/relationships/image" Target="../media/image1720.png"/><Relationship Id="rId136" Type="http://schemas.openxmlformats.org/officeDocument/2006/relationships/customXml" Target="../ink/ink1745.xml"/><Relationship Id="rId61" Type="http://schemas.openxmlformats.org/officeDocument/2006/relationships/image" Target="../media/image1685.png"/><Relationship Id="rId82" Type="http://schemas.openxmlformats.org/officeDocument/2006/relationships/customXml" Target="../ink/ink1718.xml"/><Relationship Id="rId19" Type="http://schemas.openxmlformats.org/officeDocument/2006/relationships/image" Target="../media/image1664.png"/><Relationship Id="rId14" Type="http://schemas.openxmlformats.org/officeDocument/2006/relationships/customXml" Target="../ink/ink1684.xml"/><Relationship Id="rId30" Type="http://schemas.openxmlformats.org/officeDocument/2006/relationships/customXml" Target="../ink/ink1692.xml"/><Relationship Id="rId35" Type="http://schemas.openxmlformats.org/officeDocument/2006/relationships/image" Target="../media/image1672.png"/><Relationship Id="rId56" Type="http://schemas.openxmlformats.org/officeDocument/2006/relationships/customXml" Target="../ink/ink1705.xml"/><Relationship Id="rId77" Type="http://schemas.openxmlformats.org/officeDocument/2006/relationships/image" Target="../media/image1693.png"/><Relationship Id="rId100" Type="http://schemas.openxmlformats.org/officeDocument/2006/relationships/customXml" Target="../ink/ink1727.xml"/><Relationship Id="rId105" Type="http://schemas.openxmlformats.org/officeDocument/2006/relationships/image" Target="../media/image1707.png"/><Relationship Id="rId126" Type="http://schemas.openxmlformats.org/officeDocument/2006/relationships/customXml" Target="../ink/ink1740.xml"/><Relationship Id="rId147" Type="http://schemas.openxmlformats.org/officeDocument/2006/relationships/image" Target="../media/image1728.png"/><Relationship Id="rId8" Type="http://schemas.openxmlformats.org/officeDocument/2006/relationships/customXml" Target="../ink/ink1681.xml"/><Relationship Id="rId51" Type="http://schemas.openxmlformats.org/officeDocument/2006/relationships/image" Target="../media/image1680.png"/><Relationship Id="rId72" Type="http://schemas.openxmlformats.org/officeDocument/2006/relationships/customXml" Target="../ink/ink1713.xml"/><Relationship Id="rId93" Type="http://schemas.openxmlformats.org/officeDocument/2006/relationships/image" Target="../media/image1701.png"/><Relationship Id="rId98" Type="http://schemas.openxmlformats.org/officeDocument/2006/relationships/customXml" Target="../ink/ink1726.xml"/><Relationship Id="rId121" Type="http://schemas.openxmlformats.org/officeDocument/2006/relationships/image" Target="../media/image1715.png"/><Relationship Id="rId142" Type="http://schemas.openxmlformats.org/officeDocument/2006/relationships/customXml" Target="../ink/ink1748.xml"/><Relationship Id="rId3" Type="http://schemas.openxmlformats.org/officeDocument/2006/relationships/image" Target="../media/image1656.png"/><Relationship Id="rId25" Type="http://schemas.openxmlformats.org/officeDocument/2006/relationships/image" Target="../media/image1667.png"/><Relationship Id="rId46" Type="http://schemas.openxmlformats.org/officeDocument/2006/relationships/customXml" Target="../ink/ink1700.xml"/><Relationship Id="rId67" Type="http://schemas.openxmlformats.org/officeDocument/2006/relationships/image" Target="../media/image1688.png"/><Relationship Id="rId116" Type="http://schemas.openxmlformats.org/officeDocument/2006/relationships/customXml" Target="../ink/ink1735.xml"/><Relationship Id="rId137" Type="http://schemas.openxmlformats.org/officeDocument/2006/relationships/image" Target="../media/image1723.png"/><Relationship Id="rId20" Type="http://schemas.openxmlformats.org/officeDocument/2006/relationships/customXml" Target="../ink/ink1687.xml"/><Relationship Id="rId41" Type="http://schemas.openxmlformats.org/officeDocument/2006/relationships/image" Target="../media/image1675.png"/><Relationship Id="rId62" Type="http://schemas.openxmlformats.org/officeDocument/2006/relationships/customXml" Target="../ink/ink1708.xml"/><Relationship Id="rId83" Type="http://schemas.openxmlformats.org/officeDocument/2006/relationships/image" Target="../media/image1696.png"/><Relationship Id="rId88" Type="http://schemas.openxmlformats.org/officeDocument/2006/relationships/customXml" Target="../ink/ink1721.xml"/><Relationship Id="rId111" Type="http://schemas.openxmlformats.org/officeDocument/2006/relationships/image" Target="../media/image1710.png"/><Relationship Id="rId132" Type="http://schemas.openxmlformats.org/officeDocument/2006/relationships/customXml" Target="../ink/ink1743.xml"/><Relationship Id="rId15" Type="http://schemas.openxmlformats.org/officeDocument/2006/relationships/image" Target="../media/image1662.png"/><Relationship Id="rId36" Type="http://schemas.openxmlformats.org/officeDocument/2006/relationships/customXml" Target="../ink/ink1695.xml"/><Relationship Id="rId57" Type="http://schemas.openxmlformats.org/officeDocument/2006/relationships/image" Target="../media/image1683.png"/><Relationship Id="rId106" Type="http://schemas.openxmlformats.org/officeDocument/2006/relationships/customXml" Target="../ink/ink1730.xml"/><Relationship Id="rId127" Type="http://schemas.openxmlformats.org/officeDocument/2006/relationships/image" Target="../media/image1718.png"/><Relationship Id="rId10" Type="http://schemas.openxmlformats.org/officeDocument/2006/relationships/customXml" Target="../ink/ink1682.xml"/><Relationship Id="rId31" Type="http://schemas.openxmlformats.org/officeDocument/2006/relationships/image" Target="../media/image1670.png"/><Relationship Id="rId52" Type="http://schemas.openxmlformats.org/officeDocument/2006/relationships/customXml" Target="../ink/ink1703.xml"/><Relationship Id="rId73" Type="http://schemas.openxmlformats.org/officeDocument/2006/relationships/image" Target="../media/image1691.png"/><Relationship Id="rId78" Type="http://schemas.openxmlformats.org/officeDocument/2006/relationships/customXml" Target="../ink/ink1716.xml"/><Relationship Id="rId94" Type="http://schemas.openxmlformats.org/officeDocument/2006/relationships/customXml" Target="../ink/ink1724.xml"/><Relationship Id="rId99" Type="http://schemas.openxmlformats.org/officeDocument/2006/relationships/image" Target="../media/image1704.png"/><Relationship Id="rId101" Type="http://schemas.openxmlformats.org/officeDocument/2006/relationships/image" Target="../media/image1705.png"/><Relationship Id="rId122" Type="http://schemas.openxmlformats.org/officeDocument/2006/relationships/customXml" Target="../ink/ink1738.xml"/><Relationship Id="rId143" Type="http://schemas.openxmlformats.org/officeDocument/2006/relationships/image" Target="../media/image1726.png"/><Relationship Id="rId148" Type="http://schemas.openxmlformats.org/officeDocument/2006/relationships/customXml" Target="../ink/ink1751.xml"/><Relationship Id="rId4" Type="http://schemas.openxmlformats.org/officeDocument/2006/relationships/customXml" Target="../ink/ink1679.xml"/><Relationship Id="rId9" Type="http://schemas.openxmlformats.org/officeDocument/2006/relationships/image" Target="../media/image1659.png"/><Relationship Id="rId26" Type="http://schemas.openxmlformats.org/officeDocument/2006/relationships/customXml" Target="../ink/ink1690.xml"/><Relationship Id="rId47" Type="http://schemas.openxmlformats.org/officeDocument/2006/relationships/image" Target="../media/image1678.png"/><Relationship Id="rId68" Type="http://schemas.openxmlformats.org/officeDocument/2006/relationships/customXml" Target="../ink/ink1711.xml"/><Relationship Id="rId89" Type="http://schemas.openxmlformats.org/officeDocument/2006/relationships/image" Target="../media/image1699.png"/><Relationship Id="rId112" Type="http://schemas.openxmlformats.org/officeDocument/2006/relationships/customXml" Target="../ink/ink1733.xml"/><Relationship Id="rId133" Type="http://schemas.openxmlformats.org/officeDocument/2006/relationships/image" Target="../media/image1721.png"/><Relationship Id="rId16" Type="http://schemas.openxmlformats.org/officeDocument/2006/relationships/customXml" Target="../ink/ink1685.xml"/><Relationship Id="rId37" Type="http://schemas.openxmlformats.org/officeDocument/2006/relationships/image" Target="../media/image1673.png"/><Relationship Id="rId58" Type="http://schemas.openxmlformats.org/officeDocument/2006/relationships/customXml" Target="../ink/ink1706.xml"/><Relationship Id="rId79" Type="http://schemas.openxmlformats.org/officeDocument/2006/relationships/image" Target="../media/image1694.png"/><Relationship Id="rId102" Type="http://schemas.openxmlformats.org/officeDocument/2006/relationships/customXml" Target="../ink/ink1728.xml"/><Relationship Id="rId123" Type="http://schemas.openxmlformats.org/officeDocument/2006/relationships/image" Target="../media/image1716.png"/><Relationship Id="rId144" Type="http://schemas.openxmlformats.org/officeDocument/2006/relationships/customXml" Target="../ink/ink1749.xml"/><Relationship Id="rId90" Type="http://schemas.openxmlformats.org/officeDocument/2006/relationships/customXml" Target="../ink/ink1722.xml"/></Relationships>
</file>

<file path=ppt/slides/_rels/slide23.xml.rels><?xml version="1.0" encoding="UTF-8" standalone="yes"?>
<Relationships xmlns="http://schemas.openxmlformats.org/package/2006/relationships"><Relationship Id="rId117" Type="http://schemas.openxmlformats.org/officeDocument/2006/relationships/image" Target="../media/image1787.png"/><Relationship Id="rId21" Type="http://schemas.openxmlformats.org/officeDocument/2006/relationships/image" Target="../media/image1739.png"/><Relationship Id="rId42" Type="http://schemas.openxmlformats.org/officeDocument/2006/relationships/customXml" Target="../ink/ink1772.xml"/><Relationship Id="rId63" Type="http://schemas.openxmlformats.org/officeDocument/2006/relationships/image" Target="../media/image1760.png"/><Relationship Id="rId84" Type="http://schemas.openxmlformats.org/officeDocument/2006/relationships/customXml" Target="../ink/ink1793.xml"/><Relationship Id="rId138" Type="http://schemas.openxmlformats.org/officeDocument/2006/relationships/customXml" Target="../ink/ink1820.xml"/><Relationship Id="rId159" Type="http://schemas.openxmlformats.org/officeDocument/2006/relationships/image" Target="../media/image1808.png"/><Relationship Id="rId170" Type="http://schemas.openxmlformats.org/officeDocument/2006/relationships/customXml" Target="../ink/ink1836.xml"/><Relationship Id="rId191" Type="http://schemas.openxmlformats.org/officeDocument/2006/relationships/image" Target="../media/image1824.png"/><Relationship Id="rId205" Type="http://schemas.openxmlformats.org/officeDocument/2006/relationships/image" Target="../media/image1831.png"/><Relationship Id="rId107" Type="http://schemas.openxmlformats.org/officeDocument/2006/relationships/image" Target="../media/image1782.png"/><Relationship Id="rId11" Type="http://schemas.openxmlformats.org/officeDocument/2006/relationships/image" Target="../media/image1734.png"/><Relationship Id="rId32" Type="http://schemas.openxmlformats.org/officeDocument/2006/relationships/customXml" Target="../ink/ink1767.xml"/><Relationship Id="rId53" Type="http://schemas.openxmlformats.org/officeDocument/2006/relationships/image" Target="../media/image1755.png"/><Relationship Id="rId74" Type="http://schemas.openxmlformats.org/officeDocument/2006/relationships/customXml" Target="../ink/ink1788.xml"/><Relationship Id="rId128" Type="http://schemas.openxmlformats.org/officeDocument/2006/relationships/customXml" Target="../ink/ink1815.xml"/><Relationship Id="rId149" Type="http://schemas.openxmlformats.org/officeDocument/2006/relationships/image" Target="../media/image1803.png"/><Relationship Id="rId5" Type="http://schemas.openxmlformats.org/officeDocument/2006/relationships/image" Target="../media/image1731.png"/><Relationship Id="rId95" Type="http://schemas.openxmlformats.org/officeDocument/2006/relationships/image" Target="../media/image1776.png"/><Relationship Id="rId160" Type="http://schemas.openxmlformats.org/officeDocument/2006/relationships/customXml" Target="../ink/ink1831.xml"/><Relationship Id="rId181" Type="http://schemas.openxmlformats.org/officeDocument/2006/relationships/image" Target="../media/image1819.png"/><Relationship Id="rId22" Type="http://schemas.openxmlformats.org/officeDocument/2006/relationships/customXml" Target="../ink/ink1762.xml"/><Relationship Id="rId43" Type="http://schemas.openxmlformats.org/officeDocument/2006/relationships/image" Target="../media/image1750.png"/><Relationship Id="rId64" Type="http://schemas.openxmlformats.org/officeDocument/2006/relationships/customXml" Target="../ink/ink1783.xml"/><Relationship Id="rId118" Type="http://schemas.openxmlformats.org/officeDocument/2006/relationships/customXml" Target="../ink/ink1810.xml"/><Relationship Id="rId139" Type="http://schemas.openxmlformats.org/officeDocument/2006/relationships/image" Target="../media/image1798.png"/><Relationship Id="rId85" Type="http://schemas.openxmlformats.org/officeDocument/2006/relationships/image" Target="../media/image1771.png"/><Relationship Id="rId150" Type="http://schemas.openxmlformats.org/officeDocument/2006/relationships/customXml" Target="../ink/ink1826.xml"/><Relationship Id="rId171" Type="http://schemas.openxmlformats.org/officeDocument/2006/relationships/image" Target="../media/image1814.png"/><Relationship Id="rId192" Type="http://schemas.openxmlformats.org/officeDocument/2006/relationships/customXml" Target="../ink/ink1847.xml"/><Relationship Id="rId206" Type="http://schemas.openxmlformats.org/officeDocument/2006/relationships/customXml" Target="../ink/ink1854.xml"/><Relationship Id="rId12" Type="http://schemas.openxmlformats.org/officeDocument/2006/relationships/customXml" Target="../ink/ink1757.xml"/><Relationship Id="rId33" Type="http://schemas.openxmlformats.org/officeDocument/2006/relationships/image" Target="../media/image1745.png"/><Relationship Id="rId108" Type="http://schemas.openxmlformats.org/officeDocument/2006/relationships/customXml" Target="../ink/ink1805.xml"/><Relationship Id="rId129" Type="http://schemas.openxmlformats.org/officeDocument/2006/relationships/image" Target="../media/image1793.png"/><Relationship Id="rId54" Type="http://schemas.openxmlformats.org/officeDocument/2006/relationships/customXml" Target="../ink/ink1778.xml"/><Relationship Id="rId75" Type="http://schemas.openxmlformats.org/officeDocument/2006/relationships/image" Target="../media/image1766.png"/><Relationship Id="rId96" Type="http://schemas.openxmlformats.org/officeDocument/2006/relationships/customXml" Target="../ink/ink1799.xml"/><Relationship Id="rId140" Type="http://schemas.openxmlformats.org/officeDocument/2006/relationships/customXml" Target="../ink/ink1821.xml"/><Relationship Id="rId161" Type="http://schemas.openxmlformats.org/officeDocument/2006/relationships/image" Target="../media/image1809.png"/><Relationship Id="rId182" Type="http://schemas.openxmlformats.org/officeDocument/2006/relationships/customXml" Target="../ink/ink1842.xml"/><Relationship Id="rId6" Type="http://schemas.openxmlformats.org/officeDocument/2006/relationships/customXml" Target="../ink/ink1754.xml"/><Relationship Id="rId23" Type="http://schemas.openxmlformats.org/officeDocument/2006/relationships/image" Target="../media/image1740.png"/><Relationship Id="rId119" Type="http://schemas.openxmlformats.org/officeDocument/2006/relationships/image" Target="../media/image1788.png"/><Relationship Id="rId44" Type="http://schemas.openxmlformats.org/officeDocument/2006/relationships/customXml" Target="../ink/ink1773.xml"/><Relationship Id="rId65" Type="http://schemas.openxmlformats.org/officeDocument/2006/relationships/image" Target="../media/image1761.png"/><Relationship Id="rId86" Type="http://schemas.openxmlformats.org/officeDocument/2006/relationships/customXml" Target="../ink/ink1794.xml"/><Relationship Id="rId130" Type="http://schemas.openxmlformats.org/officeDocument/2006/relationships/customXml" Target="../ink/ink1816.xml"/><Relationship Id="rId151" Type="http://schemas.openxmlformats.org/officeDocument/2006/relationships/image" Target="../media/image1804.png"/><Relationship Id="rId172" Type="http://schemas.openxmlformats.org/officeDocument/2006/relationships/customXml" Target="../ink/ink1837.xml"/><Relationship Id="rId193" Type="http://schemas.openxmlformats.org/officeDocument/2006/relationships/image" Target="../media/image1825.png"/><Relationship Id="rId207" Type="http://schemas.openxmlformats.org/officeDocument/2006/relationships/image" Target="../media/image1832.png"/><Relationship Id="rId13" Type="http://schemas.openxmlformats.org/officeDocument/2006/relationships/image" Target="../media/image1735.png"/><Relationship Id="rId109" Type="http://schemas.openxmlformats.org/officeDocument/2006/relationships/image" Target="../media/image1783.png"/><Relationship Id="rId34" Type="http://schemas.openxmlformats.org/officeDocument/2006/relationships/customXml" Target="../ink/ink1768.xml"/><Relationship Id="rId55" Type="http://schemas.openxmlformats.org/officeDocument/2006/relationships/image" Target="../media/image1756.png"/><Relationship Id="rId76" Type="http://schemas.openxmlformats.org/officeDocument/2006/relationships/customXml" Target="../ink/ink1789.xml"/><Relationship Id="rId97" Type="http://schemas.openxmlformats.org/officeDocument/2006/relationships/image" Target="../media/image1777.png"/><Relationship Id="rId120" Type="http://schemas.openxmlformats.org/officeDocument/2006/relationships/customXml" Target="../ink/ink1811.xml"/><Relationship Id="rId141" Type="http://schemas.openxmlformats.org/officeDocument/2006/relationships/image" Target="../media/image1799.png"/><Relationship Id="rId7" Type="http://schemas.openxmlformats.org/officeDocument/2006/relationships/image" Target="../media/image1732.png"/><Relationship Id="rId162" Type="http://schemas.openxmlformats.org/officeDocument/2006/relationships/customXml" Target="../ink/ink1832.xml"/><Relationship Id="rId183" Type="http://schemas.openxmlformats.org/officeDocument/2006/relationships/image" Target="../media/image1820.png"/><Relationship Id="rId24" Type="http://schemas.openxmlformats.org/officeDocument/2006/relationships/customXml" Target="../ink/ink1763.xml"/><Relationship Id="rId45" Type="http://schemas.openxmlformats.org/officeDocument/2006/relationships/image" Target="../media/image1751.png"/><Relationship Id="rId66" Type="http://schemas.openxmlformats.org/officeDocument/2006/relationships/customXml" Target="../ink/ink1784.xml"/><Relationship Id="rId87" Type="http://schemas.openxmlformats.org/officeDocument/2006/relationships/image" Target="../media/image1772.png"/><Relationship Id="rId110" Type="http://schemas.openxmlformats.org/officeDocument/2006/relationships/customXml" Target="../ink/ink1806.xml"/><Relationship Id="rId131" Type="http://schemas.openxmlformats.org/officeDocument/2006/relationships/image" Target="../media/image1794.png"/><Relationship Id="rId61" Type="http://schemas.openxmlformats.org/officeDocument/2006/relationships/image" Target="../media/image1759.png"/><Relationship Id="rId82" Type="http://schemas.openxmlformats.org/officeDocument/2006/relationships/customXml" Target="../ink/ink1792.xml"/><Relationship Id="rId152" Type="http://schemas.openxmlformats.org/officeDocument/2006/relationships/customXml" Target="../ink/ink1827.xml"/><Relationship Id="rId173" Type="http://schemas.openxmlformats.org/officeDocument/2006/relationships/image" Target="../media/image1815.png"/><Relationship Id="rId194" Type="http://schemas.openxmlformats.org/officeDocument/2006/relationships/customXml" Target="../ink/ink1848.xml"/><Relationship Id="rId199" Type="http://schemas.openxmlformats.org/officeDocument/2006/relationships/image" Target="../media/image1828.png"/><Relationship Id="rId203" Type="http://schemas.openxmlformats.org/officeDocument/2006/relationships/image" Target="../media/image1830.png"/><Relationship Id="rId208" Type="http://schemas.openxmlformats.org/officeDocument/2006/relationships/customXml" Target="../ink/ink1855.xml"/><Relationship Id="rId19" Type="http://schemas.openxmlformats.org/officeDocument/2006/relationships/image" Target="../media/image1738.png"/><Relationship Id="rId14" Type="http://schemas.openxmlformats.org/officeDocument/2006/relationships/customXml" Target="../ink/ink1758.xml"/><Relationship Id="rId30" Type="http://schemas.openxmlformats.org/officeDocument/2006/relationships/customXml" Target="../ink/ink1766.xml"/><Relationship Id="rId35" Type="http://schemas.openxmlformats.org/officeDocument/2006/relationships/image" Target="../media/image1746.png"/><Relationship Id="rId56" Type="http://schemas.openxmlformats.org/officeDocument/2006/relationships/customXml" Target="../ink/ink1779.xml"/><Relationship Id="rId77" Type="http://schemas.openxmlformats.org/officeDocument/2006/relationships/image" Target="../media/image1767.png"/><Relationship Id="rId100" Type="http://schemas.openxmlformats.org/officeDocument/2006/relationships/customXml" Target="../ink/ink1801.xml"/><Relationship Id="rId105" Type="http://schemas.openxmlformats.org/officeDocument/2006/relationships/image" Target="../media/image1781.png"/><Relationship Id="rId126" Type="http://schemas.openxmlformats.org/officeDocument/2006/relationships/customXml" Target="../ink/ink1814.xml"/><Relationship Id="rId147" Type="http://schemas.openxmlformats.org/officeDocument/2006/relationships/image" Target="../media/image1802.png"/><Relationship Id="rId168" Type="http://schemas.openxmlformats.org/officeDocument/2006/relationships/customXml" Target="../ink/ink1835.xml"/><Relationship Id="rId8" Type="http://schemas.openxmlformats.org/officeDocument/2006/relationships/customXml" Target="../ink/ink1755.xml"/><Relationship Id="rId51" Type="http://schemas.openxmlformats.org/officeDocument/2006/relationships/image" Target="../media/image1754.png"/><Relationship Id="rId72" Type="http://schemas.openxmlformats.org/officeDocument/2006/relationships/customXml" Target="../ink/ink1787.xml"/><Relationship Id="rId93" Type="http://schemas.openxmlformats.org/officeDocument/2006/relationships/image" Target="../media/image1775.png"/><Relationship Id="rId98" Type="http://schemas.openxmlformats.org/officeDocument/2006/relationships/customXml" Target="../ink/ink1800.xml"/><Relationship Id="rId121" Type="http://schemas.openxmlformats.org/officeDocument/2006/relationships/image" Target="../media/image1789.png"/><Relationship Id="rId142" Type="http://schemas.openxmlformats.org/officeDocument/2006/relationships/customXml" Target="../ink/ink1822.xml"/><Relationship Id="rId163" Type="http://schemas.openxmlformats.org/officeDocument/2006/relationships/image" Target="../media/image1810.png"/><Relationship Id="rId184" Type="http://schemas.openxmlformats.org/officeDocument/2006/relationships/customXml" Target="../ink/ink1843.xml"/><Relationship Id="rId189" Type="http://schemas.openxmlformats.org/officeDocument/2006/relationships/image" Target="../media/image1823.png"/><Relationship Id="rId3" Type="http://schemas.openxmlformats.org/officeDocument/2006/relationships/image" Target="../media/image1730.png"/><Relationship Id="rId25" Type="http://schemas.openxmlformats.org/officeDocument/2006/relationships/image" Target="../media/image1741.png"/><Relationship Id="rId46" Type="http://schemas.openxmlformats.org/officeDocument/2006/relationships/customXml" Target="../ink/ink1774.xml"/><Relationship Id="rId67" Type="http://schemas.openxmlformats.org/officeDocument/2006/relationships/image" Target="../media/image1762.png"/><Relationship Id="rId116" Type="http://schemas.openxmlformats.org/officeDocument/2006/relationships/customXml" Target="../ink/ink1809.xml"/><Relationship Id="rId137" Type="http://schemas.openxmlformats.org/officeDocument/2006/relationships/image" Target="../media/image1797.png"/><Relationship Id="rId158" Type="http://schemas.openxmlformats.org/officeDocument/2006/relationships/customXml" Target="../ink/ink1830.xml"/><Relationship Id="rId20" Type="http://schemas.openxmlformats.org/officeDocument/2006/relationships/customXml" Target="../ink/ink1761.xml"/><Relationship Id="rId41" Type="http://schemas.openxmlformats.org/officeDocument/2006/relationships/image" Target="../media/image1749.png"/><Relationship Id="rId62" Type="http://schemas.openxmlformats.org/officeDocument/2006/relationships/customXml" Target="../ink/ink1782.xml"/><Relationship Id="rId83" Type="http://schemas.openxmlformats.org/officeDocument/2006/relationships/image" Target="../media/image1770.png"/><Relationship Id="rId88" Type="http://schemas.openxmlformats.org/officeDocument/2006/relationships/customXml" Target="../ink/ink1795.xml"/><Relationship Id="rId111" Type="http://schemas.openxmlformats.org/officeDocument/2006/relationships/image" Target="../media/image1784.png"/><Relationship Id="rId132" Type="http://schemas.openxmlformats.org/officeDocument/2006/relationships/customXml" Target="../ink/ink1817.xml"/><Relationship Id="rId153" Type="http://schemas.openxmlformats.org/officeDocument/2006/relationships/image" Target="../media/image1805.png"/><Relationship Id="rId174" Type="http://schemas.openxmlformats.org/officeDocument/2006/relationships/customXml" Target="../ink/ink1838.xml"/><Relationship Id="rId179" Type="http://schemas.openxmlformats.org/officeDocument/2006/relationships/image" Target="../media/image1818.png"/><Relationship Id="rId195" Type="http://schemas.openxmlformats.org/officeDocument/2006/relationships/image" Target="../media/image1826.png"/><Relationship Id="rId209" Type="http://schemas.openxmlformats.org/officeDocument/2006/relationships/image" Target="../media/image1833.png"/><Relationship Id="rId190" Type="http://schemas.openxmlformats.org/officeDocument/2006/relationships/customXml" Target="../ink/ink1846.xml"/><Relationship Id="rId204" Type="http://schemas.openxmlformats.org/officeDocument/2006/relationships/customXml" Target="../ink/ink1853.xml"/><Relationship Id="rId15" Type="http://schemas.openxmlformats.org/officeDocument/2006/relationships/image" Target="../media/image1736.png"/><Relationship Id="rId36" Type="http://schemas.openxmlformats.org/officeDocument/2006/relationships/customXml" Target="../ink/ink1769.xml"/><Relationship Id="rId57" Type="http://schemas.openxmlformats.org/officeDocument/2006/relationships/image" Target="../media/image1757.png"/><Relationship Id="rId106" Type="http://schemas.openxmlformats.org/officeDocument/2006/relationships/customXml" Target="../ink/ink1804.xml"/><Relationship Id="rId127" Type="http://schemas.openxmlformats.org/officeDocument/2006/relationships/image" Target="../media/image1792.png"/><Relationship Id="rId10" Type="http://schemas.openxmlformats.org/officeDocument/2006/relationships/customXml" Target="../ink/ink1756.xml"/><Relationship Id="rId31" Type="http://schemas.openxmlformats.org/officeDocument/2006/relationships/image" Target="../media/image1744.png"/><Relationship Id="rId52" Type="http://schemas.openxmlformats.org/officeDocument/2006/relationships/customXml" Target="../ink/ink1777.xml"/><Relationship Id="rId73" Type="http://schemas.openxmlformats.org/officeDocument/2006/relationships/image" Target="../media/image1765.png"/><Relationship Id="rId78" Type="http://schemas.openxmlformats.org/officeDocument/2006/relationships/customXml" Target="../ink/ink1790.xml"/><Relationship Id="rId94" Type="http://schemas.openxmlformats.org/officeDocument/2006/relationships/customXml" Target="../ink/ink1798.xml"/><Relationship Id="rId99" Type="http://schemas.openxmlformats.org/officeDocument/2006/relationships/image" Target="../media/image1778.png"/><Relationship Id="rId101" Type="http://schemas.openxmlformats.org/officeDocument/2006/relationships/image" Target="../media/image1779.png"/><Relationship Id="rId122" Type="http://schemas.openxmlformats.org/officeDocument/2006/relationships/customXml" Target="../ink/ink1812.xml"/><Relationship Id="rId143" Type="http://schemas.openxmlformats.org/officeDocument/2006/relationships/image" Target="../media/image1800.png"/><Relationship Id="rId148" Type="http://schemas.openxmlformats.org/officeDocument/2006/relationships/customXml" Target="../ink/ink1825.xml"/><Relationship Id="rId164" Type="http://schemas.openxmlformats.org/officeDocument/2006/relationships/customXml" Target="../ink/ink1833.xml"/><Relationship Id="rId169" Type="http://schemas.openxmlformats.org/officeDocument/2006/relationships/image" Target="../media/image1813.png"/><Relationship Id="rId185" Type="http://schemas.openxmlformats.org/officeDocument/2006/relationships/image" Target="../media/image1821.png"/><Relationship Id="rId4" Type="http://schemas.openxmlformats.org/officeDocument/2006/relationships/customXml" Target="../ink/ink1753.xml"/><Relationship Id="rId9" Type="http://schemas.openxmlformats.org/officeDocument/2006/relationships/image" Target="../media/image1733.png"/><Relationship Id="rId180" Type="http://schemas.openxmlformats.org/officeDocument/2006/relationships/customXml" Target="../ink/ink1841.xml"/><Relationship Id="rId26" Type="http://schemas.openxmlformats.org/officeDocument/2006/relationships/customXml" Target="../ink/ink1764.xml"/><Relationship Id="rId47" Type="http://schemas.openxmlformats.org/officeDocument/2006/relationships/image" Target="../media/image1752.png"/><Relationship Id="rId68" Type="http://schemas.openxmlformats.org/officeDocument/2006/relationships/customXml" Target="../ink/ink1785.xml"/><Relationship Id="rId89" Type="http://schemas.openxmlformats.org/officeDocument/2006/relationships/image" Target="../media/image1773.png"/><Relationship Id="rId112" Type="http://schemas.openxmlformats.org/officeDocument/2006/relationships/customXml" Target="../ink/ink1807.xml"/><Relationship Id="rId133" Type="http://schemas.openxmlformats.org/officeDocument/2006/relationships/image" Target="../media/image1795.png"/><Relationship Id="rId154" Type="http://schemas.openxmlformats.org/officeDocument/2006/relationships/customXml" Target="../ink/ink1828.xml"/><Relationship Id="rId175" Type="http://schemas.openxmlformats.org/officeDocument/2006/relationships/image" Target="../media/image1816.png"/><Relationship Id="rId196" Type="http://schemas.openxmlformats.org/officeDocument/2006/relationships/customXml" Target="../ink/ink1849.xml"/><Relationship Id="rId200" Type="http://schemas.openxmlformats.org/officeDocument/2006/relationships/customXml" Target="../ink/ink1851.xml"/><Relationship Id="rId16" Type="http://schemas.openxmlformats.org/officeDocument/2006/relationships/customXml" Target="../ink/ink1759.xml"/><Relationship Id="rId37" Type="http://schemas.openxmlformats.org/officeDocument/2006/relationships/image" Target="../media/image1747.png"/><Relationship Id="rId58" Type="http://schemas.openxmlformats.org/officeDocument/2006/relationships/customXml" Target="../ink/ink1780.xml"/><Relationship Id="rId79" Type="http://schemas.openxmlformats.org/officeDocument/2006/relationships/image" Target="../media/image1768.png"/><Relationship Id="rId102" Type="http://schemas.openxmlformats.org/officeDocument/2006/relationships/customXml" Target="../ink/ink1802.xml"/><Relationship Id="rId123" Type="http://schemas.openxmlformats.org/officeDocument/2006/relationships/image" Target="../media/image1790.png"/><Relationship Id="rId144" Type="http://schemas.openxmlformats.org/officeDocument/2006/relationships/customXml" Target="../ink/ink1823.xml"/><Relationship Id="rId90" Type="http://schemas.openxmlformats.org/officeDocument/2006/relationships/customXml" Target="../ink/ink1796.xml"/><Relationship Id="rId165" Type="http://schemas.openxmlformats.org/officeDocument/2006/relationships/image" Target="../media/image1811.png"/><Relationship Id="rId186" Type="http://schemas.openxmlformats.org/officeDocument/2006/relationships/customXml" Target="../ink/ink1844.xml"/><Relationship Id="rId27" Type="http://schemas.openxmlformats.org/officeDocument/2006/relationships/image" Target="../media/image1742.png"/><Relationship Id="rId48" Type="http://schemas.openxmlformats.org/officeDocument/2006/relationships/customXml" Target="../ink/ink1775.xml"/><Relationship Id="rId69" Type="http://schemas.openxmlformats.org/officeDocument/2006/relationships/image" Target="../media/image1763.png"/><Relationship Id="rId113" Type="http://schemas.openxmlformats.org/officeDocument/2006/relationships/image" Target="../media/image1785.png"/><Relationship Id="rId134" Type="http://schemas.openxmlformats.org/officeDocument/2006/relationships/customXml" Target="../ink/ink1818.xml"/><Relationship Id="rId80" Type="http://schemas.openxmlformats.org/officeDocument/2006/relationships/customXml" Target="../ink/ink1791.xml"/><Relationship Id="rId155" Type="http://schemas.openxmlformats.org/officeDocument/2006/relationships/image" Target="../media/image1806.png"/><Relationship Id="rId176" Type="http://schemas.openxmlformats.org/officeDocument/2006/relationships/customXml" Target="../ink/ink1839.xml"/><Relationship Id="rId197" Type="http://schemas.openxmlformats.org/officeDocument/2006/relationships/image" Target="../media/image1827.png"/><Relationship Id="rId201" Type="http://schemas.openxmlformats.org/officeDocument/2006/relationships/image" Target="../media/image1829.png"/><Relationship Id="rId17" Type="http://schemas.openxmlformats.org/officeDocument/2006/relationships/image" Target="../media/image1737.png"/><Relationship Id="rId38" Type="http://schemas.openxmlformats.org/officeDocument/2006/relationships/customXml" Target="../ink/ink1770.xml"/><Relationship Id="rId59" Type="http://schemas.openxmlformats.org/officeDocument/2006/relationships/image" Target="../media/image1758.png"/><Relationship Id="rId103" Type="http://schemas.openxmlformats.org/officeDocument/2006/relationships/image" Target="../media/image1780.png"/><Relationship Id="rId124" Type="http://schemas.openxmlformats.org/officeDocument/2006/relationships/customXml" Target="../ink/ink1813.xml"/><Relationship Id="rId70" Type="http://schemas.openxmlformats.org/officeDocument/2006/relationships/customXml" Target="../ink/ink1786.xml"/><Relationship Id="rId91" Type="http://schemas.openxmlformats.org/officeDocument/2006/relationships/image" Target="../media/image1774.png"/><Relationship Id="rId145" Type="http://schemas.openxmlformats.org/officeDocument/2006/relationships/image" Target="../media/image1801.png"/><Relationship Id="rId166" Type="http://schemas.openxmlformats.org/officeDocument/2006/relationships/customXml" Target="../ink/ink1834.xml"/><Relationship Id="rId187" Type="http://schemas.openxmlformats.org/officeDocument/2006/relationships/image" Target="../media/image1822.png"/><Relationship Id="rId1" Type="http://schemas.openxmlformats.org/officeDocument/2006/relationships/slideLayout" Target="../slideLayouts/slideLayout7.xml"/><Relationship Id="rId28" Type="http://schemas.openxmlformats.org/officeDocument/2006/relationships/customXml" Target="../ink/ink1765.xml"/><Relationship Id="rId49" Type="http://schemas.openxmlformats.org/officeDocument/2006/relationships/image" Target="../media/image1753.png"/><Relationship Id="rId114" Type="http://schemas.openxmlformats.org/officeDocument/2006/relationships/customXml" Target="../ink/ink1808.xml"/><Relationship Id="rId60" Type="http://schemas.openxmlformats.org/officeDocument/2006/relationships/customXml" Target="../ink/ink1781.xml"/><Relationship Id="rId81" Type="http://schemas.openxmlformats.org/officeDocument/2006/relationships/image" Target="../media/image1769.png"/><Relationship Id="rId135" Type="http://schemas.openxmlformats.org/officeDocument/2006/relationships/image" Target="../media/image1796.png"/><Relationship Id="rId156" Type="http://schemas.openxmlformats.org/officeDocument/2006/relationships/customXml" Target="../ink/ink1829.xml"/><Relationship Id="rId177" Type="http://schemas.openxmlformats.org/officeDocument/2006/relationships/image" Target="../media/image1817.png"/><Relationship Id="rId198" Type="http://schemas.openxmlformats.org/officeDocument/2006/relationships/customXml" Target="../ink/ink1850.xml"/><Relationship Id="rId202" Type="http://schemas.openxmlformats.org/officeDocument/2006/relationships/customXml" Target="../ink/ink1852.xml"/><Relationship Id="rId18" Type="http://schemas.openxmlformats.org/officeDocument/2006/relationships/customXml" Target="../ink/ink1760.xml"/><Relationship Id="rId39" Type="http://schemas.openxmlformats.org/officeDocument/2006/relationships/image" Target="../media/image1748.png"/><Relationship Id="rId50" Type="http://schemas.openxmlformats.org/officeDocument/2006/relationships/customXml" Target="../ink/ink1776.xml"/><Relationship Id="rId104" Type="http://schemas.openxmlformats.org/officeDocument/2006/relationships/customXml" Target="../ink/ink1803.xml"/><Relationship Id="rId125" Type="http://schemas.openxmlformats.org/officeDocument/2006/relationships/image" Target="../media/image1791.png"/><Relationship Id="rId146" Type="http://schemas.openxmlformats.org/officeDocument/2006/relationships/customXml" Target="../ink/ink1824.xml"/><Relationship Id="rId167" Type="http://schemas.openxmlformats.org/officeDocument/2006/relationships/image" Target="../media/image1812.png"/><Relationship Id="rId188" Type="http://schemas.openxmlformats.org/officeDocument/2006/relationships/customXml" Target="../ink/ink1845.xml"/><Relationship Id="rId71" Type="http://schemas.openxmlformats.org/officeDocument/2006/relationships/image" Target="../media/image1764.png"/><Relationship Id="rId92" Type="http://schemas.openxmlformats.org/officeDocument/2006/relationships/customXml" Target="../ink/ink1797.xml"/><Relationship Id="rId2" Type="http://schemas.openxmlformats.org/officeDocument/2006/relationships/customXml" Target="../ink/ink1752.xml"/><Relationship Id="rId29" Type="http://schemas.openxmlformats.org/officeDocument/2006/relationships/image" Target="../media/image1743.png"/><Relationship Id="rId40" Type="http://schemas.openxmlformats.org/officeDocument/2006/relationships/customXml" Target="../ink/ink1771.xml"/><Relationship Id="rId115" Type="http://schemas.openxmlformats.org/officeDocument/2006/relationships/image" Target="../media/image1786.png"/><Relationship Id="rId136" Type="http://schemas.openxmlformats.org/officeDocument/2006/relationships/customXml" Target="../ink/ink1819.xml"/><Relationship Id="rId157" Type="http://schemas.openxmlformats.org/officeDocument/2006/relationships/image" Target="../media/image1807.png"/><Relationship Id="rId178" Type="http://schemas.openxmlformats.org/officeDocument/2006/relationships/customXml" Target="../ink/ink1840.xml"/></Relationships>
</file>

<file path=ppt/slides/_rels/slide24.xml.rels><?xml version="1.0" encoding="UTF-8" standalone="yes"?>
<Relationships xmlns="http://schemas.openxmlformats.org/package/2006/relationships"><Relationship Id="rId117" Type="http://schemas.openxmlformats.org/officeDocument/2006/relationships/image" Target="../media/image1891.png"/><Relationship Id="rId21" Type="http://schemas.openxmlformats.org/officeDocument/2006/relationships/image" Target="../media/image1843.png"/><Relationship Id="rId42" Type="http://schemas.openxmlformats.org/officeDocument/2006/relationships/customXml" Target="../ink/ink1876.xml"/><Relationship Id="rId63" Type="http://schemas.openxmlformats.org/officeDocument/2006/relationships/image" Target="../media/image1864.png"/><Relationship Id="rId84" Type="http://schemas.openxmlformats.org/officeDocument/2006/relationships/customXml" Target="../ink/ink1897.xml"/><Relationship Id="rId138" Type="http://schemas.openxmlformats.org/officeDocument/2006/relationships/customXml" Target="../ink/ink1924.xml"/><Relationship Id="rId159" Type="http://schemas.openxmlformats.org/officeDocument/2006/relationships/image" Target="../media/image1912.png"/><Relationship Id="rId170" Type="http://schemas.openxmlformats.org/officeDocument/2006/relationships/customXml" Target="../ink/ink1940.xml"/><Relationship Id="rId107" Type="http://schemas.openxmlformats.org/officeDocument/2006/relationships/image" Target="../media/image1886.png"/><Relationship Id="rId11" Type="http://schemas.openxmlformats.org/officeDocument/2006/relationships/image" Target="../media/image1838.png"/><Relationship Id="rId32" Type="http://schemas.openxmlformats.org/officeDocument/2006/relationships/customXml" Target="../ink/ink1871.xml"/><Relationship Id="rId53" Type="http://schemas.openxmlformats.org/officeDocument/2006/relationships/image" Target="../media/image1859.png"/><Relationship Id="rId74" Type="http://schemas.openxmlformats.org/officeDocument/2006/relationships/customXml" Target="../ink/ink1892.xml"/><Relationship Id="rId128" Type="http://schemas.openxmlformats.org/officeDocument/2006/relationships/customXml" Target="../ink/ink1919.xml"/><Relationship Id="rId149" Type="http://schemas.openxmlformats.org/officeDocument/2006/relationships/image" Target="../media/image1907.png"/><Relationship Id="rId5" Type="http://schemas.openxmlformats.org/officeDocument/2006/relationships/image" Target="../media/image1835.png"/><Relationship Id="rId95" Type="http://schemas.openxmlformats.org/officeDocument/2006/relationships/image" Target="../media/image1880.png"/><Relationship Id="rId160" Type="http://schemas.openxmlformats.org/officeDocument/2006/relationships/customXml" Target="../ink/ink1935.xml"/><Relationship Id="rId22" Type="http://schemas.openxmlformats.org/officeDocument/2006/relationships/customXml" Target="../ink/ink1866.xml"/><Relationship Id="rId43" Type="http://schemas.openxmlformats.org/officeDocument/2006/relationships/image" Target="../media/image1854.png"/><Relationship Id="rId64" Type="http://schemas.openxmlformats.org/officeDocument/2006/relationships/customXml" Target="../ink/ink1887.xml"/><Relationship Id="rId118" Type="http://schemas.openxmlformats.org/officeDocument/2006/relationships/customXml" Target="../ink/ink1914.xml"/><Relationship Id="rId139" Type="http://schemas.openxmlformats.org/officeDocument/2006/relationships/image" Target="../media/image1902.png"/><Relationship Id="rId85" Type="http://schemas.openxmlformats.org/officeDocument/2006/relationships/image" Target="../media/image1875.png"/><Relationship Id="rId150" Type="http://schemas.openxmlformats.org/officeDocument/2006/relationships/customXml" Target="../ink/ink1930.xml"/><Relationship Id="rId171" Type="http://schemas.openxmlformats.org/officeDocument/2006/relationships/image" Target="../media/image1918.png"/><Relationship Id="rId12" Type="http://schemas.openxmlformats.org/officeDocument/2006/relationships/customXml" Target="../ink/ink1861.xml"/><Relationship Id="rId33" Type="http://schemas.openxmlformats.org/officeDocument/2006/relationships/image" Target="../media/image1849.png"/><Relationship Id="rId108" Type="http://schemas.openxmlformats.org/officeDocument/2006/relationships/customXml" Target="../ink/ink1909.xml"/><Relationship Id="rId129" Type="http://schemas.openxmlformats.org/officeDocument/2006/relationships/image" Target="../media/image1897.png"/><Relationship Id="rId54" Type="http://schemas.openxmlformats.org/officeDocument/2006/relationships/customXml" Target="../ink/ink1882.xml"/><Relationship Id="rId75" Type="http://schemas.openxmlformats.org/officeDocument/2006/relationships/image" Target="../media/image1870.png"/><Relationship Id="rId96" Type="http://schemas.openxmlformats.org/officeDocument/2006/relationships/customXml" Target="../ink/ink1903.xml"/><Relationship Id="rId140" Type="http://schemas.openxmlformats.org/officeDocument/2006/relationships/customXml" Target="../ink/ink1925.xml"/><Relationship Id="rId161" Type="http://schemas.openxmlformats.org/officeDocument/2006/relationships/image" Target="../media/image1913.png"/><Relationship Id="rId1" Type="http://schemas.openxmlformats.org/officeDocument/2006/relationships/slideLayout" Target="../slideLayouts/slideLayout7.xml"/><Relationship Id="rId6" Type="http://schemas.openxmlformats.org/officeDocument/2006/relationships/customXml" Target="../ink/ink1858.xml"/><Relationship Id="rId23" Type="http://schemas.openxmlformats.org/officeDocument/2006/relationships/image" Target="../media/image1844.png"/><Relationship Id="rId28" Type="http://schemas.openxmlformats.org/officeDocument/2006/relationships/customXml" Target="../ink/ink1869.xml"/><Relationship Id="rId49" Type="http://schemas.openxmlformats.org/officeDocument/2006/relationships/image" Target="../media/image1857.png"/><Relationship Id="rId114" Type="http://schemas.openxmlformats.org/officeDocument/2006/relationships/customXml" Target="../ink/ink1912.xml"/><Relationship Id="rId119" Type="http://schemas.openxmlformats.org/officeDocument/2006/relationships/image" Target="../media/image1892.png"/><Relationship Id="rId44" Type="http://schemas.openxmlformats.org/officeDocument/2006/relationships/customXml" Target="../ink/ink1877.xml"/><Relationship Id="rId60" Type="http://schemas.openxmlformats.org/officeDocument/2006/relationships/customXml" Target="../ink/ink1885.xml"/><Relationship Id="rId65" Type="http://schemas.openxmlformats.org/officeDocument/2006/relationships/image" Target="../media/image1865.png"/><Relationship Id="rId81" Type="http://schemas.openxmlformats.org/officeDocument/2006/relationships/image" Target="../media/image1873.png"/><Relationship Id="rId86" Type="http://schemas.openxmlformats.org/officeDocument/2006/relationships/customXml" Target="../ink/ink1898.xml"/><Relationship Id="rId130" Type="http://schemas.openxmlformats.org/officeDocument/2006/relationships/customXml" Target="../ink/ink1920.xml"/><Relationship Id="rId135" Type="http://schemas.openxmlformats.org/officeDocument/2006/relationships/image" Target="../media/image1900.png"/><Relationship Id="rId151" Type="http://schemas.openxmlformats.org/officeDocument/2006/relationships/image" Target="../media/image1908.png"/><Relationship Id="rId156" Type="http://schemas.openxmlformats.org/officeDocument/2006/relationships/customXml" Target="../ink/ink1933.xml"/><Relationship Id="rId172" Type="http://schemas.openxmlformats.org/officeDocument/2006/relationships/customXml" Target="../ink/ink1941.xml"/><Relationship Id="rId13" Type="http://schemas.openxmlformats.org/officeDocument/2006/relationships/image" Target="../media/image1839.png"/><Relationship Id="rId18" Type="http://schemas.openxmlformats.org/officeDocument/2006/relationships/customXml" Target="../ink/ink1864.xml"/><Relationship Id="rId39" Type="http://schemas.openxmlformats.org/officeDocument/2006/relationships/image" Target="../media/image1852.png"/><Relationship Id="rId109" Type="http://schemas.openxmlformats.org/officeDocument/2006/relationships/image" Target="../media/image1887.png"/><Relationship Id="rId34" Type="http://schemas.openxmlformats.org/officeDocument/2006/relationships/customXml" Target="../ink/ink1872.xml"/><Relationship Id="rId50" Type="http://schemas.openxmlformats.org/officeDocument/2006/relationships/customXml" Target="../ink/ink1880.xml"/><Relationship Id="rId55" Type="http://schemas.openxmlformats.org/officeDocument/2006/relationships/image" Target="../media/image1860.png"/><Relationship Id="rId76" Type="http://schemas.openxmlformats.org/officeDocument/2006/relationships/customXml" Target="../ink/ink1893.xml"/><Relationship Id="rId97" Type="http://schemas.openxmlformats.org/officeDocument/2006/relationships/image" Target="../media/image1881.png"/><Relationship Id="rId104" Type="http://schemas.openxmlformats.org/officeDocument/2006/relationships/customXml" Target="../ink/ink1907.xml"/><Relationship Id="rId120" Type="http://schemas.openxmlformats.org/officeDocument/2006/relationships/customXml" Target="../ink/ink1915.xml"/><Relationship Id="rId125" Type="http://schemas.openxmlformats.org/officeDocument/2006/relationships/image" Target="../media/image1895.png"/><Relationship Id="rId141" Type="http://schemas.openxmlformats.org/officeDocument/2006/relationships/image" Target="../media/image1903.png"/><Relationship Id="rId146" Type="http://schemas.openxmlformats.org/officeDocument/2006/relationships/customXml" Target="../ink/ink1928.xml"/><Relationship Id="rId167" Type="http://schemas.openxmlformats.org/officeDocument/2006/relationships/image" Target="../media/image1916.png"/><Relationship Id="rId7" Type="http://schemas.openxmlformats.org/officeDocument/2006/relationships/image" Target="../media/image1836.png"/><Relationship Id="rId71" Type="http://schemas.openxmlformats.org/officeDocument/2006/relationships/image" Target="../media/image1868.png"/><Relationship Id="rId92" Type="http://schemas.openxmlformats.org/officeDocument/2006/relationships/customXml" Target="../ink/ink1901.xml"/><Relationship Id="rId162" Type="http://schemas.openxmlformats.org/officeDocument/2006/relationships/customXml" Target="../ink/ink1936.xml"/><Relationship Id="rId2" Type="http://schemas.openxmlformats.org/officeDocument/2006/relationships/customXml" Target="../ink/ink1856.xml"/><Relationship Id="rId29" Type="http://schemas.openxmlformats.org/officeDocument/2006/relationships/image" Target="../media/image1847.png"/><Relationship Id="rId24" Type="http://schemas.openxmlformats.org/officeDocument/2006/relationships/customXml" Target="../ink/ink1867.xml"/><Relationship Id="rId40" Type="http://schemas.openxmlformats.org/officeDocument/2006/relationships/customXml" Target="../ink/ink1875.xml"/><Relationship Id="rId45" Type="http://schemas.openxmlformats.org/officeDocument/2006/relationships/image" Target="../media/image1855.png"/><Relationship Id="rId66" Type="http://schemas.openxmlformats.org/officeDocument/2006/relationships/customXml" Target="../ink/ink1888.xml"/><Relationship Id="rId87" Type="http://schemas.openxmlformats.org/officeDocument/2006/relationships/image" Target="../media/image1876.png"/><Relationship Id="rId110" Type="http://schemas.openxmlformats.org/officeDocument/2006/relationships/customXml" Target="../ink/ink1910.xml"/><Relationship Id="rId115" Type="http://schemas.openxmlformats.org/officeDocument/2006/relationships/image" Target="../media/image1890.png"/><Relationship Id="rId131" Type="http://schemas.openxmlformats.org/officeDocument/2006/relationships/image" Target="../media/image1898.png"/><Relationship Id="rId136" Type="http://schemas.openxmlformats.org/officeDocument/2006/relationships/customXml" Target="../ink/ink1923.xml"/><Relationship Id="rId157" Type="http://schemas.openxmlformats.org/officeDocument/2006/relationships/image" Target="../media/image1911.png"/><Relationship Id="rId61" Type="http://schemas.openxmlformats.org/officeDocument/2006/relationships/image" Target="../media/image1863.png"/><Relationship Id="rId82" Type="http://schemas.openxmlformats.org/officeDocument/2006/relationships/customXml" Target="../ink/ink1896.xml"/><Relationship Id="rId152" Type="http://schemas.openxmlformats.org/officeDocument/2006/relationships/customXml" Target="../ink/ink1931.xml"/><Relationship Id="rId173" Type="http://schemas.openxmlformats.org/officeDocument/2006/relationships/image" Target="../media/image1919.png"/><Relationship Id="rId19" Type="http://schemas.openxmlformats.org/officeDocument/2006/relationships/image" Target="../media/image1842.png"/><Relationship Id="rId14" Type="http://schemas.openxmlformats.org/officeDocument/2006/relationships/customXml" Target="../ink/ink1862.xml"/><Relationship Id="rId30" Type="http://schemas.openxmlformats.org/officeDocument/2006/relationships/customXml" Target="../ink/ink1870.xml"/><Relationship Id="rId35" Type="http://schemas.openxmlformats.org/officeDocument/2006/relationships/image" Target="../media/image1850.png"/><Relationship Id="rId56" Type="http://schemas.openxmlformats.org/officeDocument/2006/relationships/customXml" Target="../ink/ink1883.xml"/><Relationship Id="rId77" Type="http://schemas.openxmlformats.org/officeDocument/2006/relationships/image" Target="../media/image1871.png"/><Relationship Id="rId100" Type="http://schemas.openxmlformats.org/officeDocument/2006/relationships/customXml" Target="../ink/ink1905.xml"/><Relationship Id="rId105" Type="http://schemas.openxmlformats.org/officeDocument/2006/relationships/image" Target="../media/image1885.png"/><Relationship Id="rId126" Type="http://schemas.openxmlformats.org/officeDocument/2006/relationships/customXml" Target="../ink/ink1918.xml"/><Relationship Id="rId147" Type="http://schemas.openxmlformats.org/officeDocument/2006/relationships/image" Target="../media/image1906.png"/><Relationship Id="rId168" Type="http://schemas.openxmlformats.org/officeDocument/2006/relationships/customXml" Target="../ink/ink1939.xml"/><Relationship Id="rId8" Type="http://schemas.openxmlformats.org/officeDocument/2006/relationships/customXml" Target="../ink/ink1859.xml"/><Relationship Id="rId51" Type="http://schemas.openxmlformats.org/officeDocument/2006/relationships/image" Target="../media/image1858.png"/><Relationship Id="rId72" Type="http://schemas.openxmlformats.org/officeDocument/2006/relationships/customXml" Target="../ink/ink1891.xml"/><Relationship Id="rId93" Type="http://schemas.openxmlformats.org/officeDocument/2006/relationships/image" Target="../media/image1879.png"/><Relationship Id="rId98" Type="http://schemas.openxmlformats.org/officeDocument/2006/relationships/customXml" Target="../ink/ink1904.xml"/><Relationship Id="rId121" Type="http://schemas.openxmlformats.org/officeDocument/2006/relationships/image" Target="../media/image1893.png"/><Relationship Id="rId142" Type="http://schemas.openxmlformats.org/officeDocument/2006/relationships/customXml" Target="../ink/ink1926.xml"/><Relationship Id="rId163" Type="http://schemas.openxmlformats.org/officeDocument/2006/relationships/image" Target="../media/image1914.png"/><Relationship Id="rId3" Type="http://schemas.openxmlformats.org/officeDocument/2006/relationships/image" Target="../media/image1834.png"/><Relationship Id="rId25" Type="http://schemas.openxmlformats.org/officeDocument/2006/relationships/image" Target="../media/image1845.png"/><Relationship Id="rId46" Type="http://schemas.openxmlformats.org/officeDocument/2006/relationships/customXml" Target="../ink/ink1878.xml"/><Relationship Id="rId67" Type="http://schemas.openxmlformats.org/officeDocument/2006/relationships/image" Target="../media/image1866.png"/><Relationship Id="rId116" Type="http://schemas.openxmlformats.org/officeDocument/2006/relationships/customXml" Target="../ink/ink1913.xml"/><Relationship Id="rId137" Type="http://schemas.openxmlformats.org/officeDocument/2006/relationships/image" Target="../media/image1901.png"/><Relationship Id="rId158" Type="http://schemas.openxmlformats.org/officeDocument/2006/relationships/customXml" Target="../ink/ink1934.xml"/><Relationship Id="rId20" Type="http://schemas.openxmlformats.org/officeDocument/2006/relationships/customXml" Target="../ink/ink1865.xml"/><Relationship Id="rId41" Type="http://schemas.openxmlformats.org/officeDocument/2006/relationships/image" Target="../media/image1853.png"/><Relationship Id="rId62" Type="http://schemas.openxmlformats.org/officeDocument/2006/relationships/customXml" Target="../ink/ink1886.xml"/><Relationship Id="rId83" Type="http://schemas.openxmlformats.org/officeDocument/2006/relationships/image" Target="../media/image1874.png"/><Relationship Id="rId88" Type="http://schemas.openxmlformats.org/officeDocument/2006/relationships/customXml" Target="../ink/ink1899.xml"/><Relationship Id="rId111" Type="http://schemas.openxmlformats.org/officeDocument/2006/relationships/image" Target="../media/image1888.png"/><Relationship Id="rId132" Type="http://schemas.openxmlformats.org/officeDocument/2006/relationships/customXml" Target="../ink/ink1921.xml"/><Relationship Id="rId153" Type="http://schemas.openxmlformats.org/officeDocument/2006/relationships/image" Target="../media/image1909.png"/><Relationship Id="rId15" Type="http://schemas.openxmlformats.org/officeDocument/2006/relationships/image" Target="../media/image1840.png"/><Relationship Id="rId36" Type="http://schemas.openxmlformats.org/officeDocument/2006/relationships/customXml" Target="../ink/ink1873.xml"/><Relationship Id="rId57" Type="http://schemas.openxmlformats.org/officeDocument/2006/relationships/image" Target="../media/image1861.png"/><Relationship Id="rId106" Type="http://schemas.openxmlformats.org/officeDocument/2006/relationships/customXml" Target="../ink/ink1908.xml"/><Relationship Id="rId127" Type="http://schemas.openxmlformats.org/officeDocument/2006/relationships/image" Target="../media/image1896.png"/><Relationship Id="rId10" Type="http://schemas.openxmlformats.org/officeDocument/2006/relationships/customXml" Target="../ink/ink1860.xml"/><Relationship Id="rId31" Type="http://schemas.openxmlformats.org/officeDocument/2006/relationships/image" Target="../media/image1848.png"/><Relationship Id="rId52" Type="http://schemas.openxmlformats.org/officeDocument/2006/relationships/customXml" Target="../ink/ink1881.xml"/><Relationship Id="rId73" Type="http://schemas.openxmlformats.org/officeDocument/2006/relationships/image" Target="../media/image1869.png"/><Relationship Id="rId78" Type="http://schemas.openxmlformats.org/officeDocument/2006/relationships/customXml" Target="../ink/ink1894.xml"/><Relationship Id="rId94" Type="http://schemas.openxmlformats.org/officeDocument/2006/relationships/customXml" Target="../ink/ink1902.xml"/><Relationship Id="rId99" Type="http://schemas.openxmlformats.org/officeDocument/2006/relationships/image" Target="../media/image1882.png"/><Relationship Id="rId101" Type="http://schemas.openxmlformats.org/officeDocument/2006/relationships/image" Target="../media/image1883.png"/><Relationship Id="rId122" Type="http://schemas.openxmlformats.org/officeDocument/2006/relationships/customXml" Target="../ink/ink1916.xml"/><Relationship Id="rId143" Type="http://schemas.openxmlformats.org/officeDocument/2006/relationships/image" Target="../media/image1904.png"/><Relationship Id="rId148" Type="http://schemas.openxmlformats.org/officeDocument/2006/relationships/customXml" Target="../ink/ink1929.xml"/><Relationship Id="rId164" Type="http://schemas.openxmlformats.org/officeDocument/2006/relationships/customXml" Target="../ink/ink1937.xml"/><Relationship Id="rId169" Type="http://schemas.openxmlformats.org/officeDocument/2006/relationships/image" Target="../media/image1917.png"/><Relationship Id="rId4" Type="http://schemas.openxmlformats.org/officeDocument/2006/relationships/customXml" Target="../ink/ink1857.xml"/><Relationship Id="rId9" Type="http://schemas.openxmlformats.org/officeDocument/2006/relationships/image" Target="../media/image1837.png"/><Relationship Id="rId26" Type="http://schemas.openxmlformats.org/officeDocument/2006/relationships/customXml" Target="../ink/ink1868.xml"/><Relationship Id="rId47" Type="http://schemas.openxmlformats.org/officeDocument/2006/relationships/image" Target="../media/image1856.png"/><Relationship Id="rId68" Type="http://schemas.openxmlformats.org/officeDocument/2006/relationships/customXml" Target="../ink/ink1889.xml"/><Relationship Id="rId89" Type="http://schemas.openxmlformats.org/officeDocument/2006/relationships/image" Target="../media/image1877.png"/><Relationship Id="rId112" Type="http://schemas.openxmlformats.org/officeDocument/2006/relationships/customXml" Target="../ink/ink1911.xml"/><Relationship Id="rId133" Type="http://schemas.openxmlformats.org/officeDocument/2006/relationships/image" Target="../media/image1899.png"/><Relationship Id="rId154" Type="http://schemas.openxmlformats.org/officeDocument/2006/relationships/customXml" Target="../ink/ink1932.xml"/><Relationship Id="rId16" Type="http://schemas.openxmlformats.org/officeDocument/2006/relationships/customXml" Target="../ink/ink1863.xml"/><Relationship Id="rId37" Type="http://schemas.openxmlformats.org/officeDocument/2006/relationships/image" Target="../media/image1851.png"/><Relationship Id="rId58" Type="http://schemas.openxmlformats.org/officeDocument/2006/relationships/customXml" Target="../ink/ink1884.xml"/><Relationship Id="rId79" Type="http://schemas.openxmlformats.org/officeDocument/2006/relationships/image" Target="../media/image1872.png"/><Relationship Id="rId102" Type="http://schemas.openxmlformats.org/officeDocument/2006/relationships/customXml" Target="../ink/ink1906.xml"/><Relationship Id="rId123" Type="http://schemas.openxmlformats.org/officeDocument/2006/relationships/image" Target="../media/image1894.png"/><Relationship Id="rId144" Type="http://schemas.openxmlformats.org/officeDocument/2006/relationships/customXml" Target="../ink/ink1927.xml"/><Relationship Id="rId90" Type="http://schemas.openxmlformats.org/officeDocument/2006/relationships/customXml" Target="../ink/ink1900.xml"/><Relationship Id="rId165" Type="http://schemas.openxmlformats.org/officeDocument/2006/relationships/image" Target="../media/image1915.png"/><Relationship Id="rId27" Type="http://schemas.openxmlformats.org/officeDocument/2006/relationships/image" Target="../media/image1846.png"/><Relationship Id="rId48" Type="http://schemas.openxmlformats.org/officeDocument/2006/relationships/customXml" Target="../ink/ink1879.xml"/><Relationship Id="rId69" Type="http://schemas.openxmlformats.org/officeDocument/2006/relationships/image" Target="../media/image1867.png"/><Relationship Id="rId113" Type="http://schemas.openxmlformats.org/officeDocument/2006/relationships/image" Target="../media/image1889.png"/><Relationship Id="rId134" Type="http://schemas.openxmlformats.org/officeDocument/2006/relationships/customXml" Target="../ink/ink1922.xml"/><Relationship Id="rId80" Type="http://schemas.openxmlformats.org/officeDocument/2006/relationships/customXml" Target="../ink/ink1895.xml"/><Relationship Id="rId155" Type="http://schemas.openxmlformats.org/officeDocument/2006/relationships/image" Target="../media/image1910.png"/><Relationship Id="rId17" Type="http://schemas.openxmlformats.org/officeDocument/2006/relationships/image" Target="../media/image1841.png"/><Relationship Id="rId38" Type="http://schemas.openxmlformats.org/officeDocument/2006/relationships/customXml" Target="../ink/ink1874.xml"/><Relationship Id="rId59" Type="http://schemas.openxmlformats.org/officeDocument/2006/relationships/image" Target="../media/image1862.png"/><Relationship Id="rId103" Type="http://schemas.openxmlformats.org/officeDocument/2006/relationships/image" Target="../media/image1884.png"/><Relationship Id="rId124" Type="http://schemas.openxmlformats.org/officeDocument/2006/relationships/customXml" Target="../ink/ink1917.xml"/><Relationship Id="rId70" Type="http://schemas.openxmlformats.org/officeDocument/2006/relationships/customXml" Target="../ink/ink1890.xml"/><Relationship Id="rId91" Type="http://schemas.openxmlformats.org/officeDocument/2006/relationships/image" Target="../media/image1878.png"/><Relationship Id="rId145" Type="http://schemas.openxmlformats.org/officeDocument/2006/relationships/image" Target="../media/image1905.png"/><Relationship Id="rId166" Type="http://schemas.openxmlformats.org/officeDocument/2006/relationships/customXml" Target="../ink/ink19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269F6E-0F89-EA5E-C8D9-07A6D39C6339}"/>
              </a:ext>
            </a:extLst>
          </p:cNvPr>
          <p:cNvGrpSpPr/>
          <p:nvPr/>
        </p:nvGrpSpPr>
        <p:grpSpPr>
          <a:xfrm>
            <a:off x="1483251" y="237893"/>
            <a:ext cx="3714840" cy="1344240"/>
            <a:chOff x="1483251" y="237893"/>
            <a:chExt cx="3714840" cy="1344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70DCEDC-61E0-9BD1-F37E-CE8C5BC60252}"/>
                    </a:ext>
                  </a:extLst>
                </p14:cNvPr>
                <p14:cNvContentPartPr/>
                <p14:nvPr/>
              </p14:nvContentPartPr>
              <p14:xfrm>
                <a:off x="1483251" y="237893"/>
                <a:ext cx="715680" cy="1024920"/>
              </p14:xfrm>
            </p:contentPart>
          </mc:Choice>
          <mc:Fallback xmlns="">
            <p:pic>
              <p:nvPicPr>
                <p:cNvPr id="2" name="Ink 1">
                  <a:extLst>
                    <a:ext uri="{FF2B5EF4-FFF2-40B4-BE49-F238E27FC236}">
                      <a16:creationId xmlns:a16="http://schemas.microsoft.com/office/drawing/2014/main" id="{170DCEDC-61E0-9BD1-F37E-CE8C5BC60252}"/>
                    </a:ext>
                  </a:extLst>
                </p:cNvPr>
                <p:cNvPicPr/>
                <p:nvPr/>
              </p:nvPicPr>
              <p:blipFill>
                <a:blip r:embed="rId3"/>
                <a:stretch>
                  <a:fillRect/>
                </a:stretch>
              </p:blipFill>
              <p:spPr>
                <a:xfrm>
                  <a:off x="1477131" y="231773"/>
                  <a:ext cx="727920" cy="103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A647C15-AD7A-E7C6-ECC7-BCE2C33D5296}"/>
                    </a:ext>
                  </a:extLst>
                </p14:cNvPr>
                <p14:cNvContentPartPr/>
                <p14:nvPr/>
              </p14:nvContentPartPr>
              <p14:xfrm>
                <a:off x="2348331" y="628133"/>
                <a:ext cx="186840" cy="412920"/>
              </p14:xfrm>
            </p:contentPart>
          </mc:Choice>
          <mc:Fallback xmlns="">
            <p:pic>
              <p:nvPicPr>
                <p:cNvPr id="3" name="Ink 2">
                  <a:extLst>
                    <a:ext uri="{FF2B5EF4-FFF2-40B4-BE49-F238E27FC236}">
                      <a16:creationId xmlns:a16="http://schemas.microsoft.com/office/drawing/2014/main" id="{9A647C15-AD7A-E7C6-ECC7-BCE2C33D5296}"/>
                    </a:ext>
                  </a:extLst>
                </p:cNvPr>
                <p:cNvPicPr/>
                <p:nvPr/>
              </p:nvPicPr>
              <p:blipFill>
                <a:blip r:embed="rId5"/>
                <a:stretch>
                  <a:fillRect/>
                </a:stretch>
              </p:blipFill>
              <p:spPr>
                <a:xfrm>
                  <a:off x="2342211" y="622013"/>
                  <a:ext cx="19908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A9C62658-7622-B108-437D-1AC7FE59EB6A}"/>
                    </a:ext>
                  </a:extLst>
                </p14:cNvPr>
                <p14:cNvContentPartPr/>
                <p14:nvPr/>
              </p14:nvContentPartPr>
              <p14:xfrm>
                <a:off x="2673771" y="550373"/>
                <a:ext cx="690120" cy="1031760"/>
              </p14:xfrm>
            </p:contentPart>
          </mc:Choice>
          <mc:Fallback xmlns="">
            <p:pic>
              <p:nvPicPr>
                <p:cNvPr id="4" name="Ink 3">
                  <a:extLst>
                    <a:ext uri="{FF2B5EF4-FFF2-40B4-BE49-F238E27FC236}">
                      <a16:creationId xmlns:a16="http://schemas.microsoft.com/office/drawing/2014/main" id="{A9C62658-7622-B108-437D-1AC7FE59EB6A}"/>
                    </a:ext>
                  </a:extLst>
                </p:cNvPr>
                <p:cNvPicPr/>
                <p:nvPr/>
              </p:nvPicPr>
              <p:blipFill>
                <a:blip r:embed="rId7"/>
                <a:stretch>
                  <a:fillRect/>
                </a:stretch>
              </p:blipFill>
              <p:spPr>
                <a:xfrm>
                  <a:off x="2667651" y="544253"/>
                  <a:ext cx="702360" cy="10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0A3751B-BC0E-1684-0D8B-19989D58713B}"/>
                    </a:ext>
                  </a:extLst>
                </p14:cNvPr>
                <p14:cNvContentPartPr/>
                <p14:nvPr/>
              </p14:nvContentPartPr>
              <p14:xfrm>
                <a:off x="3535971" y="295493"/>
                <a:ext cx="36360" cy="40680"/>
              </p14:xfrm>
            </p:contentPart>
          </mc:Choice>
          <mc:Fallback xmlns="">
            <p:pic>
              <p:nvPicPr>
                <p:cNvPr id="5" name="Ink 4">
                  <a:extLst>
                    <a:ext uri="{FF2B5EF4-FFF2-40B4-BE49-F238E27FC236}">
                      <a16:creationId xmlns:a16="http://schemas.microsoft.com/office/drawing/2014/main" id="{60A3751B-BC0E-1684-0D8B-19989D58713B}"/>
                    </a:ext>
                  </a:extLst>
                </p:cNvPr>
                <p:cNvPicPr/>
                <p:nvPr/>
              </p:nvPicPr>
              <p:blipFill>
                <a:blip r:embed="rId9"/>
                <a:stretch>
                  <a:fillRect/>
                </a:stretch>
              </p:blipFill>
              <p:spPr>
                <a:xfrm>
                  <a:off x="3529851" y="289373"/>
                  <a:ext cx="486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8918196-F4BF-AC34-E1C1-FEC9186E5A07}"/>
                    </a:ext>
                  </a:extLst>
                </p14:cNvPr>
                <p14:cNvContentPartPr/>
                <p14:nvPr/>
              </p14:nvContentPartPr>
              <p14:xfrm>
                <a:off x="3523731" y="578453"/>
                <a:ext cx="260280" cy="448560"/>
              </p14:xfrm>
            </p:contentPart>
          </mc:Choice>
          <mc:Fallback xmlns="">
            <p:pic>
              <p:nvPicPr>
                <p:cNvPr id="6" name="Ink 5">
                  <a:extLst>
                    <a:ext uri="{FF2B5EF4-FFF2-40B4-BE49-F238E27FC236}">
                      <a16:creationId xmlns:a16="http://schemas.microsoft.com/office/drawing/2014/main" id="{88918196-F4BF-AC34-E1C1-FEC9186E5A07}"/>
                    </a:ext>
                  </a:extLst>
                </p:cNvPr>
                <p:cNvPicPr/>
                <p:nvPr/>
              </p:nvPicPr>
              <p:blipFill>
                <a:blip r:embed="rId11"/>
                <a:stretch>
                  <a:fillRect/>
                </a:stretch>
              </p:blipFill>
              <p:spPr>
                <a:xfrm>
                  <a:off x="3517611" y="572333"/>
                  <a:ext cx="27252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38A6BD3E-9BC7-F23A-3F3E-D52F10F96E23}"/>
                    </a:ext>
                  </a:extLst>
                </p14:cNvPr>
                <p14:cNvContentPartPr/>
                <p14:nvPr/>
              </p14:nvContentPartPr>
              <p14:xfrm>
                <a:off x="4180731" y="323573"/>
                <a:ext cx="45360" cy="504000"/>
              </p14:xfrm>
            </p:contentPart>
          </mc:Choice>
          <mc:Fallback xmlns="">
            <p:pic>
              <p:nvPicPr>
                <p:cNvPr id="7" name="Ink 6">
                  <a:extLst>
                    <a:ext uri="{FF2B5EF4-FFF2-40B4-BE49-F238E27FC236}">
                      <a16:creationId xmlns:a16="http://schemas.microsoft.com/office/drawing/2014/main" id="{38A6BD3E-9BC7-F23A-3F3E-D52F10F96E23}"/>
                    </a:ext>
                  </a:extLst>
                </p:cNvPr>
                <p:cNvPicPr/>
                <p:nvPr/>
              </p:nvPicPr>
              <p:blipFill>
                <a:blip r:embed="rId13"/>
                <a:stretch>
                  <a:fillRect/>
                </a:stretch>
              </p:blipFill>
              <p:spPr>
                <a:xfrm>
                  <a:off x="4174611" y="317453"/>
                  <a:ext cx="5760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2B36C923-4F0B-433F-96F2-D5AF7C47BCAC}"/>
                    </a:ext>
                  </a:extLst>
                </p14:cNvPr>
                <p14:cNvContentPartPr/>
                <p14:nvPr/>
              </p14:nvContentPartPr>
              <p14:xfrm>
                <a:off x="3944211" y="616973"/>
                <a:ext cx="669600" cy="356040"/>
              </p14:xfrm>
            </p:contentPart>
          </mc:Choice>
          <mc:Fallback xmlns="">
            <p:pic>
              <p:nvPicPr>
                <p:cNvPr id="8" name="Ink 7">
                  <a:extLst>
                    <a:ext uri="{FF2B5EF4-FFF2-40B4-BE49-F238E27FC236}">
                      <a16:creationId xmlns:a16="http://schemas.microsoft.com/office/drawing/2014/main" id="{2B36C923-4F0B-433F-96F2-D5AF7C47BCAC}"/>
                    </a:ext>
                  </a:extLst>
                </p:cNvPr>
                <p:cNvPicPr/>
                <p:nvPr/>
              </p:nvPicPr>
              <p:blipFill>
                <a:blip r:embed="rId15"/>
                <a:stretch>
                  <a:fillRect/>
                </a:stretch>
              </p:blipFill>
              <p:spPr>
                <a:xfrm>
                  <a:off x="3938091" y="610853"/>
                  <a:ext cx="6818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282BEF13-0C2C-909B-192C-79B94915A587}"/>
                    </a:ext>
                  </a:extLst>
                </p14:cNvPr>
                <p14:cNvContentPartPr/>
                <p14:nvPr/>
              </p14:nvContentPartPr>
              <p14:xfrm>
                <a:off x="4744131" y="393053"/>
                <a:ext cx="51120" cy="41760"/>
              </p14:xfrm>
            </p:contentPart>
          </mc:Choice>
          <mc:Fallback xmlns="">
            <p:pic>
              <p:nvPicPr>
                <p:cNvPr id="9" name="Ink 8">
                  <a:extLst>
                    <a:ext uri="{FF2B5EF4-FFF2-40B4-BE49-F238E27FC236}">
                      <a16:creationId xmlns:a16="http://schemas.microsoft.com/office/drawing/2014/main" id="{282BEF13-0C2C-909B-192C-79B94915A587}"/>
                    </a:ext>
                  </a:extLst>
                </p:cNvPr>
                <p:cNvPicPr/>
                <p:nvPr/>
              </p:nvPicPr>
              <p:blipFill>
                <a:blip r:embed="rId17"/>
                <a:stretch>
                  <a:fillRect/>
                </a:stretch>
              </p:blipFill>
              <p:spPr>
                <a:xfrm>
                  <a:off x="4738011" y="386933"/>
                  <a:ext cx="633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49B7EBE9-8923-3EE4-2280-57866EDDBF1D}"/>
                    </a:ext>
                  </a:extLst>
                </p14:cNvPr>
                <p14:cNvContentPartPr/>
                <p14:nvPr/>
              </p14:nvContentPartPr>
              <p14:xfrm>
                <a:off x="4858251" y="681773"/>
                <a:ext cx="339840" cy="352080"/>
              </p14:xfrm>
            </p:contentPart>
          </mc:Choice>
          <mc:Fallback xmlns="">
            <p:pic>
              <p:nvPicPr>
                <p:cNvPr id="10" name="Ink 9">
                  <a:extLst>
                    <a:ext uri="{FF2B5EF4-FFF2-40B4-BE49-F238E27FC236}">
                      <a16:creationId xmlns:a16="http://schemas.microsoft.com/office/drawing/2014/main" id="{49B7EBE9-8923-3EE4-2280-57866EDDBF1D}"/>
                    </a:ext>
                  </a:extLst>
                </p:cNvPr>
                <p:cNvPicPr/>
                <p:nvPr/>
              </p:nvPicPr>
              <p:blipFill>
                <a:blip r:embed="rId19"/>
                <a:stretch>
                  <a:fillRect/>
                </a:stretch>
              </p:blipFill>
              <p:spPr>
                <a:xfrm>
                  <a:off x="4852131" y="675653"/>
                  <a:ext cx="352080" cy="364320"/>
                </a:xfrm>
                <a:prstGeom prst="rect">
                  <a:avLst/>
                </a:prstGeom>
              </p:spPr>
            </p:pic>
          </mc:Fallback>
        </mc:AlternateContent>
      </p:grpSp>
      <p:grpSp>
        <p:nvGrpSpPr>
          <p:cNvPr id="19" name="Group 18">
            <a:extLst>
              <a:ext uri="{FF2B5EF4-FFF2-40B4-BE49-F238E27FC236}">
                <a16:creationId xmlns:a16="http://schemas.microsoft.com/office/drawing/2014/main" id="{C567850E-A2E2-6CD5-FA76-463C889100AD}"/>
              </a:ext>
            </a:extLst>
          </p:cNvPr>
          <p:cNvGrpSpPr/>
          <p:nvPr/>
        </p:nvGrpSpPr>
        <p:grpSpPr>
          <a:xfrm>
            <a:off x="5918811" y="263093"/>
            <a:ext cx="4947120" cy="1253520"/>
            <a:chOff x="5918811" y="263093"/>
            <a:chExt cx="4947120" cy="1253520"/>
          </a:xfrm>
        </p:grpSpPr>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1D580D92-013E-164A-81CB-9A3840F1CF0C}"/>
                    </a:ext>
                  </a:extLst>
                </p14:cNvPr>
                <p14:cNvContentPartPr/>
                <p14:nvPr/>
              </p14:nvContentPartPr>
              <p14:xfrm>
                <a:off x="5918811" y="263093"/>
                <a:ext cx="533520" cy="658440"/>
              </p14:xfrm>
            </p:contentPart>
          </mc:Choice>
          <mc:Fallback xmlns="">
            <p:pic>
              <p:nvPicPr>
                <p:cNvPr id="12" name="Ink 11">
                  <a:extLst>
                    <a:ext uri="{FF2B5EF4-FFF2-40B4-BE49-F238E27FC236}">
                      <a16:creationId xmlns:a16="http://schemas.microsoft.com/office/drawing/2014/main" id="{1D580D92-013E-164A-81CB-9A3840F1CF0C}"/>
                    </a:ext>
                  </a:extLst>
                </p:cNvPr>
                <p:cNvPicPr/>
                <p:nvPr/>
              </p:nvPicPr>
              <p:blipFill>
                <a:blip r:embed="rId21"/>
                <a:stretch>
                  <a:fillRect/>
                </a:stretch>
              </p:blipFill>
              <p:spPr>
                <a:xfrm>
                  <a:off x="5912691" y="256973"/>
                  <a:ext cx="54576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2DBFD8E-DCE8-44A9-53BA-544EC2DE8AC2}"/>
                    </a:ext>
                  </a:extLst>
                </p14:cNvPr>
                <p14:cNvContentPartPr/>
                <p14:nvPr/>
              </p14:nvContentPartPr>
              <p14:xfrm>
                <a:off x="6720531" y="471893"/>
                <a:ext cx="1014480" cy="1044720"/>
              </p14:xfrm>
            </p:contentPart>
          </mc:Choice>
          <mc:Fallback xmlns="">
            <p:pic>
              <p:nvPicPr>
                <p:cNvPr id="13" name="Ink 12">
                  <a:extLst>
                    <a:ext uri="{FF2B5EF4-FFF2-40B4-BE49-F238E27FC236}">
                      <a16:creationId xmlns:a16="http://schemas.microsoft.com/office/drawing/2014/main" id="{E2DBFD8E-DCE8-44A9-53BA-544EC2DE8AC2}"/>
                    </a:ext>
                  </a:extLst>
                </p:cNvPr>
                <p:cNvPicPr/>
                <p:nvPr/>
              </p:nvPicPr>
              <p:blipFill>
                <a:blip r:embed="rId23"/>
                <a:stretch>
                  <a:fillRect/>
                </a:stretch>
              </p:blipFill>
              <p:spPr>
                <a:xfrm>
                  <a:off x="6714411" y="465773"/>
                  <a:ext cx="1026720" cy="1056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DD4C590-0DAB-C32C-2DEC-25A22AA089A4}"/>
                    </a:ext>
                  </a:extLst>
                </p14:cNvPr>
                <p14:cNvContentPartPr/>
                <p14:nvPr/>
              </p14:nvContentPartPr>
              <p14:xfrm>
                <a:off x="7688931" y="559013"/>
                <a:ext cx="496080" cy="443880"/>
              </p14:xfrm>
            </p:contentPart>
          </mc:Choice>
          <mc:Fallback xmlns="">
            <p:pic>
              <p:nvPicPr>
                <p:cNvPr id="14" name="Ink 13">
                  <a:extLst>
                    <a:ext uri="{FF2B5EF4-FFF2-40B4-BE49-F238E27FC236}">
                      <a16:creationId xmlns:a16="http://schemas.microsoft.com/office/drawing/2014/main" id="{6DD4C590-0DAB-C32C-2DEC-25A22AA089A4}"/>
                    </a:ext>
                  </a:extLst>
                </p:cNvPr>
                <p:cNvPicPr/>
                <p:nvPr/>
              </p:nvPicPr>
              <p:blipFill>
                <a:blip r:embed="rId25"/>
                <a:stretch>
                  <a:fillRect/>
                </a:stretch>
              </p:blipFill>
              <p:spPr>
                <a:xfrm>
                  <a:off x="7682811" y="552893"/>
                  <a:ext cx="50832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85D92731-0A90-77F0-2CC1-2F1F963D8414}"/>
                    </a:ext>
                  </a:extLst>
                </p14:cNvPr>
                <p14:cNvContentPartPr/>
                <p14:nvPr/>
              </p14:nvContentPartPr>
              <p14:xfrm>
                <a:off x="8232531" y="465773"/>
                <a:ext cx="1372320" cy="506520"/>
              </p14:xfrm>
            </p:contentPart>
          </mc:Choice>
          <mc:Fallback xmlns="">
            <p:pic>
              <p:nvPicPr>
                <p:cNvPr id="15" name="Ink 14">
                  <a:extLst>
                    <a:ext uri="{FF2B5EF4-FFF2-40B4-BE49-F238E27FC236}">
                      <a16:creationId xmlns:a16="http://schemas.microsoft.com/office/drawing/2014/main" id="{85D92731-0A90-77F0-2CC1-2F1F963D8414}"/>
                    </a:ext>
                  </a:extLst>
                </p:cNvPr>
                <p:cNvPicPr/>
                <p:nvPr/>
              </p:nvPicPr>
              <p:blipFill>
                <a:blip r:embed="rId27"/>
                <a:stretch>
                  <a:fillRect/>
                </a:stretch>
              </p:blipFill>
              <p:spPr>
                <a:xfrm>
                  <a:off x="8226411" y="459653"/>
                  <a:ext cx="1384560" cy="518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79B979A0-A1DF-B28D-5663-3F0265F59711}"/>
                    </a:ext>
                  </a:extLst>
                </p14:cNvPr>
                <p14:cNvContentPartPr/>
                <p14:nvPr/>
              </p14:nvContentPartPr>
              <p14:xfrm>
                <a:off x="9819411" y="382253"/>
                <a:ext cx="101520" cy="92520"/>
              </p14:xfrm>
            </p:contentPart>
          </mc:Choice>
          <mc:Fallback xmlns="">
            <p:pic>
              <p:nvPicPr>
                <p:cNvPr id="16" name="Ink 15">
                  <a:extLst>
                    <a:ext uri="{FF2B5EF4-FFF2-40B4-BE49-F238E27FC236}">
                      <a16:creationId xmlns:a16="http://schemas.microsoft.com/office/drawing/2014/main" id="{79B979A0-A1DF-B28D-5663-3F0265F59711}"/>
                    </a:ext>
                  </a:extLst>
                </p:cNvPr>
                <p:cNvPicPr/>
                <p:nvPr/>
              </p:nvPicPr>
              <p:blipFill>
                <a:blip r:embed="rId29"/>
                <a:stretch>
                  <a:fillRect/>
                </a:stretch>
              </p:blipFill>
              <p:spPr>
                <a:xfrm>
                  <a:off x="9813291" y="376133"/>
                  <a:ext cx="113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D16D68BB-BAB5-1BDC-8450-C25B2870DD4D}"/>
                    </a:ext>
                  </a:extLst>
                </p14:cNvPr>
                <p14:cNvContentPartPr/>
                <p14:nvPr/>
              </p14:nvContentPartPr>
              <p14:xfrm>
                <a:off x="9890331" y="657653"/>
                <a:ext cx="236160" cy="389880"/>
              </p14:xfrm>
            </p:contentPart>
          </mc:Choice>
          <mc:Fallback xmlns="">
            <p:pic>
              <p:nvPicPr>
                <p:cNvPr id="17" name="Ink 16">
                  <a:extLst>
                    <a:ext uri="{FF2B5EF4-FFF2-40B4-BE49-F238E27FC236}">
                      <a16:creationId xmlns:a16="http://schemas.microsoft.com/office/drawing/2014/main" id="{D16D68BB-BAB5-1BDC-8450-C25B2870DD4D}"/>
                    </a:ext>
                  </a:extLst>
                </p:cNvPr>
                <p:cNvPicPr/>
                <p:nvPr/>
              </p:nvPicPr>
              <p:blipFill>
                <a:blip r:embed="rId31"/>
                <a:stretch>
                  <a:fillRect/>
                </a:stretch>
              </p:blipFill>
              <p:spPr>
                <a:xfrm>
                  <a:off x="9884211" y="651533"/>
                  <a:ext cx="24840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EEB7995E-2FE5-4A96-6420-200543BB5AA8}"/>
                    </a:ext>
                  </a:extLst>
                </p14:cNvPr>
                <p14:cNvContentPartPr/>
                <p14:nvPr/>
              </p14:nvContentPartPr>
              <p14:xfrm>
                <a:off x="10318731" y="624893"/>
                <a:ext cx="547200" cy="538200"/>
              </p14:xfrm>
            </p:contentPart>
          </mc:Choice>
          <mc:Fallback xmlns="">
            <p:pic>
              <p:nvPicPr>
                <p:cNvPr id="18" name="Ink 17">
                  <a:extLst>
                    <a:ext uri="{FF2B5EF4-FFF2-40B4-BE49-F238E27FC236}">
                      <a16:creationId xmlns:a16="http://schemas.microsoft.com/office/drawing/2014/main" id="{EEB7995E-2FE5-4A96-6420-200543BB5AA8}"/>
                    </a:ext>
                  </a:extLst>
                </p:cNvPr>
                <p:cNvPicPr/>
                <p:nvPr/>
              </p:nvPicPr>
              <p:blipFill>
                <a:blip r:embed="rId33"/>
                <a:stretch>
                  <a:fillRect/>
                </a:stretch>
              </p:blipFill>
              <p:spPr>
                <a:xfrm>
                  <a:off x="10312611" y="618773"/>
                  <a:ext cx="559440" cy="550440"/>
                </a:xfrm>
                <a:prstGeom prst="rect">
                  <a:avLst/>
                </a:prstGeom>
              </p:spPr>
            </p:pic>
          </mc:Fallback>
        </mc:AlternateContent>
      </p:grpSp>
      <p:grpSp>
        <p:nvGrpSpPr>
          <p:cNvPr id="36" name="Group 35">
            <a:extLst>
              <a:ext uri="{FF2B5EF4-FFF2-40B4-BE49-F238E27FC236}">
                <a16:creationId xmlns:a16="http://schemas.microsoft.com/office/drawing/2014/main" id="{D51898E7-E9EC-DAAC-7FEA-D3B3D97395FD}"/>
              </a:ext>
            </a:extLst>
          </p:cNvPr>
          <p:cNvGrpSpPr/>
          <p:nvPr/>
        </p:nvGrpSpPr>
        <p:grpSpPr>
          <a:xfrm>
            <a:off x="3377985" y="1433175"/>
            <a:ext cx="3069720" cy="1241280"/>
            <a:chOff x="3377985" y="1433175"/>
            <a:chExt cx="3069720" cy="1241280"/>
          </a:xfrm>
        </p:grpSpPr>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92F05771-E60F-ED2A-1F4A-756CE2AD38BF}"/>
                    </a:ext>
                  </a:extLst>
                </p14:cNvPr>
                <p14:cNvContentPartPr/>
                <p14:nvPr/>
              </p14:nvContentPartPr>
              <p14:xfrm>
                <a:off x="3377985" y="1572855"/>
                <a:ext cx="298080" cy="642240"/>
              </p14:xfrm>
            </p:contentPart>
          </mc:Choice>
          <mc:Fallback xmlns="">
            <p:pic>
              <p:nvPicPr>
                <p:cNvPr id="20" name="Ink 19">
                  <a:extLst>
                    <a:ext uri="{FF2B5EF4-FFF2-40B4-BE49-F238E27FC236}">
                      <a16:creationId xmlns:a16="http://schemas.microsoft.com/office/drawing/2014/main" id="{92F05771-E60F-ED2A-1F4A-756CE2AD38BF}"/>
                    </a:ext>
                  </a:extLst>
                </p:cNvPr>
                <p:cNvPicPr/>
                <p:nvPr/>
              </p:nvPicPr>
              <p:blipFill>
                <a:blip r:embed="rId35"/>
                <a:stretch>
                  <a:fillRect/>
                </a:stretch>
              </p:blipFill>
              <p:spPr>
                <a:xfrm>
                  <a:off x="3371865" y="1566735"/>
                  <a:ext cx="310320" cy="65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EE8A158C-0B13-7F9B-638E-21104DA8DCDE}"/>
                    </a:ext>
                  </a:extLst>
                </p14:cNvPr>
                <p14:cNvContentPartPr/>
                <p14:nvPr/>
              </p14:nvContentPartPr>
              <p14:xfrm>
                <a:off x="3953625" y="1433175"/>
                <a:ext cx="514080" cy="747000"/>
              </p14:xfrm>
            </p:contentPart>
          </mc:Choice>
          <mc:Fallback xmlns="">
            <p:pic>
              <p:nvPicPr>
                <p:cNvPr id="21" name="Ink 20">
                  <a:extLst>
                    <a:ext uri="{FF2B5EF4-FFF2-40B4-BE49-F238E27FC236}">
                      <a16:creationId xmlns:a16="http://schemas.microsoft.com/office/drawing/2014/main" id="{EE8A158C-0B13-7F9B-638E-21104DA8DCDE}"/>
                    </a:ext>
                  </a:extLst>
                </p:cNvPr>
                <p:cNvPicPr/>
                <p:nvPr/>
              </p:nvPicPr>
              <p:blipFill>
                <a:blip r:embed="rId37"/>
                <a:stretch>
                  <a:fillRect/>
                </a:stretch>
              </p:blipFill>
              <p:spPr>
                <a:xfrm>
                  <a:off x="3947505" y="1427055"/>
                  <a:ext cx="526320" cy="759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332D2769-3F68-7423-0D2D-B1608B7013F7}"/>
                    </a:ext>
                  </a:extLst>
                </p14:cNvPr>
                <p14:cNvContentPartPr/>
                <p14:nvPr/>
              </p14:nvContentPartPr>
              <p14:xfrm>
                <a:off x="4672545" y="1924215"/>
                <a:ext cx="31320" cy="156600"/>
              </p14:xfrm>
            </p:contentPart>
          </mc:Choice>
          <mc:Fallback xmlns="">
            <p:pic>
              <p:nvPicPr>
                <p:cNvPr id="22" name="Ink 21">
                  <a:extLst>
                    <a:ext uri="{FF2B5EF4-FFF2-40B4-BE49-F238E27FC236}">
                      <a16:creationId xmlns:a16="http://schemas.microsoft.com/office/drawing/2014/main" id="{332D2769-3F68-7423-0D2D-B1608B7013F7}"/>
                    </a:ext>
                  </a:extLst>
                </p:cNvPr>
                <p:cNvPicPr/>
                <p:nvPr/>
              </p:nvPicPr>
              <p:blipFill>
                <a:blip r:embed="rId39"/>
                <a:stretch>
                  <a:fillRect/>
                </a:stretch>
              </p:blipFill>
              <p:spPr>
                <a:xfrm>
                  <a:off x="4666425" y="1918095"/>
                  <a:ext cx="435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51F8BBBF-10A8-28D4-FC64-7EFC3E807A62}"/>
                    </a:ext>
                  </a:extLst>
                </p14:cNvPr>
                <p14:cNvContentPartPr/>
                <p14:nvPr/>
              </p14:nvContentPartPr>
              <p14:xfrm>
                <a:off x="4703145" y="1732335"/>
                <a:ext cx="58680" cy="54720"/>
              </p14:xfrm>
            </p:contentPart>
          </mc:Choice>
          <mc:Fallback xmlns="">
            <p:pic>
              <p:nvPicPr>
                <p:cNvPr id="23" name="Ink 22">
                  <a:extLst>
                    <a:ext uri="{FF2B5EF4-FFF2-40B4-BE49-F238E27FC236}">
                      <a16:creationId xmlns:a16="http://schemas.microsoft.com/office/drawing/2014/main" id="{51F8BBBF-10A8-28D4-FC64-7EFC3E807A62}"/>
                    </a:ext>
                  </a:extLst>
                </p:cNvPr>
                <p:cNvPicPr/>
                <p:nvPr/>
              </p:nvPicPr>
              <p:blipFill>
                <a:blip r:embed="rId41"/>
                <a:stretch>
                  <a:fillRect/>
                </a:stretch>
              </p:blipFill>
              <p:spPr>
                <a:xfrm>
                  <a:off x="4697025" y="1726215"/>
                  <a:ext cx="709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E4180B73-73E4-3B8A-92DF-6F49A0F41583}"/>
                    </a:ext>
                  </a:extLst>
                </p14:cNvPr>
                <p14:cNvContentPartPr/>
                <p14:nvPr/>
              </p14:nvContentPartPr>
              <p14:xfrm>
                <a:off x="4842825" y="1872375"/>
                <a:ext cx="619920" cy="305640"/>
              </p14:xfrm>
            </p:contentPart>
          </mc:Choice>
          <mc:Fallback xmlns="">
            <p:pic>
              <p:nvPicPr>
                <p:cNvPr id="24" name="Ink 23">
                  <a:extLst>
                    <a:ext uri="{FF2B5EF4-FFF2-40B4-BE49-F238E27FC236}">
                      <a16:creationId xmlns:a16="http://schemas.microsoft.com/office/drawing/2014/main" id="{E4180B73-73E4-3B8A-92DF-6F49A0F41583}"/>
                    </a:ext>
                  </a:extLst>
                </p:cNvPr>
                <p:cNvPicPr/>
                <p:nvPr/>
              </p:nvPicPr>
              <p:blipFill>
                <a:blip r:embed="rId43"/>
                <a:stretch>
                  <a:fillRect/>
                </a:stretch>
              </p:blipFill>
              <p:spPr>
                <a:xfrm>
                  <a:off x="4836705" y="1866255"/>
                  <a:ext cx="63216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ED829067-1E6B-361F-03FC-4CC4ED817D44}"/>
                    </a:ext>
                  </a:extLst>
                </p14:cNvPr>
                <p14:cNvContentPartPr/>
                <p14:nvPr/>
              </p14:nvContentPartPr>
              <p14:xfrm>
                <a:off x="5561745" y="1873455"/>
                <a:ext cx="344520" cy="349200"/>
              </p14:xfrm>
            </p:contentPart>
          </mc:Choice>
          <mc:Fallback xmlns="">
            <p:pic>
              <p:nvPicPr>
                <p:cNvPr id="25" name="Ink 24">
                  <a:extLst>
                    <a:ext uri="{FF2B5EF4-FFF2-40B4-BE49-F238E27FC236}">
                      <a16:creationId xmlns:a16="http://schemas.microsoft.com/office/drawing/2014/main" id="{ED829067-1E6B-361F-03FC-4CC4ED817D44}"/>
                    </a:ext>
                  </a:extLst>
                </p:cNvPr>
                <p:cNvPicPr/>
                <p:nvPr/>
              </p:nvPicPr>
              <p:blipFill>
                <a:blip r:embed="rId45"/>
                <a:stretch>
                  <a:fillRect/>
                </a:stretch>
              </p:blipFill>
              <p:spPr>
                <a:xfrm>
                  <a:off x="5555625" y="1867335"/>
                  <a:ext cx="35676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809E7175-E754-74A6-31F3-99E362E194BE}"/>
                    </a:ext>
                  </a:extLst>
                </p14:cNvPr>
                <p14:cNvContentPartPr/>
                <p14:nvPr/>
              </p14:nvContentPartPr>
              <p14:xfrm>
                <a:off x="6030105" y="1894695"/>
                <a:ext cx="417600" cy="779760"/>
              </p14:xfrm>
            </p:contentPart>
          </mc:Choice>
          <mc:Fallback xmlns="">
            <p:pic>
              <p:nvPicPr>
                <p:cNvPr id="26" name="Ink 25">
                  <a:extLst>
                    <a:ext uri="{FF2B5EF4-FFF2-40B4-BE49-F238E27FC236}">
                      <a16:creationId xmlns:a16="http://schemas.microsoft.com/office/drawing/2014/main" id="{809E7175-E754-74A6-31F3-99E362E194BE}"/>
                    </a:ext>
                  </a:extLst>
                </p:cNvPr>
                <p:cNvPicPr/>
                <p:nvPr/>
              </p:nvPicPr>
              <p:blipFill>
                <a:blip r:embed="rId47"/>
                <a:stretch>
                  <a:fillRect/>
                </a:stretch>
              </p:blipFill>
              <p:spPr>
                <a:xfrm>
                  <a:off x="6023985" y="1888575"/>
                  <a:ext cx="429840" cy="79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26A53ACC-1060-C131-BA37-F9A94C43EFB9}"/>
                  </a:ext>
                </a:extLst>
              </p14:cNvPr>
              <p14:cNvContentPartPr/>
              <p14:nvPr/>
            </p14:nvContentPartPr>
            <p14:xfrm>
              <a:off x="7093185" y="1796415"/>
              <a:ext cx="325080" cy="494640"/>
            </p14:xfrm>
          </p:contentPart>
        </mc:Choice>
        <mc:Fallback xmlns="">
          <p:pic>
            <p:nvPicPr>
              <p:cNvPr id="27" name="Ink 26">
                <a:extLst>
                  <a:ext uri="{FF2B5EF4-FFF2-40B4-BE49-F238E27FC236}">
                    <a16:creationId xmlns:a16="http://schemas.microsoft.com/office/drawing/2014/main" id="{26A53ACC-1060-C131-BA37-F9A94C43EFB9}"/>
                  </a:ext>
                </a:extLst>
              </p:cNvPr>
              <p:cNvPicPr/>
              <p:nvPr/>
            </p:nvPicPr>
            <p:blipFill>
              <a:blip r:embed="rId49"/>
              <a:stretch>
                <a:fillRect/>
              </a:stretch>
            </p:blipFill>
            <p:spPr>
              <a:xfrm>
                <a:off x="7087065" y="1790295"/>
                <a:ext cx="337320" cy="506880"/>
              </a:xfrm>
              <a:prstGeom prst="rect">
                <a:avLst/>
              </a:prstGeom>
            </p:spPr>
          </p:pic>
        </mc:Fallback>
      </mc:AlternateContent>
      <p:grpSp>
        <p:nvGrpSpPr>
          <p:cNvPr id="41" name="Group 40">
            <a:extLst>
              <a:ext uri="{FF2B5EF4-FFF2-40B4-BE49-F238E27FC236}">
                <a16:creationId xmlns:a16="http://schemas.microsoft.com/office/drawing/2014/main" id="{DB461998-18B3-6BBA-3A00-7FD652395F2D}"/>
              </a:ext>
            </a:extLst>
          </p:cNvPr>
          <p:cNvGrpSpPr/>
          <p:nvPr/>
        </p:nvGrpSpPr>
        <p:grpSpPr>
          <a:xfrm>
            <a:off x="7919025" y="1540095"/>
            <a:ext cx="4029120" cy="906120"/>
            <a:chOff x="7919025" y="1540095"/>
            <a:chExt cx="4029120" cy="906120"/>
          </a:xfrm>
        </p:grpSpPr>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D22FFD94-DEA4-87C7-CA12-8FDF403D0E1A}"/>
                    </a:ext>
                  </a:extLst>
                </p14:cNvPr>
                <p14:cNvContentPartPr/>
                <p14:nvPr/>
              </p14:nvContentPartPr>
              <p14:xfrm>
                <a:off x="7919025" y="1551615"/>
                <a:ext cx="1326600" cy="519840"/>
              </p14:xfrm>
            </p:contentPart>
          </mc:Choice>
          <mc:Fallback xmlns="">
            <p:pic>
              <p:nvPicPr>
                <p:cNvPr id="28" name="Ink 27">
                  <a:extLst>
                    <a:ext uri="{FF2B5EF4-FFF2-40B4-BE49-F238E27FC236}">
                      <a16:creationId xmlns:a16="http://schemas.microsoft.com/office/drawing/2014/main" id="{D22FFD94-DEA4-87C7-CA12-8FDF403D0E1A}"/>
                    </a:ext>
                  </a:extLst>
                </p:cNvPr>
                <p:cNvPicPr/>
                <p:nvPr/>
              </p:nvPicPr>
              <p:blipFill>
                <a:blip r:embed="rId51"/>
                <a:stretch>
                  <a:fillRect/>
                </a:stretch>
              </p:blipFill>
              <p:spPr>
                <a:xfrm>
                  <a:off x="7912905" y="1545495"/>
                  <a:ext cx="133884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6C00C3EC-F8F9-A511-9B1F-09DD1AA21E64}"/>
                    </a:ext>
                  </a:extLst>
                </p14:cNvPr>
                <p14:cNvContentPartPr/>
                <p14:nvPr/>
              </p14:nvContentPartPr>
              <p14:xfrm>
                <a:off x="9374865" y="1540095"/>
                <a:ext cx="107640" cy="61200"/>
              </p14:xfrm>
            </p:contentPart>
          </mc:Choice>
          <mc:Fallback xmlns="">
            <p:pic>
              <p:nvPicPr>
                <p:cNvPr id="29" name="Ink 28">
                  <a:extLst>
                    <a:ext uri="{FF2B5EF4-FFF2-40B4-BE49-F238E27FC236}">
                      <a16:creationId xmlns:a16="http://schemas.microsoft.com/office/drawing/2014/main" id="{6C00C3EC-F8F9-A511-9B1F-09DD1AA21E64}"/>
                    </a:ext>
                  </a:extLst>
                </p:cNvPr>
                <p:cNvPicPr/>
                <p:nvPr/>
              </p:nvPicPr>
              <p:blipFill>
                <a:blip r:embed="rId53"/>
                <a:stretch>
                  <a:fillRect/>
                </a:stretch>
              </p:blipFill>
              <p:spPr>
                <a:xfrm>
                  <a:off x="9368745" y="1533975"/>
                  <a:ext cx="1198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4D83C6D0-B82C-3EE1-4B9A-A3F328E5000C}"/>
                    </a:ext>
                  </a:extLst>
                </p14:cNvPr>
                <p14:cNvContentPartPr/>
                <p14:nvPr/>
              </p14:nvContentPartPr>
              <p14:xfrm>
                <a:off x="9361185" y="1566375"/>
                <a:ext cx="552240" cy="879840"/>
              </p14:xfrm>
            </p:contentPart>
          </mc:Choice>
          <mc:Fallback xmlns="">
            <p:pic>
              <p:nvPicPr>
                <p:cNvPr id="30" name="Ink 29">
                  <a:extLst>
                    <a:ext uri="{FF2B5EF4-FFF2-40B4-BE49-F238E27FC236}">
                      <a16:creationId xmlns:a16="http://schemas.microsoft.com/office/drawing/2014/main" id="{4D83C6D0-B82C-3EE1-4B9A-A3F328E5000C}"/>
                    </a:ext>
                  </a:extLst>
                </p:cNvPr>
                <p:cNvPicPr/>
                <p:nvPr/>
              </p:nvPicPr>
              <p:blipFill>
                <a:blip r:embed="rId55"/>
                <a:stretch>
                  <a:fillRect/>
                </a:stretch>
              </p:blipFill>
              <p:spPr>
                <a:xfrm>
                  <a:off x="9355065" y="1560255"/>
                  <a:ext cx="564480" cy="892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FA08A8E5-2FFF-F9EC-66E2-A9E7B85D3E63}"/>
                    </a:ext>
                  </a:extLst>
                </p14:cNvPr>
                <p14:cNvContentPartPr/>
                <p14:nvPr/>
              </p14:nvContentPartPr>
              <p14:xfrm>
                <a:off x="9983985" y="1771575"/>
                <a:ext cx="63360" cy="15840"/>
              </p14:xfrm>
            </p:contentPart>
          </mc:Choice>
          <mc:Fallback xmlns="">
            <p:pic>
              <p:nvPicPr>
                <p:cNvPr id="31" name="Ink 30">
                  <a:extLst>
                    <a:ext uri="{FF2B5EF4-FFF2-40B4-BE49-F238E27FC236}">
                      <a16:creationId xmlns:a16="http://schemas.microsoft.com/office/drawing/2014/main" id="{FA08A8E5-2FFF-F9EC-66E2-A9E7B85D3E63}"/>
                    </a:ext>
                  </a:extLst>
                </p:cNvPr>
                <p:cNvPicPr/>
                <p:nvPr/>
              </p:nvPicPr>
              <p:blipFill>
                <a:blip r:embed="rId57"/>
                <a:stretch>
                  <a:fillRect/>
                </a:stretch>
              </p:blipFill>
              <p:spPr>
                <a:xfrm>
                  <a:off x="9977865" y="1765455"/>
                  <a:ext cx="75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DABDA6B6-F1C2-8D5D-3AC7-7D92C0474382}"/>
                    </a:ext>
                  </a:extLst>
                </p14:cNvPr>
                <p14:cNvContentPartPr/>
                <p14:nvPr/>
              </p14:nvContentPartPr>
              <p14:xfrm>
                <a:off x="10176945" y="1796775"/>
                <a:ext cx="516960" cy="255960"/>
              </p14:xfrm>
            </p:contentPart>
          </mc:Choice>
          <mc:Fallback xmlns="">
            <p:pic>
              <p:nvPicPr>
                <p:cNvPr id="32" name="Ink 31">
                  <a:extLst>
                    <a:ext uri="{FF2B5EF4-FFF2-40B4-BE49-F238E27FC236}">
                      <a16:creationId xmlns:a16="http://schemas.microsoft.com/office/drawing/2014/main" id="{DABDA6B6-F1C2-8D5D-3AC7-7D92C0474382}"/>
                    </a:ext>
                  </a:extLst>
                </p:cNvPr>
                <p:cNvPicPr/>
                <p:nvPr/>
              </p:nvPicPr>
              <p:blipFill>
                <a:blip r:embed="rId59"/>
                <a:stretch>
                  <a:fillRect/>
                </a:stretch>
              </p:blipFill>
              <p:spPr>
                <a:xfrm>
                  <a:off x="10170825" y="1790655"/>
                  <a:ext cx="5292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A171D861-F830-D243-84B9-8974BF71D062}"/>
                    </a:ext>
                  </a:extLst>
                </p14:cNvPr>
                <p14:cNvContentPartPr/>
                <p14:nvPr/>
              </p14:nvContentPartPr>
              <p14:xfrm>
                <a:off x="10597785" y="1915215"/>
                <a:ext cx="266400" cy="122040"/>
              </p14:xfrm>
            </p:contentPart>
          </mc:Choice>
          <mc:Fallback xmlns="">
            <p:pic>
              <p:nvPicPr>
                <p:cNvPr id="33" name="Ink 32">
                  <a:extLst>
                    <a:ext uri="{FF2B5EF4-FFF2-40B4-BE49-F238E27FC236}">
                      <a16:creationId xmlns:a16="http://schemas.microsoft.com/office/drawing/2014/main" id="{A171D861-F830-D243-84B9-8974BF71D062}"/>
                    </a:ext>
                  </a:extLst>
                </p:cNvPr>
                <p:cNvPicPr/>
                <p:nvPr/>
              </p:nvPicPr>
              <p:blipFill>
                <a:blip r:embed="rId61"/>
                <a:stretch>
                  <a:fillRect/>
                </a:stretch>
              </p:blipFill>
              <p:spPr>
                <a:xfrm>
                  <a:off x="10591665" y="1909095"/>
                  <a:ext cx="2786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53E19303-4467-3553-5B79-A49FA970D1CE}"/>
                    </a:ext>
                  </a:extLst>
                </p14:cNvPr>
                <p14:cNvContentPartPr/>
                <p14:nvPr/>
              </p14:nvContentPartPr>
              <p14:xfrm>
                <a:off x="11094945" y="1712895"/>
                <a:ext cx="14040" cy="15840"/>
              </p14:xfrm>
            </p:contentPart>
          </mc:Choice>
          <mc:Fallback xmlns="">
            <p:pic>
              <p:nvPicPr>
                <p:cNvPr id="34" name="Ink 33">
                  <a:extLst>
                    <a:ext uri="{FF2B5EF4-FFF2-40B4-BE49-F238E27FC236}">
                      <a16:creationId xmlns:a16="http://schemas.microsoft.com/office/drawing/2014/main" id="{53E19303-4467-3553-5B79-A49FA970D1CE}"/>
                    </a:ext>
                  </a:extLst>
                </p:cNvPr>
                <p:cNvPicPr/>
                <p:nvPr/>
              </p:nvPicPr>
              <p:blipFill>
                <a:blip r:embed="rId63"/>
                <a:stretch>
                  <a:fillRect/>
                </a:stretch>
              </p:blipFill>
              <p:spPr>
                <a:xfrm>
                  <a:off x="11088825" y="1706775"/>
                  <a:ext cx="262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A392B2EE-70AE-C0E6-2082-EF4929318336}"/>
                    </a:ext>
                  </a:extLst>
                </p14:cNvPr>
                <p14:cNvContentPartPr/>
                <p14:nvPr/>
              </p14:nvContentPartPr>
              <p14:xfrm>
                <a:off x="11120865" y="1920975"/>
                <a:ext cx="124920" cy="143280"/>
              </p14:xfrm>
            </p:contentPart>
          </mc:Choice>
          <mc:Fallback xmlns="">
            <p:pic>
              <p:nvPicPr>
                <p:cNvPr id="37" name="Ink 36">
                  <a:extLst>
                    <a:ext uri="{FF2B5EF4-FFF2-40B4-BE49-F238E27FC236}">
                      <a16:creationId xmlns:a16="http://schemas.microsoft.com/office/drawing/2014/main" id="{A392B2EE-70AE-C0E6-2082-EF4929318336}"/>
                    </a:ext>
                  </a:extLst>
                </p:cNvPr>
                <p:cNvPicPr/>
                <p:nvPr/>
              </p:nvPicPr>
              <p:blipFill>
                <a:blip r:embed="rId65"/>
                <a:stretch>
                  <a:fillRect/>
                </a:stretch>
              </p:blipFill>
              <p:spPr>
                <a:xfrm>
                  <a:off x="11114745" y="1914855"/>
                  <a:ext cx="1371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D9E27E38-D3D3-2594-E03A-86F48CFCA191}"/>
                    </a:ext>
                  </a:extLst>
                </p14:cNvPr>
                <p14:cNvContentPartPr/>
                <p14:nvPr/>
              </p14:nvContentPartPr>
              <p14:xfrm>
                <a:off x="11010345" y="1701015"/>
                <a:ext cx="43560" cy="73080"/>
              </p14:xfrm>
            </p:contentPart>
          </mc:Choice>
          <mc:Fallback xmlns="">
            <p:pic>
              <p:nvPicPr>
                <p:cNvPr id="38" name="Ink 37">
                  <a:extLst>
                    <a:ext uri="{FF2B5EF4-FFF2-40B4-BE49-F238E27FC236}">
                      <a16:creationId xmlns:a16="http://schemas.microsoft.com/office/drawing/2014/main" id="{D9E27E38-D3D3-2594-E03A-86F48CFCA191}"/>
                    </a:ext>
                  </a:extLst>
                </p:cNvPr>
                <p:cNvPicPr/>
                <p:nvPr/>
              </p:nvPicPr>
              <p:blipFill>
                <a:blip r:embed="rId67"/>
                <a:stretch>
                  <a:fillRect/>
                </a:stretch>
              </p:blipFill>
              <p:spPr>
                <a:xfrm>
                  <a:off x="11004225" y="1694895"/>
                  <a:ext cx="558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CF2F28E1-0C6D-01E1-47D9-715A03AAC269}"/>
                    </a:ext>
                  </a:extLst>
                </p14:cNvPr>
                <p14:cNvContentPartPr/>
                <p14:nvPr/>
              </p14:nvContentPartPr>
              <p14:xfrm>
                <a:off x="11226345" y="1850415"/>
                <a:ext cx="399240" cy="252720"/>
              </p14:xfrm>
            </p:contentPart>
          </mc:Choice>
          <mc:Fallback xmlns="">
            <p:pic>
              <p:nvPicPr>
                <p:cNvPr id="39" name="Ink 38">
                  <a:extLst>
                    <a:ext uri="{FF2B5EF4-FFF2-40B4-BE49-F238E27FC236}">
                      <a16:creationId xmlns:a16="http://schemas.microsoft.com/office/drawing/2014/main" id="{CF2F28E1-0C6D-01E1-47D9-715A03AAC269}"/>
                    </a:ext>
                  </a:extLst>
                </p:cNvPr>
                <p:cNvPicPr/>
                <p:nvPr/>
              </p:nvPicPr>
              <p:blipFill>
                <a:blip r:embed="rId69"/>
                <a:stretch>
                  <a:fillRect/>
                </a:stretch>
              </p:blipFill>
              <p:spPr>
                <a:xfrm>
                  <a:off x="11220225" y="1844295"/>
                  <a:ext cx="4114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2593E78D-9007-3E54-9646-F05CD94ED3CB}"/>
                    </a:ext>
                  </a:extLst>
                </p14:cNvPr>
                <p14:cNvContentPartPr/>
                <p14:nvPr/>
              </p14:nvContentPartPr>
              <p14:xfrm>
                <a:off x="11937345" y="2006295"/>
                <a:ext cx="10800" cy="11520"/>
              </p14:xfrm>
            </p:contentPart>
          </mc:Choice>
          <mc:Fallback xmlns="">
            <p:pic>
              <p:nvPicPr>
                <p:cNvPr id="40" name="Ink 39">
                  <a:extLst>
                    <a:ext uri="{FF2B5EF4-FFF2-40B4-BE49-F238E27FC236}">
                      <a16:creationId xmlns:a16="http://schemas.microsoft.com/office/drawing/2014/main" id="{2593E78D-9007-3E54-9646-F05CD94ED3CB}"/>
                    </a:ext>
                  </a:extLst>
                </p:cNvPr>
                <p:cNvPicPr/>
                <p:nvPr/>
              </p:nvPicPr>
              <p:blipFill>
                <a:blip r:embed="rId71"/>
                <a:stretch>
                  <a:fillRect/>
                </a:stretch>
              </p:blipFill>
              <p:spPr>
                <a:xfrm>
                  <a:off x="11931225" y="2000175"/>
                  <a:ext cx="23040" cy="23760"/>
                </a:xfrm>
                <a:prstGeom prst="rect">
                  <a:avLst/>
                </a:prstGeom>
              </p:spPr>
            </p:pic>
          </mc:Fallback>
        </mc:AlternateContent>
      </p:grpSp>
      <p:grpSp>
        <p:nvGrpSpPr>
          <p:cNvPr id="49" name="Group 48">
            <a:extLst>
              <a:ext uri="{FF2B5EF4-FFF2-40B4-BE49-F238E27FC236}">
                <a16:creationId xmlns:a16="http://schemas.microsoft.com/office/drawing/2014/main" id="{E34D353C-8EF0-CAFE-5812-87DEE971537A}"/>
              </a:ext>
            </a:extLst>
          </p:cNvPr>
          <p:cNvGrpSpPr/>
          <p:nvPr/>
        </p:nvGrpSpPr>
        <p:grpSpPr>
          <a:xfrm>
            <a:off x="1430745" y="2847615"/>
            <a:ext cx="3002040" cy="717480"/>
            <a:chOff x="1430745" y="2847615"/>
            <a:chExt cx="3002040" cy="717480"/>
          </a:xfrm>
        </p:grpSpPr>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C9C3BE91-FABB-98E5-47B3-6864C1306A05}"/>
                    </a:ext>
                  </a:extLst>
                </p14:cNvPr>
                <p14:cNvContentPartPr/>
                <p14:nvPr/>
              </p14:nvContentPartPr>
              <p14:xfrm>
                <a:off x="1440105" y="3068655"/>
                <a:ext cx="27720" cy="388080"/>
              </p14:xfrm>
            </p:contentPart>
          </mc:Choice>
          <mc:Fallback xmlns="">
            <p:pic>
              <p:nvPicPr>
                <p:cNvPr id="42" name="Ink 41">
                  <a:extLst>
                    <a:ext uri="{FF2B5EF4-FFF2-40B4-BE49-F238E27FC236}">
                      <a16:creationId xmlns:a16="http://schemas.microsoft.com/office/drawing/2014/main" id="{C9C3BE91-FABB-98E5-47B3-6864C1306A05}"/>
                    </a:ext>
                  </a:extLst>
                </p:cNvPr>
                <p:cNvPicPr/>
                <p:nvPr/>
              </p:nvPicPr>
              <p:blipFill>
                <a:blip r:embed="rId73"/>
                <a:stretch>
                  <a:fillRect/>
                </a:stretch>
              </p:blipFill>
              <p:spPr>
                <a:xfrm>
                  <a:off x="1433985" y="3062535"/>
                  <a:ext cx="3996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20FA0301-640E-6FC1-C1E1-1B9502E1C790}"/>
                    </a:ext>
                  </a:extLst>
                </p14:cNvPr>
                <p14:cNvContentPartPr/>
                <p14:nvPr/>
              </p14:nvContentPartPr>
              <p14:xfrm>
                <a:off x="1430745" y="2847615"/>
                <a:ext cx="520920" cy="717480"/>
              </p14:xfrm>
            </p:contentPart>
          </mc:Choice>
          <mc:Fallback xmlns="">
            <p:pic>
              <p:nvPicPr>
                <p:cNvPr id="43" name="Ink 42">
                  <a:extLst>
                    <a:ext uri="{FF2B5EF4-FFF2-40B4-BE49-F238E27FC236}">
                      <a16:creationId xmlns:a16="http://schemas.microsoft.com/office/drawing/2014/main" id="{20FA0301-640E-6FC1-C1E1-1B9502E1C790}"/>
                    </a:ext>
                  </a:extLst>
                </p:cNvPr>
                <p:cNvPicPr/>
                <p:nvPr/>
              </p:nvPicPr>
              <p:blipFill>
                <a:blip r:embed="rId75"/>
                <a:stretch>
                  <a:fillRect/>
                </a:stretch>
              </p:blipFill>
              <p:spPr>
                <a:xfrm>
                  <a:off x="1424625" y="2841495"/>
                  <a:ext cx="533160" cy="729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2132F457-CF33-2975-46AF-ECD3AEE4932E}"/>
                    </a:ext>
                  </a:extLst>
                </p14:cNvPr>
                <p14:cNvContentPartPr/>
                <p14:nvPr/>
              </p14:nvContentPartPr>
              <p14:xfrm>
                <a:off x="2035545" y="3029415"/>
                <a:ext cx="595800" cy="350640"/>
              </p14:xfrm>
            </p:contentPart>
          </mc:Choice>
          <mc:Fallback xmlns="">
            <p:pic>
              <p:nvPicPr>
                <p:cNvPr id="44" name="Ink 43">
                  <a:extLst>
                    <a:ext uri="{FF2B5EF4-FFF2-40B4-BE49-F238E27FC236}">
                      <a16:creationId xmlns:a16="http://schemas.microsoft.com/office/drawing/2014/main" id="{2132F457-CF33-2975-46AF-ECD3AEE4932E}"/>
                    </a:ext>
                  </a:extLst>
                </p:cNvPr>
                <p:cNvPicPr/>
                <p:nvPr/>
              </p:nvPicPr>
              <p:blipFill>
                <a:blip r:embed="rId77"/>
                <a:stretch>
                  <a:fillRect/>
                </a:stretch>
              </p:blipFill>
              <p:spPr>
                <a:xfrm>
                  <a:off x="2029425" y="3023295"/>
                  <a:ext cx="60804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3F7BC7A6-9A64-B5F1-F428-F562188EAA29}"/>
                    </a:ext>
                  </a:extLst>
                </p14:cNvPr>
                <p14:cNvContentPartPr/>
                <p14:nvPr/>
              </p14:nvContentPartPr>
              <p14:xfrm>
                <a:off x="2494905" y="3147135"/>
                <a:ext cx="462240" cy="154440"/>
              </p14:xfrm>
            </p:contentPart>
          </mc:Choice>
          <mc:Fallback xmlns="">
            <p:pic>
              <p:nvPicPr>
                <p:cNvPr id="45" name="Ink 44">
                  <a:extLst>
                    <a:ext uri="{FF2B5EF4-FFF2-40B4-BE49-F238E27FC236}">
                      <a16:creationId xmlns:a16="http://schemas.microsoft.com/office/drawing/2014/main" id="{3F7BC7A6-9A64-B5F1-F428-F562188EAA29}"/>
                    </a:ext>
                  </a:extLst>
                </p:cNvPr>
                <p:cNvPicPr/>
                <p:nvPr/>
              </p:nvPicPr>
              <p:blipFill>
                <a:blip r:embed="rId79"/>
                <a:stretch>
                  <a:fillRect/>
                </a:stretch>
              </p:blipFill>
              <p:spPr>
                <a:xfrm>
                  <a:off x="2488785" y="3141015"/>
                  <a:ext cx="4744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D48548DA-703A-CAE2-4651-53D4C7BADF9C}"/>
                    </a:ext>
                  </a:extLst>
                </p14:cNvPr>
                <p14:cNvContentPartPr/>
                <p14:nvPr/>
              </p14:nvContentPartPr>
              <p14:xfrm>
                <a:off x="3150105" y="2927895"/>
                <a:ext cx="296640" cy="484560"/>
              </p14:xfrm>
            </p:contentPart>
          </mc:Choice>
          <mc:Fallback xmlns="">
            <p:pic>
              <p:nvPicPr>
                <p:cNvPr id="46" name="Ink 45">
                  <a:extLst>
                    <a:ext uri="{FF2B5EF4-FFF2-40B4-BE49-F238E27FC236}">
                      <a16:creationId xmlns:a16="http://schemas.microsoft.com/office/drawing/2014/main" id="{D48548DA-703A-CAE2-4651-53D4C7BADF9C}"/>
                    </a:ext>
                  </a:extLst>
                </p:cNvPr>
                <p:cNvPicPr/>
                <p:nvPr/>
              </p:nvPicPr>
              <p:blipFill>
                <a:blip r:embed="rId81"/>
                <a:stretch>
                  <a:fillRect/>
                </a:stretch>
              </p:blipFill>
              <p:spPr>
                <a:xfrm>
                  <a:off x="3143985" y="2921775"/>
                  <a:ext cx="30888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2B8037D4-4BF5-BE89-52F9-B416A13FE3EC}"/>
                    </a:ext>
                  </a:extLst>
                </p14:cNvPr>
                <p14:cNvContentPartPr/>
                <p14:nvPr/>
              </p14:nvContentPartPr>
              <p14:xfrm>
                <a:off x="3696225" y="2867775"/>
                <a:ext cx="513000" cy="441000"/>
              </p14:xfrm>
            </p:contentPart>
          </mc:Choice>
          <mc:Fallback xmlns="">
            <p:pic>
              <p:nvPicPr>
                <p:cNvPr id="47" name="Ink 46">
                  <a:extLst>
                    <a:ext uri="{FF2B5EF4-FFF2-40B4-BE49-F238E27FC236}">
                      <a16:creationId xmlns:a16="http://schemas.microsoft.com/office/drawing/2014/main" id="{2B8037D4-4BF5-BE89-52F9-B416A13FE3EC}"/>
                    </a:ext>
                  </a:extLst>
                </p:cNvPr>
                <p:cNvPicPr/>
                <p:nvPr/>
              </p:nvPicPr>
              <p:blipFill>
                <a:blip r:embed="rId83"/>
                <a:stretch>
                  <a:fillRect/>
                </a:stretch>
              </p:blipFill>
              <p:spPr>
                <a:xfrm>
                  <a:off x="3690105" y="2861655"/>
                  <a:ext cx="5252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43E0E2A1-4D7B-19B6-0139-029D45115428}"/>
                    </a:ext>
                  </a:extLst>
                </p14:cNvPr>
                <p14:cNvContentPartPr/>
                <p14:nvPr/>
              </p14:nvContentPartPr>
              <p14:xfrm>
                <a:off x="3984225" y="3035895"/>
                <a:ext cx="448560" cy="73440"/>
              </p14:xfrm>
            </p:contentPart>
          </mc:Choice>
          <mc:Fallback xmlns="">
            <p:pic>
              <p:nvPicPr>
                <p:cNvPr id="48" name="Ink 47">
                  <a:extLst>
                    <a:ext uri="{FF2B5EF4-FFF2-40B4-BE49-F238E27FC236}">
                      <a16:creationId xmlns:a16="http://schemas.microsoft.com/office/drawing/2014/main" id="{43E0E2A1-4D7B-19B6-0139-029D45115428}"/>
                    </a:ext>
                  </a:extLst>
                </p:cNvPr>
                <p:cNvPicPr/>
                <p:nvPr/>
              </p:nvPicPr>
              <p:blipFill>
                <a:blip r:embed="rId85"/>
                <a:stretch>
                  <a:fillRect/>
                </a:stretch>
              </p:blipFill>
              <p:spPr>
                <a:xfrm>
                  <a:off x="3978105" y="3029775"/>
                  <a:ext cx="460800" cy="85680"/>
                </a:xfrm>
                <a:prstGeom prst="rect">
                  <a:avLst/>
                </a:prstGeom>
              </p:spPr>
            </p:pic>
          </mc:Fallback>
        </mc:AlternateContent>
      </p:grpSp>
      <p:grpSp>
        <p:nvGrpSpPr>
          <p:cNvPr id="56" name="Group 55">
            <a:extLst>
              <a:ext uri="{FF2B5EF4-FFF2-40B4-BE49-F238E27FC236}">
                <a16:creationId xmlns:a16="http://schemas.microsoft.com/office/drawing/2014/main" id="{6C9430AC-A210-2F3F-6351-C0D63E0C1F9D}"/>
              </a:ext>
            </a:extLst>
          </p:cNvPr>
          <p:cNvGrpSpPr/>
          <p:nvPr/>
        </p:nvGrpSpPr>
        <p:grpSpPr>
          <a:xfrm>
            <a:off x="5829225" y="3579135"/>
            <a:ext cx="1477080" cy="1051560"/>
            <a:chOff x="5829225" y="3579135"/>
            <a:chExt cx="1477080" cy="1051560"/>
          </a:xfrm>
        </p:grpSpPr>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41A1008F-E6BD-FF07-40E5-56907E10926D}"/>
                    </a:ext>
                  </a:extLst>
                </p14:cNvPr>
                <p14:cNvContentPartPr/>
                <p14:nvPr/>
              </p14:nvContentPartPr>
              <p14:xfrm>
                <a:off x="5829225" y="3776775"/>
                <a:ext cx="378000" cy="322560"/>
              </p14:xfrm>
            </p:contentPart>
          </mc:Choice>
          <mc:Fallback xmlns="">
            <p:pic>
              <p:nvPicPr>
                <p:cNvPr id="50" name="Ink 49">
                  <a:extLst>
                    <a:ext uri="{FF2B5EF4-FFF2-40B4-BE49-F238E27FC236}">
                      <a16:creationId xmlns:a16="http://schemas.microsoft.com/office/drawing/2014/main" id="{41A1008F-E6BD-FF07-40E5-56907E10926D}"/>
                    </a:ext>
                  </a:extLst>
                </p:cNvPr>
                <p:cNvPicPr/>
                <p:nvPr/>
              </p:nvPicPr>
              <p:blipFill>
                <a:blip r:embed="rId87"/>
                <a:stretch>
                  <a:fillRect/>
                </a:stretch>
              </p:blipFill>
              <p:spPr>
                <a:xfrm>
                  <a:off x="5823105" y="3770655"/>
                  <a:ext cx="3902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9D112712-0A79-B41C-2F32-22CDB55E1D06}"/>
                    </a:ext>
                  </a:extLst>
                </p14:cNvPr>
                <p14:cNvContentPartPr/>
                <p14:nvPr/>
              </p14:nvContentPartPr>
              <p14:xfrm>
                <a:off x="6253665" y="3579135"/>
                <a:ext cx="110880" cy="1051560"/>
              </p14:xfrm>
            </p:contentPart>
          </mc:Choice>
          <mc:Fallback xmlns="">
            <p:pic>
              <p:nvPicPr>
                <p:cNvPr id="51" name="Ink 50">
                  <a:extLst>
                    <a:ext uri="{FF2B5EF4-FFF2-40B4-BE49-F238E27FC236}">
                      <a16:creationId xmlns:a16="http://schemas.microsoft.com/office/drawing/2014/main" id="{9D112712-0A79-B41C-2F32-22CDB55E1D06}"/>
                    </a:ext>
                  </a:extLst>
                </p:cNvPr>
                <p:cNvPicPr/>
                <p:nvPr/>
              </p:nvPicPr>
              <p:blipFill>
                <a:blip r:embed="rId89"/>
                <a:stretch>
                  <a:fillRect/>
                </a:stretch>
              </p:blipFill>
              <p:spPr>
                <a:xfrm>
                  <a:off x="6247545" y="3573015"/>
                  <a:ext cx="123120" cy="1063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5A6B7A40-530B-38A5-3D3F-99C71165EA0F}"/>
                    </a:ext>
                  </a:extLst>
                </p14:cNvPr>
                <p14:cNvContentPartPr/>
                <p14:nvPr/>
              </p14:nvContentPartPr>
              <p14:xfrm>
                <a:off x="6602145" y="3698295"/>
                <a:ext cx="44640" cy="531000"/>
              </p14:xfrm>
            </p:contentPart>
          </mc:Choice>
          <mc:Fallback xmlns="">
            <p:pic>
              <p:nvPicPr>
                <p:cNvPr id="53" name="Ink 52">
                  <a:extLst>
                    <a:ext uri="{FF2B5EF4-FFF2-40B4-BE49-F238E27FC236}">
                      <a16:creationId xmlns:a16="http://schemas.microsoft.com/office/drawing/2014/main" id="{5A6B7A40-530B-38A5-3D3F-99C71165EA0F}"/>
                    </a:ext>
                  </a:extLst>
                </p:cNvPr>
                <p:cNvPicPr/>
                <p:nvPr/>
              </p:nvPicPr>
              <p:blipFill>
                <a:blip r:embed="rId91"/>
                <a:stretch>
                  <a:fillRect/>
                </a:stretch>
              </p:blipFill>
              <p:spPr>
                <a:xfrm>
                  <a:off x="6596025" y="3692175"/>
                  <a:ext cx="56880" cy="543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3D482D37-330C-0453-38B5-82977CF8541B}"/>
                    </a:ext>
                  </a:extLst>
                </p14:cNvPr>
                <p14:cNvContentPartPr/>
                <p14:nvPr/>
              </p14:nvContentPartPr>
              <p14:xfrm>
                <a:off x="6562905" y="3841215"/>
                <a:ext cx="177120" cy="252000"/>
              </p14:xfrm>
            </p:contentPart>
          </mc:Choice>
          <mc:Fallback xmlns="">
            <p:pic>
              <p:nvPicPr>
                <p:cNvPr id="54" name="Ink 53">
                  <a:extLst>
                    <a:ext uri="{FF2B5EF4-FFF2-40B4-BE49-F238E27FC236}">
                      <a16:creationId xmlns:a16="http://schemas.microsoft.com/office/drawing/2014/main" id="{3D482D37-330C-0453-38B5-82977CF8541B}"/>
                    </a:ext>
                  </a:extLst>
                </p:cNvPr>
                <p:cNvPicPr/>
                <p:nvPr/>
              </p:nvPicPr>
              <p:blipFill>
                <a:blip r:embed="rId93"/>
                <a:stretch>
                  <a:fillRect/>
                </a:stretch>
              </p:blipFill>
              <p:spPr>
                <a:xfrm>
                  <a:off x="6556785" y="3835095"/>
                  <a:ext cx="1893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B20629DA-7FA5-157B-BD71-08D611E6F25A}"/>
                    </a:ext>
                  </a:extLst>
                </p14:cNvPr>
                <p14:cNvContentPartPr/>
                <p14:nvPr/>
              </p14:nvContentPartPr>
              <p14:xfrm>
                <a:off x="7072665" y="3819615"/>
                <a:ext cx="233640" cy="85680"/>
              </p14:xfrm>
            </p:contentPart>
          </mc:Choice>
          <mc:Fallback xmlns="">
            <p:pic>
              <p:nvPicPr>
                <p:cNvPr id="55" name="Ink 54">
                  <a:extLst>
                    <a:ext uri="{FF2B5EF4-FFF2-40B4-BE49-F238E27FC236}">
                      <a16:creationId xmlns:a16="http://schemas.microsoft.com/office/drawing/2014/main" id="{B20629DA-7FA5-157B-BD71-08D611E6F25A}"/>
                    </a:ext>
                  </a:extLst>
                </p:cNvPr>
                <p:cNvPicPr/>
                <p:nvPr/>
              </p:nvPicPr>
              <p:blipFill>
                <a:blip r:embed="rId95"/>
                <a:stretch>
                  <a:fillRect/>
                </a:stretch>
              </p:blipFill>
              <p:spPr>
                <a:xfrm>
                  <a:off x="7066545" y="3813495"/>
                  <a:ext cx="245880" cy="97920"/>
                </a:xfrm>
                <a:prstGeom prst="rect">
                  <a:avLst/>
                </a:prstGeom>
              </p:spPr>
            </p:pic>
          </mc:Fallback>
        </mc:AlternateContent>
      </p:grpSp>
      <p:grpSp>
        <p:nvGrpSpPr>
          <p:cNvPr id="70" name="Group 69">
            <a:extLst>
              <a:ext uri="{FF2B5EF4-FFF2-40B4-BE49-F238E27FC236}">
                <a16:creationId xmlns:a16="http://schemas.microsoft.com/office/drawing/2014/main" id="{99D53918-C9FA-29C6-11A5-56C6D25296BE}"/>
              </a:ext>
            </a:extLst>
          </p:cNvPr>
          <p:cNvGrpSpPr/>
          <p:nvPr/>
        </p:nvGrpSpPr>
        <p:grpSpPr>
          <a:xfrm>
            <a:off x="8023065" y="3357735"/>
            <a:ext cx="3650040" cy="1396440"/>
            <a:chOff x="8023065" y="3357735"/>
            <a:chExt cx="3650040" cy="1396440"/>
          </a:xfrm>
        </p:grpSpPr>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65053C58-8D8B-F838-7FB9-4F05749B2BD6}"/>
                    </a:ext>
                  </a:extLst>
                </p14:cNvPr>
                <p14:cNvContentPartPr/>
                <p14:nvPr/>
              </p14:nvContentPartPr>
              <p14:xfrm>
                <a:off x="8023065" y="3438375"/>
                <a:ext cx="674640" cy="508320"/>
              </p14:xfrm>
            </p:contentPart>
          </mc:Choice>
          <mc:Fallback xmlns="">
            <p:pic>
              <p:nvPicPr>
                <p:cNvPr id="57" name="Ink 56">
                  <a:extLst>
                    <a:ext uri="{FF2B5EF4-FFF2-40B4-BE49-F238E27FC236}">
                      <a16:creationId xmlns:a16="http://schemas.microsoft.com/office/drawing/2014/main" id="{65053C58-8D8B-F838-7FB9-4F05749B2BD6}"/>
                    </a:ext>
                  </a:extLst>
                </p:cNvPr>
                <p:cNvPicPr/>
                <p:nvPr/>
              </p:nvPicPr>
              <p:blipFill>
                <a:blip r:embed="rId97"/>
                <a:stretch>
                  <a:fillRect/>
                </a:stretch>
              </p:blipFill>
              <p:spPr>
                <a:xfrm>
                  <a:off x="8016945" y="3432255"/>
                  <a:ext cx="686880"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8" name="Ink 57">
                  <a:extLst>
                    <a:ext uri="{FF2B5EF4-FFF2-40B4-BE49-F238E27FC236}">
                      <a16:creationId xmlns:a16="http://schemas.microsoft.com/office/drawing/2014/main" id="{2C363951-2ED2-FDDF-D7D1-5295A3B6EE37}"/>
                    </a:ext>
                  </a:extLst>
                </p14:cNvPr>
                <p14:cNvContentPartPr/>
                <p14:nvPr/>
              </p14:nvContentPartPr>
              <p14:xfrm>
                <a:off x="8741625" y="3491655"/>
                <a:ext cx="43920" cy="39600"/>
              </p14:xfrm>
            </p:contentPart>
          </mc:Choice>
          <mc:Fallback xmlns="">
            <p:pic>
              <p:nvPicPr>
                <p:cNvPr id="58" name="Ink 57">
                  <a:extLst>
                    <a:ext uri="{FF2B5EF4-FFF2-40B4-BE49-F238E27FC236}">
                      <a16:creationId xmlns:a16="http://schemas.microsoft.com/office/drawing/2014/main" id="{2C363951-2ED2-FDDF-D7D1-5295A3B6EE37}"/>
                    </a:ext>
                  </a:extLst>
                </p:cNvPr>
                <p:cNvPicPr/>
                <p:nvPr/>
              </p:nvPicPr>
              <p:blipFill>
                <a:blip r:embed="rId99"/>
                <a:stretch>
                  <a:fillRect/>
                </a:stretch>
              </p:blipFill>
              <p:spPr>
                <a:xfrm>
                  <a:off x="8735505" y="3485535"/>
                  <a:ext cx="561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9" name="Ink 58">
                  <a:extLst>
                    <a:ext uri="{FF2B5EF4-FFF2-40B4-BE49-F238E27FC236}">
                      <a16:creationId xmlns:a16="http://schemas.microsoft.com/office/drawing/2014/main" id="{C3A67F96-0757-F267-7075-B29BCF7770F4}"/>
                    </a:ext>
                  </a:extLst>
                </p14:cNvPr>
                <p14:cNvContentPartPr/>
                <p14:nvPr/>
              </p14:nvContentPartPr>
              <p14:xfrm>
                <a:off x="8887785" y="3548895"/>
                <a:ext cx="544320" cy="216720"/>
              </p14:xfrm>
            </p:contentPart>
          </mc:Choice>
          <mc:Fallback xmlns="">
            <p:pic>
              <p:nvPicPr>
                <p:cNvPr id="59" name="Ink 58">
                  <a:extLst>
                    <a:ext uri="{FF2B5EF4-FFF2-40B4-BE49-F238E27FC236}">
                      <a16:creationId xmlns:a16="http://schemas.microsoft.com/office/drawing/2014/main" id="{C3A67F96-0757-F267-7075-B29BCF7770F4}"/>
                    </a:ext>
                  </a:extLst>
                </p:cNvPr>
                <p:cNvPicPr/>
                <p:nvPr/>
              </p:nvPicPr>
              <p:blipFill>
                <a:blip r:embed="rId101"/>
                <a:stretch>
                  <a:fillRect/>
                </a:stretch>
              </p:blipFill>
              <p:spPr>
                <a:xfrm>
                  <a:off x="8881665" y="3542775"/>
                  <a:ext cx="55656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0" name="Ink 59">
                  <a:extLst>
                    <a:ext uri="{FF2B5EF4-FFF2-40B4-BE49-F238E27FC236}">
                      <a16:creationId xmlns:a16="http://schemas.microsoft.com/office/drawing/2014/main" id="{6A785C2B-7BF4-3651-1279-9A6C67BDF257}"/>
                    </a:ext>
                  </a:extLst>
                </p14:cNvPr>
                <p14:cNvContentPartPr/>
                <p14:nvPr/>
              </p14:nvContentPartPr>
              <p14:xfrm>
                <a:off x="9503745" y="3384735"/>
                <a:ext cx="207360" cy="311400"/>
              </p14:xfrm>
            </p:contentPart>
          </mc:Choice>
          <mc:Fallback xmlns="">
            <p:pic>
              <p:nvPicPr>
                <p:cNvPr id="60" name="Ink 59">
                  <a:extLst>
                    <a:ext uri="{FF2B5EF4-FFF2-40B4-BE49-F238E27FC236}">
                      <a16:creationId xmlns:a16="http://schemas.microsoft.com/office/drawing/2014/main" id="{6A785C2B-7BF4-3651-1279-9A6C67BDF257}"/>
                    </a:ext>
                  </a:extLst>
                </p:cNvPr>
                <p:cNvPicPr/>
                <p:nvPr/>
              </p:nvPicPr>
              <p:blipFill>
                <a:blip r:embed="rId103"/>
                <a:stretch>
                  <a:fillRect/>
                </a:stretch>
              </p:blipFill>
              <p:spPr>
                <a:xfrm>
                  <a:off x="9497625" y="3378615"/>
                  <a:ext cx="21960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1" name="Ink 60">
                  <a:extLst>
                    <a:ext uri="{FF2B5EF4-FFF2-40B4-BE49-F238E27FC236}">
                      <a16:creationId xmlns:a16="http://schemas.microsoft.com/office/drawing/2014/main" id="{B18DF36B-65E6-9C82-7CE2-198D6F5B9FAB}"/>
                    </a:ext>
                  </a:extLst>
                </p14:cNvPr>
                <p14:cNvContentPartPr/>
                <p14:nvPr/>
              </p14:nvContentPartPr>
              <p14:xfrm>
                <a:off x="9790665" y="3357735"/>
                <a:ext cx="635040" cy="678600"/>
              </p14:xfrm>
            </p:contentPart>
          </mc:Choice>
          <mc:Fallback xmlns="">
            <p:pic>
              <p:nvPicPr>
                <p:cNvPr id="61" name="Ink 60">
                  <a:extLst>
                    <a:ext uri="{FF2B5EF4-FFF2-40B4-BE49-F238E27FC236}">
                      <a16:creationId xmlns:a16="http://schemas.microsoft.com/office/drawing/2014/main" id="{B18DF36B-65E6-9C82-7CE2-198D6F5B9FAB}"/>
                    </a:ext>
                  </a:extLst>
                </p:cNvPr>
                <p:cNvPicPr/>
                <p:nvPr/>
              </p:nvPicPr>
              <p:blipFill>
                <a:blip r:embed="rId105"/>
                <a:stretch>
                  <a:fillRect/>
                </a:stretch>
              </p:blipFill>
              <p:spPr>
                <a:xfrm>
                  <a:off x="9784545" y="3351615"/>
                  <a:ext cx="64728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2" name="Ink 61">
                  <a:extLst>
                    <a:ext uri="{FF2B5EF4-FFF2-40B4-BE49-F238E27FC236}">
                      <a16:creationId xmlns:a16="http://schemas.microsoft.com/office/drawing/2014/main" id="{A1EC260F-BC90-C4D5-A93E-F5AE24AB4387}"/>
                    </a:ext>
                  </a:extLst>
                </p14:cNvPr>
                <p14:cNvContentPartPr/>
                <p14:nvPr/>
              </p14:nvContentPartPr>
              <p14:xfrm>
                <a:off x="8797425" y="4213815"/>
                <a:ext cx="626760" cy="439200"/>
              </p14:xfrm>
            </p:contentPart>
          </mc:Choice>
          <mc:Fallback xmlns="">
            <p:pic>
              <p:nvPicPr>
                <p:cNvPr id="62" name="Ink 61">
                  <a:extLst>
                    <a:ext uri="{FF2B5EF4-FFF2-40B4-BE49-F238E27FC236}">
                      <a16:creationId xmlns:a16="http://schemas.microsoft.com/office/drawing/2014/main" id="{A1EC260F-BC90-C4D5-A93E-F5AE24AB4387}"/>
                    </a:ext>
                  </a:extLst>
                </p:cNvPr>
                <p:cNvPicPr/>
                <p:nvPr/>
              </p:nvPicPr>
              <p:blipFill>
                <a:blip r:embed="rId107"/>
                <a:stretch>
                  <a:fillRect/>
                </a:stretch>
              </p:blipFill>
              <p:spPr>
                <a:xfrm>
                  <a:off x="8791305" y="4207695"/>
                  <a:ext cx="63900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3" name="Ink 62">
                  <a:extLst>
                    <a:ext uri="{FF2B5EF4-FFF2-40B4-BE49-F238E27FC236}">
                      <a16:creationId xmlns:a16="http://schemas.microsoft.com/office/drawing/2014/main" id="{13359133-3D09-50D5-2AFD-52B4D8586F1F}"/>
                    </a:ext>
                  </a:extLst>
                </p14:cNvPr>
                <p14:cNvContentPartPr/>
                <p14:nvPr/>
              </p14:nvContentPartPr>
              <p14:xfrm>
                <a:off x="9628305" y="4142895"/>
                <a:ext cx="123840" cy="240840"/>
              </p14:xfrm>
            </p:contentPart>
          </mc:Choice>
          <mc:Fallback xmlns="">
            <p:pic>
              <p:nvPicPr>
                <p:cNvPr id="63" name="Ink 62">
                  <a:extLst>
                    <a:ext uri="{FF2B5EF4-FFF2-40B4-BE49-F238E27FC236}">
                      <a16:creationId xmlns:a16="http://schemas.microsoft.com/office/drawing/2014/main" id="{13359133-3D09-50D5-2AFD-52B4D8586F1F}"/>
                    </a:ext>
                  </a:extLst>
                </p:cNvPr>
                <p:cNvPicPr/>
                <p:nvPr/>
              </p:nvPicPr>
              <p:blipFill>
                <a:blip r:embed="rId109"/>
                <a:stretch>
                  <a:fillRect/>
                </a:stretch>
              </p:blipFill>
              <p:spPr>
                <a:xfrm>
                  <a:off x="9622185" y="4136775"/>
                  <a:ext cx="1360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6262B693-4200-2B60-66A9-36BB27B6BBEF}"/>
                    </a:ext>
                  </a:extLst>
                </p14:cNvPr>
                <p14:cNvContentPartPr/>
                <p14:nvPr/>
              </p14:nvContentPartPr>
              <p14:xfrm>
                <a:off x="9600945" y="4145055"/>
                <a:ext cx="1100520" cy="609120"/>
              </p14:xfrm>
            </p:contentPart>
          </mc:Choice>
          <mc:Fallback xmlns="">
            <p:pic>
              <p:nvPicPr>
                <p:cNvPr id="64" name="Ink 63">
                  <a:extLst>
                    <a:ext uri="{FF2B5EF4-FFF2-40B4-BE49-F238E27FC236}">
                      <a16:creationId xmlns:a16="http://schemas.microsoft.com/office/drawing/2014/main" id="{6262B693-4200-2B60-66A9-36BB27B6BBEF}"/>
                    </a:ext>
                  </a:extLst>
                </p:cNvPr>
                <p:cNvPicPr/>
                <p:nvPr/>
              </p:nvPicPr>
              <p:blipFill>
                <a:blip r:embed="rId111"/>
                <a:stretch>
                  <a:fillRect/>
                </a:stretch>
              </p:blipFill>
              <p:spPr>
                <a:xfrm>
                  <a:off x="9594825" y="4138935"/>
                  <a:ext cx="1112760" cy="621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Ink 64">
                  <a:extLst>
                    <a:ext uri="{FF2B5EF4-FFF2-40B4-BE49-F238E27FC236}">
                      <a16:creationId xmlns:a16="http://schemas.microsoft.com/office/drawing/2014/main" id="{6F787B96-945E-EEED-556E-71CE5496D03D}"/>
                    </a:ext>
                  </a:extLst>
                </p14:cNvPr>
                <p14:cNvContentPartPr/>
                <p14:nvPr/>
              </p14:nvContentPartPr>
              <p14:xfrm>
                <a:off x="10650705" y="4033095"/>
                <a:ext cx="380520" cy="288000"/>
              </p14:xfrm>
            </p:contentPart>
          </mc:Choice>
          <mc:Fallback xmlns="">
            <p:pic>
              <p:nvPicPr>
                <p:cNvPr id="65" name="Ink 64">
                  <a:extLst>
                    <a:ext uri="{FF2B5EF4-FFF2-40B4-BE49-F238E27FC236}">
                      <a16:creationId xmlns:a16="http://schemas.microsoft.com/office/drawing/2014/main" id="{6F787B96-945E-EEED-556E-71CE5496D03D}"/>
                    </a:ext>
                  </a:extLst>
                </p:cNvPr>
                <p:cNvPicPr/>
                <p:nvPr/>
              </p:nvPicPr>
              <p:blipFill>
                <a:blip r:embed="rId113"/>
                <a:stretch>
                  <a:fillRect/>
                </a:stretch>
              </p:blipFill>
              <p:spPr>
                <a:xfrm>
                  <a:off x="10644585" y="4026975"/>
                  <a:ext cx="3927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Ink 65">
                  <a:extLst>
                    <a:ext uri="{FF2B5EF4-FFF2-40B4-BE49-F238E27FC236}">
                      <a16:creationId xmlns:a16="http://schemas.microsoft.com/office/drawing/2014/main" id="{46D94D96-7C66-C470-BCE7-090F093F97B7}"/>
                    </a:ext>
                  </a:extLst>
                </p14:cNvPr>
                <p14:cNvContentPartPr/>
                <p14:nvPr/>
              </p14:nvContentPartPr>
              <p14:xfrm>
                <a:off x="11059665" y="3838335"/>
                <a:ext cx="107640" cy="95040"/>
              </p14:xfrm>
            </p:contentPart>
          </mc:Choice>
          <mc:Fallback xmlns="">
            <p:pic>
              <p:nvPicPr>
                <p:cNvPr id="66" name="Ink 65">
                  <a:extLst>
                    <a:ext uri="{FF2B5EF4-FFF2-40B4-BE49-F238E27FC236}">
                      <a16:creationId xmlns:a16="http://schemas.microsoft.com/office/drawing/2014/main" id="{46D94D96-7C66-C470-BCE7-090F093F97B7}"/>
                    </a:ext>
                  </a:extLst>
                </p:cNvPr>
                <p:cNvPicPr/>
                <p:nvPr/>
              </p:nvPicPr>
              <p:blipFill>
                <a:blip r:embed="rId115"/>
                <a:stretch>
                  <a:fillRect/>
                </a:stretch>
              </p:blipFill>
              <p:spPr>
                <a:xfrm>
                  <a:off x="11053545" y="3832215"/>
                  <a:ext cx="1198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7" name="Ink 66">
                  <a:extLst>
                    <a:ext uri="{FF2B5EF4-FFF2-40B4-BE49-F238E27FC236}">
                      <a16:creationId xmlns:a16="http://schemas.microsoft.com/office/drawing/2014/main" id="{C05F30DD-E3F0-8B1E-87F0-EBB3EAEE8B14}"/>
                    </a:ext>
                  </a:extLst>
                </p14:cNvPr>
                <p14:cNvContentPartPr/>
                <p14:nvPr/>
              </p14:nvContentPartPr>
              <p14:xfrm>
                <a:off x="11065785" y="3858855"/>
                <a:ext cx="366480" cy="343800"/>
              </p14:xfrm>
            </p:contentPart>
          </mc:Choice>
          <mc:Fallback xmlns="">
            <p:pic>
              <p:nvPicPr>
                <p:cNvPr id="67" name="Ink 66">
                  <a:extLst>
                    <a:ext uri="{FF2B5EF4-FFF2-40B4-BE49-F238E27FC236}">
                      <a16:creationId xmlns:a16="http://schemas.microsoft.com/office/drawing/2014/main" id="{C05F30DD-E3F0-8B1E-87F0-EBB3EAEE8B14}"/>
                    </a:ext>
                  </a:extLst>
                </p:cNvPr>
                <p:cNvPicPr/>
                <p:nvPr/>
              </p:nvPicPr>
              <p:blipFill>
                <a:blip r:embed="rId117"/>
                <a:stretch>
                  <a:fillRect/>
                </a:stretch>
              </p:blipFill>
              <p:spPr>
                <a:xfrm>
                  <a:off x="11059665" y="3852735"/>
                  <a:ext cx="3787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8" name="Ink 67">
                  <a:extLst>
                    <a:ext uri="{FF2B5EF4-FFF2-40B4-BE49-F238E27FC236}">
                      <a16:creationId xmlns:a16="http://schemas.microsoft.com/office/drawing/2014/main" id="{56282F47-5A88-41C7-4C51-CDE0C2DB3D7E}"/>
                    </a:ext>
                  </a:extLst>
                </p14:cNvPr>
                <p14:cNvContentPartPr/>
                <p14:nvPr/>
              </p14:nvContentPartPr>
              <p14:xfrm>
                <a:off x="11483385" y="3939135"/>
                <a:ext cx="26640" cy="32400"/>
              </p14:xfrm>
            </p:contentPart>
          </mc:Choice>
          <mc:Fallback xmlns="">
            <p:pic>
              <p:nvPicPr>
                <p:cNvPr id="68" name="Ink 67">
                  <a:extLst>
                    <a:ext uri="{FF2B5EF4-FFF2-40B4-BE49-F238E27FC236}">
                      <a16:creationId xmlns:a16="http://schemas.microsoft.com/office/drawing/2014/main" id="{56282F47-5A88-41C7-4C51-CDE0C2DB3D7E}"/>
                    </a:ext>
                  </a:extLst>
                </p:cNvPr>
                <p:cNvPicPr/>
                <p:nvPr/>
              </p:nvPicPr>
              <p:blipFill>
                <a:blip r:embed="rId119"/>
                <a:stretch>
                  <a:fillRect/>
                </a:stretch>
              </p:blipFill>
              <p:spPr>
                <a:xfrm>
                  <a:off x="11477265" y="3933015"/>
                  <a:ext cx="388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9" name="Ink 68">
                  <a:extLst>
                    <a:ext uri="{FF2B5EF4-FFF2-40B4-BE49-F238E27FC236}">
                      <a16:creationId xmlns:a16="http://schemas.microsoft.com/office/drawing/2014/main" id="{28D4F8AC-FE6A-581B-900C-93845AD9CED1}"/>
                    </a:ext>
                  </a:extLst>
                </p14:cNvPr>
                <p14:cNvContentPartPr/>
                <p14:nvPr/>
              </p14:nvContentPartPr>
              <p14:xfrm>
                <a:off x="11447025" y="3386535"/>
                <a:ext cx="226080" cy="1228680"/>
              </p14:xfrm>
            </p:contentPart>
          </mc:Choice>
          <mc:Fallback xmlns="">
            <p:pic>
              <p:nvPicPr>
                <p:cNvPr id="69" name="Ink 68">
                  <a:extLst>
                    <a:ext uri="{FF2B5EF4-FFF2-40B4-BE49-F238E27FC236}">
                      <a16:creationId xmlns:a16="http://schemas.microsoft.com/office/drawing/2014/main" id="{28D4F8AC-FE6A-581B-900C-93845AD9CED1}"/>
                    </a:ext>
                  </a:extLst>
                </p:cNvPr>
                <p:cNvPicPr/>
                <p:nvPr/>
              </p:nvPicPr>
              <p:blipFill>
                <a:blip r:embed="rId121"/>
                <a:stretch>
                  <a:fillRect/>
                </a:stretch>
              </p:blipFill>
              <p:spPr>
                <a:xfrm>
                  <a:off x="11440905" y="3380415"/>
                  <a:ext cx="238320" cy="1240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2">
            <p14:nvContentPartPr>
              <p14:cNvPr id="71" name="Ink 70">
                <a:extLst>
                  <a:ext uri="{FF2B5EF4-FFF2-40B4-BE49-F238E27FC236}">
                    <a16:creationId xmlns:a16="http://schemas.microsoft.com/office/drawing/2014/main" id="{5EC246D1-ABA7-6D3F-E4F4-C12C77BA2E49}"/>
                  </a:ext>
                </a:extLst>
              </p14:cNvPr>
              <p14:cNvContentPartPr/>
              <p14:nvPr/>
            </p14:nvContentPartPr>
            <p14:xfrm>
              <a:off x="7724985" y="3363135"/>
              <a:ext cx="329040" cy="906480"/>
            </p14:xfrm>
          </p:contentPart>
        </mc:Choice>
        <mc:Fallback xmlns="">
          <p:pic>
            <p:nvPicPr>
              <p:cNvPr id="71" name="Ink 70">
                <a:extLst>
                  <a:ext uri="{FF2B5EF4-FFF2-40B4-BE49-F238E27FC236}">
                    <a16:creationId xmlns:a16="http://schemas.microsoft.com/office/drawing/2014/main" id="{5EC246D1-ABA7-6D3F-E4F4-C12C77BA2E49}"/>
                  </a:ext>
                </a:extLst>
              </p:cNvPr>
              <p:cNvPicPr/>
              <p:nvPr/>
            </p:nvPicPr>
            <p:blipFill>
              <a:blip r:embed="rId123"/>
              <a:stretch>
                <a:fillRect/>
              </a:stretch>
            </p:blipFill>
            <p:spPr>
              <a:xfrm>
                <a:off x="7718865" y="3357015"/>
                <a:ext cx="341280" cy="918720"/>
              </a:xfrm>
              <a:prstGeom prst="rect">
                <a:avLst/>
              </a:prstGeom>
            </p:spPr>
          </p:pic>
        </mc:Fallback>
      </mc:AlternateContent>
    </p:spTree>
    <p:extLst>
      <p:ext uri="{BB962C8B-B14F-4D97-AF65-F5344CB8AC3E}">
        <p14:creationId xmlns:p14="http://schemas.microsoft.com/office/powerpoint/2010/main" val="2937731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976C165-60C0-B69B-806C-06C8C0FF1DC6}"/>
              </a:ext>
            </a:extLst>
          </p:cNvPr>
          <p:cNvGrpSpPr/>
          <p:nvPr/>
        </p:nvGrpSpPr>
        <p:grpSpPr>
          <a:xfrm>
            <a:off x="1006305" y="130335"/>
            <a:ext cx="2796480" cy="1512000"/>
            <a:chOff x="1006305" y="130335"/>
            <a:chExt cx="2796480" cy="15120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18D5BA3-B014-4471-1B71-273BD68D263A}"/>
                    </a:ext>
                  </a:extLst>
                </p14:cNvPr>
                <p14:cNvContentPartPr/>
                <p14:nvPr/>
              </p14:nvContentPartPr>
              <p14:xfrm>
                <a:off x="1006305" y="227535"/>
                <a:ext cx="207360" cy="757800"/>
              </p14:xfrm>
            </p:contentPart>
          </mc:Choice>
          <mc:Fallback xmlns="">
            <p:pic>
              <p:nvPicPr>
                <p:cNvPr id="2" name="Ink 1">
                  <a:extLst>
                    <a:ext uri="{FF2B5EF4-FFF2-40B4-BE49-F238E27FC236}">
                      <a16:creationId xmlns:a16="http://schemas.microsoft.com/office/drawing/2014/main" id="{C18D5BA3-B014-4471-1B71-273BD68D263A}"/>
                    </a:ext>
                  </a:extLst>
                </p:cNvPr>
                <p:cNvPicPr/>
                <p:nvPr/>
              </p:nvPicPr>
              <p:blipFill>
                <a:blip r:embed="rId3"/>
                <a:stretch>
                  <a:fillRect/>
                </a:stretch>
              </p:blipFill>
              <p:spPr>
                <a:xfrm>
                  <a:off x="1000185" y="221415"/>
                  <a:ext cx="219600" cy="77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AC5AEA5-C7EA-8F2A-4D93-5B5AADD8D42A}"/>
                    </a:ext>
                  </a:extLst>
                </p14:cNvPr>
                <p14:cNvContentPartPr/>
                <p14:nvPr/>
              </p14:nvContentPartPr>
              <p14:xfrm>
                <a:off x="1517865" y="317895"/>
                <a:ext cx="67680" cy="450000"/>
              </p14:xfrm>
            </p:contentPart>
          </mc:Choice>
          <mc:Fallback xmlns="">
            <p:pic>
              <p:nvPicPr>
                <p:cNvPr id="3" name="Ink 2">
                  <a:extLst>
                    <a:ext uri="{FF2B5EF4-FFF2-40B4-BE49-F238E27FC236}">
                      <a16:creationId xmlns:a16="http://schemas.microsoft.com/office/drawing/2014/main" id="{FAC5AEA5-C7EA-8F2A-4D93-5B5AADD8D42A}"/>
                    </a:ext>
                  </a:extLst>
                </p:cNvPr>
                <p:cNvPicPr/>
                <p:nvPr/>
              </p:nvPicPr>
              <p:blipFill>
                <a:blip r:embed="rId5"/>
                <a:stretch>
                  <a:fillRect/>
                </a:stretch>
              </p:blipFill>
              <p:spPr>
                <a:xfrm>
                  <a:off x="1511745" y="311775"/>
                  <a:ext cx="7992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84D1C94-DB94-7466-92EA-B61241701C94}"/>
                    </a:ext>
                  </a:extLst>
                </p14:cNvPr>
                <p14:cNvContentPartPr/>
                <p14:nvPr/>
              </p14:nvContentPartPr>
              <p14:xfrm>
                <a:off x="1285665" y="527775"/>
                <a:ext cx="427680" cy="97200"/>
              </p14:xfrm>
            </p:contentPart>
          </mc:Choice>
          <mc:Fallback xmlns="">
            <p:pic>
              <p:nvPicPr>
                <p:cNvPr id="4" name="Ink 3">
                  <a:extLst>
                    <a:ext uri="{FF2B5EF4-FFF2-40B4-BE49-F238E27FC236}">
                      <a16:creationId xmlns:a16="http://schemas.microsoft.com/office/drawing/2014/main" id="{784D1C94-DB94-7466-92EA-B61241701C94}"/>
                    </a:ext>
                  </a:extLst>
                </p:cNvPr>
                <p:cNvPicPr/>
                <p:nvPr/>
              </p:nvPicPr>
              <p:blipFill>
                <a:blip r:embed="rId7"/>
                <a:stretch>
                  <a:fillRect/>
                </a:stretch>
              </p:blipFill>
              <p:spPr>
                <a:xfrm>
                  <a:off x="1279545" y="521655"/>
                  <a:ext cx="4399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CF45145-D079-A966-642D-86E47B3B84A6}"/>
                    </a:ext>
                  </a:extLst>
                </p14:cNvPr>
                <p14:cNvContentPartPr/>
                <p14:nvPr/>
              </p14:nvContentPartPr>
              <p14:xfrm>
                <a:off x="1861665" y="130335"/>
                <a:ext cx="1231560" cy="1060920"/>
              </p14:xfrm>
            </p:contentPart>
          </mc:Choice>
          <mc:Fallback xmlns="">
            <p:pic>
              <p:nvPicPr>
                <p:cNvPr id="5" name="Ink 4">
                  <a:extLst>
                    <a:ext uri="{FF2B5EF4-FFF2-40B4-BE49-F238E27FC236}">
                      <a16:creationId xmlns:a16="http://schemas.microsoft.com/office/drawing/2014/main" id="{ECF45145-D079-A966-642D-86E47B3B84A6}"/>
                    </a:ext>
                  </a:extLst>
                </p:cNvPr>
                <p:cNvPicPr/>
                <p:nvPr/>
              </p:nvPicPr>
              <p:blipFill>
                <a:blip r:embed="rId9"/>
                <a:stretch>
                  <a:fillRect/>
                </a:stretch>
              </p:blipFill>
              <p:spPr>
                <a:xfrm>
                  <a:off x="1855545" y="124215"/>
                  <a:ext cx="1243800" cy="1073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549386A7-080D-1FEC-AC16-E2FF77C1FB74}"/>
                    </a:ext>
                  </a:extLst>
                </p14:cNvPr>
                <p14:cNvContentPartPr/>
                <p14:nvPr/>
              </p14:nvContentPartPr>
              <p14:xfrm>
                <a:off x="2103585" y="1097295"/>
                <a:ext cx="759600" cy="545040"/>
              </p14:xfrm>
            </p:contentPart>
          </mc:Choice>
          <mc:Fallback xmlns="">
            <p:pic>
              <p:nvPicPr>
                <p:cNvPr id="7" name="Ink 6">
                  <a:extLst>
                    <a:ext uri="{FF2B5EF4-FFF2-40B4-BE49-F238E27FC236}">
                      <a16:creationId xmlns:a16="http://schemas.microsoft.com/office/drawing/2014/main" id="{549386A7-080D-1FEC-AC16-E2FF77C1FB74}"/>
                    </a:ext>
                  </a:extLst>
                </p:cNvPr>
                <p:cNvPicPr/>
                <p:nvPr/>
              </p:nvPicPr>
              <p:blipFill>
                <a:blip r:embed="rId11"/>
                <a:stretch>
                  <a:fillRect/>
                </a:stretch>
              </p:blipFill>
              <p:spPr>
                <a:xfrm>
                  <a:off x="2097465" y="1091175"/>
                  <a:ext cx="77184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E9B7AE9-D473-696C-82A1-0B0F61F516FA}"/>
                    </a:ext>
                  </a:extLst>
                </p14:cNvPr>
                <p14:cNvContentPartPr/>
                <p14:nvPr/>
              </p14:nvContentPartPr>
              <p14:xfrm>
                <a:off x="2903505" y="1198815"/>
                <a:ext cx="604440" cy="235800"/>
              </p14:xfrm>
            </p:contentPart>
          </mc:Choice>
          <mc:Fallback xmlns="">
            <p:pic>
              <p:nvPicPr>
                <p:cNvPr id="8" name="Ink 7">
                  <a:extLst>
                    <a:ext uri="{FF2B5EF4-FFF2-40B4-BE49-F238E27FC236}">
                      <a16:creationId xmlns:a16="http://schemas.microsoft.com/office/drawing/2014/main" id="{2E9B7AE9-D473-696C-82A1-0B0F61F516FA}"/>
                    </a:ext>
                  </a:extLst>
                </p:cNvPr>
                <p:cNvPicPr/>
                <p:nvPr/>
              </p:nvPicPr>
              <p:blipFill>
                <a:blip r:embed="rId13"/>
                <a:stretch>
                  <a:fillRect/>
                </a:stretch>
              </p:blipFill>
              <p:spPr>
                <a:xfrm>
                  <a:off x="2897385" y="1192695"/>
                  <a:ext cx="6166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BCA73A5-DE32-6FEA-C76F-EF2F0F735096}"/>
                    </a:ext>
                  </a:extLst>
                </p14:cNvPr>
                <p14:cNvContentPartPr/>
                <p14:nvPr/>
              </p14:nvContentPartPr>
              <p14:xfrm>
                <a:off x="3763545" y="1225455"/>
                <a:ext cx="39240" cy="19800"/>
              </p14:xfrm>
            </p:contentPart>
          </mc:Choice>
          <mc:Fallback xmlns="">
            <p:pic>
              <p:nvPicPr>
                <p:cNvPr id="9" name="Ink 8">
                  <a:extLst>
                    <a:ext uri="{FF2B5EF4-FFF2-40B4-BE49-F238E27FC236}">
                      <a16:creationId xmlns:a16="http://schemas.microsoft.com/office/drawing/2014/main" id="{5BCA73A5-DE32-6FEA-C76F-EF2F0F735096}"/>
                    </a:ext>
                  </a:extLst>
                </p:cNvPr>
                <p:cNvPicPr/>
                <p:nvPr/>
              </p:nvPicPr>
              <p:blipFill>
                <a:blip r:embed="rId15"/>
                <a:stretch>
                  <a:fillRect/>
                </a:stretch>
              </p:blipFill>
              <p:spPr>
                <a:xfrm>
                  <a:off x="3757425" y="1219335"/>
                  <a:ext cx="51480" cy="32040"/>
                </a:xfrm>
                <a:prstGeom prst="rect">
                  <a:avLst/>
                </a:prstGeom>
              </p:spPr>
            </p:pic>
          </mc:Fallback>
        </mc:AlternateContent>
      </p:grpSp>
      <p:grpSp>
        <p:nvGrpSpPr>
          <p:cNvPr id="24" name="Group 23">
            <a:extLst>
              <a:ext uri="{FF2B5EF4-FFF2-40B4-BE49-F238E27FC236}">
                <a16:creationId xmlns:a16="http://schemas.microsoft.com/office/drawing/2014/main" id="{495C98EF-8670-D6B2-54BE-4A47FEA253F6}"/>
              </a:ext>
            </a:extLst>
          </p:cNvPr>
          <p:cNvGrpSpPr/>
          <p:nvPr/>
        </p:nvGrpSpPr>
        <p:grpSpPr>
          <a:xfrm>
            <a:off x="6213705" y="120615"/>
            <a:ext cx="3665520" cy="1092960"/>
            <a:chOff x="6213705" y="120615"/>
            <a:chExt cx="3665520" cy="109296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928D0A4-3B4C-0986-106E-982E9C6F1EA3}"/>
                    </a:ext>
                  </a:extLst>
                </p14:cNvPr>
                <p14:cNvContentPartPr/>
                <p14:nvPr/>
              </p14:nvContentPartPr>
              <p14:xfrm>
                <a:off x="6213705" y="453975"/>
                <a:ext cx="68400" cy="527040"/>
              </p14:xfrm>
            </p:contentPart>
          </mc:Choice>
          <mc:Fallback xmlns="">
            <p:pic>
              <p:nvPicPr>
                <p:cNvPr id="11" name="Ink 10">
                  <a:extLst>
                    <a:ext uri="{FF2B5EF4-FFF2-40B4-BE49-F238E27FC236}">
                      <a16:creationId xmlns:a16="http://schemas.microsoft.com/office/drawing/2014/main" id="{F928D0A4-3B4C-0986-106E-982E9C6F1EA3}"/>
                    </a:ext>
                  </a:extLst>
                </p:cNvPr>
                <p:cNvPicPr/>
                <p:nvPr/>
              </p:nvPicPr>
              <p:blipFill>
                <a:blip r:embed="rId17"/>
                <a:stretch>
                  <a:fillRect/>
                </a:stretch>
              </p:blipFill>
              <p:spPr>
                <a:xfrm>
                  <a:off x="6207585" y="447855"/>
                  <a:ext cx="8064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8B2DA81E-6244-D680-B95D-E835A0B32016}"/>
                    </a:ext>
                  </a:extLst>
                </p14:cNvPr>
                <p14:cNvContentPartPr/>
                <p14:nvPr/>
              </p14:nvContentPartPr>
              <p14:xfrm>
                <a:off x="6237105" y="295215"/>
                <a:ext cx="327960" cy="452160"/>
              </p14:xfrm>
            </p:contentPart>
          </mc:Choice>
          <mc:Fallback xmlns="">
            <p:pic>
              <p:nvPicPr>
                <p:cNvPr id="12" name="Ink 11">
                  <a:extLst>
                    <a:ext uri="{FF2B5EF4-FFF2-40B4-BE49-F238E27FC236}">
                      <a16:creationId xmlns:a16="http://schemas.microsoft.com/office/drawing/2014/main" id="{8B2DA81E-6244-D680-B95D-E835A0B32016}"/>
                    </a:ext>
                  </a:extLst>
                </p:cNvPr>
                <p:cNvPicPr/>
                <p:nvPr/>
              </p:nvPicPr>
              <p:blipFill>
                <a:blip r:embed="rId19"/>
                <a:stretch>
                  <a:fillRect/>
                </a:stretch>
              </p:blipFill>
              <p:spPr>
                <a:xfrm>
                  <a:off x="6230985" y="289095"/>
                  <a:ext cx="34020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C3EAB0D1-881D-BB6C-A4B9-22CD74D175FC}"/>
                    </a:ext>
                  </a:extLst>
                </p14:cNvPr>
                <p14:cNvContentPartPr/>
                <p14:nvPr/>
              </p14:nvContentPartPr>
              <p14:xfrm>
                <a:off x="6646785" y="476655"/>
                <a:ext cx="708480" cy="338760"/>
              </p14:xfrm>
            </p:contentPart>
          </mc:Choice>
          <mc:Fallback xmlns="">
            <p:pic>
              <p:nvPicPr>
                <p:cNvPr id="14" name="Ink 13">
                  <a:extLst>
                    <a:ext uri="{FF2B5EF4-FFF2-40B4-BE49-F238E27FC236}">
                      <a16:creationId xmlns:a16="http://schemas.microsoft.com/office/drawing/2014/main" id="{C3EAB0D1-881D-BB6C-A4B9-22CD74D175FC}"/>
                    </a:ext>
                  </a:extLst>
                </p:cNvPr>
                <p:cNvPicPr/>
                <p:nvPr/>
              </p:nvPicPr>
              <p:blipFill>
                <a:blip r:embed="rId21"/>
                <a:stretch>
                  <a:fillRect/>
                </a:stretch>
              </p:blipFill>
              <p:spPr>
                <a:xfrm>
                  <a:off x="6640665" y="470535"/>
                  <a:ext cx="72072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583A2DF2-0D34-83A1-E25C-7D05A29CEA8A}"/>
                    </a:ext>
                  </a:extLst>
                </p14:cNvPr>
                <p14:cNvContentPartPr/>
                <p14:nvPr/>
              </p14:nvContentPartPr>
              <p14:xfrm>
                <a:off x="7604025" y="217095"/>
                <a:ext cx="320400" cy="947880"/>
              </p14:xfrm>
            </p:contentPart>
          </mc:Choice>
          <mc:Fallback xmlns="">
            <p:pic>
              <p:nvPicPr>
                <p:cNvPr id="15" name="Ink 14">
                  <a:extLst>
                    <a:ext uri="{FF2B5EF4-FFF2-40B4-BE49-F238E27FC236}">
                      <a16:creationId xmlns:a16="http://schemas.microsoft.com/office/drawing/2014/main" id="{583A2DF2-0D34-83A1-E25C-7D05A29CEA8A}"/>
                    </a:ext>
                  </a:extLst>
                </p:cNvPr>
                <p:cNvPicPr/>
                <p:nvPr/>
              </p:nvPicPr>
              <p:blipFill>
                <a:blip r:embed="rId23"/>
                <a:stretch>
                  <a:fillRect/>
                </a:stretch>
              </p:blipFill>
              <p:spPr>
                <a:xfrm>
                  <a:off x="7597905" y="210975"/>
                  <a:ext cx="332640" cy="960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BE171A86-A86A-798F-20DC-C24CC258929D}"/>
                    </a:ext>
                  </a:extLst>
                </p14:cNvPr>
                <p14:cNvContentPartPr/>
                <p14:nvPr/>
              </p14:nvContentPartPr>
              <p14:xfrm>
                <a:off x="8264265" y="398175"/>
                <a:ext cx="84240" cy="575640"/>
              </p14:xfrm>
            </p:contentPart>
          </mc:Choice>
          <mc:Fallback xmlns="">
            <p:pic>
              <p:nvPicPr>
                <p:cNvPr id="16" name="Ink 15">
                  <a:extLst>
                    <a:ext uri="{FF2B5EF4-FFF2-40B4-BE49-F238E27FC236}">
                      <a16:creationId xmlns:a16="http://schemas.microsoft.com/office/drawing/2014/main" id="{BE171A86-A86A-798F-20DC-C24CC258929D}"/>
                    </a:ext>
                  </a:extLst>
                </p:cNvPr>
                <p:cNvPicPr/>
                <p:nvPr/>
              </p:nvPicPr>
              <p:blipFill>
                <a:blip r:embed="rId25"/>
                <a:stretch>
                  <a:fillRect/>
                </a:stretch>
              </p:blipFill>
              <p:spPr>
                <a:xfrm>
                  <a:off x="8258145" y="392055"/>
                  <a:ext cx="96480" cy="587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D0E343AA-2FD9-E0C8-1128-8C26300AADAF}"/>
                    </a:ext>
                  </a:extLst>
                </p14:cNvPr>
                <p14:cNvContentPartPr/>
                <p14:nvPr/>
              </p14:nvContentPartPr>
              <p14:xfrm>
                <a:off x="8308185" y="120615"/>
                <a:ext cx="336240" cy="252360"/>
              </p14:xfrm>
            </p:contentPart>
          </mc:Choice>
          <mc:Fallback xmlns="">
            <p:pic>
              <p:nvPicPr>
                <p:cNvPr id="17" name="Ink 16">
                  <a:extLst>
                    <a:ext uri="{FF2B5EF4-FFF2-40B4-BE49-F238E27FC236}">
                      <a16:creationId xmlns:a16="http://schemas.microsoft.com/office/drawing/2014/main" id="{D0E343AA-2FD9-E0C8-1128-8C26300AADAF}"/>
                    </a:ext>
                  </a:extLst>
                </p:cNvPr>
                <p:cNvPicPr/>
                <p:nvPr/>
              </p:nvPicPr>
              <p:blipFill>
                <a:blip r:embed="rId27"/>
                <a:stretch>
                  <a:fillRect/>
                </a:stretch>
              </p:blipFill>
              <p:spPr>
                <a:xfrm>
                  <a:off x="8302065" y="114495"/>
                  <a:ext cx="3484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18692197-AF86-5012-5B55-D7016207F164}"/>
                    </a:ext>
                  </a:extLst>
                </p14:cNvPr>
                <p14:cNvContentPartPr/>
                <p14:nvPr/>
              </p14:nvContentPartPr>
              <p14:xfrm>
                <a:off x="8450025" y="478815"/>
                <a:ext cx="743400" cy="120960"/>
              </p14:xfrm>
            </p:contentPart>
          </mc:Choice>
          <mc:Fallback xmlns="">
            <p:pic>
              <p:nvPicPr>
                <p:cNvPr id="18" name="Ink 17">
                  <a:extLst>
                    <a:ext uri="{FF2B5EF4-FFF2-40B4-BE49-F238E27FC236}">
                      <a16:creationId xmlns:a16="http://schemas.microsoft.com/office/drawing/2014/main" id="{18692197-AF86-5012-5B55-D7016207F164}"/>
                    </a:ext>
                  </a:extLst>
                </p:cNvPr>
                <p:cNvPicPr/>
                <p:nvPr/>
              </p:nvPicPr>
              <p:blipFill>
                <a:blip r:embed="rId29"/>
                <a:stretch>
                  <a:fillRect/>
                </a:stretch>
              </p:blipFill>
              <p:spPr>
                <a:xfrm>
                  <a:off x="8443905" y="472695"/>
                  <a:ext cx="7556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D7BE21D3-63FB-C9B9-D927-40FD0345784F}"/>
                    </a:ext>
                  </a:extLst>
                </p14:cNvPr>
                <p14:cNvContentPartPr/>
                <p14:nvPr/>
              </p14:nvContentPartPr>
              <p14:xfrm>
                <a:off x="9312945" y="148335"/>
                <a:ext cx="59760" cy="46800"/>
              </p14:xfrm>
            </p:contentPart>
          </mc:Choice>
          <mc:Fallback xmlns="">
            <p:pic>
              <p:nvPicPr>
                <p:cNvPr id="19" name="Ink 18">
                  <a:extLst>
                    <a:ext uri="{FF2B5EF4-FFF2-40B4-BE49-F238E27FC236}">
                      <a16:creationId xmlns:a16="http://schemas.microsoft.com/office/drawing/2014/main" id="{D7BE21D3-63FB-C9B9-D927-40FD0345784F}"/>
                    </a:ext>
                  </a:extLst>
                </p:cNvPr>
                <p:cNvPicPr/>
                <p:nvPr/>
              </p:nvPicPr>
              <p:blipFill>
                <a:blip r:embed="rId31"/>
                <a:stretch>
                  <a:fillRect/>
                </a:stretch>
              </p:blipFill>
              <p:spPr>
                <a:xfrm>
                  <a:off x="9306825" y="142215"/>
                  <a:ext cx="72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ACCD2F5B-A6FF-F479-A780-A158977F4341}"/>
                    </a:ext>
                  </a:extLst>
                </p14:cNvPr>
                <p14:cNvContentPartPr/>
                <p14:nvPr/>
              </p14:nvContentPartPr>
              <p14:xfrm>
                <a:off x="9470625" y="133935"/>
                <a:ext cx="118800" cy="588600"/>
              </p14:xfrm>
            </p:contentPart>
          </mc:Choice>
          <mc:Fallback xmlns="">
            <p:pic>
              <p:nvPicPr>
                <p:cNvPr id="20" name="Ink 19">
                  <a:extLst>
                    <a:ext uri="{FF2B5EF4-FFF2-40B4-BE49-F238E27FC236}">
                      <a16:creationId xmlns:a16="http://schemas.microsoft.com/office/drawing/2014/main" id="{ACCD2F5B-A6FF-F479-A780-A158977F4341}"/>
                    </a:ext>
                  </a:extLst>
                </p:cNvPr>
                <p:cNvPicPr/>
                <p:nvPr/>
              </p:nvPicPr>
              <p:blipFill>
                <a:blip r:embed="rId33"/>
                <a:stretch>
                  <a:fillRect/>
                </a:stretch>
              </p:blipFill>
              <p:spPr>
                <a:xfrm>
                  <a:off x="9464505" y="127815"/>
                  <a:ext cx="13104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BCAA0842-596B-0337-8D4F-12BE6E76F266}"/>
                    </a:ext>
                  </a:extLst>
                </p14:cNvPr>
                <p14:cNvContentPartPr/>
                <p14:nvPr/>
              </p14:nvContentPartPr>
              <p14:xfrm>
                <a:off x="9872025" y="517695"/>
                <a:ext cx="7200" cy="60120"/>
              </p14:xfrm>
            </p:contentPart>
          </mc:Choice>
          <mc:Fallback xmlns="">
            <p:pic>
              <p:nvPicPr>
                <p:cNvPr id="21" name="Ink 20">
                  <a:extLst>
                    <a:ext uri="{FF2B5EF4-FFF2-40B4-BE49-F238E27FC236}">
                      <a16:creationId xmlns:a16="http://schemas.microsoft.com/office/drawing/2014/main" id="{BCAA0842-596B-0337-8D4F-12BE6E76F266}"/>
                    </a:ext>
                  </a:extLst>
                </p:cNvPr>
                <p:cNvPicPr/>
                <p:nvPr/>
              </p:nvPicPr>
              <p:blipFill>
                <a:blip r:embed="rId35"/>
                <a:stretch>
                  <a:fillRect/>
                </a:stretch>
              </p:blipFill>
              <p:spPr>
                <a:xfrm>
                  <a:off x="9865905" y="511575"/>
                  <a:ext cx="194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33A83ED5-EEBB-7E79-B40A-44660EF247E6}"/>
                    </a:ext>
                  </a:extLst>
                </p14:cNvPr>
                <p14:cNvContentPartPr/>
                <p14:nvPr/>
              </p14:nvContentPartPr>
              <p14:xfrm>
                <a:off x="6395865" y="1130775"/>
                <a:ext cx="794880" cy="82800"/>
              </p14:xfrm>
            </p:contentPart>
          </mc:Choice>
          <mc:Fallback xmlns="">
            <p:pic>
              <p:nvPicPr>
                <p:cNvPr id="22" name="Ink 21">
                  <a:extLst>
                    <a:ext uri="{FF2B5EF4-FFF2-40B4-BE49-F238E27FC236}">
                      <a16:creationId xmlns:a16="http://schemas.microsoft.com/office/drawing/2014/main" id="{33A83ED5-EEBB-7E79-B40A-44660EF247E6}"/>
                    </a:ext>
                  </a:extLst>
                </p:cNvPr>
                <p:cNvPicPr/>
                <p:nvPr/>
              </p:nvPicPr>
              <p:blipFill>
                <a:blip r:embed="rId37"/>
                <a:stretch>
                  <a:fillRect/>
                </a:stretch>
              </p:blipFill>
              <p:spPr>
                <a:xfrm>
                  <a:off x="6389745" y="1124655"/>
                  <a:ext cx="8071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DD510AAA-B807-C4DC-072C-0C5A4A07BB70}"/>
                    </a:ext>
                  </a:extLst>
                </p14:cNvPr>
                <p14:cNvContentPartPr/>
                <p14:nvPr/>
              </p14:nvContentPartPr>
              <p14:xfrm>
                <a:off x="8961945" y="930975"/>
                <a:ext cx="525960" cy="78480"/>
              </p14:xfrm>
            </p:contentPart>
          </mc:Choice>
          <mc:Fallback xmlns="">
            <p:pic>
              <p:nvPicPr>
                <p:cNvPr id="23" name="Ink 22">
                  <a:extLst>
                    <a:ext uri="{FF2B5EF4-FFF2-40B4-BE49-F238E27FC236}">
                      <a16:creationId xmlns:a16="http://schemas.microsoft.com/office/drawing/2014/main" id="{DD510AAA-B807-C4DC-072C-0C5A4A07BB70}"/>
                    </a:ext>
                  </a:extLst>
                </p:cNvPr>
                <p:cNvPicPr/>
                <p:nvPr/>
              </p:nvPicPr>
              <p:blipFill>
                <a:blip r:embed="rId39"/>
                <a:stretch>
                  <a:fillRect/>
                </a:stretch>
              </p:blipFill>
              <p:spPr>
                <a:xfrm>
                  <a:off x="8955825" y="924855"/>
                  <a:ext cx="538200" cy="90720"/>
                </a:xfrm>
                <a:prstGeom prst="rect">
                  <a:avLst/>
                </a:prstGeom>
              </p:spPr>
            </p:pic>
          </mc:Fallback>
        </mc:AlternateContent>
      </p:grpSp>
      <p:grpSp>
        <p:nvGrpSpPr>
          <p:cNvPr id="30" name="Group 29">
            <a:extLst>
              <a:ext uri="{FF2B5EF4-FFF2-40B4-BE49-F238E27FC236}">
                <a16:creationId xmlns:a16="http://schemas.microsoft.com/office/drawing/2014/main" id="{9600B9C1-BEAF-AE20-A0B9-5FC83B0666C1}"/>
              </a:ext>
            </a:extLst>
          </p:cNvPr>
          <p:cNvGrpSpPr/>
          <p:nvPr/>
        </p:nvGrpSpPr>
        <p:grpSpPr>
          <a:xfrm>
            <a:off x="10113225" y="-47865"/>
            <a:ext cx="1371600" cy="1130040"/>
            <a:chOff x="10113225" y="-47865"/>
            <a:chExt cx="1371600" cy="1130040"/>
          </a:xfrm>
        </p:grpSpPr>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56B586A5-2747-8C36-98F7-49733E2AFBD3}"/>
                    </a:ext>
                  </a:extLst>
                </p14:cNvPr>
                <p14:cNvContentPartPr/>
                <p14:nvPr/>
              </p14:nvContentPartPr>
              <p14:xfrm>
                <a:off x="10629825" y="326895"/>
                <a:ext cx="187200" cy="302760"/>
              </p14:xfrm>
            </p:contentPart>
          </mc:Choice>
          <mc:Fallback xmlns="">
            <p:pic>
              <p:nvPicPr>
                <p:cNvPr id="25" name="Ink 24">
                  <a:extLst>
                    <a:ext uri="{FF2B5EF4-FFF2-40B4-BE49-F238E27FC236}">
                      <a16:creationId xmlns:a16="http://schemas.microsoft.com/office/drawing/2014/main" id="{56B586A5-2747-8C36-98F7-49733E2AFBD3}"/>
                    </a:ext>
                  </a:extLst>
                </p:cNvPr>
                <p:cNvPicPr/>
                <p:nvPr/>
              </p:nvPicPr>
              <p:blipFill>
                <a:blip r:embed="rId41"/>
                <a:stretch>
                  <a:fillRect/>
                </a:stretch>
              </p:blipFill>
              <p:spPr>
                <a:xfrm>
                  <a:off x="10623705" y="320775"/>
                  <a:ext cx="1994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F8E2E788-DAAA-E5D4-EEE5-237F046D572B}"/>
                    </a:ext>
                  </a:extLst>
                </p14:cNvPr>
                <p14:cNvContentPartPr/>
                <p14:nvPr/>
              </p14:nvContentPartPr>
              <p14:xfrm>
                <a:off x="10842225" y="692655"/>
                <a:ext cx="104400" cy="95040"/>
              </p14:xfrm>
            </p:contentPart>
          </mc:Choice>
          <mc:Fallback xmlns="">
            <p:pic>
              <p:nvPicPr>
                <p:cNvPr id="26" name="Ink 25">
                  <a:extLst>
                    <a:ext uri="{FF2B5EF4-FFF2-40B4-BE49-F238E27FC236}">
                      <a16:creationId xmlns:a16="http://schemas.microsoft.com/office/drawing/2014/main" id="{F8E2E788-DAAA-E5D4-EEE5-237F046D572B}"/>
                    </a:ext>
                  </a:extLst>
                </p:cNvPr>
                <p:cNvPicPr/>
                <p:nvPr/>
              </p:nvPicPr>
              <p:blipFill>
                <a:blip r:embed="rId43"/>
                <a:stretch>
                  <a:fillRect/>
                </a:stretch>
              </p:blipFill>
              <p:spPr>
                <a:xfrm>
                  <a:off x="10836105" y="686535"/>
                  <a:ext cx="1166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446223BE-C078-4B31-EB9F-62CED65E5B07}"/>
                    </a:ext>
                  </a:extLst>
                </p14:cNvPr>
                <p14:cNvContentPartPr/>
                <p14:nvPr/>
              </p14:nvContentPartPr>
              <p14:xfrm>
                <a:off x="11281065" y="312855"/>
                <a:ext cx="203760" cy="381960"/>
              </p14:xfrm>
            </p:contentPart>
          </mc:Choice>
          <mc:Fallback xmlns="">
            <p:pic>
              <p:nvPicPr>
                <p:cNvPr id="27" name="Ink 26">
                  <a:extLst>
                    <a:ext uri="{FF2B5EF4-FFF2-40B4-BE49-F238E27FC236}">
                      <a16:creationId xmlns:a16="http://schemas.microsoft.com/office/drawing/2014/main" id="{446223BE-C078-4B31-EB9F-62CED65E5B07}"/>
                    </a:ext>
                  </a:extLst>
                </p:cNvPr>
                <p:cNvPicPr/>
                <p:nvPr/>
              </p:nvPicPr>
              <p:blipFill>
                <a:blip r:embed="rId45"/>
                <a:stretch>
                  <a:fillRect/>
                </a:stretch>
              </p:blipFill>
              <p:spPr>
                <a:xfrm>
                  <a:off x="11274945" y="306735"/>
                  <a:ext cx="21600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B651D8CE-800A-9DB2-6E75-2C18B1C49CC6}"/>
                    </a:ext>
                  </a:extLst>
                </p14:cNvPr>
                <p14:cNvContentPartPr/>
                <p14:nvPr/>
              </p14:nvContentPartPr>
              <p14:xfrm>
                <a:off x="10113225" y="-47865"/>
                <a:ext cx="1324800" cy="1130040"/>
              </p14:xfrm>
            </p:contentPart>
          </mc:Choice>
          <mc:Fallback xmlns="">
            <p:pic>
              <p:nvPicPr>
                <p:cNvPr id="28" name="Ink 27">
                  <a:extLst>
                    <a:ext uri="{FF2B5EF4-FFF2-40B4-BE49-F238E27FC236}">
                      <a16:creationId xmlns:a16="http://schemas.microsoft.com/office/drawing/2014/main" id="{B651D8CE-800A-9DB2-6E75-2C18B1C49CC6}"/>
                    </a:ext>
                  </a:extLst>
                </p:cNvPr>
                <p:cNvPicPr/>
                <p:nvPr/>
              </p:nvPicPr>
              <p:blipFill>
                <a:blip r:embed="rId47"/>
                <a:stretch>
                  <a:fillRect/>
                </a:stretch>
              </p:blipFill>
              <p:spPr>
                <a:xfrm>
                  <a:off x="10107105" y="-53985"/>
                  <a:ext cx="1337040" cy="114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FE21C1C7-AE3F-FCA8-A795-49ECE4D88ADE}"/>
                    </a:ext>
                  </a:extLst>
                </p14:cNvPr>
                <p14:cNvContentPartPr/>
                <p14:nvPr/>
              </p14:nvContentPartPr>
              <p14:xfrm>
                <a:off x="11449185" y="584520"/>
                <a:ext cx="12960" cy="5400"/>
              </p14:xfrm>
            </p:contentPart>
          </mc:Choice>
          <mc:Fallback xmlns="">
            <p:pic>
              <p:nvPicPr>
                <p:cNvPr id="29" name="Ink 28">
                  <a:extLst>
                    <a:ext uri="{FF2B5EF4-FFF2-40B4-BE49-F238E27FC236}">
                      <a16:creationId xmlns:a16="http://schemas.microsoft.com/office/drawing/2014/main" id="{FE21C1C7-AE3F-FCA8-A795-49ECE4D88ADE}"/>
                    </a:ext>
                  </a:extLst>
                </p:cNvPr>
                <p:cNvPicPr/>
                <p:nvPr/>
              </p:nvPicPr>
              <p:blipFill>
                <a:blip r:embed="rId49"/>
                <a:stretch>
                  <a:fillRect/>
                </a:stretch>
              </p:blipFill>
              <p:spPr>
                <a:xfrm>
                  <a:off x="11443065" y="578400"/>
                  <a:ext cx="25200" cy="1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94734A6A-1358-F933-D606-0BF414A31F43}"/>
                  </a:ext>
                </a:extLst>
              </p14:cNvPr>
              <p14:cNvContentPartPr/>
              <p14:nvPr/>
            </p14:nvContentPartPr>
            <p14:xfrm>
              <a:off x="2344785" y="2410080"/>
              <a:ext cx="511560" cy="538920"/>
            </p14:xfrm>
          </p:contentPart>
        </mc:Choice>
        <mc:Fallback xmlns="">
          <p:pic>
            <p:nvPicPr>
              <p:cNvPr id="31" name="Ink 30">
                <a:extLst>
                  <a:ext uri="{FF2B5EF4-FFF2-40B4-BE49-F238E27FC236}">
                    <a16:creationId xmlns:a16="http://schemas.microsoft.com/office/drawing/2014/main" id="{94734A6A-1358-F933-D606-0BF414A31F43}"/>
                  </a:ext>
                </a:extLst>
              </p:cNvPr>
              <p:cNvPicPr/>
              <p:nvPr/>
            </p:nvPicPr>
            <p:blipFill>
              <a:blip r:embed="rId51"/>
              <a:stretch>
                <a:fillRect/>
              </a:stretch>
            </p:blipFill>
            <p:spPr>
              <a:xfrm>
                <a:off x="2338665" y="2403960"/>
                <a:ext cx="523800" cy="551160"/>
              </a:xfrm>
              <a:prstGeom prst="rect">
                <a:avLst/>
              </a:prstGeom>
            </p:spPr>
          </p:pic>
        </mc:Fallback>
      </mc:AlternateContent>
      <p:grpSp>
        <p:nvGrpSpPr>
          <p:cNvPr id="37" name="Group 36">
            <a:extLst>
              <a:ext uri="{FF2B5EF4-FFF2-40B4-BE49-F238E27FC236}">
                <a16:creationId xmlns:a16="http://schemas.microsoft.com/office/drawing/2014/main" id="{3DF0E6BB-3E4C-126C-0C40-B3676CAD834E}"/>
              </a:ext>
            </a:extLst>
          </p:cNvPr>
          <p:cNvGrpSpPr/>
          <p:nvPr/>
        </p:nvGrpSpPr>
        <p:grpSpPr>
          <a:xfrm>
            <a:off x="7207305" y="1897080"/>
            <a:ext cx="855360" cy="662040"/>
            <a:chOff x="7207305" y="1897080"/>
            <a:chExt cx="855360" cy="662040"/>
          </a:xfrm>
        </p:grpSpPr>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1DCBF548-204A-0BF5-22E7-8C7C9A2C70C2}"/>
                    </a:ext>
                  </a:extLst>
                </p14:cNvPr>
                <p14:cNvContentPartPr/>
                <p14:nvPr/>
              </p14:nvContentPartPr>
              <p14:xfrm>
                <a:off x="7218105" y="2019840"/>
                <a:ext cx="78480" cy="539280"/>
              </p14:xfrm>
            </p:contentPart>
          </mc:Choice>
          <mc:Fallback xmlns="">
            <p:pic>
              <p:nvPicPr>
                <p:cNvPr id="32" name="Ink 31">
                  <a:extLst>
                    <a:ext uri="{FF2B5EF4-FFF2-40B4-BE49-F238E27FC236}">
                      <a16:creationId xmlns:a16="http://schemas.microsoft.com/office/drawing/2014/main" id="{1DCBF548-204A-0BF5-22E7-8C7C9A2C70C2}"/>
                    </a:ext>
                  </a:extLst>
                </p:cNvPr>
                <p:cNvPicPr/>
                <p:nvPr/>
              </p:nvPicPr>
              <p:blipFill>
                <a:blip r:embed="rId53"/>
                <a:stretch>
                  <a:fillRect/>
                </a:stretch>
              </p:blipFill>
              <p:spPr>
                <a:xfrm>
                  <a:off x="7211985" y="2013720"/>
                  <a:ext cx="9072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683AB5EB-2D9D-55B9-D54E-35D5CE3F8B49}"/>
                    </a:ext>
                  </a:extLst>
                </p14:cNvPr>
                <p14:cNvContentPartPr/>
                <p14:nvPr/>
              </p14:nvContentPartPr>
              <p14:xfrm>
                <a:off x="7303425" y="1897080"/>
                <a:ext cx="340920" cy="92160"/>
              </p14:xfrm>
            </p:contentPart>
          </mc:Choice>
          <mc:Fallback xmlns="">
            <p:pic>
              <p:nvPicPr>
                <p:cNvPr id="33" name="Ink 32">
                  <a:extLst>
                    <a:ext uri="{FF2B5EF4-FFF2-40B4-BE49-F238E27FC236}">
                      <a16:creationId xmlns:a16="http://schemas.microsoft.com/office/drawing/2014/main" id="{683AB5EB-2D9D-55B9-D54E-35D5CE3F8B49}"/>
                    </a:ext>
                  </a:extLst>
                </p:cNvPr>
                <p:cNvPicPr/>
                <p:nvPr/>
              </p:nvPicPr>
              <p:blipFill>
                <a:blip r:embed="rId55"/>
                <a:stretch>
                  <a:fillRect/>
                </a:stretch>
              </p:blipFill>
              <p:spPr>
                <a:xfrm>
                  <a:off x="7297305" y="1890960"/>
                  <a:ext cx="3531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ABC2BB6D-67F5-20AE-F490-6EF0FD986FFB}"/>
                    </a:ext>
                  </a:extLst>
                </p14:cNvPr>
                <p14:cNvContentPartPr/>
                <p14:nvPr/>
              </p14:nvContentPartPr>
              <p14:xfrm>
                <a:off x="7207305" y="2208120"/>
                <a:ext cx="217800" cy="110520"/>
              </p14:xfrm>
            </p:contentPart>
          </mc:Choice>
          <mc:Fallback xmlns="">
            <p:pic>
              <p:nvPicPr>
                <p:cNvPr id="34" name="Ink 33">
                  <a:extLst>
                    <a:ext uri="{FF2B5EF4-FFF2-40B4-BE49-F238E27FC236}">
                      <a16:creationId xmlns:a16="http://schemas.microsoft.com/office/drawing/2014/main" id="{ABC2BB6D-67F5-20AE-F490-6EF0FD986FFB}"/>
                    </a:ext>
                  </a:extLst>
                </p:cNvPr>
                <p:cNvPicPr/>
                <p:nvPr/>
              </p:nvPicPr>
              <p:blipFill>
                <a:blip r:embed="rId57"/>
                <a:stretch>
                  <a:fillRect/>
                </a:stretch>
              </p:blipFill>
              <p:spPr>
                <a:xfrm>
                  <a:off x="7201185" y="2202000"/>
                  <a:ext cx="2300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9A0E31AA-E095-F2B5-E161-9D6DD83CE766}"/>
                    </a:ext>
                  </a:extLst>
                </p14:cNvPr>
                <p14:cNvContentPartPr/>
                <p14:nvPr/>
              </p14:nvContentPartPr>
              <p14:xfrm>
                <a:off x="7640025" y="2262480"/>
                <a:ext cx="422640" cy="125640"/>
              </p14:xfrm>
            </p:contentPart>
          </mc:Choice>
          <mc:Fallback xmlns="">
            <p:pic>
              <p:nvPicPr>
                <p:cNvPr id="35" name="Ink 34">
                  <a:extLst>
                    <a:ext uri="{FF2B5EF4-FFF2-40B4-BE49-F238E27FC236}">
                      <a16:creationId xmlns:a16="http://schemas.microsoft.com/office/drawing/2014/main" id="{9A0E31AA-E095-F2B5-E161-9D6DD83CE766}"/>
                    </a:ext>
                  </a:extLst>
                </p:cNvPr>
                <p:cNvPicPr/>
                <p:nvPr/>
              </p:nvPicPr>
              <p:blipFill>
                <a:blip r:embed="rId59"/>
                <a:stretch>
                  <a:fillRect/>
                </a:stretch>
              </p:blipFill>
              <p:spPr>
                <a:xfrm>
                  <a:off x="7633905" y="2256360"/>
                  <a:ext cx="43488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5FB22A16-3680-C600-89ED-40852614456D}"/>
                  </a:ext>
                </a:extLst>
              </p14:cNvPr>
              <p14:cNvContentPartPr/>
              <p14:nvPr/>
            </p14:nvContentPartPr>
            <p14:xfrm>
              <a:off x="8462625" y="1901400"/>
              <a:ext cx="49680" cy="358200"/>
            </p14:xfrm>
          </p:contentPart>
        </mc:Choice>
        <mc:Fallback xmlns="">
          <p:pic>
            <p:nvPicPr>
              <p:cNvPr id="36" name="Ink 35">
                <a:extLst>
                  <a:ext uri="{FF2B5EF4-FFF2-40B4-BE49-F238E27FC236}">
                    <a16:creationId xmlns:a16="http://schemas.microsoft.com/office/drawing/2014/main" id="{5FB22A16-3680-C600-89ED-40852614456D}"/>
                  </a:ext>
                </a:extLst>
              </p:cNvPr>
              <p:cNvPicPr/>
              <p:nvPr/>
            </p:nvPicPr>
            <p:blipFill>
              <a:blip r:embed="rId61"/>
              <a:stretch>
                <a:fillRect/>
              </a:stretch>
            </p:blipFill>
            <p:spPr>
              <a:xfrm>
                <a:off x="8456505" y="1895280"/>
                <a:ext cx="619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F70F66EE-996C-DDE9-6438-DE6EE4575D1A}"/>
                  </a:ext>
                </a:extLst>
              </p14:cNvPr>
              <p14:cNvContentPartPr/>
              <p14:nvPr/>
            </p14:nvContentPartPr>
            <p14:xfrm>
              <a:off x="2297985" y="3389280"/>
              <a:ext cx="375840" cy="526320"/>
            </p14:xfrm>
          </p:contentPart>
        </mc:Choice>
        <mc:Fallback xmlns="">
          <p:pic>
            <p:nvPicPr>
              <p:cNvPr id="38" name="Ink 37">
                <a:extLst>
                  <a:ext uri="{FF2B5EF4-FFF2-40B4-BE49-F238E27FC236}">
                    <a16:creationId xmlns:a16="http://schemas.microsoft.com/office/drawing/2014/main" id="{F70F66EE-996C-DDE9-6438-DE6EE4575D1A}"/>
                  </a:ext>
                </a:extLst>
              </p:cNvPr>
              <p:cNvPicPr/>
              <p:nvPr/>
            </p:nvPicPr>
            <p:blipFill>
              <a:blip r:embed="rId63"/>
              <a:stretch>
                <a:fillRect/>
              </a:stretch>
            </p:blipFill>
            <p:spPr>
              <a:xfrm>
                <a:off x="2291865" y="3383160"/>
                <a:ext cx="388080" cy="538560"/>
              </a:xfrm>
              <a:prstGeom prst="rect">
                <a:avLst/>
              </a:prstGeom>
            </p:spPr>
          </p:pic>
        </mc:Fallback>
      </mc:AlternateContent>
      <p:grpSp>
        <p:nvGrpSpPr>
          <p:cNvPr id="52" name="Group 51">
            <a:extLst>
              <a:ext uri="{FF2B5EF4-FFF2-40B4-BE49-F238E27FC236}">
                <a16:creationId xmlns:a16="http://schemas.microsoft.com/office/drawing/2014/main" id="{4B8642C0-1E06-50B4-109A-58E1DC17697D}"/>
              </a:ext>
            </a:extLst>
          </p:cNvPr>
          <p:cNvGrpSpPr/>
          <p:nvPr/>
        </p:nvGrpSpPr>
        <p:grpSpPr>
          <a:xfrm>
            <a:off x="7051425" y="3003000"/>
            <a:ext cx="1076760" cy="628200"/>
            <a:chOff x="7051425" y="3003000"/>
            <a:chExt cx="1076760" cy="628200"/>
          </a:xfrm>
        </p:grpSpPr>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F0824575-D111-6B23-1C05-88F53AC9FF33}"/>
                    </a:ext>
                  </a:extLst>
                </p14:cNvPr>
                <p14:cNvContentPartPr/>
                <p14:nvPr/>
              </p14:nvContentPartPr>
              <p14:xfrm>
                <a:off x="7051425" y="3152400"/>
                <a:ext cx="96840" cy="478800"/>
              </p14:xfrm>
            </p:contentPart>
          </mc:Choice>
          <mc:Fallback xmlns="">
            <p:pic>
              <p:nvPicPr>
                <p:cNvPr id="39" name="Ink 38">
                  <a:extLst>
                    <a:ext uri="{FF2B5EF4-FFF2-40B4-BE49-F238E27FC236}">
                      <a16:creationId xmlns:a16="http://schemas.microsoft.com/office/drawing/2014/main" id="{F0824575-D111-6B23-1C05-88F53AC9FF33}"/>
                    </a:ext>
                  </a:extLst>
                </p:cNvPr>
                <p:cNvPicPr/>
                <p:nvPr/>
              </p:nvPicPr>
              <p:blipFill>
                <a:blip r:embed="rId65"/>
                <a:stretch>
                  <a:fillRect/>
                </a:stretch>
              </p:blipFill>
              <p:spPr>
                <a:xfrm>
                  <a:off x="7045305" y="3146280"/>
                  <a:ext cx="10908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0F4875C8-1A62-E1E6-CE27-F77DE46EA8B8}"/>
                    </a:ext>
                  </a:extLst>
                </p14:cNvPr>
                <p14:cNvContentPartPr/>
                <p14:nvPr/>
              </p14:nvContentPartPr>
              <p14:xfrm>
                <a:off x="7128825" y="3003000"/>
                <a:ext cx="224280" cy="116640"/>
              </p14:xfrm>
            </p:contentPart>
          </mc:Choice>
          <mc:Fallback xmlns="">
            <p:pic>
              <p:nvPicPr>
                <p:cNvPr id="40" name="Ink 39">
                  <a:extLst>
                    <a:ext uri="{FF2B5EF4-FFF2-40B4-BE49-F238E27FC236}">
                      <a16:creationId xmlns:a16="http://schemas.microsoft.com/office/drawing/2014/main" id="{0F4875C8-1A62-E1E6-CE27-F77DE46EA8B8}"/>
                    </a:ext>
                  </a:extLst>
                </p:cNvPr>
                <p:cNvPicPr/>
                <p:nvPr/>
              </p:nvPicPr>
              <p:blipFill>
                <a:blip r:embed="rId67"/>
                <a:stretch>
                  <a:fillRect/>
                </a:stretch>
              </p:blipFill>
              <p:spPr>
                <a:xfrm>
                  <a:off x="7122705" y="2996880"/>
                  <a:ext cx="2365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26CE17A7-4799-28F1-081E-A601EDF981C7}"/>
                    </a:ext>
                  </a:extLst>
                </p14:cNvPr>
                <p14:cNvContentPartPr/>
                <p14:nvPr/>
              </p14:nvContentPartPr>
              <p14:xfrm>
                <a:off x="7246905" y="3292080"/>
                <a:ext cx="881280" cy="98640"/>
              </p14:xfrm>
            </p:contentPart>
          </mc:Choice>
          <mc:Fallback xmlns="">
            <p:pic>
              <p:nvPicPr>
                <p:cNvPr id="41" name="Ink 40">
                  <a:extLst>
                    <a:ext uri="{FF2B5EF4-FFF2-40B4-BE49-F238E27FC236}">
                      <a16:creationId xmlns:a16="http://schemas.microsoft.com/office/drawing/2014/main" id="{26CE17A7-4799-28F1-081E-A601EDF981C7}"/>
                    </a:ext>
                  </a:extLst>
                </p:cNvPr>
                <p:cNvPicPr/>
                <p:nvPr/>
              </p:nvPicPr>
              <p:blipFill>
                <a:blip r:embed="rId69"/>
                <a:stretch>
                  <a:fillRect/>
                </a:stretch>
              </p:blipFill>
              <p:spPr>
                <a:xfrm>
                  <a:off x="7240785" y="3285960"/>
                  <a:ext cx="893520" cy="110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1DEB472A-4A2F-7292-3030-D30FC50B3001}"/>
                  </a:ext>
                </a:extLst>
              </p14:cNvPr>
              <p14:cNvContentPartPr/>
              <p14:nvPr/>
            </p14:nvContentPartPr>
            <p14:xfrm>
              <a:off x="8599785" y="2979600"/>
              <a:ext cx="16200" cy="36360"/>
            </p14:xfrm>
          </p:contentPart>
        </mc:Choice>
        <mc:Fallback xmlns="">
          <p:pic>
            <p:nvPicPr>
              <p:cNvPr id="42" name="Ink 41">
                <a:extLst>
                  <a:ext uri="{FF2B5EF4-FFF2-40B4-BE49-F238E27FC236}">
                    <a16:creationId xmlns:a16="http://schemas.microsoft.com/office/drawing/2014/main" id="{1DEB472A-4A2F-7292-3030-D30FC50B3001}"/>
                  </a:ext>
                </a:extLst>
              </p:cNvPr>
              <p:cNvPicPr/>
              <p:nvPr/>
            </p:nvPicPr>
            <p:blipFill>
              <a:blip r:embed="rId71"/>
              <a:stretch>
                <a:fillRect/>
              </a:stretch>
            </p:blipFill>
            <p:spPr>
              <a:xfrm>
                <a:off x="8593665" y="2973480"/>
                <a:ext cx="284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B068D060-58C6-C377-DEFB-8E370A2DB593}"/>
                  </a:ext>
                </a:extLst>
              </p14:cNvPr>
              <p14:cNvContentPartPr/>
              <p14:nvPr/>
            </p14:nvContentPartPr>
            <p14:xfrm>
              <a:off x="2484465" y="4314840"/>
              <a:ext cx="398520" cy="451800"/>
            </p14:xfrm>
          </p:contentPart>
        </mc:Choice>
        <mc:Fallback xmlns="">
          <p:pic>
            <p:nvPicPr>
              <p:cNvPr id="43" name="Ink 42">
                <a:extLst>
                  <a:ext uri="{FF2B5EF4-FFF2-40B4-BE49-F238E27FC236}">
                    <a16:creationId xmlns:a16="http://schemas.microsoft.com/office/drawing/2014/main" id="{B068D060-58C6-C377-DEFB-8E370A2DB593}"/>
                  </a:ext>
                </a:extLst>
              </p:cNvPr>
              <p:cNvPicPr/>
              <p:nvPr/>
            </p:nvPicPr>
            <p:blipFill>
              <a:blip r:embed="rId73"/>
              <a:stretch>
                <a:fillRect/>
              </a:stretch>
            </p:blipFill>
            <p:spPr>
              <a:xfrm>
                <a:off x="2478345" y="4308720"/>
                <a:ext cx="410760" cy="464040"/>
              </a:xfrm>
              <a:prstGeom prst="rect">
                <a:avLst/>
              </a:prstGeom>
            </p:spPr>
          </p:pic>
        </mc:Fallback>
      </mc:AlternateContent>
      <p:grpSp>
        <p:nvGrpSpPr>
          <p:cNvPr id="50" name="Group 49">
            <a:extLst>
              <a:ext uri="{FF2B5EF4-FFF2-40B4-BE49-F238E27FC236}">
                <a16:creationId xmlns:a16="http://schemas.microsoft.com/office/drawing/2014/main" id="{DCF2EE4B-949A-42AC-4509-78195141BB55}"/>
              </a:ext>
            </a:extLst>
          </p:cNvPr>
          <p:cNvGrpSpPr/>
          <p:nvPr/>
        </p:nvGrpSpPr>
        <p:grpSpPr>
          <a:xfrm>
            <a:off x="8525985" y="3810840"/>
            <a:ext cx="195480" cy="552600"/>
            <a:chOff x="8525985" y="3810840"/>
            <a:chExt cx="195480" cy="552600"/>
          </a:xfrm>
        </p:grpSpPr>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3559671C-EC1D-36AF-2BFF-864932AFAF15}"/>
                    </a:ext>
                  </a:extLst>
                </p14:cNvPr>
                <p14:cNvContentPartPr/>
                <p14:nvPr/>
              </p14:nvContentPartPr>
              <p14:xfrm>
                <a:off x="8525985" y="3810840"/>
                <a:ext cx="133560" cy="423000"/>
              </p14:xfrm>
            </p:contentPart>
          </mc:Choice>
          <mc:Fallback xmlns="">
            <p:pic>
              <p:nvPicPr>
                <p:cNvPr id="48" name="Ink 47">
                  <a:extLst>
                    <a:ext uri="{FF2B5EF4-FFF2-40B4-BE49-F238E27FC236}">
                      <a16:creationId xmlns:a16="http://schemas.microsoft.com/office/drawing/2014/main" id="{3559671C-EC1D-36AF-2BFF-864932AFAF15}"/>
                    </a:ext>
                  </a:extLst>
                </p:cNvPr>
                <p:cNvPicPr/>
                <p:nvPr/>
              </p:nvPicPr>
              <p:blipFill>
                <a:blip r:embed="rId75"/>
                <a:stretch>
                  <a:fillRect/>
                </a:stretch>
              </p:blipFill>
              <p:spPr>
                <a:xfrm>
                  <a:off x="8519865" y="3804720"/>
                  <a:ext cx="1458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73EF046D-FC84-66A8-F5B8-BFB7FFBBAB51}"/>
                    </a:ext>
                  </a:extLst>
                </p14:cNvPr>
                <p14:cNvContentPartPr/>
                <p14:nvPr/>
              </p14:nvContentPartPr>
              <p14:xfrm>
                <a:off x="8684385" y="4211880"/>
                <a:ext cx="37080" cy="151560"/>
              </p14:xfrm>
            </p:contentPart>
          </mc:Choice>
          <mc:Fallback xmlns="">
            <p:pic>
              <p:nvPicPr>
                <p:cNvPr id="49" name="Ink 48">
                  <a:extLst>
                    <a:ext uri="{FF2B5EF4-FFF2-40B4-BE49-F238E27FC236}">
                      <a16:creationId xmlns:a16="http://schemas.microsoft.com/office/drawing/2014/main" id="{73EF046D-FC84-66A8-F5B8-BFB7FFBBAB51}"/>
                    </a:ext>
                  </a:extLst>
                </p:cNvPr>
                <p:cNvPicPr/>
                <p:nvPr/>
              </p:nvPicPr>
              <p:blipFill>
                <a:blip r:embed="rId77"/>
                <a:stretch>
                  <a:fillRect/>
                </a:stretch>
              </p:blipFill>
              <p:spPr>
                <a:xfrm>
                  <a:off x="8678265" y="4205760"/>
                  <a:ext cx="49320" cy="163800"/>
                </a:xfrm>
                <a:prstGeom prst="rect">
                  <a:avLst/>
                </a:prstGeom>
              </p:spPr>
            </p:pic>
          </mc:Fallback>
        </mc:AlternateContent>
      </p:grpSp>
      <p:grpSp>
        <p:nvGrpSpPr>
          <p:cNvPr id="59" name="Group 58">
            <a:extLst>
              <a:ext uri="{FF2B5EF4-FFF2-40B4-BE49-F238E27FC236}">
                <a16:creationId xmlns:a16="http://schemas.microsoft.com/office/drawing/2014/main" id="{B61F8661-5661-F628-1877-F69673D19ECD}"/>
              </a:ext>
            </a:extLst>
          </p:cNvPr>
          <p:cNvGrpSpPr/>
          <p:nvPr/>
        </p:nvGrpSpPr>
        <p:grpSpPr>
          <a:xfrm>
            <a:off x="2600025" y="5084160"/>
            <a:ext cx="714960" cy="583560"/>
            <a:chOff x="2600025" y="5084160"/>
            <a:chExt cx="714960" cy="583560"/>
          </a:xfrm>
        </p:grpSpPr>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7ED5C36A-6CF9-5EB9-10D7-60F10930D4C3}"/>
                    </a:ext>
                  </a:extLst>
                </p14:cNvPr>
                <p14:cNvContentPartPr/>
                <p14:nvPr/>
              </p14:nvContentPartPr>
              <p14:xfrm>
                <a:off x="2600025" y="5146440"/>
                <a:ext cx="230400" cy="521280"/>
              </p14:xfrm>
            </p:contentPart>
          </mc:Choice>
          <mc:Fallback xmlns="">
            <p:pic>
              <p:nvPicPr>
                <p:cNvPr id="53" name="Ink 52">
                  <a:extLst>
                    <a:ext uri="{FF2B5EF4-FFF2-40B4-BE49-F238E27FC236}">
                      <a16:creationId xmlns:a16="http://schemas.microsoft.com/office/drawing/2014/main" id="{7ED5C36A-6CF9-5EB9-10D7-60F10930D4C3}"/>
                    </a:ext>
                  </a:extLst>
                </p:cNvPr>
                <p:cNvPicPr/>
                <p:nvPr/>
              </p:nvPicPr>
              <p:blipFill>
                <a:blip r:embed="rId79"/>
                <a:stretch>
                  <a:fillRect/>
                </a:stretch>
              </p:blipFill>
              <p:spPr>
                <a:xfrm>
                  <a:off x="2593905" y="5140320"/>
                  <a:ext cx="24264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57D29156-76E4-9EEE-AA16-06118D2C5B45}"/>
                    </a:ext>
                  </a:extLst>
                </p14:cNvPr>
                <p14:cNvContentPartPr/>
                <p14:nvPr/>
              </p14:nvContentPartPr>
              <p14:xfrm>
                <a:off x="2904225" y="5084160"/>
                <a:ext cx="410760" cy="92880"/>
              </p14:xfrm>
            </p:contentPart>
          </mc:Choice>
          <mc:Fallback xmlns="">
            <p:pic>
              <p:nvPicPr>
                <p:cNvPr id="54" name="Ink 53">
                  <a:extLst>
                    <a:ext uri="{FF2B5EF4-FFF2-40B4-BE49-F238E27FC236}">
                      <a16:creationId xmlns:a16="http://schemas.microsoft.com/office/drawing/2014/main" id="{57D29156-76E4-9EEE-AA16-06118D2C5B45}"/>
                    </a:ext>
                  </a:extLst>
                </p:cNvPr>
                <p:cNvPicPr/>
                <p:nvPr/>
              </p:nvPicPr>
              <p:blipFill>
                <a:blip r:embed="rId81"/>
                <a:stretch>
                  <a:fillRect/>
                </a:stretch>
              </p:blipFill>
              <p:spPr>
                <a:xfrm>
                  <a:off x="2898105" y="5078040"/>
                  <a:ext cx="423000" cy="105120"/>
                </a:xfrm>
                <a:prstGeom prst="rect">
                  <a:avLst/>
                </a:prstGeom>
              </p:spPr>
            </p:pic>
          </mc:Fallback>
        </mc:AlternateContent>
      </p:grpSp>
      <p:grpSp>
        <p:nvGrpSpPr>
          <p:cNvPr id="58" name="Group 57">
            <a:extLst>
              <a:ext uri="{FF2B5EF4-FFF2-40B4-BE49-F238E27FC236}">
                <a16:creationId xmlns:a16="http://schemas.microsoft.com/office/drawing/2014/main" id="{9816DB76-218B-2C3D-DA03-974AE9F53D77}"/>
              </a:ext>
            </a:extLst>
          </p:cNvPr>
          <p:cNvGrpSpPr/>
          <p:nvPr/>
        </p:nvGrpSpPr>
        <p:grpSpPr>
          <a:xfrm>
            <a:off x="7125225" y="4846200"/>
            <a:ext cx="1257480" cy="673560"/>
            <a:chOff x="7125225" y="4846200"/>
            <a:chExt cx="1257480" cy="673560"/>
          </a:xfrm>
        </p:grpSpPr>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9A984228-98AF-56E2-0F6B-878D3BA49C57}"/>
                    </a:ext>
                  </a:extLst>
                </p14:cNvPr>
                <p14:cNvContentPartPr/>
                <p14:nvPr/>
              </p14:nvContentPartPr>
              <p14:xfrm>
                <a:off x="7125225" y="5070480"/>
                <a:ext cx="37440" cy="449280"/>
              </p14:xfrm>
            </p:contentPart>
          </mc:Choice>
          <mc:Fallback xmlns="">
            <p:pic>
              <p:nvPicPr>
                <p:cNvPr id="55" name="Ink 54">
                  <a:extLst>
                    <a:ext uri="{FF2B5EF4-FFF2-40B4-BE49-F238E27FC236}">
                      <a16:creationId xmlns:a16="http://schemas.microsoft.com/office/drawing/2014/main" id="{9A984228-98AF-56E2-0F6B-878D3BA49C57}"/>
                    </a:ext>
                  </a:extLst>
                </p:cNvPr>
                <p:cNvPicPr/>
                <p:nvPr/>
              </p:nvPicPr>
              <p:blipFill>
                <a:blip r:embed="rId83"/>
                <a:stretch>
                  <a:fillRect/>
                </a:stretch>
              </p:blipFill>
              <p:spPr>
                <a:xfrm>
                  <a:off x="7119105" y="5064360"/>
                  <a:ext cx="4968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07A73395-8190-D75D-2044-D09DCC0F8983}"/>
                    </a:ext>
                  </a:extLst>
                </p14:cNvPr>
                <p14:cNvContentPartPr/>
                <p14:nvPr/>
              </p14:nvContentPartPr>
              <p14:xfrm>
                <a:off x="7142505" y="4846200"/>
                <a:ext cx="253440" cy="417240"/>
              </p14:xfrm>
            </p:contentPart>
          </mc:Choice>
          <mc:Fallback xmlns="">
            <p:pic>
              <p:nvPicPr>
                <p:cNvPr id="56" name="Ink 55">
                  <a:extLst>
                    <a:ext uri="{FF2B5EF4-FFF2-40B4-BE49-F238E27FC236}">
                      <a16:creationId xmlns:a16="http://schemas.microsoft.com/office/drawing/2014/main" id="{07A73395-8190-D75D-2044-D09DCC0F8983}"/>
                    </a:ext>
                  </a:extLst>
                </p:cNvPr>
                <p:cNvPicPr/>
                <p:nvPr/>
              </p:nvPicPr>
              <p:blipFill>
                <a:blip r:embed="rId85"/>
                <a:stretch>
                  <a:fillRect/>
                </a:stretch>
              </p:blipFill>
              <p:spPr>
                <a:xfrm>
                  <a:off x="7136385" y="4840080"/>
                  <a:ext cx="2656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34F81A25-5055-0560-8E21-BF37A7491447}"/>
                    </a:ext>
                  </a:extLst>
                </p14:cNvPr>
                <p14:cNvContentPartPr/>
                <p14:nvPr/>
              </p14:nvContentPartPr>
              <p14:xfrm>
                <a:off x="7484145" y="5026560"/>
                <a:ext cx="898560" cy="310320"/>
              </p14:xfrm>
            </p:contentPart>
          </mc:Choice>
          <mc:Fallback xmlns="">
            <p:pic>
              <p:nvPicPr>
                <p:cNvPr id="57" name="Ink 56">
                  <a:extLst>
                    <a:ext uri="{FF2B5EF4-FFF2-40B4-BE49-F238E27FC236}">
                      <a16:creationId xmlns:a16="http://schemas.microsoft.com/office/drawing/2014/main" id="{34F81A25-5055-0560-8E21-BF37A7491447}"/>
                    </a:ext>
                  </a:extLst>
                </p:cNvPr>
                <p:cNvPicPr/>
                <p:nvPr/>
              </p:nvPicPr>
              <p:blipFill>
                <a:blip r:embed="rId87"/>
                <a:stretch>
                  <a:fillRect/>
                </a:stretch>
              </p:blipFill>
              <p:spPr>
                <a:xfrm>
                  <a:off x="7478025" y="5020440"/>
                  <a:ext cx="910800" cy="322560"/>
                </a:xfrm>
                <a:prstGeom prst="rect">
                  <a:avLst/>
                </a:prstGeom>
              </p:spPr>
            </p:pic>
          </mc:Fallback>
        </mc:AlternateContent>
      </p:grpSp>
      <p:grpSp>
        <p:nvGrpSpPr>
          <p:cNvPr id="61" name="Group 60">
            <a:extLst>
              <a:ext uri="{FF2B5EF4-FFF2-40B4-BE49-F238E27FC236}">
                <a16:creationId xmlns:a16="http://schemas.microsoft.com/office/drawing/2014/main" id="{29CF7351-E276-4ED6-8110-AC6A8BF69630}"/>
              </a:ext>
            </a:extLst>
          </p:cNvPr>
          <p:cNvGrpSpPr/>
          <p:nvPr/>
        </p:nvGrpSpPr>
        <p:grpSpPr>
          <a:xfrm>
            <a:off x="6885465" y="3940440"/>
            <a:ext cx="1297440" cy="606240"/>
            <a:chOff x="6885465" y="3940440"/>
            <a:chExt cx="1297440" cy="606240"/>
          </a:xfrm>
        </p:grpSpPr>
        <mc:AlternateContent xmlns:mc="http://schemas.openxmlformats.org/markup-compatibility/2006" xmlns:p14="http://schemas.microsoft.com/office/powerpoint/2010/main">
          <mc:Choice Requires="p14">
            <p:contentPart p14:bwMode="auto" r:id="rId88">
              <p14:nvContentPartPr>
                <p14:cNvPr id="44" name="Ink 43">
                  <a:extLst>
                    <a:ext uri="{FF2B5EF4-FFF2-40B4-BE49-F238E27FC236}">
                      <a16:creationId xmlns:a16="http://schemas.microsoft.com/office/drawing/2014/main" id="{BC81D6B1-5FE5-C069-9DD6-A9A88E5F4072}"/>
                    </a:ext>
                  </a:extLst>
                </p14:cNvPr>
                <p14:cNvContentPartPr/>
                <p14:nvPr/>
              </p14:nvContentPartPr>
              <p14:xfrm>
                <a:off x="6885465" y="4078320"/>
                <a:ext cx="208080" cy="468360"/>
              </p14:xfrm>
            </p:contentPart>
          </mc:Choice>
          <mc:Fallback xmlns="">
            <p:pic>
              <p:nvPicPr>
                <p:cNvPr id="44" name="Ink 43">
                  <a:extLst>
                    <a:ext uri="{FF2B5EF4-FFF2-40B4-BE49-F238E27FC236}">
                      <a16:creationId xmlns:a16="http://schemas.microsoft.com/office/drawing/2014/main" id="{BC81D6B1-5FE5-C069-9DD6-A9A88E5F4072}"/>
                    </a:ext>
                  </a:extLst>
                </p:cNvPr>
                <p:cNvPicPr/>
                <p:nvPr/>
              </p:nvPicPr>
              <p:blipFill>
                <a:blip r:embed="rId89"/>
                <a:stretch>
                  <a:fillRect/>
                </a:stretch>
              </p:blipFill>
              <p:spPr>
                <a:xfrm>
                  <a:off x="6879345" y="4072200"/>
                  <a:ext cx="22032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5" name="Ink 44">
                  <a:extLst>
                    <a:ext uri="{FF2B5EF4-FFF2-40B4-BE49-F238E27FC236}">
                      <a16:creationId xmlns:a16="http://schemas.microsoft.com/office/drawing/2014/main" id="{5735F5F5-6CE9-EA75-E0F4-5E25855E8899}"/>
                    </a:ext>
                  </a:extLst>
                </p14:cNvPr>
                <p14:cNvContentPartPr/>
                <p14:nvPr/>
              </p14:nvContentPartPr>
              <p14:xfrm>
                <a:off x="6983385" y="3960600"/>
                <a:ext cx="351720" cy="321840"/>
              </p14:xfrm>
            </p:contentPart>
          </mc:Choice>
          <mc:Fallback xmlns="">
            <p:pic>
              <p:nvPicPr>
                <p:cNvPr id="45" name="Ink 44">
                  <a:extLst>
                    <a:ext uri="{FF2B5EF4-FFF2-40B4-BE49-F238E27FC236}">
                      <a16:creationId xmlns:a16="http://schemas.microsoft.com/office/drawing/2014/main" id="{5735F5F5-6CE9-EA75-E0F4-5E25855E8899}"/>
                    </a:ext>
                  </a:extLst>
                </p:cNvPr>
                <p:cNvPicPr/>
                <p:nvPr/>
              </p:nvPicPr>
              <p:blipFill>
                <a:blip r:embed="rId91"/>
                <a:stretch>
                  <a:fillRect/>
                </a:stretch>
              </p:blipFill>
              <p:spPr>
                <a:xfrm>
                  <a:off x="6977265" y="3954480"/>
                  <a:ext cx="36396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6" name="Ink 45">
                  <a:extLst>
                    <a:ext uri="{FF2B5EF4-FFF2-40B4-BE49-F238E27FC236}">
                      <a16:creationId xmlns:a16="http://schemas.microsoft.com/office/drawing/2014/main" id="{54EAE3F4-640E-DC7F-A3B2-85E56C49DE0F}"/>
                    </a:ext>
                  </a:extLst>
                </p14:cNvPr>
                <p14:cNvContentPartPr/>
                <p14:nvPr/>
              </p14:nvContentPartPr>
              <p14:xfrm>
                <a:off x="7449225" y="4157520"/>
                <a:ext cx="542880" cy="128160"/>
              </p14:xfrm>
            </p:contentPart>
          </mc:Choice>
          <mc:Fallback xmlns="">
            <p:pic>
              <p:nvPicPr>
                <p:cNvPr id="46" name="Ink 45">
                  <a:extLst>
                    <a:ext uri="{FF2B5EF4-FFF2-40B4-BE49-F238E27FC236}">
                      <a16:creationId xmlns:a16="http://schemas.microsoft.com/office/drawing/2014/main" id="{54EAE3F4-640E-DC7F-A3B2-85E56C49DE0F}"/>
                    </a:ext>
                  </a:extLst>
                </p:cNvPr>
                <p:cNvPicPr/>
                <p:nvPr/>
              </p:nvPicPr>
              <p:blipFill>
                <a:blip r:embed="rId93"/>
                <a:stretch>
                  <a:fillRect/>
                </a:stretch>
              </p:blipFill>
              <p:spPr>
                <a:xfrm>
                  <a:off x="7443105" y="4151400"/>
                  <a:ext cx="5551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7" name="Ink 46">
                  <a:extLst>
                    <a:ext uri="{FF2B5EF4-FFF2-40B4-BE49-F238E27FC236}">
                      <a16:creationId xmlns:a16="http://schemas.microsoft.com/office/drawing/2014/main" id="{5A1B5470-5250-F98E-9A49-96A0A8F19C91}"/>
                    </a:ext>
                  </a:extLst>
                </p14:cNvPr>
                <p14:cNvContentPartPr/>
                <p14:nvPr/>
              </p14:nvContentPartPr>
              <p14:xfrm>
                <a:off x="8062665" y="3940440"/>
                <a:ext cx="120240" cy="63000"/>
              </p14:xfrm>
            </p:contentPart>
          </mc:Choice>
          <mc:Fallback xmlns="">
            <p:pic>
              <p:nvPicPr>
                <p:cNvPr id="47" name="Ink 46">
                  <a:extLst>
                    <a:ext uri="{FF2B5EF4-FFF2-40B4-BE49-F238E27FC236}">
                      <a16:creationId xmlns:a16="http://schemas.microsoft.com/office/drawing/2014/main" id="{5A1B5470-5250-F98E-9A49-96A0A8F19C91}"/>
                    </a:ext>
                  </a:extLst>
                </p:cNvPr>
                <p:cNvPicPr/>
                <p:nvPr/>
              </p:nvPicPr>
              <p:blipFill>
                <a:blip r:embed="rId95"/>
                <a:stretch>
                  <a:fillRect/>
                </a:stretch>
              </p:blipFill>
              <p:spPr>
                <a:xfrm>
                  <a:off x="8056545" y="3934320"/>
                  <a:ext cx="1324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E3B9E925-FD64-5777-E8AA-6F987D5800A5}"/>
                    </a:ext>
                  </a:extLst>
                </p14:cNvPr>
                <p14:cNvContentPartPr/>
                <p14:nvPr/>
              </p14:nvContentPartPr>
              <p14:xfrm>
                <a:off x="6990585" y="4251840"/>
                <a:ext cx="360360" cy="109440"/>
              </p14:xfrm>
            </p:contentPart>
          </mc:Choice>
          <mc:Fallback xmlns="">
            <p:pic>
              <p:nvPicPr>
                <p:cNvPr id="60" name="Ink 59">
                  <a:extLst>
                    <a:ext uri="{FF2B5EF4-FFF2-40B4-BE49-F238E27FC236}">
                      <a16:creationId xmlns:a16="http://schemas.microsoft.com/office/drawing/2014/main" id="{E3B9E925-FD64-5777-E8AA-6F987D5800A5}"/>
                    </a:ext>
                  </a:extLst>
                </p:cNvPr>
                <p:cNvPicPr/>
                <p:nvPr/>
              </p:nvPicPr>
              <p:blipFill>
                <a:blip r:embed="rId97"/>
                <a:stretch>
                  <a:fillRect/>
                </a:stretch>
              </p:blipFill>
              <p:spPr>
                <a:xfrm>
                  <a:off x="6984465" y="4245720"/>
                  <a:ext cx="372600" cy="12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025746A0-2894-E389-D897-933BF31AC931}"/>
                  </a:ext>
                </a:extLst>
              </p14:cNvPr>
              <p14:cNvContentPartPr/>
              <p14:nvPr/>
            </p14:nvContentPartPr>
            <p14:xfrm>
              <a:off x="2805225" y="5987400"/>
              <a:ext cx="254160" cy="429480"/>
            </p14:xfrm>
          </p:contentPart>
        </mc:Choice>
        <mc:Fallback xmlns="">
          <p:pic>
            <p:nvPicPr>
              <p:cNvPr id="62" name="Ink 61">
                <a:extLst>
                  <a:ext uri="{FF2B5EF4-FFF2-40B4-BE49-F238E27FC236}">
                    <a16:creationId xmlns:a16="http://schemas.microsoft.com/office/drawing/2014/main" id="{025746A0-2894-E389-D897-933BF31AC931}"/>
                  </a:ext>
                </a:extLst>
              </p:cNvPr>
              <p:cNvPicPr/>
              <p:nvPr/>
            </p:nvPicPr>
            <p:blipFill>
              <a:blip r:embed="rId99"/>
              <a:stretch>
                <a:fillRect/>
              </a:stretch>
            </p:blipFill>
            <p:spPr>
              <a:xfrm>
                <a:off x="2799105" y="5981280"/>
                <a:ext cx="266400" cy="441720"/>
              </a:xfrm>
              <a:prstGeom prst="rect">
                <a:avLst/>
              </a:prstGeom>
            </p:spPr>
          </p:pic>
        </mc:Fallback>
      </mc:AlternateContent>
      <p:grpSp>
        <p:nvGrpSpPr>
          <p:cNvPr id="67" name="Group 66">
            <a:extLst>
              <a:ext uri="{FF2B5EF4-FFF2-40B4-BE49-F238E27FC236}">
                <a16:creationId xmlns:a16="http://schemas.microsoft.com/office/drawing/2014/main" id="{DC551A74-D528-6D67-3081-C6268A1C891C}"/>
              </a:ext>
            </a:extLst>
          </p:cNvPr>
          <p:cNvGrpSpPr/>
          <p:nvPr/>
        </p:nvGrpSpPr>
        <p:grpSpPr>
          <a:xfrm>
            <a:off x="7392345" y="5735760"/>
            <a:ext cx="1119960" cy="579240"/>
            <a:chOff x="7392345" y="5735760"/>
            <a:chExt cx="1119960" cy="57924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73BBD78B-F759-3C94-6A0A-AE05E1E9D917}"/>
                    </a:ext>
                  </a:extLst>
                </p14:cNvPr>
                <p14:cNvContentPartPr/>
                <p14:nvPr/>
              </p14:nvContentPartPr>
              <p14:xfrm>
                <a:off x="7392345" y="5862120"/>
                <a:ext cx="52920" cy="452880"/>
              </p14:xfrm>
            </p:contentPart>
          </mc:Choice>
          <mc:Fallback xmlns="">
            <p:pic>
              <p:nvPicPr>
                <p:cNvPr id="63" name="Ink 62">
                  <a:extLst>
                    <a:ext uri="{FF2B5EF4-FFF2-40B4-BE49-F238E27FC236}">
                      <a16:creationId xmlns:a16="http://schemas.microsoft.com/office/drawing/2014/main" id="{73BBD78B-F759-3C94-6A0A-AE05E1E9D917}"/>
                    </a:ext>
                  </a:extLst>
                </p:cNvPr>
                <p:cNvPicPr/>
                <p:nvPr/>
              </p:nvPicPr>
              <p:blipFill>
                <a:blip r:embed="rId101"/>
                <a:stretch>
                  <a:fillRect/>
                </a:stretch>
              </p:blipFill>
              <p:spPr>
                <a:xfrm>
                  <a:off x="7386225" y="5856000"/>
                  <a:ext cx="6516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3B0CDCD0-7DC6-0EB1-FF8E-114B0F3129BE}"/>
                    </a:ext>
                  </a:extLst>
                </p14:cNvPr>
                <p14:cNvContentPartPr/>
                <p14:nvPr/>
              </p14:nvContentPartPr>
              <p14:xfrm>
                <a:off x="7411785" y="5735760"/>
                <a:ext cx="211320" cy="213840"/>
              </p14:xfrm>
            </p:contentPart>
          </mc:Choice>
          <mc:Fallback xmlns="">
            <p:pic>
              <p:nvPicPr>
                <p:cNvPr id="64" name="Ink 63">
                  <a:extLst>
                    <a:ext uri="{FF2B5EF4-FFF2-40B4-BE49-F238E27FC236}">
                      <a16:creationId xmlns:a16="http://schemas.microsoft.com/office/drawing/2014/main" id="{3B0CDCD0-7DC6-0EB1-FF8E-114B0F3129BE}"/>
                    </a:ext>
                  </a:extLst>
                </p:cNvPr>
                <p:cNvPicPr/>
                <p:nvPr/>
              </p:nvPicPr>
              <p:blipFill>
                <a:blip r:embed="rId103"/>
                <a:stretch>
                  <a:fillRect/>
                </a:stretch>
              </p:blipFill>
              <p:spPr>
                <a:xfrm>
                  <a:off x="7405665" y="5729640"/>
                  <a:ext cx="2235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348FF1B0-CBC9-177E-7D2D-7434AEEBB5BD}"/>
                    </a:ext>
                  </a:extLst>
                </p14:cNvPr>
                <p14:cNvContentPartPr/>
                <p14:nvPr/>
              </p14:nvContentPartPr>
              <p14:xfrm>
                <a:off x="7799865" y="5873280"/>
                <a:ext cx="712440" cy="154800"/>
              </p14:xfrm>
            </p:contentPart>
          </mc:Choice>
          <mc:Fallback xmlns="">
            <p:pic>
              <p:nvPicPr>
                <p:cNvPr id="65" name="Ink 64">
                  <a:extLst>
                    <a:ext uri="{FF2B5EF4-FFF2-40B4-BE49-F238E27FC236}">
                      <a16:creationId xmlns:a16="http://schemas.microsoft.com/office/drawing/2014/main" id="{348FF1B0-CBC9-177E-7D2D-7434AEEBB5BD}"/>
                    </a:ext>
                  </a:extLst>
                </p:cNvPr>
                <p:cNvPicPr/>
                <p:nvPr/>
              </p:nvPicPr>
              <p:blipFill>
                <a:blip r:embed="rId105"/>
                <a:stretch>
                  <a:fillRect/>
                </a:stretch>
              </p:blipFill>
              <p:spPr>
                <a:xfrm>
                  <a:off x="7793745" y="5867160"/>
                  <a:ext cx="724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7ED5D6CC-3204-14FB-B796-28A97DE701B9}"/>
                    </a:ext>
                  </a:extLst>
                </p14:cNvPr>
                <p14:cNvContentPartPr/>
                <p14:nvPr/>
              </p14:nvContentPartPr>
              <p14:xfrm>
                <a:off x="7431585" y="5865360"/>
                <a:ext cx="358920" cy="281160"/>
              </p14:xfrm>
            </p:contentPart>
          </mc:Choice>
          <mc:Fallback xmlns="">
            <p:pic>
              <p:nvPicPr>
                <p:cNvPr id="66" name="Ink 65">
                  <a:extLst>
                    <a:ext uri="{FF2B5EF4-FFF2-40B4-BE49-F238E27FC236}">
                      <a16:creationId xmlns:a16="http://schemas.microsoft.com/office/drawing/2014/main" id="{7ED5D6CC-3204-14FB-B796-28A97DE701B9}"/>
                    </a:ext>
                  </a:extLst>
                </p:cNvPr>
                <p:cNvPicPr/>
                <p:nvPr/>
              </p:nvPicPr>
              <p:blipFill>
                <a:blip r:embed="rId107"/>
                <a:stretch>
                  <a:fillRect/>
                </a:stretch>
              </p:blipFill>
              <p:spPr>
                <a:xfrm>
                  <a:off x="7425465" y="5859240"/>
                  <a:ext cx="371160" cy="293400"/>
                </a:xfrm>
                <a:prstGeom prst="rect">
                  <a:avLst/>
                </a:prstGeom>
              </p:spPr>
            </p:pic>
          </mc:Fallback>
        </mc:AlternateContent>
      </p:grpSp>
    </p:spTree>
    <p:extLst>
      <p:ext uri="{BB962C8B-B14F-4D97-AF65-F5344CB8AC3E}">
        <p14:creationId xmlns:p14="http://schemas.microsoft.com/office/powerpoint/2010/main" val="13887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EDAA7EA-C368-3ED8-918D-9F3A6D7FD41E}"/>
              </a:ext>
            </a:extLst>
          </p:cNvPr>
          <p:cNvGrpSpPr/>
          <p:nvPr/>
        </p:nvGrpSpPr>
        <p:grpSpPr>
          <a:xfrm>
            <a:off x="2566905" y="433455"/>
            <a:ext cx="510120" cy="718200"/>
            <a:chOff x="2566905" y="433455"/>
            <a:chExt cx="510120" cy="7182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4467646-7903-8ABB-3861-02BBF2F80B43}"/>
                    </a:ext>
                  </a:extLst>
                </p14:cNvPr>
                <p14:cNvContentPartPr/>
                <p14:nvPr/>
              </p14:nvContentPartPr>
              <p14:xfrm>
                <a:off x="2566905" y="433455"/>
                <a:ext cx="309600" cy="718200"/>
              </p14:xfrm>
            </p:contentPart>
          </mc:Choice>
          <mc:Fallback xmlns="">
            <p:pic>
              <p:nvPicPr>
                <p:cNvPr id="2" name="Ink 1">
                  <a:extLst>
                    <a:ext uri="{FF2B5EF4-FFF2-40B4-BE49-F238E27FC236}">
                      <a16:creationId xmlns:a16="http://schemas.microsoft.com/office/drawing/2014/main" id="{64467646-7903-8ABB-3861-02BBF2F80B43}"/>
                    </a:ext>
                  </a:extLst>
                </p:cNvPr>
                <p:cNvPicPr/>
                <p:nvPr/>
              </p:nvPicPr>
              <p:blipFill>
                <a:blip r:embed="rId3"/>
                <a:stretch>
                  <a:fillRect/>
                </a:stretch>
              </p:blipFill>
              <p:spPr>
                <a:xfrm>
                  <a:off x="2560785" y="427335"/>
                  <a:ext cx="321840" cy="73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8DB05D4-3B04-0A14-CE9D-FAC123AD6893}"/>
                    </a:ext>
                  </a:extLst>
                </p14:cNvPr>
                <p14:cNvContentPartPr/>
                <p14:nvPr/>
              </p14:nvContentPartPr>
              <p14:xfrm>
                <a:off x="2623065" y="711015"/>
                <a:ext cx="453960" cy="72360"/>
              </p14:xfrm>
            </p:contentPart>
          </mc:Choice>
          <mc:Fallback xmlns="">
            <p:pic>
              <p:nvPicPr>
                <p:cNvPr id="3" name="Ink 2">
                  <a:extLst>
                    <a:ext uri="{FF2B5EF4-FFF2-40B4-BE49-F238E27FC236}">
                      <a16:creationId xmlns:a16="http://schemas.microsoft.com/office/drawing/2014/main" id="{A8DB05D4-3B04-0A14-CE9D-FAC123AD6893}"/>
                    </a:ext>
                  </a:extLst>
                </p:cNvPr>
                <p:cNvPicPr/>
                <p:nvPr/>
              </p:nvPicPr>
              <p:blipFill>
                <a:blip r:embed="rId5"/>
                <a:stretch>
                  <a:fillRect/>
                </a:stretch>
              </p:blipFill>
              <p:spPr>
                <a:xfrm>
                  <a:off x="2616945" y="704895"/>
                  <a:ext cx="466200" cy="84600"/>
                </a:xfrm>
                <a:prstGeom prst="rect">
                  <a:avLst/>
                </a:prstGeom>
              </p:spPr>
            </p:pic>
          </mc:Fallback>
        </mc:AlternateContent>
      </p:grpSp>
      <p:grpSp>
        <p:nvGrpSpPr>
          <p:cNvPr id="16" name="Group 15">
            <a:extLst>
              <a:ext uri="{FF2B5EF4-FFF2-40B4-BE49-F238E27FC236}">
                <a16:creationId xmlns:a16="http://schemas.microsoft.com/office/drawing/2014/main" id="{AFEBDECE-6CC0-FE58-0A06-1CD1473A9F09}"/>
              </a:ext>
            </a:extLst>
          </p:cNvPr>
          <p:cNvGrpSpPr/>
          <p:nvPr/>
        </p:nvGrpSpPr>
        <p:grpSpPr>
          <a:xfrm>
            <a:off x="8202345" y="206295"/>
            <a:ext cx="1276920" cy="647280"/>
            <a:chOff x="8202345" y="206295"/>
            <a:chExt cx="1276920" cy="64728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17237D9-4D5B-A027-9F10-69F393C5A804}"/>
                    </a:ext>
                  </a:extLst>
                </p14:cNvPr>
                <p14:cNvContentPartPr/>
                <p14:nvPr/>
              </p14:nvContentPartPr>
              <p14:xfrm>
                <a:off x="8202345" y="264255"/>
                <a:ext cx="220680" cy="589320"/>
              </p14:xfrm>
            </p:contentPart>
          </mc:Choice>
          <mc:Fallback xmlns="">
            <p:pic>
              <p:nvPicPr>
                <p:cNvPr id="11" name="Ink 10">
                  <a:extLst>
                    <a:ext uri="{FF2B5EF4-FFF2-40B4-BE49-F238E27FC236}">
                      <a16:creationId xmlns:a16="http://schemas.microsoft.com/office/drawing/2014/main" id="{817237D9-4D5B-A027-9F10-69F393C5A804}"/>
                    </a:ext>
                  </a:extLst>
                </p:cNvPr>
                <p:cNvPicPr/>
                <p:nvPr/>
              </p:nvPicPr>
              <p:blipFill>
                <a:blip r:embed="rId7"/>
                <a:stretch>
                  <a:fillRect/>
                </a:stretch>
              </p:blipFill>
              <p:spPr>
                <a:xfrm>
                  <a:off x="8196225" y="258135"/>
                  <a:ext cx="23292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EF797EE9-50FC-E84F-5B83-3B29D8AA7946}"/>
                    </a:ext>
                  </a:extLst>
                </p14:cNvPr>
                <p14:cNvContentPartPr/>
                <p14:nvPr/>
              </p14:nvContentPartPr>
              <p14:xfrm>
                <a:off x="8322225" y="206295"/>
                <a:ext cx="264240" cy="385560"/>
              </p14:xfrm>
            </p:contentPart>
          </mc:Choice>
          <mc:Fallback xmlns="">
            <p:pic>
              <p:nvPicPr>
                <p:cNvPr id="12" name="Ink 11">
                  <a:extLst>
                    <a:ext uri="{FF2B5EF4-FFF2-40B4-BE49-F238E27FC236}">
                      <a16:creationId xmlns:a16="http://schemas.microsoft.com/office/drawing/2014/main" id="{EF797EE9-50FC-E84F-5B83-3B29D8AA7946}"/>
                    </a:ext>
                  </a:extLst>
                </p:cNvPr>
                <p:cNvPicPr/>
                <p:nvPr/>
              </p:nvPicPr>
              <p:blipFill>
                <a:blip r:embed="rId9"/>
                <a:stretch>
                  <a:fillRect/>
                </a:stretch>
              </p:blipFill>
              <p:spPr>
                <a:xfrm>
                  <a:off x="8316105" y="200175"/>
                  <a:ext cx="27648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D6B49CF4-20A3-7B9F-F6BB-3BA4E3D85600}"/>
                    </a:ext>
                  </a:extLst>
                </p14:cNvPr>
                <p14:cNvContentPartPr/>
                <p14:nvPr/>
              </p14:nvContentPartPr>
              <p14:xfrm>
                <a:off x="8716425" y="501495"/>
                <a:ext cx="578880" cy="196200"/>
              </p14:xfrm>
            </p:contentPart>
          </mc:Choice>
          <mc:Fallback xmlns="">
            <p:pic>
              <p:nvPicPr>
                <p:cNvPr id="13" name="Ink 12">
                  <a:extLst>
                    <a:ext uri="{FF2B5EF4-FFF2-40B4-BE49-F238E27FC236}">
                      <a16:creationId xmlns:a16="http://schemas.microsoft.com/office/drawing/2014/main" id="{D6B49CF4-20A3-7B9F-F6BB-3BA4E3D85600}"/>
                    </a:ext>
                  </a:extLst>
                </p:cNvPr>
                <p:cNvPicPr/>
                <p:nvPr/>
              </p:nvPicPr>
              <p:blipFill>
                <a:blip r:embed="rId11"/>
                <a:stretch>
                  <a:fillRect/>
                </a:stretch>
              </p:blipFill>
              <p:spPr>
                <a:xfrm>
                  <a:off x="8710305" y="495375"/>
                  <a:ext cx="5911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FF439479-7EE0-8EDF-CF01-56555FF2BFC3}"/>
                    </a:ext>
                  </a:extLst>
                </p14:cNvPr>
                <p14:cNvContentPartPr/>
                <p14:nvPr/>
              </p14:nvContentPartPr>
              <p14:xfrm>
                <a:off x="9446865" y="587535"/>
                <a:ext cx="32400" cy="9720"/>
              </p14:xfrm>
            </p:contentPart>
          </mc:Choice>
          <mc:Fallback xmlns="">
            <p:pic>
              <p:nvPicPr>
                <p:cNvPr id="14" name="Ink 13">
                  <a:extLst>
                    <a:ext uri="{FF2B5EF4-FFF2-40B4-BE49-F238E27FC236}">
                      <a16:creationId xmlns:a16="http://schemas.microsoft.com/office/drawing/2014/main" id="{FF439479-7EE0-8EDF-CF01-56555FF2BFC3}"/>
                    </a:ext>
                  </a:extLst>
                </p:cNvPr>
                <p:cNvPicPr/>
                <p:nvPr/>
              </p:nvPicPr>
              <p:blipFill>
                <a:blip r:embed="rId13"/>
                <a:stretch>
                  <a:fillRect/>
                </a:stretch>
              </p:blipFill>
              <p:spPr>
                <a:xfrm>
                  <a:off x="9440745" y="581415"/>
                  <a:ext cx="44640" cy="2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1F06C865-7CFF-96B4-1980-1A75CA2271A5}"/>
                  </a:ext>
                </a:extLst>
              </p14:cNvPr>
              <p14:cNvContentPartPr/>
              <p14:nvPr/>
            </p14:nvContentPartPr>
            <p14:xfrm>
              <a:off x="4634025" y="690855"/>
              <a:ext cx="1466280" cy="190440"/>
            </p14:xfrm>
          </p:contentPart>
        </mc:Choice>
        <mc:Fallback xmlns="">
          <p:pic>
            <p:nvPicPr>
              <p:cNvPr id="18" name="Ink 17">
                <a:extLst>
                  <a:ext uri="{FF2B5EF4-FFF2-40B4-BE49-F238E27FC236}">
                    <a16:creationId xmlns:a16="http://schemas.microsoft.com/office/drawing/2014/main" id="{1F06C865-7CFF-96B4-1980-1A75CA2271A5}"/>
                  </a:ext>
                </a:extLst>
              </p:cNvPr>
              <p:cNvPicPr/>
              <p:nvPr/>
            </p:nvPicPr>
            <p:blipFill>
              <a:blip r:embed="rId15"/>
              <a:stretch>
                <a:fillRect/>
              </a:stretch>
            </p:blipFill>
            <p:spPr>
              <a:xfrm>
                <a:off x="4627905" y="684735"/>
                <a:ext cx="14785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E1C7343-31BE-B814-3BF1-C1A7C00F450B}"/>
                  </a:ext>
                </a:extLst>
              </p14:cNvPr>
              <p14:cNvContentPartPr/>
              <p14:nvPr/>
            </p14:nvContentPartPr>
            <p14:xfrm>
              <a:off x="4592265" y="1916295"/>
              <a:ext cx="239400" cy="1347120"/>
            </p14:xfrm>
          </p:contentPart>
        </mc:Choice>
        <mc:Fallback xmlns="">
          <p:pic>
            <p:nvPicPr>
              <p:cNvPr id="19" name="Ink 18">
                <a:extLst>
                  <a:ext uri="{FF2B5EF4-FFF2-40B4-BE49-F238E27FC236}">
                    <a16:creationId xmlns:a16="http://schemas.microsoft.com/office/drawing/2014/main" id="{6E1C7343-31BE-B814-3BF1-C1A7C00F450B}"/>
                  </a:ext>
                </a:extLst>
              </p:cNvPr>
              <p:cNvPicPr/>
              <p:nvPr/>
            </p:nvPicPr>
            <p:blipFill>
              <a:blip r:embed="rId17"/>
              <a:stretch>
                <a:fillRect/>
              </a:stretch>
            </p:blipFill>
            <p:spPr>
              <a:xfrm>
                <a:off x="4586145" y="1910175"/>
                <a:ext cx="251640" cy="1359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2BBE36E8-D1D9-E0B1-310B-5BB456CF71A6}"/>
                  </a:ext>
                </a:extLst>
              </p14:cNvPr>
              <p14:cNvContentPartPr/>
              <p14:nvPr/>
            </p14:nvContentPartPr>
            <p14:xfrm>
              <a:off x="4806105" y="1836015"/>
              <a:ext cx="2690280" cy="1389600"/>
            </p14:xfrm>
          </p:contentPart>
        </mc:Choice>
        <mc:Fallback xmlns="">
          <p:pic>
            <p:nvPicPr>
              <p:cNvPr id="20" name="Ink 19">
                <a:extLst>
                  <a:ext uri="{FF2B5EF4-FFF2-40B4-BE49-F238E27FC236}">
                    <a16:creationId xmlns:a16="http://schemas.microsoft.com/office/drawing/2014/main" id="{2BBE36E8-D1D9-E0B1-310B-5BB456CF71A6}"/>
                  </a:ext>
                </a:extLst>
              </p:cNvPr>
              <p:cNvPicPr/>
              <p:nvPr/>
            </p:nvPicPr>
            <p:blipFill>
              <a:blip r:embed="rId19"/>
              <a:stretch>
                <a:fillRect/>
              </a:stretch>
            </p:blipFill>
            <p:spPr>
              <a:xfrm>
                <a:off x="4799985" y="1829895"/>
                <a:ext cx="2702520" cy="1401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117AA2BF-6238-E12D-ACF1-AAFA6B8B995F}"/>
                  </a:ext>
                </a:extLst>
              </p14:cNvPr>
              <p14:cNvContentPartPr/>
              <p14:nvPr/>
            </p14:nvContentPartPr>
            <p14:xfrm>
              <a:off x="4602705" y="3170535"/>
              <a:ext cx="2533320" cy="111600"/>
            </p14:xfrm>
          </p:contentPart>
        </mc:Choice>
        <mc:Fallback xmlns="">
          <p:pic>
            <p:nvPicPr>
              <p:cNvPr id="22" name="Ink 21">
                <a:extLst>
                  <a:ext uri="{FF2B5EF4-FFF2-40B4-BE49-F238E27FC236}">
                    <a16:creationId xmlns:a16="http://schemas.microsoft.com/office/drawing/2014/main" id="{117AA2BF-6238-E12D-ACF1-AAFA6B8B995F}"/>
                  </a:ext>
                </a:extLst>
              </p:cNvPr>
              <p:cNvPicPr/>
              <p:nvPr/>
            </p:nvPicPr>
            <p:blipFill>
              <a:blip r:embed="rId21"/>
              <a:stretch>
                <a:fillRect/>
              </a:stretch>
            </p:blipFill>
            <p:spPr>
              <a:xfrm>
                <a:off x="4596585" y="3164415"/>
                <a:ext cx="25455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A69C137E-0B78-B6D0-A6E2-15D1BC227452}"/>
                  </a:ext>
                </a:extLst>
              </p14:cNvPr>
              <p14:cNvContentPartPr/>
              <p14:nvPr/>
            </p14:nvContentPartPr>
            <p14:xfrm>
              <a:off x="7001745" y="3152175"/>
              <a:ext cx="267840" cy="29160"/>
            </p14:xfrm>
          </p:contentPart>
        </mc:Choice>
        <mc:Fallback xmlns="">
          <p:pic>
            <p:nvPicPr>
              <p:cNvPr id="23" name="Ink 22">
                <a:extLst>
                  <a:ext uri="{FF2B5EF4-FFF2-40B4-BE49-F238E27FC236}">
                    <a16:creationId xmlns:a16="http://schemas.microsoft.com/office/drawing/2014/main" id="{A69C137E-0B78-B6D0-A6E2-15D1BC227452}"/>
                  </a:ext>
                </a:extLst>
              </p:cNvPr>
              <p:cNvPicPr/>
              <p:nvPr/>
            </p:nvPicPr>
            <p:blipFill>
              <a:blip r:embed="rId23"/>
              <a:stretch>
                <a:fillRect/>
              </a:stretch>
            </p:blipFill>
            <p:spPr>
              <a:xfrm>
                <a:off x="6995625" y="3146055"/>
                <a:ext cx="2800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DDF5F98F-60DC-C500-08C7-97FC8F6EEAC3}"/>
                  </a:ext>
                </a:extLst>
              </p14:cNvPr>
              <p14:cNvContentPartPr/>
              <p14:nvPr/>
            </p14:nvContentPartPr>
            <p14:xfrm>
              <a:off x="2236785" y="2649975"/>
              <a:ext cx="1840320" cy="97200"/>
            </p14:xfrm>
          </p:contentPart>
        </mc:Choice>
        <mc:Fallback xmlns="">
          <p:pic>
            <p:nvPicPr>
              <p:cNvPr id="28" name="Ink 27">
                <a:extLst>
                  <a:ext uri="{FF2B5EF4-FFF2-40B4-BE49-F238E27FC236}">
                    <a16:creationId xmlns:a16="http://schemas.microsoft.com/office/drawing/2014/main" id="{DDF5F98F-60DC-C500-08C7-97FC8F6EEAC3}"/>
                  </a:ext>
                </a:extLst>
              </p:cNvPr>
              <p:cNvPicPr/>
              <p:nvPr/>
            </p:nvPicPr>
            <p:blipFill>
              <a:blip r:embed="rId25"/>
              <a:stretch>
                <a:fillRect/>
              </a:stretch>
            </p:blipFill>
            <p:spPr>
              <a:xfrm>
                <a:off x="2230665" y="2643855"/>
                <a:ext cx="18525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 name="Ink 28">
                <a:extLst>
                  <a:ext uri="{FF2B5EF4-FFF2-40B4-BE49-F238E27FC236}">
                    <a16:creationId xmlns:a16="http://schemas.microsoft.com/office/drawing/2014/main" id="{D3EC3D46-2EDC-F935-E3E1-6B850EBD2F7F}"/>
                  </a:ext>
                </a:extLst>
              </p14:cNvPr>
              <p14:cNvContentPartPr/>
              <p14:nvPr/>
            </p14:nvContentPartPr>
            <p14:xfrm>
              <a:off x="3617385" y="2263335"/>
              <a:ext cx="567000" cy="759600"/>
            </p14:xfrm>
          </p:contentPart>
        </mc:Choice>
        <mc:Fallback xmlns="">
          <p:pic>
            <p:nvPicPr>
              <p:cNvPr id="29" name="Ink 28">
                <a:extLst>
                  <a:ext uri="{FF2B5EF4-FFF2-40B4-BE49-F238E27FC236}">
                    <a16:creationId xmlns:a16="http://schemas.microsoft.com/office/drawing/2014/main" id="{D3EC3D46-2EDC-F935-E3E1-6B850EBD2F7F}"/>
                  </a:ext>
                </a:extLst>
              </p:cNvPr>
              <p:cNvPicPr/>
              <p:nvPr/>
            </p:nvPicPr>
            <p:blipFill>
              <a:blip r:embed="rId27"/>
              <a:stretch>
                <a:fillRect/>
              </a:stretch>
            </p:blipFill>
            <p:spPr>
              <a:xfrm>
                <a:off x="3611265" y="2257215"/>
                <a:ext cx="579240" cy="77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96DF5215-FE68-0D78-C64D-5CA72DAF5745}"/>
                  </a:ext>
                </a:extLst>
              </p14:cNvPr>
              <p14:cNvContentPartPr/>
              <p14:nvPr/>
            </p14:nvContentPartPr>
            <p14:xfrm>
              <a:off x="2511105" y="1502295"/>
              <a:ext cx="297360" cy="697680"/>
            </p14:xfrm>
          </p:contentPart>
        </mc:Choice>
        <mc:Fallback xmlns="">
          <p:pic>
            <p:nvPicPr>
              <p:cNvPr id="31" name="Ink 30">
                <a:extLst>
                  <a:ext uri="{FF2B5EF4-FFF2-40B4-BE49-F238E27FC236}">
                    <a16:creationId xmlns:a16="http://schemas.microsoft.com/office/drawing/2014/main" id="{96DF5215-FE68-0D78-C64D-5CA72DAF5745}"/>
                  </a:ext>
                </a:extLst>
              </p:cNvPr>
              <p:cNvPicPr/>
              <p:nvPr/>
            </p:nvPicPr>
            <p:blipFill>
              <a:blip r:embed="rId29"/>
              <a:stretch>
                <a:fillRect/>
              </a:stretch>
            </p:blipFill>
            <p:spPr>
              <a:xfrm>
                <a:off x="2504985" y="1496175"/>
                <a:ext cx="309600" cy="709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A2F3996-CF11-4177-259B-8AE6CC6F1B1E}"/>
                  </a:ext>
                </a:extLst>
              </p14:cNvPr>
              <p14:cNvContentPartPr/>
              <p14:nvPr/>
            </p14:nvContentPartPr>
            <p14:xfrm>
              <a:off x="2949945" y="1625055"/>
              <a:ext cx="55800" cy="484200"/>
            </p14:xfrm>
          </p:contentPart>
        </mc:Choice>
        <mc:Fallback xmlns="">
          <p:pic>
            <p:nvPicPr>
              <p:cNvPr id="32" name="Ink 31">
                <a:extLst>
                  <a:ext uri="{FF2B5EF4-FFF2-40B4-BE49-F238E27FC236}">
                    <a16:creationId xmlns:a16="http://schemas.microsoft.com/office/drawing/2014/main" id="{CA2F3996-CF11-4177-259B-8AE6CC6F1B1E}"/>
                  </a:ext>
                </a:extLst>
              </p:cNvPr>
              <p:cNvPicPr/>
              <p:nvPr/>
            </p:nvPicPr>
            <p:blipFill>
              <a:blip r:embed="rId31"/>
              <a:stretch>
                <a:fillRect/>
              </a:stretch>
            </p:blipFill>
            <p:spPr>
              <a:xfrm>
                <a:off x="2943825" y="1618935"/>
                <a:ext cx="6804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3" name="Ink 32">
                <a:extLst>
                  <a:ext uri="{FF2B5EF4-FFF2-40B4-BE49-F238E27FC236}">
                    <a16:creationId xmlns:a16="http://schemas.microsoft.com/office/drawing/2014/main" id="{116E7A7C-1CD4-909E-4D70-C41001F49144}"/>
                  </a:ext>
                </a:extLst>
              </p14:cNvPr>
              <p14:cNvContentPartPr/>
              <p14:nvPr/>
            </p14:nvContentPartPr>
            <p14:xfrm>
              <a:off x="2799105" y="1626495"/>
              <a:ext cx="873720" cy="685440"/>
            </p14:xfrm>
          </p:contentPart>
        </mc:Choice>
        <mc:Fallback xmlns="">
          <p:pic>
            <p:nvPicPr>
              <p:cNvPr id="33" name="Ink 32">
                <a:extLst>
                  <a:ext uri="{FF2B5EF4-FFF2-40B4-BE49-F238E27FC236}">
                    <a16:creationId xmlns:a16="http://schemas.microsoft.com/office/drawing/2014/main" id="{116E7A7C-1CD4-909E-4D70-C41001F49144}"/>
                  </a:ext>
                </a:extLst>
              </p:cNvPr>
              <p:cNvPicPr/>
              <p:nvPr/>
            </p:nvPicPr>
            <p:blipFill>
              <a:blip r:embed="rId33"/>
              <a:stretch>
                <a:fillRect/>
              </a:stretch>
            </p:blipFill>
            <p:spPr>
              <a:xfrm>
                <a:off x="2792985" y="1620375"/>
                <a:ext cx="885960" cy="697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4" name="Ink 33">
                <a:extLst>
                  <a:ext uri="{FF2B5EF4-FFF2-40B4-BE49-F238E27FC236}">
                    <a16:creationId xmlns:a16="http://schemas.microsoft.com/office/drawing/2014/main" id="{8B5D2A32-D475-F998-3127-CB4F713A3C98}"/>
                  </a:ext>
                </a:extLst>
              </p14:cNvPr>
              <p14:cNvContentPartPr/>
              <p14:nvPr/>
            </p14:nvContentPartPr>
            <p14:xfrm>
              <a:off x="3817185" y="1590855"/>
              <a:ext cx="381240" cy="734040"/>
            </p14:xfrm>
          </p:contentPart>
        </mc:Choice>
        <mc:Fallback xmlns="">
          <p:pic>
            <p:nvPicPr>
              <p:cNvPr id="34" name="Ink 33">
                <a:extLst>
                  <a:ext uri="{FF2B5EF4-FFF2-40B4-BE49-F238E27FC236}">
                    <a16:creationId xmlns:a16="http://schemas.microsoft.com/office/drawing/2014/main" id="{8B5D2A32-D475-F998-3127-CB4F713A3C98}"/>
                  </a:ext>
                </a:extLst>
              </p:cNvPr>
              <p:cNvPicPr/>
              <p:nvPr/>
            </p:nvPicPr>
            <p:blipFill>
              <a:blip r:embed="rId35"/>
              <a:stretch>
                <a:fillRect/>
              </a:stretch>
            </p:blipFill>
            <p:spPr>
              <a:xfrm>
                <a:off x="3811065" y="1584735"/>
                <a:ext cx="393480" cy="746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281F79F8-6611-81D3-3731-9296FDFDBDCC}"/>
                  </a:ext>
                </a:extLst>
              </p14:cNvPr>
              <p14:cNvContentPartPr/>
              <p14:nvPr/>
            </p14:nvContentPartPr>
            <p14:xfrm>
              <a:off x="2634225" y="2783895"/>
              <a:ext cx="1049400" cy="475200"/>
            </p14:xfrm>
          </p:contentPart>
        </mc:Choice>
        <mc:Fallback xmlns="">
          <p:pic>
            <p:nvPicPr>
              <p:cNvPr id="35" name="Ink 34">
                <a:extLst>
                  <a:ext uri="{FF2B5EF4-FFF2-40B4-BE49-F238E27FC236}">
                    <a16:creationId xmlns:a16="http://schemas.microsoft.com/office/drawing/2014/main" id="{281F79F8-6611-81D3-3731-9296FDFDBDCC}"/>
                  </a:ext>
                </a:extLst>
              </p:cNvPr>
              <p:cNvPicPr/>
              <p:nvPr/>
            </p:nvPicPr>
            <p:blipFill>
              <a:blip r:embed="rId37"/>
              <a:stretch>
                <a:fillRect/>
              </a:stretch>
            </p:blipFill>
            <p:spPr>
              <a:xfrm>
                <a:off x="2628105" y="2777775"/>
                <a:ext cx="106164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BF483011-4175-D60B-B515-DD706C88C048}"/>
                  </a:ext>
                </a:extLst>
              </p14:cNvPr>
              <p14:cNvContentPartPr/>
              <p14:nvPr/>
            </p14:nvContentPartPr>
            <p14:xfrm>
              <a:off x="3836985" y="3127335"/>
              <a:ext cx="23400" cy="27000"/>
            </p14:xfrm>
          </p:contentPart>
        </mc:Choice>
        <mc:Fallback xmlns="">
          <p:pic>
            <p:nvPicPr>
              <p:cNvPr id="36" name="Ink 35">
                <a:extLst>
                  <a:ext uri="{FF2B5EF4-FFF2-40B4-BE49-F238E27FC236}">
                    <a16:creationId xmlns:a16="http://schemas.microsoft.com/office/drawing/2014/main" id="{BF483011-4175-D60B-B515-DD706C88C048}"/>
                  </a:ext>
                </a:extLst>
              </p:cNvPr>
              <p:cNvPicPr/>
              <p:nvPr/>
            </p:nvPicPr>
            <p:blipFill>
              <a:blip r:embed="rId39"/>
              <a:stretch>
                <a:fillRect/>
              </a:stretch>
            </p:blipFill>
            <p:spPr>
              <a:xfrm>
                <a:off x="3830865" y="3121215"/>
                <a:ext cx="356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8" name="Ink 37">
                <a:extLst>
                  <a:ext uri="{FF2B5EF4-FFF2-40B4-BE49-F238E27FC236}">
                    <a16:creationId xmlns:a16="http://schemas.microsoft.com/office/drawing/2014/main" id="{BE38B420-C7AF-9F90-2A03-55A15BF58E48}"/>
                  </a:ext>
                </a:extLst>
              </p14:cNvPr>
              <p14:cNvContentPartPr/>
              <p14:nvPr/>
            </p14:nvContentPartPr>
            <p14:xfrm>
              <a:off x="5466705" y="2704695"/>
              <a:ext cx="203760" cy="66240"/>
            </p14:xfrm>
          </p:contentPart>
        </mc:Choice>
        <mc:Fallback xmlns="">
          <p:pic>
            <p:nvPicPr>
              <p:cNvPr id="38" name="Ink 37">
                <a:extLst>
                  <a:ext uri="{FF2B5EF4-FFF2-40B4-BE49-F238E27FC236}">
                    <a16:creationId xmlns:a16="http://schemas.microsoft.com/office/drawing/2014/main" id="{BE38B420-C7AF-9F90-2A03-55A15BF58E48}"/>
                  </a:ext>
                </a:extLst>
              </p:cNvPr>
              <p:cNvPicPr/>
              <p:nvPr/>
            </p:nvPicPr>
            <p:blipFill>
              <a:blip r:embed="rId41"/>
              <a:stretch>
                <a:fillRect/>
              </a:stretch>
            </p:blipFill>
            <p:spPr>
              <a:xfrm>
                <a:off x="5460585" y="2698575"/>
                <a:ext cx="216000" cy="78480"/>
              </a:xfrm>
              <a:prstGeom prst="rect">
                <a:avLst/>
              </a:prstGeom>
            </p:spPr>
          </p:pic>
        </mc:Fallback>
      </mc:AlternateContent>
      <p:grpSp>
        <p:nvGrpSpPr>
          <p:cNvPr id="53" name="Group 52">
            <a:extLst>
              <a:ext uri="{FF2B5EF4-FFF2-40B4-BE49-F238E27FC236}">
                <a16:creationId xmlns:a16="http://schemas.microsoft.com/office/drawing/2014/main" id="{7303D0BE-55D8-A882-8554-6F86503532B2}"/>
              </a:ext>
            </a:extLst>
          </p:cNvPr>
          <p:cNvGrpSpPr/>
          <p:nvPr/>
        </p:nvGrpSpPr>
        <p:grpSpPr>
          <a:xfrm>
            <a:off x="7430505" y="1173975"/>
            <a:ext cx="4512960" cy="1588680"/>
            <a:chOff x="7430505" y="1173975"/>
            <a:chExt cx="4512960" cy="1588680"/>
          </a:xfrm>
        </p:grpSpPr>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5247D947-0980-087C-C1ED-E1D293E0AD43}"/>
                    </a:ext>
                  </a:extLst>
                </p14:cNvPr>
                <p14:cNvContentPartPr/>
                <p14:nvPr/>
              </p14:nvContentPartPr>
              <p14:xfrm>
                <a:off x="7430505" y="2405175"/>
                <a:ext cx="1219680" cy="83520"/>
              </p14:xfrm>
            </p:contentPart>
          </mc:Choice>
          <mc:Fallback xmlns="">
            <p:pic>
              <p:nvPicPr>
                <p:cNvPr id="25" name="Ink 24">
                  <a:extLst>
                    <a:ext uri="{FF2B5EF4-FFF2-40B4-BE49-F238E27FC236}">
                      <a16:creationId xmlns:a16="http://schemas.microsoft.com/office/drawing/2014/main" id="{5247D947-0980-087C-C1ED-E1D293E0AD43}"/>
                    </a:ext>
                  </a:extLst>
                </p:cNvPr>
                <p:cNvPicPr/>
                <p:nvPr/>
              </p:nvPicPr>
              <p:blipFill>
                <a:blip r:embed="rId43"/>
                <a:stretch>
                  <a:fillRect/>
                </a:stretch>
              </p:blipFill>
              <p:spPr>
                <a:xfrm>
                  <a:off x="7424385" y="2399055"/>
                  <a:ext cx="12319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A8537774-46C0-2FB1-2A82-B45D5704D7E8}"/>
                    </a:ext>
                  </a:extLst>
                </p14:cNvPr>
                <p14:cNvContentPartPr/>
                <p14:nvPr/>
              </p14:nvContentPartPr>
              <p14:xfrm>
                <a:off x="8419065" y="2036895"/>
                <a:ext cx="558720" cy="725760"/>
              </p14:xfrm>
            </p:contentPart>
          </mc:Choice>
          <mc:Fallback xmlns="">
            <p:pic>
              <p:nvPicPr>
                <p:cNvPr id="26" name="Ink 25">
                  <a:extLst>
                    <a:ext uri="{FF2B5EF4-FFF2-40B4-BE49-F238E27FC236}">
                      <a16:creationId xmlns:a16="http://schemas.microsoft.com/office/drawing/2014/main" id="{A8537774-46C0-2FB1-2A82-B45D5704D7E8}"/>
                    </a:ext>
                  </a:extLst>
                </p:cNvPr>
                <p:cNvPicPr/>
                <p:nvPr/>
              </p:nvPicPr>
              <p:blipFill>
                <a:blip r:embed="rId45"/>
                <a:stretch>
                  <a:fillRect/>
                </a:stretch>
              </p:blipFill>
              <p:spPr>
                <a:xfrm>
                  <a:off x="8412945" y="2030775"/>
                  <a:ext cx="570960" cy="73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0" name="Ink 39">
                  <a:extLst>
                    <a:ext uri="{FF2B5EF4-FFF2-40B4-BE49-F238E27FC236}">
                      <a16:creationId xmlns:a16="http://schemas.microsoft.com/office/drawing/2014/main" id="{A78C2D6C-DFD3-98C7-14BC-69D316542987}"/>
                    </a:ext>
                  </a:extLst>
                </p14:cNvPr>
                <p14:cNvContentPartPr/>
                <p14:nvPr/>
              </p14:nvContentPartPr>
              <p14:xfrm>
                <a:off x="8731185" y="1322655"/>
                <a:ext cx="315720" cy="326880"/>
              </p14:xfrm>
            </p:contentPart>
          </mc:Choice>
          <mc:Fallback xmlns="">
            <p:pic>
              <p:nvPicPr>
                <p:cNvPr id="40" name="Ink 39">
                  <a:extLst>
                    <a:ext uri="{FF2B5EF4-FFF2-40B4-BE49-F238E27FC236}">
                      <a16:creationId xmlns:a16="http://schemas.microsoft.com/office/drawing/2014/main" id="{A78C2D6C-DFD3-98C7-14BC-69D316542987}"/>
                    </a:ext>
                  </a:extLst>
                </p:cNvPr>
                <p:cNvPicPr/>
                <p:nvPr/>
              </p:nvPicPr>
              <p:blipFill>
                <a:blip r:embed="rId47"/>
                <a:stretch>
                  <a:fillRect/>
                </a:stretch>
              </p:blipFill>
              <p:spPr>
                <a:xfrm>
                  <a:off x="8725065" y="1316535"/>
                  <a:ext cx="32796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1" name="Ink 40">
                  <a:extLst>
                    <a:ext uri="{FF2B5EF4-FFF2-40B4-BE49-F238E27FC236}">
                      <a16:creationId xmlns:a16="http://schemas.microsoft.com/office/drawing/2014/main" id="{08EB4D62-C205-DCF0-4919-2DED3112C64C}"/>
                    </a:ext>
                  </a:extLst>
                </p14:cNvPr>
                <p14:cNvContentPartPr/>
                <p14:nvPr/>
              </p14:nvContentPartPr>
              <p14:xfrm>
                <a:off x="9058425" y="1173975"/>
                <a:ext cx="299520" cy="763560"/>
              </p14:xfrm>
            </p:contentPart>
          </mc:Choice>
          <mc:Fallback xmlns="">
            <p:pic>
              <p:nvPicPr>
                <p:cNvPr id="41" name="Ink 40">
                  <a:extLst>
                    <a:ext uri="{FF2B5EF4-FFF2-40B4-BE49-F238E27FC236}">
                      <a16:creationId xmlns:a16="http://schemas.microsoft.com/office/drawing/2014/main" id="{08EB4D62-C205-DCF0-4919-2DED3112C64C}"/>
                    </a:ext>
                  </a:extLst>
                </p:cNvPr>
                <p:cNvPicPr/>
                <p:nvPr/>
              </p:nvPicPr>
              <p:blipFill>
                <a:blip r:embed="rId49"/>
                <a:stretch>
                  <a:fillRect/>
                </a:stretch>
              </p:blipFill>
              <p:spPr>
                <a:xfrm>
                  <a:off x="9052305" y="1167855"/>
                  <a:ext cx="311760" cy="775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2" name="Ink 41">
                  <a:extLst>
                    <a:ext uri="{FF2B5EF4-FFF2-40B4-BE49-F238E27FC236}">
                      <a16:creationId xmlns:a16="http://schemas.microsoft.com/office/drawing/2014/main" id="{E26409B0-ACBF-9D07-B286-B573EDE5CF9B}"/>
                    </a:ext>
                  </a:extLst>
                </p14:cNvPr>
                <p14:cNvContentPartPr/>
                <p14:nvPr/>
              </p14:nvContentPartPr>
              <p14:xfrm>
                <a:off x="9314025" y="1438215"/>
                <a:ext cx="167400" cy="595800"/>
              </p14:xfrm>
            </p:contentPart>
          </mc:Choice>
          <mc:Fallback xmlns="">
            <p:pic>
              <p:nvPicPr>
                <p:cNvPr id="42" name="Ink 41">
                  <a:extLst>
                    <a:ext uri="{FF2B5EF4-FFF2-40B4-BE49-F238E27FC236}">
                      <a16:creationId xmlns:a16="http://schemas.microsoft.com/office/drawing/2014/main" id="{E26409B0-ACBF-9D07-B286-B573EDE5CF9B}"/>
                    </a:ext>
                  </a:extLst>
                </p:cNvPr>
                <p:cNvPicPr/>
                <p:nvPr/>
              </p:nvPicPr>
              <p:blipFill>
                <a:blip r:embed="rId51"/>
                <a:stretch>
                  <a:fillRect/>
                </a:stretch>
              </p:blipFill>
              <p:spPr>
                <a:xfrm>
                  <a:off x="9307905" y="1432095"/>
                  <a:ext cx="17964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3" name="Ink 42">
                  <a:extLst>
                    <a:ext uri="{FF2B5EF4-FFF2-40B4-BE49-F238E27FC236}">
                      <a16:creationId xmlns:a16="http://schemas.microsoft.com/office/drawing/2014/main" id="{D50AD552-3075-0ED3-8872-AC6C5241C13F}"/>
                    </a:ext>
                  </a:extLst>
                </p14:cNvPr>
                <p14:cNvContentPartPr/>
                <p14:nvPr/>
              </p14:nvContentPartPr>
              <p14:xfrm>
                <a:off x="9288825" y="1633335"/>
                <a:ext cx="300240" cy="142920"/>
              </p14:xfrm>
            </p:contentPart>
          </mc:Choice>
          <mc:Fallback xmlns="">
            <p:pic>
              <p:nvPicPr>
                <p:cNvPr id="43" name="Ink 42">
                  <a:extLst>
                    <a:ext uri="{FF2B5EF4-FFF2-40B4-BE49-F238E27FC236}">
                      <a16:creationId xmlns:a16="http://schemas.microsoft.com/office/drawing/2014/main" id="{D50AD552-3075-0ED3-8872-AC6C5241C13F}"/>
                    </a:ext>
                  </a:extLst>
                </p:cNvPr>
                <p:cNvPicPr/>
                <p:nvPr/>
              </p:nvPicPr>
              <p:blipFill>
                <a:blip r:embed="rId53"/>
                <a:stretch>
                  <a:fillRect/>
                </a:stretch>
              </p:blipFill>
              <p:spPr>
                <a:xfrm>
                  <a:off x="9282705" y="1627215"/>
                  <a:ext cx="3124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323DDA1F-62A7-A3C4-C7C6-9471DD4732E1}"/>
                    </a:ext>
                  </a:extLst>
                </p14:cNvPr>
                <p14:cNvContentPartPr/>
                <p14:nvPr/>
              </p14:nvContentPartPr>
              <p14:xfrm>
                <a:off x="9786345" y="1839615"/>
                <a:ext cx="417600" cy="105120"/>
              </p14:xfrm>
            </p:contentPart>
          </mc:Choice>
          <mc:Fallback xmlns="">
            <p:pic>
              <p:nvPicPr>
                <p:cNvPr id="44" name="Ink 43">
                  <a:extLst>
                    <a:ext uri="{FF2B5EF4-FFF2-40B4-BE49-F238E27FC236}">
                      <a16:creationId xmlns:a16="http://schemas.microsoft.com/office/drawing/2014/main" id="{323DDA1F-62A7-A3C4-C7C6-9471DD4732E1}"/>
                    </a:ext>
                  </a:extLst>
                </p:cNvPr>
                <p:cNvPicPr/>
                <p:nvPr/>
              </p:nvPicPr>
              <p:blipFill>
                <a:blip r:embed="rId55"/>
                <a:stretch>
                  <a:fillRect/>
                </a:stretch>
              </p:blipFill>
              <p:spPr>
                <a:xfrm>
                  <a:off x="9780225" y="1833495"/>
                  <a:ext cx="4298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249D1716-DD16-DDD6-AAA2-3BDDD9372872}"/>
                    </a:ext>
                  </a:extLst>
                </p14:cNvPr>
                <p14:cNvContentPartPr/>
                <p14:nvPr/>
              </p14:nvContentPartPr>
              <p14:xfrm>
                <a:off x="10378905" y="1976055"/>
                <a:ext cx="29160" cy="354600"/>
              </p14:xfrm>
            </p:contentPart>
          </mc:Choice>
          <mc:Fallback xmlns="">
            <p:pic>
              <p:nvPicPr>
                <p:cNvPr id="45" name="Ink 44">
                  <a:extLst>
                    <a:ext uri="{FF2B5EF4-FFF2-40B4-BE49-F238E27FC236}">
                      <a16:creationId xmlns:a16="http://schemas.microsoft.com/office/drawing/2014/main" id="{249D1716-DD16-DDD6-AAA2-3BDDD9372872}"/>
                    </a:ext>
                  </a:extLst>
                </p:cNvPr>
                <p:cNvPicPr/>
                <p:nvPr/>
              </p:nvPicPr>
              <p:blipFill>
                <a:blip r:embed="rId57"/>
                <a:stretch>
                  <a:fillRect/>
                </a:stretch>
              </p:blipFill>
              <p:spPr>
                <a:xfrm>
                  <a:off x="10372785" y="1969935"/>
                  <a:ext cx="414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41A5C06B-AAB2-0B87-D3CD-5F1112C2EF94}"/>
                    </a:ext>
                  </a:extLst>
                </p14:cNvPr>
                <p14:cNvContentPartPr/>
                <p14:nvPr/>
              </p14:nvContentPartPr>
              <p14:xfrm>
                <a:off x="10466385" y="1884615"/>
                <a:ext cx="232560" cy="227880"/>
              </p14:xfrm>
            </p:contentPart>
          </mc:Choice>
          <mc:Fallback xmlns="">
            <p:pic>
              <p:nvPicPr>
                <p:cNvPr id="46" name="Ink 45">
                  <a:extLst>
                    <a:ext uri="{FF2B5EF4-FFF2-40B4-BE49-F238E27FC236}">
                      <a16:creationId xmlns:a16="http://schemas.microsoft.com/office/drawing/2014/main" id="{41A5C06B-AAB2-0B87-D3CD-5F1112C2EF94}"/>
                    </a:ext>
                  </a:extLst>
                </p:cNvPr>
                <p:cNvPicPr/>
                <p:nvPr/>
              </p:nvPicPr>
              <p:blipFill>
                <a:blip r:embed="rId59"/>
                <a:stretch>
                  <a:fillRect/>
                </a:stretch>
              </p:blipFill>
              <p:spPr>
                <a:xfrm>
                  <a:off x="10460265" y="1878495"/>
                  <a:ext cx="2448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2AA9A43B-0D7D-8B69-614E-056237339934}"/>
                    </a:ext>
                  </a:extLst>
                </p14:cNvPr>
                <p14:cNvContentPartPr/>
                <p14:nvPr/>
              </p14:nvContentPartPr>
              <p14:xfrm>
                <a:off x="10674465" y="1956975"/>
                <a:ext cx="564120" cy="247320"/>
              </p14:xfrm>
            </p:contentPart>
          </mc:Choice>
          <mc:Fallback xmlns="">
            <p:pic>
              <p:nvPicPr>
                <p:cNvPr id="47" name="Ink 46">
                  <a:extLst>
                    <a:ext uri="{FF2B5EF4-FFF2-40B4-BE49-F238E27FC236}">
                      <a16:creationId xmlns:a16="http://schemas.microsoft.com/office/drawing/2014/main" id="{2AA9A43B-0D7D-8B69-614E-056237339934}"/>
                    </a:ext>
                  </a:extLst>
                </p:cNvPr>
                <p:cNvPicPr/>
                <p:nvPr/>
              </p:nvPicPr>
              <p:blipFill>
                <a:blip r:embed="rId61"/>
                <a:stretch>
                  <a:fillRect/>
                </a:stretch>
              </p:blipFill>
              <p:spPr>
                <a:xfrm>
                  <a:off x="10668345" y="1950855"/>
                  <a:ext cx="5763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C6F3A97A-C6D7-BF9B-CBC7-BF7F748B633A}"/>
                    </a:ext>
                  </a:extLst>
                </p14:cNvPr>
                <p14:cNvContentPartPr/>
                <p14:nvPr/>
              </p14:nvContentPartPr>
              <p14:xfrm>
                <a:off x="11234985" y="1767975"/>
                <a:ext cx="59040" cy="867240"/>
              </p14:xfrm>
            </p:contentPart>
          </mc:Choice>
          <mc:Fallback xmlns="">
            <p:pic>
              <p:nvPicPr>
                <p:cNvPr id="48" name="Ink 47">
                  <a:extLst>
                    <a:ext uri="{FF2B5EF4-FFF2-40B4-BE49-F238E27FC236}">
                      <a16:creationId xmlns:a16="http://schemas.microsoft.com/office/drawing/2014/main" id="{C6F3A97A-C6D7-BF9B-CBC7-BF7F748B633A}"/>
                    </a:ext>
                  </a:extLst>
                </p:cNvPr>
                <p:cNvPicPr/>
                <p:nvPr/>
              </p:nvPicPr>
              <p:blipFill>
                <a:blip r:embed="rId63"/>
                <a:stretch>
                  <a:fillRect/>
                </a:stretch>
              </p:blipFill>
              <p:spPr>
                <a:xfrm>
                  <a:off x="11228865" y="1761855"/>
                  <a:ext cx="71280" cy="879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726053C4-B3D7-CCE8-1DCD-AFCC4CBE22E0}"/>
                    </a:ext>
                  </a:extLst>
                </p14:cNvPr>
                <p14:cNvContentPartPr/>
                <p14:nvPr/>
              </p14:nvContentPartPr>
              <p14:xfrm>
                <a:off x="11443425" y="2318775"/>
                <a:ext cx="43920" cy="237960"/>
              </p14:xfrm>
            </p:contentPart>
          </mc:Choice>
          <mc:Fallback xmlns="">
            <p:pic>
              <p:nvPicPr>
                <p:cNvPr id="49" name="Ink 48">
                  <a:extLst>
                    <a:ext uri="{FF2B5EF4-FFF2-40B4-BE49-F238E27FC236}">
                      <a16:creationId xmlns:a16="http://schemas.microsoft.com/office/drawing/2014/main" id="{726053C4-B3D7-CCE8-1DCD-AFCC4CBE22E0}"/>
                    </a:ext>
                  </a:extLst>
                </p:cNvPr>
                <p:cNvPicPr/>
                <p:nvPr/>
              </p:nvPicPr>
              <p:blipFill>
                <a:blip r:embed="rId65"/>
                <a:stretch>
                  <a:fillRect/>
                </a:stretch>
              </p:blipFill>
              <p:spPr>
                <a:xfrm>
                  <a:off x="11437305" y="2312655"/>
                  <a:ext cx="561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D76EE892-85F4-E399-AAB2-4A7D64B14F64}"/>
                    </a:ext>
                  </a:extLst>
                </p14:cNvPr>
                <p14:cNvContentPartPr/>
                <p14:nvPr/>
              </p14:nvContentPartPr>
              <p14:xfrm>
                <a:off x="11544225" y="1996935"/>
                <a:ext cx="161640" cy="66240"/>
              </p14:xfrm>
            </p:contentPart>
          </mc:Choice>
          <mc:Fallback xmlns="">
            <p:pic>
              <p:nvPicPr>
                <p:cNvPr id="50" name="Ink 49">
                  <a:extLst>
                    <a:ext uri="{FF2B5EF4-FFF2-40B4-BE49-F238E27FC236}">
                      <a16:creationId xmlns:a16="http://schemas.microsoft.com/office/drawing/2014/main" id="{D76EE892-85F4-E399-AAB2-4A7D64B14F64}"/>
                    </a:ext>
                  </a:extLst>
                </p:cNvPr>
                <p:cNvPicPr/>
                <p:nvPr/>
              </p:nvPicPr>
              <p:blipFill>
                <a:blip r:embed="rId67"/>
                <a:stretch>
                  <a:fillRect/>
                </a:stretch>
              </p:blipFill>
              <p:spPr>
                <a:xfrm>
                  <a:off x="11538105" y="1990815"/>
                  <a:ext cx="1738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1EC8E4E8-8B0F-F431-5B9A-04DBE23F1B9F}"/>
                    </a:ext>
                  </a:extLst>
                </p14:cNvPr>
                <p14:cNvContentPartPr/>
                <p14:nvPr/>
              </p14:nvContentPartPr>
              <p14:xfrm>
                <a:off x="11570505" y="2281695"/>
                <a:ext cx="286200" cy="109440"/>
              </p14:xfrm>
            </p:contentPart>
          </mc:Choice>
          <mc:Fallback xmlns="">
            <p:pic>
              <p:nvPicPr>
                <p:cNvPr id="51" name="Ink 50">
                  <a:extLst>
                    <a:ext uri="{FF2B5EF4-FFF2-40B4-BE49-F238E27FC236}">
                      <a16:creationId xmlns:a16="http://schemas.microsoft.com/office/drawing/2014/main" id="{1EC8E4E8-8B0F-F431-5B9A-04DBE23F1B9F}"/>
                    </a:ext>
                  </a:extLst>
                </p:cNvPr>
                <p:cNvPicPr/>
                <p:nvPr/>
              </p:nvPicPr>
              <p:blipFill>
                <a:blip r:embed="rId69"/>
                <a:stretch>
                  <a:fillRect/>
                </a:stretch>
              </p:blipFill>
              <p:spPr>
                <a:xfrm>
                  <a:off x="11564385" y="2275575"/>
                  <a:ext cx="2984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k 51">
                  <a:extLst>
                    <a:ext uri="{FF2B5EF4-FFF2-40B4-BE49-F238E27FC236}">
                      <a16:creationId xmlns:a16="http://schemas.microsoft.com/office/drawing/2014/main" id="{D9C3FBA7-F03F-BD26-879D-316D47892CE0}"/>
                    </a:ext>
                  </a:extLst>
                </p14:cNvPr>
                <p14:cNvContentPartPr/>
                <p14:nvPr/>
              </p14:nvContentPartPr>
              <p14:xfrm>
                <a:off x="11935185" y="2420655"/>
                <a:ext cx="8280" cy="32400"/>
              </p14:xfrm>
            </p:contentPart>
          </mc:Choice>
          <mc:Fallback xmlns="">
            <p:pic>
              <p:nvPicPr>
                <p:cNvPr id="52" name="Ink 51">
                  <a:extLst>
                    <a:ext uri="{FF2B5EF4-FFF2-40B4-BE49-F238E27FC236}">
                      <a16:creationId xmlns:a16="http://schemas.microsoft.com/office/drawing/2014/main" id="{D9C3FBA7-F03F-BD26-879D-316D47892CE0}"/>
                    </a:ext>
                  </a:extLst>
                </p:cNvPr>
                <p:cNvPicPr/>
                <p:nvPr/>
              </p:nvPicPr>
              <p:blipFill>
                <a:blip r:embed="rId71"/>
                <a:stretch>
                  <a:fillRect/>
                </a:stretch>
              </p:blipFill>
              <p:spPr>
                <a:xfrm>
                  <a:off x="11929065" y="2414535"/>
                  <a:ext cx="20520" cy="44640"/>
                </a:xfrm>
                <a:prstGeom prst="rect">
                  <a:avLst/>
                </a:prstGeom>
              </p:spPr>
            </p:pic>
          </mc:Fallback>
        </mc:AlternateContent>
      </p:grpSp>
    </p:spTree>
    <p:extLst>
      <p:ext uri="{BB962C8B-B14F-4D97-AF65-F5344CB8AC3E}">
        <p14:creationId xmlns:p14="http://schemas.microsoft.com/office/powerpoint/2010/main" val="900637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BFA71C3-724B-3B2B-413A-D2F069B7B1F6}"/>
                  </a:ext>
                </a:extLst>
              </p14:cNvPr>
              <p14:cNvContentPartPr/>
              <p14:nvPr/>
            </p14:nvContentPartPr>
            <p14:xfrm>
              <a:off x="695985" y="2742855"/>
              <a:ext cx="225360" cy="82800"/>
            </p14:xfrm>
          </p:contentPart>
        </mc:Choice>
        <mc:Fallback xmlns="">
          <p:pic>
            <p:nvPicPr>
              <p:cNvPr id="2" name="Ink 1">
                <a:extLst>
                  <a:ext uri="{FF2B5EF4-FFF2-40B4-BE49-F238E27FC236}">
                    <a16:creationId xmlns:a16="http://schemas.microsoft.com/office/drawing/2014/main" id="{6BFA71C3-724B-3B2B-413A-D2F069B7B1F6}"/>
                  </a:ext>
                </a:extLst>
              </p:cNvPr>
              <p:cNvPicPr/>
              <p:nvPr/>
            </p:nvPicPr>
            <p:blipFill>
              <a:blip r:embed="rId3"/>
              <a:stretch>
                <a:fillRect/>
              </a:stretch>
            </p:blipFill>
            <p:spPr>
              <a:xfrm>
                <a:off x="689865" y="2736735"/>
                <a:ext cx="2376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C696854-6312-C05D-C2DA-1D64832B640E}"/>
                  </a:ext>
                </a:extLst>
              </p14:cNvPr>
              <p14:cNvContentPartPr/>
              <p14:nvPr/>
            </p14:nvContentPartPr>
            <p14:xfrm>
              <a:off x="2418225" y="504015"/>
              <a:ext cx="720" cy="2271600"/>
            </p14:xfrm>
          </p:contentPart>
        </mc:Choice>
        <mc:Fallback xmlns="">
          <p:pic>
            <p:nvPicPr>
              <p:cNvPr id="4" name="Ink 3">
                <a:extLst>
                  <a:ext uri="{FF2B5EF4-FFF2-40B4-BE49-F238E27FC236}">
                    <a16:creationId xmlns:a16="http://schemas.microsoft.com/office/drawing/2014/main" id="{8C696854-6312-C05D-C2DA-1D64832B640E}"/>
                  </a:ext>
                </a:extLst>
              </p:cNvPr>
              <p:cNvPicPr/>
              <p:nvPr/>
            </p:nvPicPr>
            <p:blipFill>
              <a:blip r:embed="rId5"/>
              <a:stretch>
                <a:fillRect/>
              </a:stretch>
            </p:blipFill>
            <p:spPr>
              <a:xfrm>
                <a:off x="2405985" y="497895"/>
                <a:ext cx="25200" cy="2283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5A9D8D2-739A-4F6C-0D57-1C84490A8D8F}"/>
                  </a:ext>
                </a:extLst>
              </p14:cNvPr>
              <p14:cNvContentPartPr/>
              <p14:nvPr/>
            </p14:nvContentPartPr>
            <p14:xfrm>
              <a:off x="2479065" y="2793975"/>
              <a:ext cx="4494240" cy="720"/>
            </p14:xfrm>
          </p:contentPart>
        </mc:Choice>
        <mc:Fallback xmlns="">
          <p:pic>
            <p:nvPicPr>
              <p:cNvPr id="6" name="Ink 5">
                <a:extLst>
                  <a:ext uri="{FF2B5EF4-FFF2-40B4-BE49-F238E27FC236}">
                    <a16:creationId xmlns:a16="http://schemas.microsoft.com/office/drawing/2014/main" id="{35A9D8D2-739A-4F6C-0D57-1C84490A8D8F}"/>
                  </a:ext>
                </a:extLst>
              </p:cNvPr>
              <p:cNvPicPr/>
              <p:nvPr/>
            </p:nvPicPr>
            <p:blipFill>
              <a:blip r:embed="rId7"/>
              <a:stretch>
                <a:fillRect/>
              </a:stretch>
            </p:blipFill>
            <p:spPr>
              <a:xfrm>
                <a:off x="2472945" y="2781735"/>
                <a:ext cx="4506480" cy="25200"/>
              </a:xfrm>
              <a:prstGeom prst="rect">
                <a:avLst/>
              </a:prstGeom>
            </p:spPr>
          </p:pic>
        </mc:Fallback>
      </mc:AlternateContent>
      <p:grpSp>
        <p:nvGrpSpPr>
          <p:cNvPr id="9" name="Group 8">
            <a:extLst>
              <a:ext uri="{FF2B5EF4-FFF2-40B4-BE49-F238E27FC236}">
                <a16:creationId xmlns:a16="http://schemas.microsoft.com/office/drawing/2014/main" id="{FB573371-7DE4-EBCE-2487-090FA0598CAD}"/>
              </a:ext>
            </a:extLst>
          </p:cNvPr>
          <p:cNvGrpSpPr/>
          <p:nvPr/>
        </p:nvGrpSpPr>
        <p:grpSpPr>
          <a:xfrm>
            <a:off x="2267385" y="478455"/>
            <a:ext cx="317160" cy="92880"/>
            <a:chOff x="2267385" y="478455"/>
            <a:chExt cx="317160" cy="9288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CE66125-05B1-D87F-5139-BE4E3F0A9B5A}"/>
                    </a:ext>
                  </a:extLst>
                </p14:cNvPr>
                <p14:cNvContentPartPr/>
                <p14:nvPr/>
              </p14:nvContentPartPr>
              <p14:xfrm>
                <a:off x="2267385" y="491055"/>
                <a:ext cx="131760" cy="80280"/>
              </p14:xfrm>
            </p:contentPart>
          </mc:Choice>
          <mc:Fallback xmlns="">
            <p:pic>
              <p:nvPicPr>
                <p:cNvPr id="7" name="Ink 6">
                  <a:extLst>
                    <a:ext uri="{FF2B5EF4-FFF2-40B4-BE49-F238E27FC236}">
                      <a16:creationId xmlns:a16="http://schemas.microsoft.com/office/drawing/2014/main" id="{BCE66125-05B1-D87F-5139-BE4E3F0A9B5A}"/>
                    </a:ext>
                  </a:extLst>
                </p:cNvPr>
                <p:cNvPicPr/>
                <p:nvPr/>
              </p:nvPicPr>
              <p:blipFill>
                <a:blip r:embed="rId9"/>
                <a:stretch>
                  <a:fillRect/>
                </a:stretch>
              </p:blipFill>
              <p:spPr>
                <a:xfrm>
                  <a:off x="2261265" y="484935"/>
                  <a:ext cx="1440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6964E4E-8797-38C2-9081-F1E0DA1BD04C}"/>
                    </a:ext>
                  </a:extLst>
                </p14:cNvPr>
                <p14:cNvContentPartPr/>
                <p14:nvPr/>
              </p14:nvContentPartPr>
              <p14:xfrm>
                <a:off x="2501745" y="478455"/>
                <a:ext cx="82800" cy="69120"/>
              </p14:xfrm>
            </p:contentPart>
          </mc:Choice>
          <mc:Fallback xmlns="">
            <p:pic>
              <p:nvPicPr>
                <p:cNvPr id="8" name="Ink 7">
                  <a:extLst>
                    <a:ext uri="{FF2B5EF4-FFF2-40B4-BE49-F238E27FC236}">
                      <a16:creationId xmlns:a16="http://schemas.microsoft.com/office/drawing/2014/main" id="{C6964E4E-8797-38C2-9081-F1E0DA1BD04C}"/>
                    </a:ext>
                  </a:extLst>
                </p:cNvPr>
                <p:cNvPicPr/>
                <p:nvPr/>
              </p:nvPicPr>
              <p:blipFill>
                <a:blip r:embed="rId11"/>
                <a:stretch>
                  <a:fillRect/>
                </a:stretch>
              </p:blipFill>
              <p:spPr>
                <a:xfrm>
                  <a:off x="2495625" y="472335"/>
                  <a:ext cx="9504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ADD184-3E6F-A81F-68BC-503D76C2AA6A}"/>
                  </a:ext>
                </a:extLst>
              </p14:cNvPr>
              <p14:cNvContentPartPr/>
              <p14:nvPr/>
            </p14:nvContentPartPr>
            <p14:xfrm>
              <a:off x="6925425" y="2640975"/>
              <a:ext cx="169560" cy="87840"/>
            </p14:xfrm>
          </p:contentPart>
        </mc:Choice>
        <mc:Fallback xmlns="">
          <p:pic>
            <p:nvPicPr>
              <p:cNvPr id="10" name="Ink 9">
                <a:extLst>
                  <a:ext uri="{FF2B5EF4-FFF2-40B4-BE49-F238E27FC236}">
                    <a16:creationId xmlns:a16="http://schemas.microsoft.com/office/drawing/2014/main" id="{ADADD184-3E6F-A81F-68BC-503D76C2AA6A}"/>
                  </a:ext>
                </a:extLst>
              </p:cNvPr>
              <p:cNvPicPr/>
              <p:nvPr/>
            </p:nvPicPr>
            <p:blipFill>
              <a:blip r:embed="rId13"/>
              <a:stretch>
                <a:fillRect/>
              </a:stretch>
            </p:blipFill>
            <p:spPr>
              <a:xfrm>
                <a:off x="6919305" y="2634855"/>
                <a:ext cx="1818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7C1C1BBB-7E8A-29FC-287B-0C72678EC1BC}"/>
                  </a:ext>
                </a:extLst>
              </p14:cNvPr>
              <p14:cNvContentPartPr/>
              <p14:nvPr/>
            </p14:nvContentPartPr>
            <p14:xfrm>
              <a:off x="6961785" y="2793975"/>
              <a:ext cx="144360" cy="84600"/>
            </p14:xfrm>
          </p:contentPart>
        </mc:Choice>
        <mc:Fallback xmlns="">
          <p:pic>
            <p:nvPicPr>
              <p:cNvPr id="11" name="Ink 10">
                <a:extLst>
                  <a:ext uri="{FF2B5EF4-FFF2-40B4-BE49-F238E27FC236}">
                    <a16:creationId xmlns:a16="http://schemas.microsoft.com/office/drawing/2014/main" id="{7C1C1BBB-7E8A-29FC-287B-0C72678EC1BC}"/>
                  </a:ext>
                </a:extLst>
              </p:cNvPr>
              <p:cNvPicPr/>
              <p:nvPr/>
            </p:nvPicPr>
            <p:blipFill>
              <a:blip r:embed="rId15"/>
              <a:stretch>
                <a:fillRect/>
              </a:stretch>
            </p:blipFill>
            <p:spPr>
              <a:xfrm>
                <a:off x="6955665" y="2787855"/>
                <a:ext cx="156600" cy="96840"/>
              </a:xfrm>
              <a:prstGeom prst="rect">
                <a:avLst/>
              </a:prstGeom>
            </p:spPr>
          </p:pic>
        </mc:Fallback>
      </mc:AlternateContent>
      <p:grpSp>
        <p:nvGrpSpPr>
          <p:cNvPr id="15" name="Group 14">
            <a:extLst>
              <a:ext uri="{FF2B5EF4-FFF2-40B4-BE49-F238E27FC236}">
                <a16:creationId xmlns:a16="http://schemas.microsoft.com/office/drawing/2014/main" id="{4390F3C6-A69B-9803-2F61-E636A4AD8202}"/>
              </a:ext>
            </a:extLst>
          </p:cNvPr>
          <p:cNvGrpSpPr/>
          <p:nvPr/>
        </p:nvGrpSpPr>
        <p:grpSpPr>
          <a:xfrm>
            <a:off x="6869985" y="3075495"/>
            <a:ext cx="1722960" cy="429840"/>
            <a:chOff x="6869985" y="3075495"/>
            <a:chExt cx="1722960" cy="42984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9042950-08EC-A3F9-03A9-5E5103DE7D84}"/>
                    </a:ext>
                  </a:extLst>
                </p14:cNvPr>
                <p14:cNvContentPartPr/>
                <p14:nvPr/>
              </p14:nvContentPartPr>
              <p14:xfrm>
                <a:off x="6869985" y="3075495"/>
                <a:ext cx="173880" cy="429840"/>
              </p14:xfrm>
            </p:contentPart>
          </mc:Choice>
          <mc:Fallback xmlns="">
            <p:pic>
              <p:nvPicPr>
                <p:cNvPr id="12" name="Ink 11">
                  <a:extLst>
                    <a:ext uri="{FF2B5EF4-FFF2-40B4-BE49-F238E27FC236}">
                      <a16:creationId xmlns:a16="http://schemas.microsoft.com/office/drawing/2014/main" id="{99042950-08EC-A3F9-03A9-5E5103DE7D84}"/>
                    </a:ext>
                  </a:extLst>
                </p:cNvPr>
                <p:cNvPicPr/>
                <p:nvPr/>
              </p:nvPicPr>
              <p:blipFill>
                <a:blip r:embed="rId17"/>
                <a:stretch>
                  <a:fillRect/>
                </a:stretch>
              </p:blipFill>
              <p:spPr>
                <a:xfrm>
                  <a:off x="6863865" y="3069375"/>
                  <a:ext cx="1861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9CAC151D-C43B-0C9D-E540-C56B743B5FC0}"/>
                    </a:ext>
                  </a:extLst>
                </p14:cNvPr>
                <p14:cNvContentPartPr/>
                <p14:nvPr/>
              </p14:nvContentPartPr>
              <p14:xfrm>
                <a:off x="7322505" y="3153975"/>
                <a:ext cx="66960" cy="234000"/>
              </p14:xfrm>
            </p:contentPart>
          </mc:Choice>
          <mc:Fallback xmlns="">
            <p:pic>
              <p:nvPicPr>
                <p:cNvPr id="13" name="Ink 12">
                  <a:extLst>
                    <a:ext uri="{FF2B5EF4-FFF2-40B4-BE49-F238E27FC236}">
                      <a16:creationId xmlns:a16="http://schemas.microsoft.com/office/drawing/2014/main" id="{9CAC151D-C43B-0C9D-E540-C56B743B5FC0}"/>
                    </a:ext>
                  </a:extLst>
                </p:cNvPr>
                <p:cNvPicPr/>
                <p:nvPr/>
              </p:nvPicPr>
              <p:blipFill>
                <a:blip r:embed="rId19"/>
                <a:stretch>
                  <a:fillRect/>
                </a:stretch>
              </p:blipFill>
              <p:spPr>
                <a:xfrm>
                  <a:off x="7316385" y="3147855"/>
                  <a:ext cx="792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9BFE8B70-5905-44DA-A2EE-C25CFEA78AC2}"/>
                    </a:ext>
                  </a:extLst>
                </p14:cNvPr>
                <p14:cNvContentPartPr/>
                <p14:nvPr/>
              </p14:nvContentPartPr>
              <p14:xfrm>
                <a:off x="7238265" y="3267735"/>
                <a:ext cx="1354680" cy="133560"/>
              </p14:xfrm>
            </p:contentPart>
          </mc:Choice>
          <mc:Fallback xmlns="">
            <p:pic>
              <p:nvPicPr>
                <p:cNvPr id="14" name="Ink 13">
                  <a:extLst>
                    <a:ext uri="{FF2B5EF4-FFF2-40B4-BE49-F238E27FC236}">
                      <a16:creationId xmlns:a16="http://schemas.microsoft.com/office/drawing/2014/main" id="{9BFE8B70-5905-44DA-A2EE-C25CFEA78AC2}"/>
                    </a:ext>
                  </a:extLst>
                </p:cNvPr>
                <p:cNvPicPr/>
                <p:nvPr/>
              </p:nvPicPr>
              <p:blipFill>
                <a:blip r:embed="rId21"/>
                <a:stretch>
                  <a:fillRect/>
                </a:stretch>
              </p:blipFill>
              <p:spPr>
                <a:xfrm>
                  <a:off x="7232145" y="3261615"/>
                  <a:ext cx="1366920" cy="14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1B5AF0D-5D0E-585B-B3C4-6B89CCBA885D}"/>
                  </a:ext>
                </a:extLst>
              </p14:cNvPr>
              <p14:cNvContentPartPr/>
              <p14:nvPr/>
            </p14:nvContentPartPr>
            <p14:xfrm>
              <a:off x="1242105" y="553695"/>
              <a:ext cx="42480" cy="34200"/>
            </p14:xfrm>
          </p:contentPart>
        </mc:Choice>
        <mc:Fallback xmlns="">
          <p:pic>
            <p:nvPicPr>
              <p:cNvPr id="16" name="Ink 15">
                <a:extLst>
                  <a:ext uri="{FF2B5EF4-FFF2-40B4-BE49-F238E27FC236}">
                    <a16:creationId xmlns:a16="http://schemas.microsoft.com/office/drawing/2014/main" id="{81B5AF0D-5D0E-585B-B3C4-6B89CCBA885D}"/>
                  </a:ext>
                </a:extLst>
              </p:cNvPr>
              <p:cNvPicPr/>
              <p:nvPr/>
            </p:nvPicPr>
            <p:blipFill>
              <a:blip r:embed="rId23"/>
              <a:stretch>
                <a:fillRect/>
              </a:stretch>
            </p:blipFill>
            <p:spPr>
              <a:xfrm>
                <a:off x="1235985" y="547575"/>
                <a:ext cx="54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7CD9B9CD-F82E-C361-B723-4260E5186575}"/>
                  </a:ext>
                </a:extLst>
              </p14:cNvPr>
              <p14:cNvContentPartPr/>
              <p14:nvPr/>
            </p14:nvContentPartPr>
            <p14:xfrm>
              <a:off x="2323185" y="780855"/>
              <a:ext cx="202320" cy="32040"/>
            </p14:xfrm>
          </p:contentPart>
        </mc:Choice>
        <mc:Fallback xmlns="">
          <p:pic>
            <p:nvPicPr>
              <p:cNvPr id="19" name="Ink 18">
                <a:extLst>
                  <a:ext uri="{FF2B5EF4-FFF2-40B4-BE49-F238E27FC236}">
                    <a16:creationId xmlns:a16="http://schemas.microsoft.com/office/drawing/2014/main" id="{7CD9B9CD-F82E-C361-B723-4260E5186575}"/>
                  </a:ext>
                </a:extLst>
              </p:cNvPr>
              <p:cNvPicPr/>
              <p:nvPr/>
            </p:nvPicPr>
            <p:blipFill>
              <a:blip r:embed="rId25"/>
              <a:stretch>
                <a:fillRect/>
              </a:stretch>
            </p:blipFill>
            <p:spPr>
              <a:xfrm>
                <a:off x="2317065" y="774735"/>
                <a:ext cx="2145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AE7339BA-5377-3097-89AD-DF00D1E3C407}"/>
                  </a:ext>
                </a:extLst>
              </p14:cNvPr>
              <p14:cNvContentPartPr/>
              <p14:nvPr/>
            </p14:nvContentPartPr>
            <p14:xfrm>
              <a:off x="1841145" y="671775"/>
              <a:ext cx="50760" cy="250200"/>
            </p14:xfrm>
          </p:contentPart>
        </mc:Choice>
        <mc:Fallback xmlns="">
          <p:pic>
            <p:nvPicPr>
              <p:cNvPr id="20" name="Ink 19">
                <a:extLst>
                  <a:ext uri="{FF2B5EF4-FFF2-40B4-BE49-F238E27FC236}">
                    <a16:creationId xmlns:a16="http://schemas.microsoft.com/office/drawing/2014/main" id="{AE7339BA-5377-3097-89AD-DF00D1E3C407}"/>
                  </a:ext>
                </a:extLst>
              </p:cNvPr>
              <p:cNvPicPr/>
              <p:nvPr/>
            </p:nvPicPr>
            <p:blipFill>
              <a:blip r:embed="rId27"/>
              <a:stretch>
                <a:fillRect/>
              </a:stretch>
            </p:blipFill>
            <p:spPr>
              <a:xfrm>
                <a:off x="1835025" y="665655"/>
                <a:ext cx="63000" cy="262440"/>
              </a:xfrm>
              <a:prstGeom prst="rect">
                <a:avLst/>
              </a:prstGeom>
            </p:spPr>
          </p:pic>
        </mc:Fallback>
      </mc:AlternateContent>
      <p:grpSp>
        <p:nvGrpSpPr>
          <p:cNvPr id="24" name="Group 23">
            <a:extLst>
              <a:ext uri="{FF2B5EF4-FFF2-40B4-BE49-F238E27FC236}">
                <a16:creationId xmlns:a16="http://schemas.microsoft.com/office/drawing/2014/main" id="{D1814DFE-C456-853F-08E1-38D98FFEAC63}"/>
              </a:ext>
            </a:extLst>
          </p:cNvPr>
          <p:cNvGrpSpPr/>
          <p:nvPr/>
        </p:nvGrpSpPr>
        <p:grpSpPr>
          <a:xfrm>
            <a:off x="1025025" y="703815"/>
            <a:ext cx="389880" cy="400680"/>
            <a:chOff x="1025025" y="703815"/>
            <a:chExt cx="389880" cy="400680"/>
          </a:xfrm>
        </p:grpSpPr>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25CEB8CE-8C0A-E5FA-9B85-54F94A5801EA}"/>
                    </a:ext>
                  </a:extLst>
                </p14:cNvPr>
                <p14:cNvContentPartPr/>
                <p14:nvPr/>
              </p14:nvContentPartPr>
              <p14:xfrm>
                <a:off x="1025025" y="822255"/>
                <a:ext cx="26640" cy="282240"/>
              </p14:xfrm>
            </p:contentPart>
          </mc:Choice>
          <mc:Fallback xmlns="">
            <p:pic>
              <p:nvPicPr>
                <p:cNvPr id="21" name="Ink 20">
                  <a:extLst>
                    <a:ext uri="{FF2B5EF4-FFF2-40B4-BE49-F238E27FC236}">
                      <a16:creationId xmlns:a16="http://schemas.microsoft.com/office/drawing/2014/main" id="{25CEB8CE-8C0A-E5FA-9B85-54F94A5801EA}"/>
                    </a:ext>
                  </a:extLst>
                </p:cNvPr>
                <p:cNvPicPr/>
                <p:nvPr/>
              </p:nvPicPr>
              <p:blipFill>
                <a:blip r:embed="rId29"/>
                <a:stretch>
                  <a:fillRect/>
                </a:stretch>
              </p:blipFill>
              <p:spPr>
                <a:xfrm>
                  <a:off x="1018905" y="816135"/>
                  <a:ext cx="388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C091424F-4216-51CB-A02C-6C20E5BD6620}"/>
                    </a:ext>
                  </a:extLst>
                </p14:cNvPr>
                <p14:cNvContentPartPr/>
                <p14:nvPr/>
              </p14:nvContentPartPr>
              <p14:xfrm>
                <a:off x="1118985" y="703815"/>
                <a:ext cx="80280" cy="185400"/>
              </p14:xfrm>
            </p:contentPart>
          </mc:Choice>
          <mc:Fallback xmlns="">
            <p:pic>
              <p:nvPicPr>
                <p:cNvPr id="22" name="Ink 21">
                  <a:extLst>
                    <a:ext uri="{FF2B5EF4-FFF2-40B4-BE49-F238E27FC236}">
                      <a16:creationId xmlns:a16="http://schemas.microsoft.com/office/drawing/2014/main" id="{C091424F-4216-51CB-A02C-6C20E5BD6620}"/>
                    </a:ext>
                  </a:extLst>
                </p:cNvPr>
                <p:cNvPicPr/>
                <p:nvPr/>
              </p:nvPicPr>
              <p:blipFill>
                <a:blip r:embed="rId31"/>
                <a:stretch>
                  <a:fillRect/>
                </a:stretch>
              </p:blipFill>
              <p:spPr>
                <a:xfrm>
                  <a:off x="1112865" y="697695"/>
                  <a:ext cx="925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739AA56A-0DA1-8100-B568-F21FF1FCD8BC}"/>
                    </a:ext>
                  </a:extLst>
                </p14:cNvPr>
                <p14:cNvContentPartPr/>
                <p14:nvPr/>
              </p14:nvContentPartPr>
              <p14:xfrm>
                <a:off x="1217265" y="801015"/>
                <a:ext cx="197640" cy="113040"/>
              </p14:xfrm>
            </p:contentPart>
          </mc:Choice>
          <mc:Fallback xmlns="">
            <p:pic>
              <p:nvPicPr>
                <p:cNvPr id="23" name="Ink 22">
                  <a:extLst>
                    <a:ext uri="{FF2B5EF4-FFF2-40B4-BE49-F238E27FC236}">
                      <a16:creationId xmlns:a16="http://schemas.microsoft.com/office/drawing/2014/main" id="{739AA56A-0DA1-8100-B568-F21FF1FCD8BC}"/>
                    </a:ext>
                  </a:extLst>
                </p:cNvPr>
                <p:cNvPicPr/>
                <p:nvPr/>
              </p:nvPicPr>
              <p:blipFill>
                <a:blip r:embed="rId33"/>
                <a:stretch>
                  <a:fillRect/>
                </a:stretch>
              </p:blipFill>
              <p:spPr>
                <a:xfrm>
                  <a:off x="1211145" y="794895"/>
                  <a:ext cx="209880" cy="125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78B8AAB2-CE24-4114-F793-36C55A6D3025}"/>
                  </a:ext>
                </a:extLst>
              </p14:cNvPr>
              <p14:cNvContentPartPr/>
              <p14:nvPr/>
            </p14:nvContentPartPr>
            <p14:xfrm>
              <a:off x="2895945" y="2736375"/>
              <a:ext cx="33840" cy="223560"/>
            </p14:xfrm>
          </p:contentPart>
        </mc:Choice>
        <mc:Fallback xmlns="">
          <p:pic>
            <p:nvPicPr>
              <p:cNvPr id="25" name="Ink 24">
                <a:extLst>
                  <a:ext uri="{FF2B5EF4-FFF2-40B4-BE49-F238E27FC236}">
                    <a16:creationId xmlns:a16="http://schemas.microsoft.com/office/drawing/2014/main" id="{78B8AAB2-CE24-4114-F793-36C55A6D3025}"/>
                  </a:ext>
                </a:extLst>
              </p:cNvPr>
              <p:cNvPicPr/>
              <p:nvPr/>
            </p:nvPicPr>
            <p:blipFill>
              <a:blip r:embed="rId35"/>
              <a:stretch>
                <a:fillRect/>
              </a:stretch>
            </p:blipFill>
            <p:spPr>
              <a:xfrm>
                <a:off x="2889825" y="2730255"/>
                <a:ext cx="460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691E8C35-C605-EB03-A989-9F7143035E7A}"/>
                  </a:ext>
                </a:extLst>
              </p14:cNvPr>
              <p14:cNvContentPartPr/>
              <p14:nvPr/>
            </p14:nvContentPartPr>
            <p14:xfrm>
              <a:off x="3351345" y="2730255"/>
              <a:ext cx="69840" cy="227880"/>
            </p14:xfrm>
          </p:contentPart>
        </mc:Choice>
        <mc:Fallback xmlns="">
          <p:pic>
            <p:nvPicPr>
              <p:cNvPr id="27" name="Ink 26">
                <a:extLst>
                  <a:ext uri="{FF2B5EF4-FFF2-40B4-BE49-F238E27FC236}">
                    <a16:creationId xmlns:a16="http://schemas.microsoft.com/office/drawing/2014/main" id="{691E8C35-C605-EB03-A989-9F7143035E7A}"/>
                  </a:ext>
                </a:extLst>
              </p:cNvPr>
              <p:cNvPicPr/>
              <p:nvPr/>
            </p:nvPicPr>
            <p:blipFill>
              <a:blip r:embed="rId37"/>
              <a:stretch>
                <a:fillRect/>
              </a:stretch>
            </p:blipFill>
            <p:spPr>
              <a:xfrm>
                <a:off x="3345225" y="2724135"/>
                <a:ext cx="82080" cy="240120"/>
              </a:xfrm>
              <a:prstGeom prst="rect">
                <a:avLst/>
              </a:prstGeom>
            </p:spPr>
          </p:pic>
        </mc:Fallback>
      </mc:AlternateContent>
      <p:grpSp>
        <p:nvGrpSpPr>
          <p:cNvPr id="31" name="Group 30">
            <a:extLst>
              <a:ext uri="{FF2B5EF4-FFF2-40B4-BE49-F238E27FC236}">
                <a16:creationId xmlns:a16="http://schemas.microsoft.com/office/drawing/2014/main" id="{F126E042-8903-2045-0159-904977A03FC5}"/>
              </a:ext>
            </a:extLst>
          </p:cNvPr>
          <p:cNvGrpSpPr/>
          <p:nvPr/>
        </p:nvGrpSpPr>
        <p:grpSpPr>
          <a:xfrm>
            <a:off x="2801265" y="3110055"/>
            <a:ext cx="677520" cy="284400"/>
            <a:chOff x="2801265" y="3110055"/>
            <a:chExt cx="677520" cy="284400"/>
          </a:xfrm>
        </p:grpSpPr>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803548E3-7B1D-4156-08D7-CCF143FE08A2}"/>
                    </a:ext>
                  </a:extLst>
                </p14:cNvPr>
                <p14:cNvContentPartPr/>
                <p14:nvPr/>
              </p14:nvContentPartPr>
              <p14:xfrm>
                <a:off x="2801265" y="3169815"/>
                <a:ext cx="377640" cy="224640"/>
              </p14:xfrm>
            </p:contentPart>
          </mc:Choice>
          <mc:Fallback xmlns="">
            <p:pic>
              <p:nvPicPr>
                <p:cNvPr id="26" name="Ink 25">
                  <a:extLst>
                    <a:ext uri="{FF2B5EF4-FFF2-40B4-BE49-F238E27FC236}">
                      <a16:creationId xmlns:a16="http://schemas.microsoft.com/office/drawing/2014/main" id="{803548E3-7B1D-4156-08D7-CCF143FE08A2}"/>
                    </a:ext>
                  </a:extLst>
                </p:cNvPr>
                <p:cNvPicPr/>
                <p:nvPr/>
              </p:nvPicPr>
              <p:blipFill>
                <a:blip r:embed="rId39"/>
                <a:stretch>
                  <a:fillRect/>
                </a:stretch>
              </p:blipFill>
              <p:spPr>
                <a:xfrm>
                  <a:off x="2795145" y="3163695"/>
                  <a:ext cx="3898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2FD43B29-E503-EB72-DB98-1DEC6CFF7584}"/>
                    </a:ext>
                  </a:extLst>
                </p14:cNvPr>
                <p14:cNvContentPartPr/>
                <p14:nvPr/>
              </p14:nvContentPartPr>
              <p14:xfrm>
                <a:off x="3311025" y="3110055"/>
                <a:ext cx="167760" cy="214200"/>
              </p14:xfrm>
            </p:contentPart>
          </mc:Choice>
          <mc:Fallback xmlns="">
            <p:pic>
              <p:nvPicPr>
                <p:cNvPr id="28" name="Ink 27">
                  <a:extLst>
                    <a:ext uri="{FF2B5EF4-FFF2-40B4-BE49-F238E27FC236}">
                      <a16:creationId xmlns:a16="http://schemas.microsoft.com/office/drawing/2014/main" id="{2FD43B29-E503-EB72-DB98-1DEC6CFF7584}"/>
                    </a:ext>
                  </a:extLst>
                </p:cNvPr>
                <p:cNvPicPr/>
                <p:nvPr/>
              </p:nvPicPr>
              <p:blipFill>
                <a:blip r:embed="rId41"/>
                <a:stretch>
                  <a:fillRect/>
                </a:stretch>
              </p:blipFill>
              <p:spPr>
                <a:xfrm>
                  <a:off x="3304905" y="3103935"/>
                  <a:ext cx="180000" cy="22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BDE5CF38-7474-AD5C-33C6-7C99B9E194CA}"/>
                  </a:ext>
                </a:extLst>
              </p14:cNvPr>
              <p14:cNvContentPartPr/>
              <p14:nvPr/>
            </p14:nvContentPartPr>
            <p14:xfrm>
              <a:off x="3952545" y="2685975"/>
              <a:ext cx="58320" cy="255600"/>
            </p14:xfrm>
          </p:contentPart>
        </mc:Choice>
        <mc:Fallback xmlns="">
          <p:pic>
            <p:nvPicPr>
              <p:cNvPr id="29" name="Ink 28">
                <a:extLst>
                  <a:ext uri="{FF2B5EF4-FFF2-40B4-BE49-F238E27FC236}">
                    <a16:creationId xmlns:a16="http://schemas.microsoft.com/office/drawing/2014/main" id="{BDE5CF38-7474-AD5C-33C6-7C99B9E194CA}"/>
                  </a:ext>
                </a:extLst>
              </p:cNvPr>
              <p:cNvPicPr/>
              <p:nvPr/>
            </p:nvPicPr>
            <p:blipFill>
              <a:blip r:embed="rId43"/>
              <a:stretch>
                <a:fillRect/>
              </a:stretch>
            </p:blipFill>
            <p:spPr>
              <a:xfrm>
                <a:off x="3946425" y="2679855"/>
                <a:ext cx="7056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9509730D-EBCE-7D26-8F18-0575DA869363}"/>
                  </a:ext>
                </a:extLst>
              </p14:cNvPr>
              <p14:cNvContentPartPr/>
              <p14:nvPr/>
            </p14:nvContentPartPr>
            <p14:xfrm>
              <a:off x="3833025" y="3133455"/>
              <a:ext cx="248040" cy="152640"/>
            </p14:xfrm>
          </p:contentPart>
        </mc:Choice>
        <mc:Fallback xmlns="">
          <p:pic>
            <p:nvPicPr>
              <p:cNvPr id="30" name="Ink 29">
                <a:extLst>
                  <a:ext uri="{FF2B5EF4-FFF2-40B4-BE49-F238E27FC236}">
                    <a16:creationId xmlns:a16="http://schemas.microsoft.com/office/drawing/2014/main" id="{9509730D-EBCE-7D26-8F18-0575DA869363}"/>
                  </a:ext>
                </a:extLst>
              </p:cNvPr>
              <p:cNvPicPr/>
              <p:nvPr/>
            </p:nvPicPr>
            <p:blipFill>
              <a:blip r:embed="rId45"/>
              <a:stretch>
                <a:fillRect/>
              </a:stretch>
            </p:blipFill>
            <p:spPr>
              <a:xfrm>
                <a:off x="3826905" y="3127335"/>
                <a:ext cx="2602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2E5E4BB9-6EFB-A738-85D2-E1CA0E91E3AA}"/>
                  </a:ext>
                </a:extLst>
              </p14:cNvPr>
              <p14:cNvContentPartPr/>
              <p14:nvPr/>
            </p14:nvContentPartPr>
            <p14:xfrm>
              <a:off x="4425585" y="2733495"/>
              <a:ext cx="28080" cy="243000"/>
            </p14:xfrm>
          </p:contentPart>
        </mc:Choice>
        <mc:Fallback xmlns="">
          <p:pic>
            <p:nvPicPr>
              <p:cNvPr id="32" name="Ink 31">
                <a:extLst>
                  <a:ext uri="{FF2B5EF4-FFF2-40B4-BE49-F238E27FC236}">
                    <a16:creationId xmlns:a16="http://schemas.microsoft.com/office/drawing/2014/main" id="{2E5E4BB9-6EFB-A738-85D2-E1CA0E91E3AA}"/>
                  </a:ext>
                </a:extLst>
              </p:cNvPr>
              <p:cNvPicPr/>
              <p:nvPr/>
            </p:nvPicPr>
            <p:blipFill>
              <a:blip r:embed="rId47"/>
              <a:stretch>
                <a:fillRect/>
              </a:stretch>
            </p:blipFill>
            <p:spPr>
              <a:xfrm>
                <a:off x="4419465" y="2727375"/>
                <a:ext cx="403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F14FB956-69AC-476E-B642-6AD16936F872}"/>
                  </a:ext>
                </a:extLst>
              </p14:cNvPr>
              <p14:cNvContentPartPr/>
              <p14:nvPr/>
            </p14:nvContentPartPr>
            <p14:xfrm>
              <a:off x="4975665" y="2690295"/>
              <a:ext cx="33120" cy="240120"/>
            </p14:xfrm>
          </p:contentPart>
        </mc:Choice>
        <mc:Fallback xmlns="">
          <p:pic>
            <p:nvPicPr>
              <p:cNvPr id="35" name="Ink 34">
                <a:extLst>
                  <a:ext uri="{FF2B5EF4-FFF2-40B4-BE49-F238E27FC236}">
                    <a16:creationId xmlns:a16="http://schemas.microsoft.com/office/drawing/2014/main" id="{F14FB956-69AC-476E-B642-6AD16936F872}"/>
                  </a:ext>
                </a:extLst>
              </p:cNvPr>
              <p:cNvPicPr/>
              <p:nvPr/>
            </p:nvPicPr>
            <p:blipFill>
              <a:blip r:embed="rId49"/>
              <a:stretch>
                <a:fillRect/>
              </a:stretch>
            </p:blipFill>
            <p:spPr>
              <a:xfrm>
                <a:off x="4969545" y="2684175"/>
                <a:ext cx="45360" cy="252360"/>
              </a:xfrm>
              <a:prstGeom prst="rect">
                <a:avLst/>
              </a:prstGeom>
            </p:spPr>
          </p:pic>
        </mc:Fallback>
      </mc:AlternateContent>
      <p:grpSp>
        <p:nvGrpSpPr>
          <p:cNvPr id="41" name="Group 40">
            <a:extLst>
              <a:ext uri="{FF2B5EF4-FFF2-40B4-BE49-F238E27FC236}">
                <a16:creationId xmlns:a16="http://schemas.microsoft.com/office/drawing/2014/main" id="{D2E0AB4D-A143-4EB0-A14B-AD2F88CC5EA0}"/>
              </a:ext>
            </a:extLst>
          </p:cNvPr>
          <p:cNvGrpSpPr/>
          <p:nvPr/>
        </p:nvGrpSpPr>
        <p:grpSpPr>
          <a:xfrm>
            <a:off x="4405065" y="3106815"/>
            <a:ext cx="626760" cy="274320"/>
            <a:chOff x="4405065" y="3106815"/>
            <a:chExt cx="626760" cy="274320"/>
          </a:xfrm>
        </p:grpSpPr>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B8061EB3-AB21-E0B0-8E25-B97283CC7C22}"/>
                    </a:ext>
                  </a:extLst>
                </p14:cNvPr>
                <p14:cNvContentPartPr/>
                <p14:nvPr/>
              </p14:nvContentPartPr>
              <p14:xfrm>
                <a:off x="4405065" y="3141735"/>
                <a:ext cx="93600" cy="239400"/>
              </p14:xfrm>
            </p:contentPart>
          </mc:Choice>
          <mc:Fallback xmlns="">
            <p:pic>
              <p:nvPicPr>
                <p:cNvPr id="33" name="Ink 32">
                  <a:extLst>
                    <a:ext uri="{FF2B5EF4-FFF2-40B4-BE49-F238E27FC236}">
                      <a16:creationId xmlns:a16="http://schemas.microsoft.com/office/drawing/2014/main" id="{B8061EB3-AB21-E0B0-8E25-B97283CC7C22}"/>
                    </a:ext>
                  </a:extLst>
                </p:cNvPr>
                <p:cNvPicPr/>
                <p:nvPr/>
              </p:nvPicPr>
              <p:blipFill>
                <a:blip r:embed="rId51"/>
                <a:stretch>
                  <a:fillRect/>
                </a:stretch>
              </p:blipFill>
              <p:spPr>
                <a:xfrm>
                  <a:off x="4398945" y="3135615"/>
                  <a:ext cx="10584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18FDD6C7-22D3-8362-A21A-728CD95ADC31}"/>
                    </a:ext>
                  </a:extLst>
                </p14:cNvPr>
                <p14:cNvContentPartPr/>
                <p14:nvPr/>
              </p14:nvContentPartPr>
              <p14:xfrm>
                <a:off x="4505505" y="3106815"/>
                <a:ext cx="214200" cy="25200"/>
              </p14:xfrm>
            </p:contentPart>
          </mc:Choice>
          <mc:Fallback xmlns="">
            <p:pic>
              <p:nvPicPr>
                <p:cNvPr id="34" name="Ink 33">
                  <a:extLst>
                    <a:ext uri="{FF2B5EF4-FFF2-40B4-BE49-F238E27FC236}">
                      <a16:creationId xmlns:a16="http://schemas.microsoft.com/office/drawing/2014/main" id="{18FDD6C7-22D3-8362-A21A-728CD95ADC31}"/>
                    </a:ext>
                  </a:extLst>
                </p:cNvPr>
                <p:cNvPicPr/>
                <p:nvPr/>
              </p:nvPicPr>
              <p:blipFill>
                <a:blip r:embed="rId53"/>
                <a:stretch>
                  <a:fillRect/>
                </a:stretch>
              </p:blipFill>
              <p:spPr>
                <a:xfrm>
                  <a:off x="4499385" y="3100695"/>
                  <a:ext cx="2264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36B546DA-47A4-9B16-315D-6B2BF3BF22E4}"/>
                    </a:ext>
                  </a:extLst>
                </p14:cNvPr>
                <p14:cNvContentPartPr/>
                <p14:nvPr/>
              </p14:nvContentPartPr>
              <p14:xfrm>
                <a:off x="4907265" y="3140655"/>
                <a:ext cx="124560" cy="206280"/>
              </p14:xfrm>
            </p:contentPart>
          </mc:Choice>
          <mc:Fallback xmlns="">
            <p:pic>
              <p:nvPicPr>
                <p:cNvPr id="36" name="Ink 35">
                  <a:extLst>
                    <a:ext uri="{FF2B5EF4-FFF2-40B4-BE49-F238E27FC236}">
                      <a16:creationId xmlns:a16="http://schemas.microsoft.com/office/drawing/2014/main" id="{36B546DA-47A4-9B16-315D-6B2BF3BF22E4}"/>
                    </a:ext>
                  </a:extLst>
                </p:cNvPr>
                <p:cNvPicPr/>
                <p:nvPr/>
              </p:nvPicPr>
              <p:blipFill>
                <a:blip r:embed="rId55"/>
                <a:stretch>
                  <a:fillRect/>
                </a:stretch>
              </p:blipFill>
              <p:spPr>
                <a:xfrm>
                  <a:off x="4901145" y="3134535"/>
                  <a:ext cx="136800" cy="218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CAFBE8F9-E88B-82EE-71CA-5B6F1E5DAB7D}"/>
                  </a:ext>
                </a:extLst>
              </p14:cNvPr>
              <p14:cNvContentPartPr/>
              <p14:nvPr/>
            </p14:nvContentPartPr>
            <p14:xfrm>
              <a:off x="5550225" y="2716935"/>
              <a:ext cx="18720" cy="282240"/>
            </p14:xfrm>
          </p:contentPart>
        </mc:Choice>
        <mc:Fallback xmlns="">
          <p:pic>
            <p:nvPicPr>
              <p:cNvPr id="37" name="Ink 36">
                <a:extLst>
                  <a:ext uri="{FF2B5EF4-FFF2-40B4-BE49-F238E27FC236}">
                    <a16:creationId xmlns:a16="http://schemas.microsoft.com/office/drawing/2014/main" id="{CAFBE8F9-E88B-82EE-71CA-5B6F1E5DAB7D}"/>
                  </a:ext>
                </a:extLst>
              </p:cNvPr>
              <p:cNvPicPr/>
              <p:nvPr/>
            </p:nvPicPr>
            <p:blipFill>
              <a:blip r:embed="rId57"/>
              <a:stretch>
                <a:fillRect/>
              </a:stretch>
            </p:blipFill>
            <p:spPr>
              <a:xfrm>
                <a:off x="5544105" y="2710815"/>
                <a:ext cx="30960" cy="294480"/>
              </a:xfrm>
              <a:prstGeom prst="rect">
                <a:avLst/>
              </a:prstGeom>
            </p:spPr>
          </p:pic>
        </mc:Fallback>
      </mc:AlternateContent>
      <p:grpSp>
        <p:nvGrpSpPr>
          <p:cNvPr id="40" name="Group 39">
            <a:extLst>
              <a:ext uri="{FF2B5EF4-FFF2-40B4-BE49-F238E27FC236}">
                <a16:creationId xmlns:a16="http://schemas.microsoft.com/office/drawing/2014/main" id="{E6489D2A-C542-9D3C-7EF4-D86E0AE2DEFE}"/>
              </a:ext>
            </a:extLst>
          </p:cNvPr>
          <p:cNvGrpSpPr/>
          <p:nvPr/>
        </p:nvGrpSpPr>
        <p:grpSpPr>
          <a:xfrm>
            <a:off x="5441505" y="3234975"/>
            <a:ext cx="304560" cy="198360"/>
            <a:chOff x="5441505" y="3234975"/>
            <a:chExt cx="304560" cy="198360"/>
          </a:xfrm>
        </p:grpSpPr>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63B5B076-B8A4-0BD0-D5F3-F8C80B8C6377}"/>
                    </a:ext>
                  </a:extLst>
                </p14:cNvPr>
                <p14:cNvContentPartPr/>
                <p14:nvPr/>
              </p14:nvContentPartPr>
              <p14:xfrm>
                <a:off x="5466705" y="3234975"/>
                <a:ext cx="136440" cy="198360"/>
              </p14:xfrm>
            </p:contentPart>
          </mc:Choice>
          <mc:Fallback xmlns="">
            <p:pic>
              <p:nvPicPr>
                <p:cNvPr id="38" name="Ink 37">
                  <a:extLst>
                    <a:ext uri="{FF2B5EF4-FFF2-40B4-BE49-F238E27FC236}">
                      <a16:creationId xmlns:a16="http://schemas.microsoft.com/office/drawing/2014/main" id="{63B5B076-B8A4-0BD0-D5F3-F8C80B8C6377}"/>
                    </a:ext>
                  </a:extLst>
                </p:cNvPr>
                <p:cNvPicPr/>
                <p:nvPr/>
              </p:nvPicPr>
              <p:blipFill>
                <a:blip r:embed="rId59"/>
                <a:stretch>
                  <a:fillRect/>
                </a:stretch>
              </p:blipFill>
              <p:spPr>
                <a:xfrm>
                  <a:off x="5460585" y="3228855"/>
                  <a:ext cx="1486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B4019E8D-EA7A-0D61-43E9-E3B3A02E979C}"/>
                    </a:ext>
                  </a:extLst>
                </p14:cNvPr>
                <p14:cNvContentPartPr/>
                <p14:nvPr/>
              </p14:nvContentPartPr>
              <p14:xfrm>
                <a:off x="5441505" y="3297255"/>
                <a:ext cx="304560" cy="115560"/>
              </p14:xfrm>
            </p:contentPart>
          </mc:Choice>
          <mc:Fallback xmlns="">
            <p:pic>
              <p:nvPicPr>
                <p:cNvPr id="39" name="Ink 38">
                  <a:extLst>
                    <a:ext uri="{FF2B5EF4-FFF2-40B4-BE49-F238E27FC236}">
                      <a16:creationId xmlns:a16="http://schemas.microsoft.com/office/drawing/2014/main" id="{B4019E8D-EA7A-0D61-43E9-E3B3A02E979C}"/>
                    </a:ext>
                  </a:extLst>
                </p:cNvPr>
                <p:cNvPicPr/>
                <p:nvPr/>
              </p:nvPicPr>
              <p:blipFill>
                <a:blip r:embed="rId61"/>
                <a:stretch>
                  <a:fillRect/>
                </a:stretch>
              </p:blipFill>
              <p:spPr>
                <a:xfrm>
                  <a:off x="5435385" y="3291135"/>
                  <a:ext cx="316800" cy="127800"/>
                </a:xfrm>
                <a:prstGeom prst="rect">
                  <a:avLst/>
                </a:prstGeom>
              </p:spPr>
            </p:pic>
          </mc:Fallback>
        </mc:AlternateContent>
      </p:grpSp>
      <p:grpSp>
        <p:nvGrpSpPr>
          <p:cNvPr id="50" name="Group 49">
            <a:extLst>
              <a:ext uri="{FF2B5EF4-FFF2-40B4-BE49-F238E27FC236}">
                <a16:creationId xmlns:a16="http://schemas.microsoft.com/office/drawing/2014/main" id="{1F5BF5F0-72AF-6A73-BD2F-7E829D71ADAC}"/>
              </a:ext>
            </a:extLst>
          </p:cNvPr>
          <p:cNvGrpSpPr/>
          <p:nvPr/>
        </p:nvGrpSpPr>
        <p:grpSpPr>
          <a:xfrm>
            <a:off x="3885945" y="2652495"/>
            <a:ext cx="224280" cy="278640"/>
            <a:chOff x="3885945" y="2652495"/>
            <a:chExt cx="224280" cy="278640"/>
          </a:xfrm>
        </p:grpSpPr>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0A97D448-2FFC-DBDF-13E3-65430F24B460}"/>
                    </a:ext>
                  </a:extLst>
                </p14:cNvPr>
                <p14:cNvContentPartPr/>
                <p14:nvPr/>
              </p14:nvContentPartPr>
              <p14:xfrm>
                <a:off x="3902145" y="2662215"/>
                <a:ext cx="199440" cy="268920"/>
              </p14:xfrm>
            </p:contentPart>
          </mc:Choice>
          <mc:Fallback xmlns="">
            <p:pic>
              <p:nvPicPr>
                <p:cNvPr id="48" name="Ink 47">
                  <a:extLst>
                    <a:ext uri="{FF2B5EF4-FFF2-40B4-BE49-F238E27FC236}">
                      <a16:creationId xmlns:a16="http://schemas.microsoft.com/office/drawing/2014/main" id="{0A97D448-2FFC-DBDF-13E3-65430F24B460}"/>
                    </a:ext>
                  </a:extLst>
                </p:cNvPr>
                <p:cNvPicPr/>
                <p:nvPr/>
              </p:nvPicPr>
              <p:blipFill>
                <a:blip r:embed="rId63"/>
                <a:stretch>
                  <a:fillRect/>
                </a:stretch>
              </p:blipFill>
              <p:spPr>
                <a:xfrm>
                  <a:off x="3893145" y="2653575"/>
                  <a:ext cx="2170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5E24B79B-C196-9DEA-B08B-192E2EDC4CDB}"/>
                    </a:ext>
                  </a:extLst>
                </p14:cNvPr>
                <p14:cNvContentPartPr/>
                <p14:nvPr/>
              </p14:nvContentPartPr>
              <p14:xfrm>
                <a:off x="3885945" y="2652495"/>
                <a:ext cx="224280" cy="213120"/>
              </p14:xfrm>
            </p:contentPart>
          </mc:Choice>
          <mc:Fallback xmlns="">
            <p:pic>
              <p:nvPicPr>
                <p:cNvPr id="49" name="Ink 48">
                  <a:extLst>
                    <a:ext uri="{FF2B5EF4-FFF2-40B4-BE49-F238E27FC236}">
                      <a16:creationId xmlns:a16="http://schemas.microsoft.com/office/drawing/2014/main" id="{5E24B79B-C196-9DEA-B08B-192E2EDC4CDB}"/>
                    </a:ext>
                  </a:extLst>
                </p:cNvPr>
                <p:cNvPicPr/>
                <p:nvPr/>
              </p:nvPicPr>
              <p:blipFill>
                <a:blip r:embed="rId65"/>
                <a:stretch>
                  <a:fillRect/>
                </a:stretch>
              </p:blipFill>
              <p:spPr>
                <a:xfrm>
                  <a:off x="3877305" y="2643495"/>
                  <a:ext cx="241920" cy="230760"/>
                </a:xfrm>
                <a:prstGeom prst="rect">
                  <a:avLst/>
                </a:prstGeom>
              </p:spPr>
            </p:pic>
          </mc:Fallback>
        </mc:AlternateContent>
      </p:grpSp>
      <p:grpSp>
        <p:nvGrpSpPr>
          <p:cNvPr id="71" name="Group 70">
            <a:extLst>
              <a:ext uri="{FF2B5EF4-FFF2-40B4-BE49-F238E27FC236}">
                <a16:creationId xmlns:a16="http://schemas.microsoft.com/office/drawing/2014/main" id="{6CE44C27-5E29-AE6A-543A-9DF023190339}"/>
              </a:ext>
            </a:extLst>
          </p:cNvPr>
          <p:cNvGrpSpPr/>
          <p:nvPr/>
        </p:nvGrpSpPr>
        <p:grpSpPr>
          <a:xfrm>
            <a:off x="2423985" y="776535"/>
            <a:ext cx="488520" cy="75960"/>
            <a:chOff x="2423985" y="776535"/>
            <a:chExt cx="488520" cy="75960"/>
          </a:xfrm>
        </p:grpSpPr>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543F2CD9-0EE6-5993-0BD9-DE569E10552A}"/>
                    </a:ext>
                  </a:extLst>
                </p14:cNvPr>
                <p14:cNvContentPartPr/>
                <p14:nvPr/>
              </p14:nvContentPartPr>
              <p14:xfrm>
                <a:off x="2423985" y="799935"/>
                <a:ext cx="163080" cy="17280"/>
              </p14:xfrm>
            </p:contentPart>
          </mc:Choice>
          <mc:Fallback xmlns="">
            <p:pic>
              <p:nvPicPr>
                <p:cNvPr id="51" name="Ink 50">
                  <a:extLst>
                    <a:ext uri="{FF2B5EF4-FFF2-40B4-BE49-F238E27FC236}">
                      <a16:creationId xmlns:a16="http://schemas.microsoft.com/office/drawing/2014/main" id="{543F2CD9-0EE6-5993-0BD9-DE569E10552A}"/>
                    </a:ext>
                  </a:extLst>
                </p:cNvPr>
                <p:cNvPicPr/>
                <p:nvPr/>
              </p:nvPicPr>
              <p:blipFill>
                <a:blip r:embed="rId67"/>
                <a:stretch>
                  <a:fillRect/>
                </a:stretch>
              </p:blipFill>
              <p:spPr>
                <a:xfrm>
                  <a:off x="2417865" y="793815"/>
                  <a:ext cx="1753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3F2B6A8B-2110-68E2-A16C-6DDED8384528}"/>
                    </a:ext>
                  </a:extLst>
                </p14:cNvPr>
                <p14:cNvContentPartPr/>
                <p14:nvPr/>
              </p14:nvContentPartPr>
              <p14:xfrm>
                <a:off x="2842305" y="848895"/>
                <a:ext cx="65520" cy="3600"/>
              </p14:xfrm>
            </p:contentPart>
          </mc:Choice>
          <mc:Fallback xmlns="">
            <p:pic>
              <p:nvPicPr>
                <p:cNvPr id="52" name="Ink 51">
                  <a:extLst>
                    <a:ext uri="{FF2B5EF4-FFF2-40B4-BE49-F238E27FC236}">
                      <a16:creationId xmlns:a16="http://schemas.microsoft.com/office/drawing/2014/main" id="{3F2B6A8B-2110-68E2-A16C-6DDED8384528}"/>
                    </a:ext>
                  </a:extLst>
                </p:cNvPr>
                <p:cNvPicPr/>
                <p:nvPr/>
              </p:nvPicPr>
              <p:blipFill>
                <a:blip r:embed="rId69"/>
                <a:stretch>
                  <a:fillRect/>
                </a:stretch>
              </p:blipFill>
              <p:spPr>
                <a:xfrm>
                  <a:off x="2836185" y="842775"/>
                  <a:ext cx="777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6" name="Ink 55">
                  <a:extLst>
                    <a:ext uri="{FF2B5EF4-FFF2-40B4-BE49-F238E27FC236}">
                      <a16:creationId xmlns:a16="http://schemas.microsoft.com/office/drawing/2014/main" id="{13A29710-AEA8-AC23-7F33-328444056F38}"/>
                    </a:ext>
                  </a:extLst>
                </p14:cNvPr>
                <p14:cNvContentPartPr/>
                <p14:nvPr/>
              </p14:nvContentPartPr>
              <p14:xfrm>
                <a:off x="2531985" y="776535"/>
                <a:ext cx="380520" cy="25200"/>
              </p14:xfrm>
            </p:contentPart>
          </mc:Choice>
          <mc:Fallback xmlns="">
            <p:pic>
              <p:nvPicPr>
                <p:cNvPr id="56" name="Ink 55">
                  <a:extLst>
                    <a:ext uri="{FF2B5EF4-FFF2-40B4-BE49-F238E27FC236}">
                      <a16:creationId xmlns:a16="http://schemas.microsoft.com/office/drawing/2014/main" id="{13A29710-AEA8-AC23-7F33-328444056F38}"/>
                    </a:ext>
                  </a:extLst>
                </p:cNvPr>
                <p:cNvPicPr/>
                <p:nvPr/>
              </p:nvPicPr>
              <p:blipFill>
                <a:blip r:embed="rId71"/>
                <a:stretch>
                  <a:fillRect/>
                </a:stretch>
              </p:blipFill>
              <p:spPr>
                <a:xfrm>
                  <a:off x="2525865" y="770415"/>
                  <a:ext cx="392760" cy="3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79" name="Ink 78">
                <a:extLst>
                  <a:ext uri="{FF2B5EF4-FFF2-40B4-BE49-F238E27FC236}">
                    <a16:creationId xmlns:a16="http://schemas.microsoft.com/office/drawing/2014/main" id="{619A66A0-3ECF-54C6-142F-3F8D314580A9}"/>
                  </a:ext>
                </a:extLst>
              </p14:cNvPr>
              <p14:cNvContentPartPr/>
              <p14:nvPr/>
            </p14:nvContentPartPr>
            <p14:xfrm>
              <a:off x="2250465" y="3700455"/>
              <a:ext cx="11880" cy="5400"/>
            </p14:xfrm>
          </p:contentPart>
        </mc:Choice>
        <mc:Fallback xmlns="">
          <p:pic>
            <p:nvPicPr>
              <p:cNvPr id="79" name="Ink 78">
                <a:extLst>
                  <a:ext uri="{FF2B5EF4-FFF2-40B4-BE49-F238E27FC236}">
                    <a16:creationId xmlns:a16="http://schemas.microsoft.com/office/drawing/2014/main" id="{619A66A0-3ECF-54C6-142F-3F8D314580A9}"/>
                  </a:ext>
                </a:extLst>
              </p:cNvPr>
              <p:cNvPicPr/>
              <p:nvPr/>
            </p:nvPicPr>
            <p:blipFill>
              <a:blip r:embed="rId73"/>
              <a:stretch>
                <a:fillRect/>
              </a:stretch>
            </p:blipFill>
            <p:spPr>
              <a:xfrm>
                <a:off x="2244345" y="3694335"/>
                <a:ext cx="24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3" name="Ink 82">
                <a:extLst>
                  <a:ext uri="{FF2B5EF4-FFF2-40B4-BE49-F238E27FC236}">
                    <a16:creationId xmlns:a16="http://schemas.microsoft.com/office/drawing/2014/main" id="{7980B801-E324-CD50-0817-BB6D12D2E6B8}"/>
                  </a:ext>
                </a:extLst>
              </p14:cNvPr>
              <p14:cNvContentPartPr/>
              <p14:nvPr/>
            </p14:nvContentPartPr>
            <p14:xfrm>
              <a:off x="2221665" y="206655"/>
              <a:ext cx="3664800" cy="3664800"/>
            </p14:xfrm>
          </p:contentPart>
        </mc:Choice>
        <mc:Fallback xmlns="">
          <p:pic>
            <p:nvPicPr>
              <p:cNvPr id="83" name="Ink 82">
                <a:extLst>
                  <a:ext uri="{FF2B5EF4-FFF2-40B4-BE49-F238E27FC236}">
                    <a16:creationId xmlns:a16="http://schemas.microsoft.com/office/drawing/2014/main" id="{7980B801-E324-CD50-0817-BB6D12D2E6B8}"/>
                  </a:ext>
                </a:extLst>
              </p:cNvPr>
              <p:cNvPicPr/>
              <p:nvPr/>
            </p:nvPicPr>
            <p:blipFill>
              <a:blip r:embed="rId75"/>
              <a:stretch>
                <a:fillRect/>
              </a:stretch>
            </p:blipFill>
            <p:spPr>
              <a:xfrm>
                <a:off x="2215545" y="200535"/>
                <a:ext cx="3677040" cy="3677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4" name="Ink 83">
                <a:extLst>
                  <a:ext uri="{FF2B5EF4-FFF2-40B4-BE49-F238E27FC236}">
                    <a16:creationId xmlns:a16="http://schemas.microsoft.com/office/drawing/2014/main" id="{3B000F18-30BE-2FD3-0BC8-06D802598665}"/>
                  </a:ext>
                </a:extLst>
              </p14:cNvPr>
              <p14:cNvContentPartPr/>
              <p14:nvPr/>
            </p14:nvContentPartPr>
            <p14:xfrm>
              <a:off x="5726265" y="168495"/>
              <a:ext cx="231840" cy="218880"/>
            </p14:xfrm>
          </p:contentPart>
        </mc:Choice>
        <mc:Fallback xmlns="">
          <p:pic>
            <p:nvPicPr>
              <p:cNvPr id="84" name="Ink 83">
                <a:extLst>
                  <a:ext uri="{FF2B5EF4-FFF2-40B4-BE49-F238E27FC236}">
                    <a16:creationId xmlns:a16="http://schemas.microsoft.com/office/drawing/2014/main" id="{3B000F18-30BE-2FD3-0BC8-06D802598665}"/>
                  </a:ext>
                </a:extLst>
              </p:cNvPr>
              <p:cNvPicPr/>
              <p:nvPr/>
            </p:nvPicPr>
            <p:blipFill>
              <a:blip r:embed="rId77"/>
              <a:stretch>
                <a:fillRect/>
              </a:stretch>
            </p:blipFill>
            <p:spPr>
              <a:xfrm>
                <a:off x="5720145" y="162375"/>
                <a:ext cx="24408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5" name="Ink 84">
                <a:extLst>
                  <a:ext uri="{FF2B5EF4-FFF2-40B4-BE49-F238E27FC236}">
                    <a16:creationId xmlns:a16="http://schemas.microsoft.com/office/drawing/2014/main" id="{5C18143F-4707-7BEE-0583-4B21488F0A3C}"/>
                  </a:ext>
                </a:extLst>
              </p14:cNvPr>
              <p14:cNvContentPartPr/>
              <p14:nvPr/>
            </p14:nvContentPartPr>
            <p14:xfrm>
              <a:off x="2214825" y="3774615"/>
              <a:ext cx="212040" cy="269280"/>
            </p14:xfrm>
          </p:contentPart>
        </mc:Choice>
        <mc:Fallback xmlns="">
          <p:pic>
            <p:nvPicPr>
              <p:cNvPr id="85" name="Ink 84">
                <a:extLst>
                  <a:ext uri="{FF2B5EF4-FFF2-40B4-BE49-F238E27FC236}">
                    <a16:creationId xmlns:a16="http://schemas.microsoft.com/office/drawing/2014/main" id="{5C18143F-4707-7BEE-0583-4B21488F0A3C}"/>
                  </a:ext>
                </a:extLst>
              </p:cNvPr>
              <p:cNvPicPr/>
              <p:nvPr/>
            </p:nvPicPr>
            <p:blipFill>
              <a:blip r:embed="rId79"/>
              <a:stretch>
                <a:fillRect/>
              </a:stretch>
            </p:blipFill>
            <p:spPr>
              <a:xfrm>
                <a:off x="2208705" y="3768495"/>
                <a:ext cx="224280" cy="281520"/>
              </a:xfrm>
              <a:prstGeom prst="rect">
                <a:avLst/>
              </a:prstGeom>
            </p:spPr>
          </p:pic>
        </mc:Fallback>
      </mc:AlternateContent>
      <p:grpSp>
        <p:nvGrpSpPr>
          <p:cNvPr id="99" name="Group 98">
            <a:extLst>
              <a:ext uri="{FF2B5EF4-FFF2-40B4-BE49-F238E27FC236}">
                <a16:creationId xmlns:a16="http://schemas.microsoft.com/office/drawing/2014/main" id="{6902B7A3-82BB-F432-923F-7D4C2917A3D6}"/>
              </a:ext>
            </a:extLst>
          </p:cNvPr>
          <p:cNvGrpSpPr/>
          <p:nvPr/>
        </p:nvGrpSpPr>
        <p:grpSpPr>
          <a:xfrm>
            <a:off x="7544625" y="208095"/>
            <a:ext cx="1162080" cy="526680"/>
            <a:chOff x="7544625" y="208095"/>
            <a:chExt cx="1162080" cy="526680"/>
          </a:xfrm>
        </p:grpSpPr>
        <mc:AlternateContent xmlns:mc="http://schemas.openxmlformats.org/markup-compatibility/2006" xmlns:p14="http://schemas.microsoft.com/office/powerpoint/2010/main">
          <mc:Choice Requires="p14">
            <p:contentPart p14:bwMode="auto" r:id="rId80">
              <p14:nvContentPartPr>
                <p14:cNvPr id="88" name="Ink 87">
                  <a:extLst>
                    <a:ext uri="{FF2B5EF4-FFF2-40B4-BE49-F238E27FC236}">
                      <a16:creationId xmlns:a16="http://schemas.microsoft.com/office/drawing/2014/main" id="{C1D642AF-D24E-959A-74DA-45B3C9202622}"/>
                    </a:ext>
                  </a:extLst>
                </p14:cNvPr>
                <p14:cNvContentPartPr/>
                <p14:nvPr/>
              </p14:nvContentPartPr>
              <p14:xfrm>
                <a:off x="7544625" y="259935"/>
                <a:ext cx="340560" cy="474840"/>
              </p14:xfrm>
            </p:contentPart>
          </mc:Choice>
          <mc:Fallback xmlns="">
            <p:pic>
              <p:nvPicPr>
                <p:cNvPr id="88" name="Ink 87">
                  <a:extLst>
                    <a:ext uri="{FF2B5EF4-FFF2-40B4-BE49-F238E27FC236}">
                      <a16:creationId xmlns:a16="http://schemas.microsoft.com/office/drawing/2014/main" id="{C1D642AF-D24E-959A-74DA-45B3C9202622}"/>
                    </a:ext>
                  </a:extLst>
                </p:cNvPr>
                <p:cNvPicPr/>
                <p:nvPr/>
              </p:nvPicPr>
              <p:blipFill>
                <a:blip r:embed="rId81"/>
                <a:stretch>
                  <a:fillRect/>
                </a:stretch>
              </p:blipFill>
              <p:spPr>
                <a:xfrm>
                  <a:off x="7538505" y="253815"/>
                  <a:ext cx="3528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9" name="Ink 88">
                  <a:extLst>
                    <a:ext uri="{FF2B5EF4-FFF2-40B4-BE49-F238E27FC236}">
                      <a16:creationId xmlns:a16="http://schemas.microsoft.com/office/drawing/2014/main" id="{4C958A4D-3E10-EDF6-33C1-0F517E92F5BC}"/>
                    </a:ext>
                  </a:extLst>
                </p14:cNvPr>
                <p14:cNvContentPartPr/>
                <p14:nvPr/>
              </p14:nvContentPartPr>
              <p14:xfrm>
                <a:off x="7928745" y="444615"/>
                <a:ext cx="380520" cy="191880"/>
              </p14:xfrm>
            </p:contentPart>
          </mc:Choice>
          <mc:Fallback xmlns="">
            <p:pic>
              <p:nvPicPr>
                <p:cNvPr id="89" name="Ink 88">
                  <a:extLst>
                    <a:ext uri="{FF2B5EF4-FFF2-40B4-BE49-F238E27FC236}">
                      <a16:creationId xmlns:a16="http://schemas.microsoft.com/office/drawing/2014/main" id="{4C958A4D-3E10-EDF6-33C1-0F517E92F5BC}"/>
                    </a:ext>
                  </a:extLst>
                </p:cNvPr>
                <p:cNvPicPr/>
                <p:nvPr/>
              </p:nvPicPr>
              <p:blipFill>
                <a:blip r:embed="rId83"/>
                <a:stretch>
                  <a:fillRect/>
                </a:stretch>
              </p:blipFill>
              <p:spPr>
                <a:xfrm>
                  <a:off x="7922625" y="438495"/>
                  <a:ext cx="3927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0" name="Ink 89">
                  <a:extLst>
                    <a:ext uri="{FF2B5EF4-FFF2-40B4-BE49-F238E27FC236}">
                      <a16:creationId xmlns:a16="http://schemas.microsoft.com/office/drawing/2014/main" id="{33299B82-DEF9-A842-1DDE-5A70CDBB3E61}"/>
                    </a:ext>
                  </a:extLst>
                </p14:cNvPr>
                <p14:cNvContentPartPr/>
                <p14:nvPr/>
              </p14:nvContentPartPr>
              <p14:xfrm>
                <a:off x="8582865" y="208095"/>
                <a:ext cx="29520" cy="303840"/>
              </p14:xfrm>
            </p:contentPart>
          </mc:Choice>
          <mc:Fallback xmlns="">
            <p:pic>
              <p:nvPicPr>
                <p:cNvPr id="90" name="Ink 89">
                  <a:extLst>
                    <a:ext uri="{FF2B5EF4-FFF2-40B4-BE49-F238E27FC236}">
                      <a16:creationId xmlns:a16="http://schemas.microsoft.com/office/drawing/2014/main" id="{33299B82-DEF9-A842-1DDE-5A70CDBB3E61}"/>
                    </a:ext>
                  </a:extLst>
                </p:cNvPr>
                <p:cNvPicPr/>
                <p:nvPr/>
              </p:nvPicPr>
              <p:blipFill>
                <a:blip r:embed="rId85"/>
                <a:stretch>
                  <a:fillRect/>
                </a:stretch>
              </p:blipFill>
              <p:spPr>
                <a:xfrm>
                  <a:off x="8576745" y="201975"/>
                  <a:ext cx="4176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1" name="Ink 90">
                  <a:extLst>
                    <a:ext uri="{FF2B5EF4-FFF2-40B4-BE49-F238E27FC236}">
                      <a16:creationId xmlns:a16="http://schemas.microsoft.com/office/drawing/2014/main" id="{E8D48B35-92ED-B631-E396-36FEB6DBAF82}"/>
                    </a:ext>
                  </a:extLst>
                </p14:cNvPr>
                <p14:cNvContentPartPr/>
                <p14:nvPr/>
              </p14:nvContentPartPr>
              <p14:xfrm>
                <a:off x="8546145" y="418695"/>
                <a:ext cx="160560" cy="99000"/>
              </p14:xfrm>
            </p:contentPart>
          </mc:Choice>
          <mc:Fallback xmlns="">
            <p:pic>
              <p:nvPicPr>
                <p:cNvPr id="91" name="Ink 90">
                  <a:extLst>
                    <a:ext uri="{FF2B5EF4-FFF2-40B4-BE49-F238E27FC236}">
                      <a16:creationId xmlns:a16="http://schemas.microsoft.com/office/drawing/2014/main" id="{E8D48B35-92ED-B631-E396-36FEB6DBAF82}"/>
                    </a:ext>
                  </a:extLst>
                </p:cNvPr>
                <p:cNvPicPr/>
                <p:nvPr/>
              </p:nvPicPr>
              <p:blipFill>
                <a:blip r:embed="rId87"/>
                <a:stretch>
                  <a:fillRect/>
                </a:stretch>
              </p:blipFill>
              <p:spPr>
                <a:xfrm>
                  <a:off x="8540025" y="412575"/>
                  <a:ext cx="172800" cy="111240"/>
                </a:xfrm>
                <a:prstGeom prst="rect">
                  <a:avLst/>
                </a:prstGeom>
              </p:spPr>
            </p:pic>
          </mc:Fallback>
        </mc:AlternateContent>
      </p:grpSp>
      <p:grpSp>
        <p:nvGrpSpPr>
          <p:cNvPr id="98" name="Group 97">
            <a:extLst>
              <a:ext uri="{FF2B5EF4-FFF2-40B4-BE49-F238E27FC236}">
                <a16:creationId xmlns:a16="http://schemas.microsoft.com/office/drawing/2014/main" id="{5C7738C8-B6F5-DB4D-CEEB-044DB7AF1E76}"/>
              </a:ext>
            </a:extLst>
          </p:cNvPr>
          <p:cNvGrpSpPr/>
          <p:nvPr/>
        </p:nvGrpSpPr>
        <p:grpSpPr>
          <a:xfrm>
            <a:off x="9049065" y="106575"/>
            <a:ext cx="762480" cy="754560"/>
            <a:chOff x="9049065" y="106575"/>
            <a:chExt cx="762480" cy="754560"/>
          </a:xfrm>
        </p:grpSpPr>
        <mc:AlternateContent xmlns:mc="http://schemas.openxmlformats.org/markup-compatibility/2006" xmlns:p14="http://schemas.microsoft.com/office/powerpoint/2010/main">
          <mc:Choice Requires="p14">
            <p:contentPart p14:bwMode="auto" r:id="rId88">
              <p14:nvContentPartPr>
                <p14:cNvPr id="92" name="Ink 91">
                  <a:extLst>
                    <a:ext uri="{FF2B5EF4-FFF2-40B4-BE49-F238E27FC236}">
                      <a16:creationId xmlns:a16="http://schemas.microsoft.com/office/drawing/2014/main" id="{AFB21E7E-C1C8-2E43-A770-AAE0A00B423F}"/>
                    </a:ext>
                  </a:extLst>
                </p14:cNvPr>
                <p14:cNvContentPartPr/>
                <p14:nvPr/>
              </p14:nvContentPartPr>
              <p14:xfrm>
                <a:off x="9049065" y="106575"/>
                <a:ext cx="342000" cy="754560"/>
              </p14:xfrm>
            </p:contentPart>
          </mc:Choice>
          <mc:Fallback xmlns="">
            <p:pic>
              <p:nvPicPr>
                <p:cNvPr id="92" name="Ink 91">
                  <a:extLst>
                    <a:ext uri="{FF2B5EF4-FFF2-40B4-BE49-F238E27FC236}">
                      <a16:creationId xmlns:a16="http://schemas.microsoft.com/office/drawing/2014/main" id="{AFB21E7E-C1C8-2E43-A770-AAE0A00B423F}"/>
                    </a:ext>
                  </a:extLst>
                </p:cNvPr>
                <p:cNvPicPr/>
                <p:nvPr/>
              </p:nvPicPr>
              <p:blipFill>
                <a:blip r:embed="rId89"/>
                <a:stretch>
                  <a:fillRect/>
                </a:stretch>
              </p:blipFill>
              <p:spPr>
                <a:xfrm>
                  <a:off x="9042945" y="100455"/>
                  <a:ext cx="35424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3" name="Ink 92">
                  <a:extLst>
                    <a:ext uri="{FF2B5EF4-FFF2-40B4-BE49-F238E27FC236}">
                      <a16:creationId xmlns:a16="http://schemas.microsoft.com/office/drawing/2014/main" id="{B8FE04C8-8C3E-63DE-1354-500D5D531099}"/>
                    </a:ext>
                  </a:extLst>
                </p14:cNvPr>
                <p14:cNvContentPartPr/>
                <p14:nvPr/>
              </p14:nvContentPartPr>
              <p14:xfrm>
                <a:off x="9620385" y="181095"/>
                <a:ext cx="99000" cy="227880"/>
              </p14:xfrm>
            </p:contentPart>
          </mc:Choice>
          <mc:Fallback xmlns="">
            <p:pic>
              <p:nvPicPr>
                <p:cNvPr id="93" name="Ink 92">
                  <a:extLst>
                    <a:ext uri="{FF2B5EF4-FFF2-40B4-BE49-F238E27FC236}">
                      <a16:creationId xmlns:a16="http://schemas.microsoft.com/office/drawing/2014/main" id="{B8FE04C8-8C3E-63DE-1354-500D5D531099}"/>
                    </a:ext>
                  </a:extLst>
                </p:cNvPr>
                <p:cNvPicPr/>
                <p:nvPr/>
              </p:nvPicPr>
              <p:blipFill>
                <a:blip r:embed="rId91"/>
                <a:stretch>
                  <a:fillRect/>
                </a:stretch>
              </p:blipFill>
              <p:spPr>
                <a:xfrm>
                  <a:off x="9614265" y="174975"/>
                  <a:ext cx="1112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4" name="Ink 93">
                  <a:extLst>
                    <a:ext uri="{FF2B5EF4-FFF2-40B4-BE49-F238E27FC236}">
                      <a16:creationId xmlns:a16="http://schemas.microsoft.com/office/drawing/2014/main" id="{08620857-0390-5683-B822-57EA92B44DC7}"/>
                    </a:ext>
                  </a:extLst>
                </p14:cNvPr>
                <p14:cNvContentPartPr/>
                <p14:nvPr/>
              </p14:nvContentPartPr>
              <p14:xfrm>
                <a:off x="9587265" y="430215"/>
                <a:ext cx="224280" cy="65160"/>
              </p14:xfrm>
            </p:contentPart>
          </mc:Choice>
          <mc:Fallback xmlns="">
            <p:pic>
              <p:nvPicPr>
                <p:cNvPr id="94" name="Ink 93">
                  <a:extLst>
                    <a:ext uri="{FF2B5EF4-FFF2-40B4-BE49-F238E27FC236}">
                      <a16:creationId xmlns:a16="http://schemas.microsoft.com/office/drawing/2014/main" id="{08620857-0390-5683-B822-57EA92B44DC7}"/>
                    </a:ext>
                  </a:extLst>
                </p:cNvPr>
                <p:cNvPicPr/>
                <p:nvPr/>
              </p:nvPicPr>
              <p:blipFill>
                <a:blip r:embed="rId93"/>
                <a:stretch>
                  <a:fillRect/>
                </a:stretch>
              </p:blipFill>
              <p:spPr>
                <a:xfrm>
                  <a:off x="9581145" y="424095"/>
                  <a:ext cx="236520" cy="77400"/>
                </a:xfrm>
                <a:prstGeom prst="rect">
                  <a:avLst/>
                </a:prstGeom>
              </p:spPr>
            </p:pic>
          </mc:Fallback>
        </mc:AlternateContent>
      </p:grpSp>
      <p:grpSp>
        <p:nvGrpSpPr>
          <p:cNvPr id="97" name="Group 96">
            <a:extLst>
              <a:ext uri="{FF2B5EF4-FFF2-40B4-BE49-F238E27FC236}">
                <a16:creationId xmlns:a16="http://schemas.microsoft.com/office/drawing/2014/main" id="{3B5252F0-1C06-8FF8-EFF3-0674A9D578FA}"/>
              </a:ext>
            </a:extLst>
          </p:cNvPr>
          <p:cNvGrpSpPr/>
          <p:nvPr/>
        </p:nvGrpSpPr>
        <p:grpSpPr>
          <a:xfrm>
            <a:off x="10294665" y="84615"/>
            <a:ext cx="1140120" cy="380160"/>
            <a:chOff x="10294665" y="84615"/>
            <a:chExt cx="1140120" cy="380160"/>
          </a:xfrm>
        </p:grpSpPr>
        <mc:AlternateContent xmlns:mc="http://schemas.openxmlformats.org/markup-compatibility/2006" xmlns:p14="http://schemas.microsoft.com/office/powerpoint/2010/main">
          <mc:Choice Requires="p14">
            <p:contentPart p14:bwMode="auto" r:id="rId94">
              <p14:nvContentPartPr>
                <p14:cNvPr id="95" name="Ink 94">
                  <a:extLst>
                    <a:ext uri="{FF2B5EF4-FFF2-40B4-BE49-F238E27FC236}">
                      <a16:creationId xmlns:a16="http://schemas.microsoft.com/office/drawing/2014/main" id="{D0C06899-6A3F-ECAF-F018-29D4F2AB8125}"/>
                    </a:ext>
                  </a:extLst>
                </p14:cNvPr>
                <p14:cNvContentPartPr/>
                <p14:nvPr/>
              </p14:nvContentPartPr>
              <p14:xfrm>
                <a:off x="10294665" y="84615"/>
                <a:ext cx="609480" cy="380160"/>
              </p14:xfrm>
            </p:contentPart>
          </mc:Choice>
          <mc:Fallback xmlns="">
            <p:pic>
              <p:nvPicPr>
                <p:cNvPr id="95" name="Ink 94">
                  <a:extLst>
                    <a:ext uri="{FF2B5EF4-FFF2-40B4-BE49-F238E27FC236}">
                      <a16:creationId xmlns:a16="http://schemas.microsoft.com/office/drawing/2014/main" id="{D0C06899-6A3F-ECAF-F018-29D4F2AB8125}"/>
                    </a:ext>
                  </a:extLst>
                </p:cNvPr>
                <p:cNvPicPr/>
                <p:nvPr/>
              </p:nvPicPr>
              <p:blipFill>
                <a:blip r:embed="rId95"/>
                <a:stretch>
                  <a:fillRect/>
                </a:stretch>
              </p:blipFill>
              <p:spPr>
                <a:xfrm>
                  <a:off x="10288545" y="78495"/>
                  <a:ext cx="6217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6" name="Ink 95">
                  <a:extLst>
                    <a:ext uri="{FF2B5EF4-FFF2-40B4-BE49-F238E27FC236}">
                      <a16:creationId xmlns:a16="http://schemas.microsoft.com/office/drawing/2014/main" id="{B9186629-1FC2-23BB-9EE5-6B576AA8D37B}"/>
                    </a:ext>
                  </a:extLst>
                </p14:cNvPr>
                <p14:cNvContentPartPr/>
                <p14:nvPr/>
              </p14:nvContentPartPr>
              <p14:xfrm>
                <a:off x="11053905" y="355335"/>
                <a:ext cx="380880" cy="86400"/>
              </p14:xfrm>
            </p:contentPart>
          </mc:Choice>
          <mc:Fallback xmlns="">
            <p:pic>
              <p:nvPicPr>
                <p:cNvPr id="96" name="Ink 95">
                  <a:extLst>
                    <a:ext uri="{FF2B5EF4-FFF2-40B4-BE49-F238E27FC236}">
                      <a16:creationId xmlns:a16="http://schemas.microsoft.com/office/drawing/2014/main" id="{B9186629-1FC2-23BB-9EE5-6B576AA8D37B}"/>
                    </a:ext>
                  </a:extLst>
                </p:cNvPr>
                <p:cNvPicPr/>
                <p:nvPr/>
              </p:nvPicPr>
              <p:blipFill>
                <a:blip r:embed="rId97"/>
                <a:stretch>
                  <a:fillRect/>
                </a:stretch>
              </p:blipFill>
              <p:spPr>
                <a:xfrm>
                  <a:off x="11047785" y="349215"/>
                  <a:ext cx="393120" cy="9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101" name="Ink 100">
                <a:extLst>
                  <a:ext uri="{FF2B5EF4-FFF2-40B4-BE49-F238E27FC236}">
                    <a16:creationId xmlns:a16="http://schemas.microsoft.com/office/drawing/2014/main" id="{11832FD9-A286-0233-7E80-91A1806951DA}"/>
                  </a:ext>
                </a:extLst>
              </p14:cNvPr>
              <p14:cNvContentPartPr/>
              <p14:nvPr/>
            </p14:nvContentPartPr>
            <p14:xfrm>
              <a:off x="8320425" y="1151295"/>
              <a:ext cx="489960" cy="1274760"/>
            </p14:xfrm>
          </p:contentPart>
        </mc:Choice>
        <mc:Fallback xmlns="">
          <p:pic>
            <p:nvPicPr>
              <p:cNvPr id="101" name="Ink 100">
                <a:extLst>
                  <a:ext uri="{FF2B5EF4-FFF2-40B4-BE49-F238E27FC236}">
                    <a16:creationId xmlns:a16="http://schemas.microsoft.com/office/drawing/2014/main" id="{11832FD9-A286-0233-7E80-91A1806951DA}"/>
                  </a:ext>
                </a:extLst>
              </p:cNvPr>
              <p:cNvPicPr/>
              <p:nvPr/>
            </p:nvPicPr>
            <p:blipFill>
              <a:blip r:embed="rId99"/>
              <a:stretch>
                <a:fillRect/>
              </a:stretch>
            </p:blipFill>
            <p:spPr>
              <a:xfrm>
                <a:off x="8314305" y="1145175"/>
                <a:ext cx="502200" cy="1287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2" name="Ink 101">
                <a:extLst>
                  <a:ext uri="{FF2B5EF4-FFF2-40B4-BE49-F238E27FC236}">
                    <a16:creationId xmlns:a16="http://schemas.microsoft.com/office/drawing/2014/main" id="{DE5FED9A-70F8-A3EF-F437-F5B459C413E6}"/>
                  </a:ext>
                </a:extLst>
              </p14:cNvPr>
              <p14:cNvContentPartPr/>
              <p14:nvPr/>
            </p14:nvContentPartPr>
            <p14:xfrm>
              <a:off x="11126985" y="975615"/>
              <a:ext cx="459720" cy="1226520"/>
            </p14:xfrm>
          </p:contentPart>
        </mc:Choice>
        <mc:Fallback xmlns="">
          <p:pic>
            <p:nvPicPr>
              <p:cNvPr id="102" name="Ink 101">
                <a:extLst>
                  <a:ext uri="{FF2B5EF4-FFF2-40B4-BE49-F238E27FC236}">
                    <a16:creationId xmlns:a16="http://schemas.microsoft.com/office/drawing/2014/main" id="{DE5FED9A-70F8-A3EF-F437-F5B459C413E6}"/>
                  </a:ext>
                </a:extLst>
              </p:cNvPr>
              <p:cNvPicPr/>
              <p:nvPr/>
            </p:nvPicPr>
            <p:blipFill>
              <a:blip r:embed="rId101"/>
              <a:stretch>
                <a:fillRect/>
              </a:stretch>
            </p:blipFill>
            <p:spPr>
              <a:xfrm>
                <a:off x="11120865" y="969495"/>
                <a:ext cx="471960" cy="1238760"/>
              </a:xfrm>
              <a:prstGeom prst="rect">
                <a:avLst/>
              </a:prstGeom>
            </p:spPr>
          </p:pic>
        </mc:Fallback>
      </mc:AlternateContent>
      <p:grpSp>
        <p:nvGrpSpPr>
          <p:cNvPr id="109" name="Group 108">
            <a:extLst>
              <a:ext uri="{FF2B5EF4-FFF2-40B4-BE49-F238E27FC236}">
                <a16:creationId xmlns:a16="http://schemas.microsoft.com/office/drawing/2014/main" id="{EB1E5E8C-DCB5-FE80-7565-A1DE0EFBFE84}"/>
              </a:ext>
            </a:extLst>
          </p:cNvPr>
          <p:cNvGrpSpPr/>
          <p:nvPr/>
        </p:nvGrpSpPr>
        <p:grpSpPr>
          <a:xfrm>
            <a:off x="1176945" y="1416255"/>
            <a:ext cx="1343520" cy="913680"/>
            <a:chOff x="1176945" y="1416255"/>
            <a:chExt cx="1343520" cy="913680"/>
          </a:xfrm>
        </p:grpSpPr>
        <mc:AlternateContent xmlns:mc="http://schemas.openxmlformats.org/markup-compatibility/2006" xmlns:p14="http://schemas.microsoft.com/office/powerpoint/2010/main">
          <mc:Choice Requires="p14">
            <p:contentPart p14:bwMode="auto" r:id="rId102">
              <p14:nvContentPartPr>
                <p14:cNvPr id="103" name="Ink 102">
                  <a:extLst>
                    <a:ext uri="{FF2B5EF4-FFF2-40B4-BE49-F238E27FC236}">
                      <a16:creationId xmlns:a16="http://schemas.microsoft.com/office/drawing/2014/main" id="{01B4C60A-7596-078D-855B-DEF1431C7489}"/>
                    </a:ext>
                  </a:extLst>
                </p14:cNvPr>
                <p14:cNvContentPartPr/>
                <p14:nvPr/>
              </p14:nvContentPartPr>
              <p14:xfrm>
                <a:off x="2297625" y="1760415"/>
                <a:ext cx="222840" cy="34200"/>
              </p14:xfrm>
            </p:contentPart>
          </mc:Choice>
          <mc:Fallback xmlns="">
            <p:pic>
              <p:nvPicPr>
                <p:cNvPr id="103" name="Ink 102">
                  <a:extLst>
                    <a:ext uri="{FF2B5EF4-FFF2-40B4-BE49-F238E27FC236}">
                      <a16:creationId xmlns:a16="http://schemas.microsoft.com/office/drawing/2014/main" id="{01B4C60A-7596-078D-855B-DEF1431C7489}"/>
                    </a:ext>
                  </a:extLst>
                </p:cNvPr>
                <p:cNvPicPr/>
                <p:nvPr/>
              </p:nvPicPr>
              <p:blipFill>
                <a:blip r:embed="rId103"/>
                <a:stretch>
                  <a:fillRect/>
                </a:stretch>
              </p:blipFill>
              <p:spPr>
                <a:xfrm>
                  <a:off x="2291505" y="1754295"/>
                  <a:ext cx="235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4" name="Ink 103">
                  <a:extLst>
                    <a:ext uri="{FF2B5EF4-FFF2-40B4-BE49-F238E27FC236}">
                      <a16:creationId xmlns:a16="http://schemas.microsoft.com/office/drawing/2014/main" id="{2D8B7717-A87F-EF29-F05D-A7182508C9E4}"/>
                    </a:ext>
                  </a:extLst>
                </p14:cNvPr>
                <p14:cNvContentPartPr/>
                <p14:nvPr/>
              </p14:nvContentPartPr>
              <p14:xfrm>
                <a:off x="1579425" y="1703175"/>
                <a:ext cx="194400" cy="262800"/>
              </p14:xfrm>
            </p:contentPart>
          </mc:Choice>
          <mc:Fallback xmlns="">
            <p:pic>
              <p:nvPicPr>
                <p:cNvPr id="104" name="Ink 103">
                  <a:extLst>
                    <a:ext uri="{FF2B5EF4-FFF2-40B4-BE49-F238E27FC236}">
                      <a16:creationId xmlns:a16="http://schemas.microsoft.com/office/drawing/2014/main" id="{2D8B7717-A87F-EF29-F05D-A7182508C9E4}"/>
                    </a:ext>
                  </a:extLst>
                </p:cNvPr>
                <p:cNvPicPr/>
                <p:nvPr/>
              </p:nvPicPr>
              <p:blipFill>
                <a:blip r:embed="rId105"/>
                <a:stretch>
                  <a:fillRect/>
                </a:stretch>
              </p:blipFill>
              <p:spPr>
                <a:xfrm>
                  <a:off x="1573305" y="1697055"/>
                  <a:ext cx="2066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5" name="Ink 104">
                  <a:extLst>
                    <a:ext uri="{FF2B5EF4-FFF2-40B4-BE49-F238E27FC236}">
                      <a16:creationId xmlns:a16="http://schemas.microsoft.com/office/drawing/2014/main" id="{4D21ABC2-A128-BD93-39B0-83FC618948F8}"/>
                    </a:ext>
                  </a:extLst>
                </p14:cNvPr>
                <p14:cNvContentPartPr/>
                <p14:nvPr/>
              </p14:nvContentPartPr>
              <p14:xfrm>
                <a:off x="1859505" y="1900095"/>
                <a:ext cx="6120" cy="20880"/>
              </p14:xfrm>
            </p:contentPart>
          </mc:Choice>
          <mc:Fallback xmlns="">
            <p:pic>
              <p:nvPicPr>
                <p:cNvPr id="105" name="Ink 104">
                  <a:extLst>
                    <a:ext uri="{FF2B5EF4-FFF2-40B4-BE49-F238E27FC236}">
                      <a16:creationId xmlns:a16="http://schemas.microsoft.com/office/drawing/2014/main" id="{4D21ABC2-A128-BD93-39B0-83FC618948F8}"/>
                    </a:ext>
                  </a:extLst>
                </p:cNvPr>
                <p:cNvPicPr/>
                <p:nvPr/>
              </p:nvPicPr>
              <p:blipFill>
                <a:blip r:embed="rId107"/>
                <a:stretch>
                  <a:fillRect/>
                </a:stretch>
              </p:blipFill>
              <p:spPr>
                <a:xfrm>
                  <a:off x="1853385" y="1893975"/>
                  <a:ext cx="183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6" name="Ink 105">
                  <a:extLst>
                    <a:ext uri="{FF2B5EF4-FFF2-40B4-BE49-F238E27FC236}">
                      <a16:creationId xmlns:a16="http://schemas.microsoft.com/office/drawing/2014/main" id="{716C6E02-755A-9F98-3882-76AB14C2F288}"/>
                    </a:ext>
                  </a:extLst>
                </p14:cNvPr>
                <p14:cNvContentPartPr/>
                <p14:nvPr/>
              </p14:nvContentPartPr>
              <p14:xfrm>
                <a:off x="1900545" y="1744935"/>
                <a:ext cx="118440" cy="266400"/>
              </p14:xfrm>
            </p:contentPart>
          </mc:Choice>
          <mc:Fallback xmlns="">
            <p:pic>
              <p:nvPicPr>
                <p:cNvPr id="106" name="Ink 105">
                  <a:extLst>
                    <a:ext uri="{FF2B5EF4-FFF2-40B4-BE49-F238E27FC236}">
                      <a16:creationId xmlns:a16="http://schemas.microsoft.com/office/drawing/2014/main" id="{716C6E02-755A-9F98-3882-76AB14C2F288}"/>
                    </a:ext>
                  </a:extLst>
                </p:cNvPr>
                <p:cNvPicPr/>
                <p:nvPr/>
              </p:nvPicPr>
              <p:blipFill>
                <a:blip r:embed="rId109"/>
                <a:stretch>
                  <a:fillRect/>
                </a:stretch>
              </p:blipFill>
              <p:spPr>
                <a:xfrm>
                  <a:off x="1894425" y="1738815"/>
                  <a:ext cx="1306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7" name="Ink 106">
                  <a:extLst>
                    <a:ext uri="{FF2B5EF4-FFF2-40B4-BE49-F238E27FC236}">
                      <a16:creationId xmlns:a16="http://schemas.microsoft.com/office/drawing/2014/main" id="{A63C7647-89A7-153D-95E4-65E68D3F44BD}"/>
                    </a:ext>
                  </a:extLst>
                </p14:cNvPr>
                <p14:cNvContentPartPr/>
                <p14:nvPr/>
              </p14:nvContentPartPr>
              <p14:xfrm>
                <a:off x="1988385" y="1626855"/>
                <a:ext cx="131040" cy="82440"/>
              </p14:xfrm>
            </p:contentPart>
          </mc:Choice>
          <mc:Fallback xmlns="">
            <p:pic>
              <p:nvPicPr>
                <p:cNvPr id="107" name="Ink 106">
                  <a:extLst>
                    <a:ext uri="{FF2B5EF4-FFF2-40B4-BE49-F238E27FC236}">
                      <a16:creationId xmlns:a16="http://schemas.microsoft.com/office/drawing/2014/main" id="{A63C7647-89A7-153D-95E4-65E68D3F44BD}"/>
                    </a:ext>
                  </a:extLst>
                </p:cNvPr>
                <p:cNvPicPr/>
                <p:nvPr/>
              </p:nvPicPr>
              <p:blipFill>
                <a:blip r:embed="rId111"/>
                <a:stretch>
                  <a:fillRect/>
                </a:stretch>
              </p:blipFill>
              <p:spPr>
                <a:xfrm>
                  <a:off x="1982265" y="1620735"/>
                  <a:ext cx="1432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8" name="Ink 107">
                  <a:extLst>
                    <a:ext uri="{FF2B5EF4-FFF2-40B4-BE49-F238E27FC236}">
                      <a16:creationId xmlns:a16="http://schemas.microsoft.com/office/drawing/2014/main" id="{6A6C4B9A-DEC7-B116-C9BC-0598E64D8CE4}"/>
                    </a:ext>
                  </a:extLst>
                </p14:cNvPr>
                <p14:cNvContentPartPr/>
                <p14:nvPr/>
              </p14:nvContentPartPr>
              <p14:xfrm>
                <a:off x="1176945" y="1416255"/>
                <a:ext cx="1122840" cy="913680"/>
              </p14:xfrm>
            </p:contentPart>
          </mc:Choice>
          <mc:Fallback xmlns="">
            <p:pic>
              <p:nvPicPr>
                <p:cNvPr id="108" name="Ink 107">
                  <a:extLst>
                    <a:ext uri="{FF2B5EF4-FFF2-40B4-BE49-F238E27FC236}">
                      <a16:creationId xmlns:a16="http://schemas.microsoft.com/office/drawing/2014/main" id="{6A6C4B9A-DEC7-B116-C9BC-0598E64D8CE4}"/>
                    </a:ext>
                  </a:extLst>
                </p:cNvPr>
                <p:cNvPicPr/>
                <p:nvPr/>
              </p:nvPicPr>
              <p:blipFill>
                <a:blip r:embed="rId113"/>
                <a:stretch>
                  <a:fillRect/>
                </a:stretch>
              </p:blipFill>
              <p:spPr>
                <a:xfrm>
                  <a:off x="1170825" y="1410135"/>
                  <a:ext cx="1135080" cy="9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4">
            <p14:nvContentPartPr>
              <p14:cNvPr id="110" name="Ink 109">
                <a:extLst>
                  <a:ext uri="{FF2B5EF4-FFF2-40B4-BE49-F238E27FC236}">
                    <a16:creationId xmlns:a16="http://schemas.microsoft.com/office/drawing/2014/main" id="{FE7E7503-A0E7-E4C9-F4F8-18BE231C8628}"/>
                  </a:ext>
                </a:extLst>
              </p14:cNvPr>
              <p14:cNvContentPartPr/>
              <p14:nvPr/>
            </p14:nvContentPartPr>
            <p14:xfrm>
              <a:off x="2520105" y="1753935"/>
              <a:ext cx="31320" cy="25200"/>
            </p14:xfrm>
          </p:contentPart>
        </mc:Choice>
        <mc:Fallback xmlns="">
          <p:pic>
            <p:nvPicPr>
              <p:cNvPr id="110" name="Ink 109">
                <a:extLst>
                  <a:ext uri="{FF2B5EF4-FFF2-40B4-BE49-F238E27FC236}">
                    <a16:creationId xmlns:a16="http://schemas.microsoft.com/office/drawing/2014/main" id="{FE7E7503-A0E7-E4C9-F4F8-18BE231C8628}"/>
                  </a:ext>
                </a:extLst>
              </p:cNvPr>
              <p:cNvPicPr/>
              <p:nvPr/>
            </p:nvPicPr>
            <p:blipFill>
              <a:blip r:embed="rId115"/>
              <a:stretch>
                <a:fillRect/>
              </a:stretch>
            </p:blipFill>
            <p:spPr>
              <a:xfrm>
                <a:off x="2513985" y="1747815"/>
                <a:ext cx="435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11" name="Ink 110">
                <a:extLst>
                  <a:ext uri="{FF2B5EF4-FFF2-40B4-BE49-F238E27FC236}">
                    <a16:creationId xmlns:a16="http://schemas.microsoft.com/office/drawing/2014/main" id="{E540A22D-CCA8-44F9-8E65-CB868117E5E9}"/>
                  </a:ext>
                </a:extLst>
              </p14:cNvPr>
              <p14:cNvContentPartPr/>
              <p14:nvPr/>
            </p14:nvContentPartPr>
            <p14:xfrm>
              <a:off x="9253545" y="1229415"/>
              <a:ext cx="358200" cy="271440"/>
            </p14:xfrm>
          </p:contentPart>
        </mc:Choice>
        <mc:Fallback xmlns="">
          <p:pic>
            <p:nvPicPr>
              <p:cNvPr id="111" name="Ink 110">
                <a:extLst>
                  <a:ext uri="{FF2B5EF4-FFF2-40B4-BE49-F238E27FC236}">
                    <a16:creationId xmlns:a16="http://schemas.microsoft.com/office/drawing/2014/main" id="{E540A22D-CCA8-44F9-8E65-CB868117E5E9}"/>
                  </a:ext>
                </a:extLst>
              </p:cNvPr>
              <p:cNvPicPr/>
              <p:nvPr/>
            </p:nvPicPr>
            <p:blipFill>
              <a:blip r:embed="rId117"/>
              <a:stretch>
                <a:fillRect/>
              </a:stretch>
            </p:blipFill>
            <p:spPr>
              <a:xfrm>
                <a:off x="9247425" y="1223295"/>
                <a:ext cx="370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2" name="Ink 111">
                <a:extLst>
                  <a:ext uri="{FF2B5EF4-FFF2-40B4-BE49-F238E27FC236}">
                    <a16:creationId xmlns:a16="http://schemas.microsoft.com/office/drawing/2014/main" id="{F6C7084D-DCE8-DCDA-8986-54C9633518C9}"/>
                  </a:ext>
                </a:extLst>
              </p14:cNvPr>
              <p14:cNvContentPartPr/>
              <p14:nvPr/>
            </p14:nvContentPartPr>
            <p14:xfrm>
              <a:off x="9193065" y="1627575"/>
              <a:ext cx="390240" cy="27000"/>
            </p14:xfrm>
          </p:contentPart>
        </mc:Choice>
        <mc:Fallback xmlns="">
          <p:pic>
            <p:nvPicPr>
              <p:cNvPr id="112" name="Ink 111">
                <a:extLst>
                  <a:ext uri="{FF2B5EF4-FFF2-40B4-BE49-F238E27FC236}">
                    <a16:creationId xmlns:a16="http://schemas.microsoft.com/office/drawing/2014/main" id="{F6C7084D-DCE8-DCDA-8986-54C9633518C9}"/>
                  </a:ext>
                </a:extLst>
              </p:cNvPr>
              <p:cNvPicPr/>
              <p:nvPr/>
            </p:nvPicPr>
            <p:blipFill>
              <a:blip r:embed="rId119"/>
              <a:stretch>
                <a:fillRect/>
              </a:stretch>
            </p:blipFill>
            <p:spPr>
              <a:xfrm>
                <a:off x="9186945" y="1621455"/>
                <a:ext cx="4024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3" name="Ink 112">
                <a:extLst>
                  <a:ext uri="{FF2B5EF4-FFF2-40B4-BE49-F238E27FC236}">
                    <a16:creationId xmlns:a16="http://schemas.microsoft.com/office/drawing/2014/main" id="{7769325F-D8C1-9A76-DD17-02DC0274C786}"/>
                  </a:ext>
                </a:extLst>
              </p14:cNvPr>
              <p14:cNvContentPartPr/>
              <p14:nvPr/>
            </p14:nvContentPartPr>
            <p14:xfrm>
              <a:off x="9669345" y="1194495"/>
              <a:ext cx="170640" cy="267840"/>
            </p14:xfrm>
          </p:contentPart>
        </mc:Choice>
        <mc:Fallback xmlns="">
          <p:pic>
            <p:nvPicPr>
              <p:cNvPr id="113" name="Ink 112">
                <a:extLst>
                  <a:ext uri="{FF2B5EF4-FFF2-40B4-BE49-F238E27FC236}">
                    <a16:creationId xmlns:a16="http://schemas.microsoft.com/office/drawing/2014/main" id="{7769325F-D8C1-9A76-DD17-02DC0274C786}"/>
                  </a:ext>
                </a:extLst>
              </p:cNvPr>
              <p:cNvPicPr/>
              <p:nvPr/>
            </p:nvPicPr>
            <p:blipFill>
              <a:blip r:embed="rId121"/>
              <a:stretch>
                <a:fillRect/>
              </a:stretch>
            </p:blipFill>
            <p:spPr>
              <a:xfrm>
                <a:off x="9663225" y="1188375"/>
                <a:ext cx="1828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4" name="Ink 113">
                <a:extLst>
                  <a:ext uri="{FF2B5EF4-FFF2-40B4-BE49-F238E27FC236}">
                    <a16:creationId xmlns:a16="http://schemas.microsoft.com/office/drawing/2014/main" id="{3F58DF01-AD76-8166-219E-E14B9E9A5E2F}"/>
                  </a:ext>
                </a:extLst>
              </p14:cNvPr>
              <p14:cNvContentPartPr/>
              <p14:nvPr/>
            </p14:nvContentPartPr>
            <p14:xfrm>
              <a:off x="10035465" y="1262535"/>
              <a:ext cx="11880" cy="5400"/>
            </p14:xfrm>
          </p:contentPart>
        </mc:Choice>
        <mc:Fallback xmlns="">
          <p:pic>
            <p:nvPicPr>
              <p:cNvPr id="114" name="Ink 113">
                <a:extLst>
                  <a:ext uri="{FF2B5EF4-FFF2-40B4-BE49-F238E27FC236}">
                    <a16:creationId xmlns:a16="http://schemas.microsoft.com/office/drawing/2014/main" id="{3F58DF01-AD76-8166-219E-E14B9E9A5E2F}"/>
                  </a:ext>
                </a:extLst>
              </p:cNvPr>
              <p:cNvPicPr/>
              <p:nvPr/>
            </p:nvPicPr>
            <p:blipFill>
              <a:blip r:embed="rId73"/>
              <a:stretch>
                <a:fillRect/>
              </a:stretch>
            </p:blipFill>
            <p:spPr>
              <a:xfrm>
                <a:off x="10029345" y="1256415"/>
                <a:ext cx="24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15" name="Ink 114">
                <a:extLst>
                  <a:ext uri="{FF2B5EF4-FFF2-40B4-BE49-F238E27FC236}">
                    <a16:creationId xmlns:a16="http://schemas.microsoft.com/office/drawing/2014/main" id="{F536E4FA-8401-CF20-BD79-8436D51C03C3}"/>
                  </a:ext>
                </a:extLst>
              </p14:cNvPr>
              <p14:cNvContentPartPr/>
              <p14:nvPr/>
            </p14:nvContentPartPr>
            <p14:xfrm>
              <a:off x="9961305" y="1200255"/>
              <a:ext cx="167040" cy="258840"/>
            </p14:xfrm>
          </p:contentPart>
        </mc:Choice>
        <mc:Fallback xmlns="">
          <p:pic>
            <p:nvPicPr>
              <p:cNvPr id="115" name="Ink 114">
                <a:extLst>
                  <a:ext uri="{FF2B5EF4-FFF2-40B4-BE49-F238E27FC236}">
                    <a16:creationId xmlns:a16="http://schemas.microsoft.com/office/drawing/2014/main" id="{F536E4FA-8401-CF20-BD79-8436D51C03C3}"/>
                  </a:ext>
                </a:extLst>
              </p:cNvPr>
              <p:cNvPicPr/>
              <p:nvPr/>
            </p:nvPicPr>
            <p:blipFill>
              <a:blip r:embed="rId124"/>
              <a:stretch>
                <a:fillRect/>
              </a:stretch>
            </p:blipFill>
            <p:spPr>
              <a:xfrm>
                <a:off x="9955185" y="1194135"/>
                <a:ext cx="1792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6" name="Ink 115">
                <a:extLst>
                  <a:ext uri="{FF2B5EF4-FFF2-40B4-BE49-F238E27FC236}">
                    <a16:creationId xmlns:a16="http://schemas.microsoft.com/office/drawing/2014/main" id="{FFC4AC3C-6407-C735-2BF8-000F338D249E}"/>
                  </a:ext>
                </a:extLst>
              </p14:cNvPr>
              <p14:cNvContentPartPr/>
              <p14:nvPr/>
            </p14:nvContentPartPr>
            <p14:xfrm>
              <a:off x="10113225" y="1073175"/>
              <a:ext cx="147960" cy="40320"/>
            </p14:xfrm>
          </p:contentPart>
        </mc:Choice>
        <mc:Fallback xmlns="">
          <p:pic>
            <p:nvPicPr>
              <p:cNvPr id="116" name="Ink 115">
                <a:extLst>
                  <a:ext uri="{FF2B5EF4-FFF2-40B4-BE49-F238E27FC236}">
                    <a16:creationId xmlns:a16="http://schemas.microsoft.com/office/drawing/2014/main" id="{FFC4AC3C-6407-C735-2BF8-000F338D249E}"/>
                  </a:ext>
                </a:extLst>
              </p:cNvPr>
              <p:cNvPicPr/>
              <p:nvPr/>
            </p:nvPicPr>
            <p:blipFill>
              <a:blip r:embed="rId126"/>
              <a:stretch>
                <a:fillRect/>
              </a:stretch>
            </p:blipFill>
            <p:spPr>
              <a:xfrm>
                <a:off x="10107105" y="1067055"/>
                <a:ext cx="1602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7" name="Ink 116">
                <a:extLst>
                  <a:ext uri="{FF2B5EF4-FFF2-40B4-BE49-F238E27FC236}">
                    <a16:creationId xmlns:a16="http://schemas.microsoft.com/office/drawing/2014/main" id="{3683BE83-5EF9-76D7-DAD4-A31A9501E57F}"/>
                  </a:ext>
                </a:extLst>
              </p14:cNvPr>
              <p14:cNvContentPartPr/>
              <p14:nvPr/>
            </p14:nvContentPartPr>
            <p14:xfrm>
              <a:off x="10259385" y="1216095"/>
              <a:ext cx="113400" cy="41400"/>
            </p14:xfrm>
          </p:contentPart>
        </mc:Choice>
        <mc:Fallback xmlns="">
          <p:pic>
            <p:nvPicPr>
              <p:cNvPr id="117" name="Ink 116">
                <a:extLst>
                  <a:ext uri="{FF2B5EF4-FFF2-40B4-BE49-F238E27FC236}">
                    <a16:creationId xmlns:a16="http://schemas.microsoft.com/office/drawing/2014/main" id="{3683BE83-5EF9-76D7-DAD4-A31A9501E57F}"/>
                  </a:ext>
                </a:extLst>
              </p:cNvPr>
              <p:cNvPicPr/>
              <p:nvPr/>
            </p:nvPicPr>
            <p:blipFill>
              <a:blip r:embed="rId128"/>
              <a:stretch>
                <a:fillRect/>
              </a:stretch>
            </p:blipFill>
            <p:spPr>
              <a:xfrm>
                <a:off x="10253265" y="1209975"/>
                <a:ext cx="1256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8" name="Ink 117">
                <a:extLst>
                  <a:ext uri="{FF2B5EF4-FFF2-40B4-BE49-F238E27FC236}">
                    <a16:creationId xmlns:a16="http://schemas.microsoft.com/office/drawing/2014/main" id="{0C46FB14-71C0-67C8-9A3E-D34503AC8BE4}"/>
                  </a:ext>
                </a:extLst>
              </p14:cNvPr>
              <p14:cNvContentPartPr/>
              <p14:nvPr/>
            </p14:nvContentPartPr>
            <p14:xfrm>
              <a:off x="10279905" y="1356135"/>
              <a:ext cx="74520" cy="33120"/>
            </p14:xfrm>
          </p:contentPart>
        </mc:Choice>
        <mc:Fallback xmlns="">
          <p:pic>
            <p:nvPicPr>
              <p:cNvPr id="118" name="Ink 117">
                <a:extLst>
                  <a:ext uri="{FF2B5EF4-FFF2-40B4-BE49-F238E27FC236}">
                    <a16:creationId xmlns:a16="http://schemas.microsoft.com/office/drawing/2014/main" id="{0C46FB14-71C0-67C8-9A3E-D34503AC8BE4}"/>
                  </a:ext>
                </a:extLst>
              </p:cNvPr>
              <p:cNvPicPr/>
              <p:nvPr/>
            </p:nvPicPr>
            <p:blipFill>
              <a:blip r:embed="rId130"/>
              <a:stretch>
                <a:fillRect/>
              </a:stretch>
            </p:blipFill>
            <p:spPr>
              <a:xfrm>
                <a:off x="10273785" y="1350015"/>
                <a:ext cx="867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21" name="Ink 120">
                <a:extLst>
                  <a:ext uri="{FF2B5EF4-FFF2-40B4-BE49-F238E27FC236}">
                    <a16:creationId xmlns:a16="http://schemas.microsoft.com/office/drawing/2014/main" id="{86B41B9B-88E6-CDEE-981C-44F33689E5EC}"/>
                  </a:ext>
                </a:extLst>
              </p14:cNvPr>
              <p14:cNvContentPartPr/>
              <p14:nvPr/>
            </p14:nvContentPartPr>
            <p14:xfrm>
              <a:off x="10860585" y="1284855"/>
              <a:ext cx="21960" cy="5400"/>
            </p14:xfrm>
          </p:contentPart>
        </mc:Choice>
        <mc:Fallback xmlns="">
          <p:pic>
            <p:nvPicPr>
              <p:cNvPr id="121" name="Ink 120">
                <a:extLst>
                  <a:ext uri="{FF2B5EF4-FFF2-40B4-BE49-F238E27FC236}">
                    <a16:creationId xmlns:a16="http://schemas.microsoft.com/office/drawing/2014/main" id="{86B41B9B-88E6-CDEE-981C-44F33689E5EC}"/>
                  </a:ext>
                </a:extLst>
              </p:cNvPr>
              <p:cNvPicPr/>
              <p:nvPr/>
            </p:nvPicPr>
            <p:blipFill>
              <a:blip r:embed="rId132"/>
              <a:stretch>
                <a:fillRect/>
              </a:stretch>
            </p:blipFill>
            <p:spPr>
              <a:xfrm>
                <a:off x="10854465" y="1278735"/>
                <a:ext cx="3420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23" name="Ink 122">
                <a:extLst>
                  <a:ext uri="{FF2B5EF4-FFF2-40B4-BE49-F238E27FC236}">
                    <a16:creationId xmlns:a16="http://schemas.microsoft.com/office/drawing/2014/main" id="{171E778C-6DCB-CD93-F979-411DAB614706}"/>
                  </a:ext>
                </a:extLst>
              </p14:cNvPr>
              <p14:cNvContentPartPr/>
              <p14:nvPr/>
            </p14:nvContentPartPr>
            <p14:xfrm>
              <a:off x="9248865" y="1824135"/>
              <a:ext cx="283680" cy="294480"/>
            </p14:xfrm>
          </p:contentPart>
        </mc:Choice>
        <mc:Fallback xmlns="">
          <p:pic>
            <p:nvPicPr>
              <p:cNvPr id="123" name="Ink 122">
                <a:extLst>
                  <a:ext uri="{FF2B5EF4-FFF2-40B4-BE49-F238E27FC236}">
                    <a16:creationId xmlns:a16="http://schemas.microsoft.com/office/drawing/2014/main" id="{171E778C-6DCB-CD93-F979-411DAB614706}"/>
                  </a:ext>
                </a:extLst>
              </p:cNvPr>
              <p:cNvPicPr/>
              <p:nvPr/>
            </p:nvPicPr>
            <p:blipFill>
              <a:blip r:embed="rId134"/>
              <a:stretch>
                <a:fillRect/>
              </a:stretch>
            </p:blipFill>
            <p:spPr>
              <a:xfrm>
                <a:off x="9242745" y="1818015"/>
                <a:ext cx="29592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5" name="Ink 124">
                <a:extLst>
                  <a:ext uri="{FF2B5EF4-FFF2-40B4-BE49-F238E27FC236}">
                    <a16:creationId xmlns:a16="http://schemas.microsoft.com/office/drawing/2014/main" id="{10C84FBD-38F2-CFD1-4674-E43969593B28}"/>
                  </a:ext>
                </a:extLst>
              </p14:cNvPr>
              <p14:cNvContentPartPr/>
              <p14:nvPr/>
            </p14:nvContentPartPr>
            <p14:xfrm>
              <a:off x="9646305" y="1814055"/>
              <a:ext cx="166320" cy="211680"/>
            </p14:xfrm>
          </p:contentPart>
        </mc:Choice>
        <mc:Fallback xmlns="">
          <p:pic>
            <p:nvPicPr>
              <p:cNvPr id="125" name="Ink 124">
                <a:extLst>
                  <a:ext uri="{FF2B5EF4-FFF2-40B4-BE49-F238E27FC236}">
                    <a16:creationId xmlns:a16="http://schemas.microsoft.com/office/drawing/2014/main" id="{10C84FBD-38F2-CFD1-4674-E43969593B28}"/>
                  </a:ext>
                </a:extLst>
              </p:cNvPr>
              <p:cNvPicPr/>
              <p:nvPr/>
            </p:nvPicPr>
            <p:blipFill>
              <a:blip r:embed="rId136"/>
              <a:stretch>
                <a:fillRect/>
              </a:stretch>
            </p:blipFill>
            <p:spPr>
              <a:xfrm>
                <a:off x="9640185" y="1807935"/>
                <a:ext cx="1785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26" name="Ink 125">
                <a:extLst>
                  <a:ext uri="{FF2B5EF4-FFF2-40B4-BE49-F238E27FC236}">
                    <a16:creationId xmlns:a16="http://schemas.microsoft.com/office/drawing/2014/main" id="{7F5B4962-72EB-7EDA-37E6-138E68FD8CB0}"/>
                  </a:ext>
                </a:extLst>
              </p14:cNvPr>
              <p14:cNvContentPartPr/>
              <p14:nvPr/>
            </p14:nvContentPartPr>
            <p14:xfrm>
              <a:off x="9953025" y="1880655"/>
              <a:ext cx="15120" cy="8640"/>
            </p14:xfrm>
          </p:contentPart>
        </mc:Choice>
        <mc:Fallback xmlns="">
          <p:pic>
            <p:nvPicPr>
              <p:cNvPr id="126" name="Ink 125">
                <a:extLst>
                  <a:ext uri="{FF2B5EF4-FFF2-40B4-BE49-F238E27FC236}">
                    <a16:creationId xmlns:a16="http://schemas.microsoft.com/office/drawing/2014/main" id="{7F5B4962-72EB-7EDA-37E6-138E68FD8CB0}"/>
                  </a:ext>
                </a:extLst>
              </p:cNvPr>
              <p:cNvPicPr/>
              <p:nvPr/>
            </p:nvPicPr>
            <p:blipFill>
              <a:blip r:embed="rId138"/>
              <a:stretch>
                <a:fillRect/>
              </a:stretch>
            </p:blipFill>
            <p:spPr>
              <a:xfrm>
                <a:off x="9946905" y="1874535"/>
                <a:ext cx="273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7" name="Ink 126">
                <a:extLst>
                  <a:ext uri="{FF2B5EF4-FFF2-40B4-BE49-F238E27FC236}">
                    <a16:creationId xmlns:a16="http://schemas.microsoft.com/office/drawing/2014/main" id="{48E22338-B3E0-FE9D-3B63-22BBD45A6464}"/>
                  </a:ext>
                </a:extLst>
              </p14:cNvPr>
              <p14:cNvContentPartPr/>
              <p14:nvPr/>
            </p14:nvContentPartPr>
            <p14:xfrm>
              <a:off x="9938265" y="1800375"/>
              <a:ext cx="141840" cy="291240"/>
            </p14:xfrm>
          </p:contentPart>
        </mc:Choice>
        <mc:Fallback xmlns="">
          <p:pic>
            <p:nvPicPr>
              <p:cNvPr id="127" name="Ink 126">
                <a:extLst>
                  <a:ext uri="{FF2B5EF4-FFF2-40B4-BE49-F238E27FC236}">
                    <a16:creationId xmlns:a16="http://schemas.microsoft.com/office/drawing/2014/main" id="{48E22338-B3E0-FE9D-3B63-22BBD45A6464}"/>
                  </a:ext>
                </a:extLst>
              </p:cNvPr>
              <p:cNvPicPr/>
              <p:nvPr/>
            </p:nvPicPr>
            <p:blipFill>
              <a:blip r:embed="rId140"/>
              <a:stretch>
                <a:fillRect/>
              </a:stretch>
            </p:blipFill>
            <p:spPr>
              <a:xfrm>
                <a:off x="9932145" y="1794255"/>
                <a:ext cx="1540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8" name="Ink 127">
                <a:extLst>
                  <a:ext uri="{FF2B5EF4-FFF2-40B4-BE49-F238E27FC236}">
                    <a16:creationId xmlns:a16="http://schemas.microsoft.com/office/drawing/2014/main" id="{21525C08-CC47-8679-4A60-70C698B5D17F}"/>
                  </a:ext>
                </a:extLst>
              </p14:cNvPr>
              <p14:cNvContentPartPr/>
              <p14:nvPr/>
            </p14:nvContentPartPr>
            <p14:xfrm>
              <a:off x="10174785" y="1721175"/>
              <a:ext cx="79200" cy="13680"/>
            </p14:xfrm>
          </p:contentPart>
        </mc:Choice>
        <mc:Fallback xmlns="">
          <p:pic>
            <p:nvPicPr>
              <p:cNvPr id="128" name="Ink 127">
                <a:extLst>
                  <a:ext uri="{FF2B5EF4-FFF2-40B4-BE49-F238E27FC236}">
                    <a16:creationId xmlns:a16="http://schemas.microsoft.com/office/drawing/2014/main" id="{21525C08-CC47-8679-4A60-70C698B5D17F}"/>
                  </a:ext>
                </a:extLst>
              </p:cNvPr>
              <p:cNvPicPr/>
              <p:nvPr/>
            </p:nvPicPr>
            <p:blipFill>
              <a:blip r:embed="rId142"/>
              <a:stretch>
                <a:fillRect/>
              </a:stretch>
            </p:blipFill>
            <p:spPr>
              <a:xfrm>
                <a:off x="10168665" y="1715055"/>
                <a:ext cx="914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0" name="Ink 129">
                <a:extLst>
                  <a:ext uri="{FF2B5EF4-FFF2-40B4-BE49-F238E27FC236}">
                    <a16:creationId xmlns:a16="http://schemas.microsoft.com/office/drawing/2014/main" id="{7FED4A5F-E988-4478-B042-3FF3B9C2ADD0}"/>
                  </a:ext>
                </a:extLst>
              </p14:cNvPr>
              <p14:cNvContentPartPr/>
              <p14:nvPr/>
            </p14:nvContentPartPr>
            <p14:xfrm>
              <a:off x="9879945" y="2013495"/>
              <a:ext cx="2520" cy="11520"/>
            </p14:xfrm>
          </p:contentPart>
        </mc:Choice>
        <mc:Fallback xmlns="">
          <p:pic>
            <p:nvPicPr>
              <p:cNvPr id="130" name="Ink 129">
                <a:extLst>
                  <a:ext uri="{FF2B5EF4-FFF2-40B4-BE49-F238E27FC236}">
                    <a16:creationId xmlns:a16="http://schemas.microsoft.com/office/drawing/2014/main" id="{7FED4A5F-E988-4478-B042-3FF3B9C2ADD0}"/>
                  </a:ext>
                </a:extLst>
              </p:cNvPr>
              <p:cNvPicPr/>
              <p:nvPr/>
            </p:nvPicPr>
            <p:blipFill>
              <a:blip r:embed="rId144"/>
              <a:stretch>
                <a:fillRect/>
              </a:stretch>
            </p:blipFill>
            <p:spPr>
              <a:xfrm>
                <a:off x="9873825" y="2007375"/>
                <a:ext cx="14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42" name="Ink 141">
                <a:extLst>
                  <a:ext uri="{FF2B5EF4-FFF2-40B4-BE49-F238E27FC236}">
                    <a16:creationId xmlns:a16="http://schemas.microsoft.com/office/drawing/2014/main" id="{FB1F909B-E182-3620-6A68-EC1D0D47A400}"/>
                  </a:ext>
                </a:extLst>
              </p14:cNvPr>
              <p14:cNvContentPartPr/>
              <p14:nvPr/>
            </p14:nvContentPartPr>
            <p14:xfrm>
              <a:off x="9514185" y="1971015"/>
              <a:ext cx="34560" cy="25200"/>
            </p14:xfrm>
          </p:contentPart>
        </mc:Choice>
        <mc:Fallback xmlns="">
          <p:pic>
            <p:nvPicPr>
              <p:cNvPr id="142" name="Ink 141">
                <a:extLst>
                  <a:ext uri="{FF2B5EF4-FFF2-40B4-BE49-F238E27FC236}">
                    <a16:creationId xmlns:a16="http://schemas.microsoft.com/office/drawing/2014/main" id="{FB1F909B-E182-3620-6A68-EC1D0D47A400}"/>
                  </a:ext>
                </a:extLst>
              </p:cNvPr>
              <p:cNvPicPr/>
              <p:nvPr/>
            </p:nvPicPr>
            <p:blipFill>
              <a:blip r:embed="rId146"/>
              <a:stretch>
                <a:fillRect/>
              </a:stretch>
            </p:blipFill>
            <p:spPr>
              <a:xfrm>
                <a:off x="9508065" y="1964895"/>
                <a:ext cx="46800" cy="37440"/>
              </a:xfrm>
              <a:prstGeom prst="rect">
                <a:avLst/>
              </a:prstGeom>
            </p:spPr>
          </p:pic>
        </mc:Fallback>
      </mc:AlternateContent>
      <p:grpSp>
        <p:nvGrpSpPr>
          <p:cNvPr id="151" name="Group 150">
            <a:extLst>
              <a:ext uri="{FF2B5EF4-FFF2-40B4-BE49-F238E27FC236}">
                <a16:creationId xmlns:a16="http://schemas.microsoft.com/office/drawing/2014/main" id="{71A02A77-73BD-7957-F77A-5C4D1D12690F}"/>
              </a:ext>
            </a:extLst>
          </p:cNvPr>
          <p:cNvGrpSpPr/>
          <p:nvPr/>
        </p:nvGrpSpPr>
        <p:grpSpPr>
          <a:xfrm>
            <a:off x="10640985" y="1078935"/>
            <a:ext cx="628200" cy="321480"/>
            <a:chOff x="10640985" y="1078935"/>
            <a:chExt cx="628200" cy="321480"/>
          </a:xfrm>
        </p:grpSpPr>
        <mc:AlternateContent xmlns:mc="http://schemas.openxmlformats.org/markup-compatibility/2006" xmlns:p14="http://schemas.microsoft.com/office/powerpoint/2010/main">
          <mc:Choice Requires="p14">
            <p:contentPart p14:bwMode="auto" r:id="rId147">
              <p14:nvContentPartPr>
                <p14:cNvPr id="139" name="Ink 138">
                  <a:extLst>
                    <a:ext uri="{FF2B5EF4-FFF2-40B4-BE49-F238E27FC236}">
                      <a16:creationId xmlns:a16="http://schemas.microsoft.com/office/drawing/2014/main" id="{BFEC2680-8638-9657-C662-9F21449E8B38}"/>
                    </a:ext>
                  </a:extLst>
                </p14:cNvPr>
                <p14:cNvContentPartPr/>
                <p14:nvPr/>
              </p14:nvContentPartPr>
              <p14:xfrm>
                <a:off x="10640985" y="1128615"/>
                <a:ext cx="122760" cy="271800"/>
              </p14:xfrm>
            </p:contentPart>
          </mc:Choice>
          <mc:Fallback xmlns="">
            <p:pic>
              <p:nvPicPr>
                <p:cNvPr id="139" name="Ink 138">
                  <a:extLst>
                    <a:ext uri="{FF2B5EF4-FFF2-40B4-BE49-F238E27FC236}">
                      <a16:creationId xmlns:a16="http://schemas.microsoft.com/office/drawing/2014/main" id="{BFEC2680-8638-9657-C662-9F21449E8B38}"/>
                    </a:ext>
                  </a:extLst>
                </p:cNvPr>
                <p:cNvPicPr/>
                <p:nvPr/>
              </p:nvPicPr>
              <p:blipFill>
                <a:blip r:embed="rId148"/>
                <a:stretch>
                  <a:fillRect/>
                </a:stretch>
              </p:blipFill>
              <p:spPr>
                <a:xfrm>
                  <a:off x="10634865" y="1122495"/>
                  <a:ext cx="1350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40" name="Ink 139">
                  <a:extLst>
                    <a:ext uri="{FF2B5EF4-FFF2-40B4-BE49-F238E27FC236}">
                      <a16:creationId xmlns:a16="http://schemas.microsoft.com/office/drawing/2014/main" id="{051FBB87-F3BE-DB51-2F8A-0A851199D685}"/>
                    </a:ext>
                  </a:extLst>
                </p14:cNvPr>
                <p14:cNvContentPartPr/>
                <p14:nvPr/>
              </p14:nvContentPartPr>
              <p14:xfrm>
                <a:off x="10779585" y="1078935"/>
                <a:ext cx="172800" cy="37800"/>
              </p14:xfrm>
            </p:contentPart>
          </mc:Choice>
          <mc:Fallback xmlns="">
            <p:pic>
              <p:nvPicPr>
                <p:cNvPr id="140" name="Ink 139">
                  <a:extLst>
                    <a:ext uri="{FF2B5EF4-FFF2-40B4-BE49-F238E27FC236}">
                      <a16:creationId xmlns:a16="http://schemas.microsoft.com/office/drawing/2014/main" id="{051FBB87-F3BE-DB51-2F8A-0A851199D685}"/>
                    </a:ext>
                  </a:extLst>
                </p:cNvPr>
                <p:cNvPicPr/>
                <p:nvPr/>
              </p:nvPicPr>
              <p:blipFill>
                <a:blip r:embed="rId150"/>
                <a:stretch>
                  <a:fillRect/>
                </a:stretch>
              </p:blipFill>
              <p:spPr>
                <a:xfrm>
                  <a:off x="10773465" y="1072815"/>
                  <a:ext cx="1850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41" name="Ink 140">
                  <a:extLst>
                    <a:ext uri="{FF2B5EF4-FFF2-40B4-BE49-F238E27FC236}">
                      <a16:creationId xmlns:a16="http://schemas.microsoft.com/office/drawing/2014/main" id="{4B41EF25-85D3-51B0-C016-0FB43F0C5145}"/>
                    </a:ext>
                  </a:extLst>
                </p14:cNvPr>
                <p14:cNvContentPartPr/>
                <p14:nvPr/>
              </p14:nvContentPartPr>
              <p14:xfrm>
                <a:off x="10811625" y="1212135"/>
                <a:ext cx="173880" cy="21960"/>
              </p14:xfrm>
            </p:contentPart>
          </mc:Choice>
          <mc:Fallback xmlns="">
            <p:pic>
              <p:nvPicPr>
                <p:cNvPr id="141" name="Ink 140">
                  <a:extLst>
                    <a:ext uri="{FF2B5EF4-FFF2-40B4-BE49-F238E27FC236}">
                      <a16:creationId xmlns:a16="http://schemas.microsoft.com/office/drawing/2014/main" id="{4B41EF25-85D3-51B0-C016-0FB43F0C5145}"/>
                    </a:ext>
                  </a:extLst>
                </p:cNvPr>
                <p:cNvPicPr/>
                <p:nvPr/>
              </p:nvPicPr>
              <p:blipFill>
                <a:blip r:embed="rId152"/>
                <a:stretch>
                  <a:fillRect/>
                </a:stretch>
              </p:blipFill>
              <p:spPr>
                <a:xfrm>
                  <a:off x="10805505" y="1206015"/>
                  <a:ext cx="1861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48" name="Ink 147">
                  <a:extLst>
                    <a:ext uri="{FF2B5EF4-FFF2-40B4-BE49-F238E27FC236}">
                      <a16:creationId xmlns:a16="http://schemas.microsoft.com/office/drawing/2014/main" id="{4C3EE63B-AA3C-4887-673B-DD13B0F4DDD1}"/>
                    </a:ext>
                  </a:extLst>
                </p14:cNvPr>
                <p14:cNvContentPartPr/>
                <p14:nvPr/>
              </p14:nvContentPartPr>
              <p14:xfrm>
                <a:off x="11072265" y="1081455"/>
                <a:ext cx="196920" cy="263880"/>
              </p14:xfrm>
            </p:contentPart>
          </mc:Choice>
          <mc:Fallback xmlns="">
            <p:pic>
              <p:nvPicPr>
                <p:cNvPr id="148" name="Ink 147">
                  <a:extLst>
                    <a:ext uri="{FF2B5EF4-FFF2-40B4-BE49-F238E27FC236}">
                      <a16:creationId xmlns:a16="http://schemas.microsoft.com/office/drawing/2014/main" id="{4C3EE63B-AA3C-4887-673B-DD13B0F4DDD1}"/>
                    </a:ext>
                  </a:extLst>
                </p:cNvPr>
                <p:cNvPicPr/>
                <p:nvPr/>
              </p:nvPicPr>
              <p:blipFill>
                <a:blip r:embed="rId154"/>
                <a:stretch>
                  <a:fillRect/>
                </a:stretch>
              </p:blipFill>
              <p:spPr>
                <a:xfrm>
                  <a:off x="11066145" y="1075335"/>
                  <a:ext cx="209160" cy="276120"/>
                </a:xfrm>
                <a:prstGeom prst="rect">
                  <a:avLst/>
                </a:prstGeom>
              </p:spPr>
            </p:pic>
          </mc:Fallback>
        </mc:AlternateContent>
      </p:grpSp>
      <p:grpSp>
        <p:nvGrpSpPr>
          <p:cNvPr id="150" name="Group 149">
            <a:extLst>
              <a:ext uri="{FF2B5EF4-FFF2-40B4-BE49-F238E27FC236}">
                <a16:creationId xmlns:a16="http://schemas.microsoft.com/office/drawing/2014/main" id="{6968EAB6-0432-B05E-C787-38C300E8ACB1}"/>
              </a:ext>
            </a:extLst>
          </p:cNvPr>
          <p:cNvGrpSpPr/>
          <p:nvPr/>
        </p:nvGrpSpPr>
        <p:grpSpPr>
          <a:xfrm>
            <a:off x="10370265" y="1613535"/>
            <a:ext cx="848520" cy="482400"/>
            <a:chOff x="10370265" y="1613535"/>
            <a:chExt cx="848520" cy="482400"/>
          </a:xfrm>
        </p:grpSpPr>
        <mc:AlternateContent xmlns:mc="http://schemas.openxmlformats.org/markup-compatibility/2006" xmlns:p14="http://schemas.microsoft.com/office/powerpoint/2010/main">
          <mc:Choice Requires="p14">
            <p:contentPart p14:bwMode="auto" r:id="rId155">
              <p14:nvContentPartPr>
                <p14:cNvPr id="131" name="Ink 130">
                  <a:extLst>
                    <a:ext uri="{FF2B5EF4-FFF2-40B4-BE49-F238E27FC236}">
                      <a16:creationId xmlns:a16="http://schemas.microsoft.com/office/drawing/2014/main" id="{724F2C2D-CEE9-A052-9758-EDAA142E06A7}"/>
                    </a:ext>
                  </a:extLst>
                </p14:cNvPr>
                <p14:cNvContentPartPr/>
                <p14:nvPr/>
              </p14:nvContentPartPr>
              <p14:xfrm>
                <a:off x="10370265" y="1849335"/>
                <a:ext cx="143280" cy="42840"/>
              </p14:xfrm>
            </p:contentPart>
          </mc:Choice>
          <mc:Fallback xmlns="">
            <p:pic>
              <p:nvPicPr>
                <p:cNvPr id="131" name="Ink 130">
                  <a:extLst>
                    <a:ext uri="{FF2B5EF4-FFF2-40B4-BE49-F238E27FC236}">
                      <a16:creationId xmlns:a16="http://schemas.microsoft.com/office/drawing/2014/main" id="{724F2C2D-CEE9-A052-9758-EDAA142E06A7}"/>
                    </a:ext>
                  </a:extLst>
                </p:cNvPr>
                <p:cNvPicPr/>
                <p:nvPr/>
              </p:nvPicPr>
              <p:blipFill>
                <a:blip r:embed="rId156"/>
                <a:stretch>
                  <a:fillRect/>
                </a:stretch>
              </p:blipFill>
              <p:spPr>
                <a:xfrm>
                  <a:off x="10364145" y="1843215"/>
                  <a:ext cx="1555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2" name="Ink 131">
                  <a:extLst>
                    <a:ext uri="{FF2B5EF4-FFF2-40B4-BE49-F238E27FC236}">
                      <a16:creationId xmlns:a16="http://schemas.microsoft.com/office/drawing/2014/main" id="{E34A91DD-F040-D94C-D8D9-C79F23FCDC3F}"/>
                    </a:ext>
                  </a:extLst>
                </p14:cNvPr>
                <p14:cNvContentPartPr/>
                <p14:nvPr/>
              </p14:nvContentPartPr>
              <p14:xfrm>
                <a:off x="10430745" y="1979295"/>
                <a:ext cx="119160" cy="19800"/>
              </p14:xfrm>
            </p:contentPart>
          </mc:Choice>
          <mc:Fallback xmlns="">
            <p:pic>
              <p:nvPicPr>
                <p:cNvPr id="132" name="Ink 131">
                  <a:extLst>
                    <a:ext uri="{FF2B5EF4-FFF2-40B4-BE49-F238E27FC236}">
                      <a16:creationId xmlns:a16="http://schemas.microsoft.com/office/drawing/2014/main" id="{E34A91DD-F040-D94C-D8D9-C79F23FCDC3F}"/>
                    </a:ext>
                  </a:extLst>
                </p:cNvPr>
                <p:cNvPicPr/>
                <p:nvPr/>
              </p:nvPicPr>
              <p:blipFill>
                <a:blip r:embed="rId158"/>
                <a:stretch>
                  <a:fillRect/>
                </a:stretch>
              </p:blipFill>
              <p:spPr>
                <a:xfrm>
                  <a:off x="10424625" y="1973175"/>
                  <a:ext cx="1314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4" name="Ink 133">
                  <a:extLst>
                    <a:ext uri="{FF2B5EF4-FFF2-40B4-BE49-F238E27FC236}">
                      <a16:creationId xmlns:a16="http://schemas.microsoft.com/office/drawing/2014/main" id="{9E45DAC3-D109-DE62-E1CF-BF6034008B5E}"/>
                    </a:ext>
                  </a:extLst>
                </p14:cNvPr>
                <p14:cNvContentPartPr/>
                <p14:nvPr/>
              </p14:nvContentPartPr>
              <p14:xfrm>
                <a:off x="10834305" y="1613535"/>
                <a:ext cx="137520" cy="55440"/>
              </p14:xfrm>
            </p:contentPart>
          </mc:Choice>
          <mc:Fallback xmlns="">
            <p:pic>
              <p:nvPicPr>
                <p:cNvPr id="134" name="Ink 133">
                  <a:extLst>
                    <a:ext uri="{FF2B5EF4-FFF2-40B4-BE49-F238E27FC236}">
                      <a16:creationId xmlns:a16="http://schemas.microsoft.com/office/drawing/2014/main" id="{9E45DAC3-D109-DE62-E1CF-BF6034008B5E}"/>
                    </a:ext>
                  </a:extLst>
                </p:cNvPr>
                <p:cNvPicPr/>
                <p:nvPr/>
              </p:nvPicPr>
              <p:blipFill>
                <a:blip r:embed="rId160"/>
                <a:stretch>
                  <a:fillRect/>
                </a:stretch>
              </p:blipFill>
              <p:spPr>
                <a:xfrm>
                  <a:off x="10828185" y="1607415"/>
                  <a:ext cx="1497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43" name="Ink 142">
                  <a:extLst>
                    <a:ext uri="{FF2B5EF4-FFF2-40B4-BE49-F238E27FC236}">
                      <a16:creationId xmlns:a16="http://schemas.microsoft.com/office/drawing/2014/main" id="{6A2156B8-711C-E54A-8DE1-5489F0EEED45}"/>
                    </a:ext>
                  </a:extLst>
                </p14:cNvPr>
                <p14:cNvContentPartPr/>
                <p14:nvPr/>
              </p14:nvContentPartPr>
              <p14:xfrm>
                <a:off x="10563585" y="1732695"/>
                <a:ext cx="266760" cy="363240"/>
              </p14:xfrm>
            </p:contentPart>
          </mc:Choice>
          <mc:Fallback xmlns="">
            <p:pic>
              <p:nvPicPr>
                <p:cNvPr id="143" name="Ink 142">
                  <a:extLst>
                    <a:ext uri="{FF2B5EF4-FFF2-40B4-BE49-F238E27FC236}">
                      <a16:creationId xmlns:a16="http://schemas.microsoft.com/office/drawing/2014/main" id="{6A2156B8-711C-E54A-8DE1-5489F0EEED45}"/>
                    </a:ext>
                  </a:extLst>
                </p:cNvPr>
                <p:cNvPicPr/>
                <p:nvPr/>
              </p:nvPicPr>
              <p:blipFill>
                <a:blip r:embed="rId162"/>
                <a:stretch>
                  <a:fillRect/>
                </a:stretch>
              </p:blipFill>
              <p:spPr>
                <a:xfrm>
                  <a:off x="10557465" y="1726575"/>
                  <a:ext cx="27900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44" name="Ink 143">
                  <a:extLst>
                    <a:ext uri="{FF2B5EF4-FFF2-40B4-BE49-F238E27FC236}">
                      <a16:creationId xmlns:a16="http://schemas.microsoft.com/office/drawing/2014/main" id="{ED4173CC-EB37-6B2A-7354-0234A0C2BCB9}"/>
                    </a:ext>
                  </a:extLst>
                </p14:cNvPr>
                <p14:cNvContentPartPr/>
                <p14:nvPr/>
              </p14:nvContentPartPr>
              <p14:xfrm>
                <a:off x="10629465" y="1689855"/>
                <a:ext cx="337680" cy="235800"/>
              </p14:xfrm>
            </p:contentPart>
          </mc:Choice>
          <mc:Fallback xmlns="">
            <p:pic>
              <p:nvPicPr>
                <p:cNvPr id="144" name="Ink 143">
                  <a:extLst>
                    <a:ext uri="{FF2B5EF4-FFF2-40B4-BE49-F238E27FC236}">
                      <a16:creationId xmlns:a16="http://schemas.microsoft.com/office/drawing/2014/main" id="{ED4173CC-EB37-6B2A-7354-0234A0C2BCB9}"/>
                    </a:ext>
                  </a:extLst>
                </p:cNvPr>
                <p:cNvPicPr/>
                <p:nvPr/>
              </p:nvPicPr>
              <p:blipFill>
                <a:blip r:embed="rId164"/>
                <a:stretch>
                  <a:fillRect/>
                </a:stretch>
              </p:blipFill>
              <p:spPr>
                <a:xfrm>
                  <a:off x="10623345" y="1683735"/>
                  <a:ext cx="3499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45" name="Ink 144">
                  <a:extLst>
                    <a:ext uri="{FF2B5EF4-FFF2-40B4-BE49-F238E27FC236}">
                      <a16:creationId xmlns:a16="http://schemas.microsoft.com/office/drawing/2014/main" id="{6BFBFBA9-F6CF-4A1B-0DD2-9D901145BA43}"/>
                    </a:ext>
                  </a:extLst>
                </p14:cNvPr>
                <p14:cNvContentPartPr/>
                <p14:nvPr/>
              </p14:nvContentPartPr>
              <p14:xfrm>
                <a:off x="11015025" y="2007015"/>
                <a:ext cx="35640" cy="25200"/>
              </p14:xfrm>
            </p:contentPart>
          </mc:Choice>
          <mc:Fallback xmlns="">
            <p:pic>
              <p:nvPicPr>
                <p:cNvPr id="145" name="Ink 144">
                  <a:extLst>
                    <a:ext uri="{FF2B5EF4-FFF2-40B4-BE49-F238E27FC236}">
                      <a16:creationId xmlns:a16="http://schemas.microsoft.com/office/drawing/2014/main" id="{6BFBFBA9-F6CF-4A1B-0DD2-9D901145BA43}"/>
                    </a:ext>
                  </a:extLst>
                </p:cNvPr>
                <p:cNvPicPr/>
                <p:nvPr/>
              </p:nvPicPr>
              <p:blipFill>
                <a:blip r:embed="rId166"/>
                <a:stretch>
                  <a:fillRect/>
                </a:stretch>
              </p:blipFill>
              <p:spPr>
                <a:xfrm>
                  <a:off x="11008905" y="2000895"/>
                  <a:ext cx="478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49" name="Ink 148">
                  <a:extLst>
                    <a:ext uri="{FF2B5EF4-FFF2-40B4-BE49-F238E27FC236}">
                      <a16:creationId xmlns:a16="http://schemas.microsoft.com/office/drawing/2014/main" id="{19499BA1-E51D-E3E3-5953-C5D616F59222}"/>
                    </a:ext>
                  </a:extLst>
                </p14:cNvPr>
                <p14:cNvContentPartPr/>
                <p14:nvPr/>
              </p14:nvContentPartPr>
              <p14:xfrm>
                <a:off x="11069745" y="1682655"/>
                <a:ext cx="149040" cy="346320"/>
              </p14:xfrm>
            </p:contentPart>
          </mc:Choice>
          <mc:Fallback xmlns="">
            <p:pic>
              <p:nvPicPr>
                <p:cNvPr id="149" name="Ink 148">
                  <a:extLst>
                    <a:ext uri="{FF2B5EF4-FFF2-40B4-BE49-F238E27FC236}">
                      <a16:creationId xmlns:a16="http://schemas.microsoft.com/office/drawing/2014/main" id="{19499BA1-E51D-E3E3-5953-C5D616F59222}"/>
                    </a:ext>
                  </a:extLst>
                </p:cNvPr>
                <p:cNvPicPr/>
                <p:nvPr/>
              </p:nvPicPr>
              <p:blipFill>
                <a:blip r:embed="rId168"/>
                <a:stretch>
                  <a:fillRect/>
                </a:stretch>
              </p:blipFill>
              <p:spPr>
                <a:xfrm>
                  <a:off x="11063625" y="1676535"/>
                  <a:ext cx="161280" cy="35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9">
            <p14:nvContentPartPr>
              <p14:cNvPr id="53" name="Ink 52">
                <a:extLst>
                  <a:ext uri="{FF2B5EF4-FFF2-40B4-BE49-F238E27FC236}">
                    <a16:creationId xmlns:a16="http://schemas.microsoft.com/office/drawing/2014/main" id="{38CAD602-1288-CE31-AB85-5484AF54EE5C}"/>
                  </a:ext>
                </a:extLst>
              </p14:cNvPr>
              <p14:cNvContentPartPr/>
              <p14:nvPr/>
            </p14:nvContentPartPr>
            <p14:xfrm>
              <a:off x="3281505" y="821175"/>
              <a:ext cx="55080" cy="30240"/>
            </p14:xfrm>
          </p:contentPart>
        </mc:Choice>
        <mc:Fallback xmlns="">
          <p:pic>
            <p:nvPicPr>
              <p:cNvPr id="53" name="Ink 52">
                <a:extLst>
                  <a:ext uri="{FF2B5EF4-FFF2-40B4-BE49-F238E27FC236}">
                    <a16:creationId xmlns:a16="http://schemas.microsoft.com/office/drawing/2014/main" id="{38CAD602-1288-CE31-AB85-5484AF54EE5C}"/>
                  </a:ext>
                </a:extLst>
              </p:cNvPr>
              <p:cNvPicPr/>
              <p:nvPr/>
            </p:nvPicPr>
            <p:blipFill>
              <a:blip r:embed="rId170"/>
              <a:stretch>
                <a:fillRect/>
              </a:stretch>
            </p:blipFill>
            <p:spPr>
              <a:xfrm>
                <a:off x="3275385" y="815055"/>
                <a:ext cx="67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54" name="Ink 53">
                <a:extLst>
                  <a:ext uri="{FF2B5EF4-FFF2-40B4-BE49-F238E27FC236}">
                    <a16:creationId xmlns:a16="http://schemas.microsoft.com/office/drawing/2014/main" id="{3225388C-2BAB-F603-8717-246A8CEC4F22}"/>
                  </a:ext>
                </a:extLst>
              </p14:cNvPr>
              <p14:cNvContentPartPr/>
              <p14:nvPr/>
            </p14:nvContentPartPr>
            <p14:xfrm>
              <a:off x="3542505" y="784095"/>
              <a:ext cx="154080" cy="18720"/>
            </p14:xfrm>
          </p:contentPart>
        </mc:Choice>
        <mc:Fallback xmlns="">
          <p:pic>
            <p:nvPicPr>
              <p:cNvPr id="54" name="Ink 53">
                <a:extLst>
                  <a:ext uri="{FF2B5EF4-FFF2-40B4-BE49-F238E27FC236}">
                    <a16:creationId xmlns:a16="http://schemas.microsoft.com/office/drawing/2014/main" id="{3225388C-2BAB-F603-8717-246A8CEC4F22}"/>
                  </a:ext>
                </a:extLst>
              </p:cNvPr>
              <p:cNvPicPr/>
              <p:nvPr/>
            </p:nvPicPr>
            <p:blipFill>
              <a:blip r:embed="rId172"/>
              <a:stretch>
                <a:fillRect/>
              </a:stretch>
            </p:blipFill>
            <p:spPr>
              <a:xfrm>
                <a:off x="3536385" y="777975"/>
                <a:ext cx="1663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55" name="Ink 54">
                <a:extLst>
                  <a:ext uri="{FF2B5EF4-FFF2-40B4-BE49-F238E27FC236}">
                    <a16:creationId xmlns:a16="http://schemas.microsoft.com/office/drawing/2014/main" id="{ED559D9A-B1A8-FF40-FAEB-B2C827FC740B}"/>
                  </a:ext>
                </a:extLst>
              </p14:cNvPr>
              <p14:cNvContentPartPr/>
              <p14:nvPr/>
            </p14:nvContentPartPr>
            <p14:xfrm>
              <a:off x="3963705" y="763575"/>
              <a:ext cx="100800" cy="43560"/>
            </p14:xfrm>
          </p:contentPart>
        </mc:Choice>
        <mc:Fallback xmlns="">
          <p:pic>
            <p:nvPicPr>
              <p:cNvPr id="55" name="Ink 54">
                <a:extLst>
                  <a:ext uri="{FF2B5EF4-FFF2-40B4-BE49-F238E27FC236}">
                    <a16:creationId xmlns:a16="http://schemas.microsoft.com/office/drawing/2014/main" id="{ED559D9A-B1A8-FF40-FAEB-B2C827FC740B}"/>
                  </a:ext>
                </a:extLst>
              </p:cNvPr>
              <p:cNvPicPr/>
              <p:nvPr/>
            </p:nvPicPr>
            <p:blipFill>
              <a:blip r:embed="rId174"/>
              <a:stretch>
                <a:fillRect/>
              </a:stretch>
            </p:blipFill>
            <p:spPr>
              <a:xfrm>
                <a:off x="3957585" y="757455"/>
                <a:ext cx="1130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57" name="Ink 56">
                <a:extLst>
                  <a:ext uri="{FF2B5EF4-FFF2-40B4-BE49-F238E27FC236}">
                    <a16:creationId xmlns:a16="http://schemas.microsoft.com/office/drawing/2014/main" id="{68DAFDD3-B299-CA42-467E-210EB5697AEA}"/>
                  </a:ext>
                </a:extLst>
              </p14:cNvPr>
              <p14:cNvContentPartPr/>
              <p14:nvPr/>
            </p14:nvContentPartPr>
            <p14:xfrm>
              <a:off x="3185385" y="783735"/>
              <a:ext cx="195840" cy="32400"/>
            </p14:xfrm>
          </p:contentPart>
        </mc:Choice>
        <mc:Fallback xmlns="">
          <p:pic>
            <p:nvPicPr>
              <p:cNvPr id="57" name="Ink 56">
                <a:extLst>
                  <a:ext uri="{FF2B5EF4-FFF2-40B4-BE49-F238E27FC236}">
                    <a16:creationId xmlns:a16="http://schemas.microsoft.com/office/drawing/2014/main" id="{68DAFDD3-B299-CA42-467E-210EB5697AEA}"/>
                  </a:ext>
                </a:extLst>
              </p:cNvPr>
              <p:cNvPicPr/>
              <p:nvPr/>
            </p:nvPicPr>
            <p:blipFill>
              <a:blip r:embed="rId176"/>
              <a:stretch>
                <a:fillRect/>
              </a:stretch>
            </p:blipFill>
            <p:spPr>
              <a:xfrm>
                <a:off x="3179265" y="777615"/>
                <a:ext cx="208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58" name="Ink 57">
                <a:extLst>
                  <a:ext uri="{FF2B5EF4-FFF2-40B4-BE49-F238E27FC236}">
                    <a16:creationId xmlns:a16="http://schemas.microsoft.com/office/drawing/2014/main" id="{B7A597A0-89A5-4086-9D61-8C12EBAD72BD}"/>
                  </a:ext>
                </a:extLst>
              </p14:cNvPr>
              <p14:cNvContentPartPr/>
              <p14:nvPr/>
            </p14:nvContentPartPr>
            <p14:xfrm>
              <a:off x="3627825" y="779055"/>
              <a:ext cx="289440" cy="41400"/>
            </p14:xfrm>
          </p:contentPart>
        </mc:Choice>
        <mc:Fallback xmlns="">
          <p:pic>
            <p:nvPicPr>
              <p:cNvPr id="58" name="Ink 57">
                <a:extLst>
                  <a:ext uri="{FF2B5EF4-FFF2-40B4-BE49-F238E27FC236}">
                    <a16:creationId xmlns:a16="http://schemas.microsoft.com/office/drawing/2014/main" id="{B7A597A0-89A5-4086-9D61-8C12EBAD72BD}"/>
                  </a:ext>
                </a:extLst>
              </p:cNvPr>
              <p:cNvPicPr/>
              <p:nvPr/>
            </p:nvPicPr>
            <p:blipFill>
              <a:blip r:embed="rId178"/>
              <a:stretch>
                <a:fillRect/>
              </a:stretch>
            </p:blipFill>
            <p:spPr>
              <a:xfrm>
                <a:off x="3621705" y="772935"/>
                <a:ext cx="3016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59" name="Ink 58">
                <a:extLst>
                  <a:ext uri="{FF2B5EF4-FFF2-40B4-BE49-F238E27FC236}">
                    <a16:creationId xmlns:a16="http://schemas.microsoft.com/office/drawing/2014/main" id="{9356EEFA-DDE5-0533-7653-1A19EF1408B0}"/>
                  </a:ext>
                </a:extLst>
              </p14:cNvPr>
              <p14:cNvContentPartPr/>
              <p14:nvPr/>
            </p14:nvContentPartPr>
            <p14:xfrm>
              <a:off x="4177185" y="756015"/>
              <a:ext cx="309240" cy="83160"/>
            </p14:xfrm>
          </p:contentPart>
        </mc:Choice>
        <mc:Fallback xmlns="">
          <p:pic>
            <p:nvPicPr>
              <p:cNvPr id="59" name="Ink 58">
                <a:extLst>
                  <a:ext uri="{FF2B5EF4-FFF2-40B4-BE49-F238E27FC236}">
                    <a16:creationId xmlns:a16="http://schemas.microsoft.com/office/drawing/2014/main" id="{9356EEFA-DDE5-0533-7653-1A19EF1408B0}"/>
                  </a:ext>
                </a:extLst>
              </p:cNvPr>
              <p:cNvPicPr/>
              <p:nvPr/>
            </p:nvPicPr>
            <p:blipFill>
              <a:blip r:embed="rId180"/>
              <a:stretch>
                <a:fillRect/>
              </a:stretch>
            </p:blipFill>
            <p:spPr>
              <a:xfrm>
                <a:off x="4171065" y="749895"/>
                <a:ext cx="32148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59" name="Ink 158">
                <a:extLst>
                  <a:ext uri="{FF2B5EF4-FFF2-40B4-BE49-F238E27FC236}">
                    <a16:creationId xmlns:a16="http://schemas.microsoft.com/office/drawing/2014/main" id="{8D262B5E-2B8D-6263-0CAA-2D0C912FB316}"/>
                  </a:ext>
                </a:extLst>
              </p14:cNvPr>
              <p14:cNvContentPartPr/>
              <p14:nvPr/>
            </p14:nvContentPartPr>
            <p14:xfrm>
              <a:off x="6256185" y="2682015"/>
              <a:ext cx="45360" cy="273960"/>
            </p14:xfrm>
          </p:contentPart>
        </mc:Choice>
        <mc:Fallback xmlns="">
          <p:pic>
            <p:nvPicPr>
              <p:cNvPr id="159" name="Ink 158">
                <a:extLst>
                  <a:ext uri="{FF2B5EF4-FFF2-40B4-BE49-F238E27FC236}">
                    <a16:creationId xmlns:a16="http://schemas.microsoft.com/office/drawing/2014/main" id="{8D262B5E-2B8D-6263-0CAA-2D0C912FB316}"/>
                  </a:ext>
                </a:extLst>
              </p:cNvPr>
              <p:cNvPicPr/>
              <p:nvPr/>
            </p:nvPicPr>
            <p:blipFill>
              <a:blip r:embed="rId182"/>
              <a:stretch>
                <a:fillRect/>
              </a:stretch>
            </p:blipFill>
            <p:spPr>
              <a:xfrm>
                <a:off x="6250065" y="2675895"/>
                <a:ext cx="5760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60" name="Ink 159">
                <a:extLst>
                  <a:ext uri="{FF2B5EF4-FFF2-40B4-BE49-F238E27FC236}">
                    <a16:creationId xmlns:a16="http://schemas.microsoft.com/office/drawing/2014/main" id="{63AA1B14-A3BE-70DB-1CD9-D4DBF1F5806C}"/>
                  </a:ext>
                </a:extLst>
              </p14:cNvPr>
              <p14:cNvContentPartPr/>
              <p14:nvPr/>
            </p14:nvContentPartPr>
            <p14:xfrm>
              <a:off x="6222345" y="3112935"/>
              <a:ext cx="214200" cy="305640"/>
            </p14:xfrm>
          </p:contentPart>
        </mc:Choice>
        <mc:Fallback xmlns="">
          <p:pic>
            <p:nvPicPr>
              <p:cNvPr id="160" name="Ink 159">
                <a:extLst>
                  <a:ext uri="{FF2B5EF4-FFF2-40B4-BE49-F238E27FC236}">
                    <a16:creationId xmlns:a16="http://schemas.microsoft.com/office/drawing/2014/main" id="{63AA1B14-A3BE-70DB-1CD9-D4DBF1F5806C}"/>
                  </a:ext>
                </a:extLst>
              </p:cNvPr>
              <p:cNvPicPr/>
              <p:nvPr/>
            </p:nvPicPr>
            <p:blipFill>
              <a:blip r:embed="rId184"/>
              <a:stretch>
                <a:fillRect/>
              </a:stretch>
            </p:blipFill>
            <p:spPr>
              <a:xfrm>
                <a:off x="6216225" y="3106815"/>
                <a:ext cx="226440" cy="317880"/>
              </a:xfrm>
              <a:prstGeom prst="rect">
                <a:avLst/>
              </a:prstGeom>
            </p:spPr>
          </p:pic>
        </mc:Fallback>
      </mc:AlternateContent>
      <p:grpSp>
        <p:nvGrpSpPr>
          <p:cNvPr id="165" name="Group 164">
            <a:extLst>
              <a:ext uri="{FF2B5EF4-FFF2-40B4-BE49-F238E27FC236}">
                <a16:creationId xmlns:a16="http://schemas.microsoft.com/office/drawing/2014/main" id="{9AE35ABF-9189-5B1A-863D-895536F7CD24}"/>
              </a:ext>
            </a:extLst>
          </p:cNvPr>
          <p:cNvGrpSpPr/>
          <p:nvPr/>
        </p:nvGrpSpPr>
        <p:grpSpPr>
          <a:xfrm>
            <a:off x="4718265" y="241935"/>
            <a:ext cx="2553840" cy="807120"/>
            <a:chOff x="4718265" y="241935"/>
            <a:chExt cx="2553840" cy="807120"/>
          </a:xfrm>
        </p:grpSpPr>
        <mc:AlternateContent xmlns:mc="http://schemas.openxmlformats.org/markup-compatibility/2006" xmlns:p14="http://schemas.microsoft.com/office/powerpoint/2010/main">
          <mc:Choice Requires="p14">
            <p:contentPart p14:bwMode="auto" r:id="rId185">
              <p14:nvContentPartPr>
                <p14:cNvPr id="60" name="Ink 59">
                  <a:extLst>
                    <a:ext uri="{FF2B5EF4-FFF2-40B4-BE49-F238E27FC236}">
                      <a16:creationId xmlns:a16="http://schemas.microsoft.com/office/drawing/2014/main" id="{45493A0E-7274-F8DD-2446-15D2C96819C8}"/>
                    </a:ext>
                  </a:extLst>
                </p14:cNvPr>
                <p14:cNvContentPartPr/>
                <p14:nvPr/>
              </p14:nvContentPartPr>
              <p14:xfrm>
                <a:off x="4718265" y="756015"/>
                <a:ext cx="172800" cy="35640"/>
              </p14:xfrm>
            </p:contentPart>
          </mc:Choice>
          <mc:Fallback xmlns="">
            <p:pic>
              <p:nvPicPr>
                <p:cNvPr id="60" name="Ink 59">
                  <a:extLst>
                    <a:ext uri="{FF2B5EF4-FFF2-40B4-BE49-F238E27FC236}">
                      <a16:creationId xmlns:a16="http://schemas.microsoft.com/office/drawing/2014/main" id="{45493A0E-7274-F8DD-2446-15D2C96819C8}"/>
                    </a:ext>
                  </a:extLst>
                </p:cNvPr>
                <p:cNvPicPr/>
                <p:nvPr/>
              </p:nvPicPr>
              <p:blipFill>
                <a:blip r:embed="rId186"/>
                <a:stretch>
                  <a:fillRect/>
                </a:stretch>
              </p:blipFill>
              <p:spPr>
                <a:xfrm>
                  <a:off x="4712145" y="749895"/>
                  <a:ext cx="1850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61" name="Ink 60">
                  <a:extLst>
                    <a:ext uri="{FF2B5EF4-FFF2-40B4-BE49-F238E27FC236}">
                      <a16:creationId xmlns:a16="http://schemas.microsoft.com/office/drawing/2014/main" id="{11952A9F-AC32-A86A-0F34-0B236B01C017}"/>
                    </a:ext>
                  </a:extLst>
                </p14:cNvPr>
                <p14:cNvContentPartPr/>
                <p14:nvPr/>
              </p14:nvContentPartPr>
              <p14:xfrm>
                <a:off x="5212905" y="761415"/>
                <a:ext cx="191160" cy="46800"/>
              </p14:xfrm>
            </p:contentPart>
          </mc:Choice>
          <mc:Fallback xmlns="">
            <p:pic>
              <p:nvPicPr>
                <p:cNvPr id="61" name="Ink 60">
                  <a:extLst>
                    <a:ext uri="{FF2B5EF4-FFF2-40B4-BE49-F238E27FC236}">
                      <a16:creationId xmlns:a16="http://schemas.microsoft.com/office/drawing/2014/main" id="{11952A9F-AC32-A86A-0F34-0B236B01C017}"/>
                    </a:ext>
                  </a:extLst>
                </p:cNvPr>
                <p:cNvPicPr/>
                <p:nvPr/>
              </p:nvPicPr>
              <p:blipFill>
                <a:blip r:embed="rId188"/>
                <a:stretch>
                  <a:fillRect/>
                </a:stretch>
              </p:blipFill>
              <p:spPr>
                <a:xfrm>
                  <a:off x="5206785" y="755295"/>
                  <a:ext cx="2034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66" name="Ink 65">
                  <a:extLst>
                    <a:ext uri="{FF2B5EF4-FFF2-40B4-BE49-F238E27FC236}">
                      <a16:creationId xmlns:a16="http://schemas.microsoft.com/office/drawing/2014/main" id="{F41CBD52-06A5-9B41-4A13-4AEB5C98A37F}"/>
                    </a:ext>
                  </a:extLst>
                </p14:cNvPr>
                <p14:cNvContentPartPr/>
                <p14:nvPr/>
              </p14:nvContentPartPr>
              <p14:xfrm>
                <a:off x="4768305" y="703815"/>
                <a:ext cx="308880" cy="281160"/>
              </p14:xfrm>
            </p:contentPart>
          </mc:Choice>
          <mc:Fallback xmlns="">
            <p:pic>
              <p:nvPicPr>
                <p:cNvPr id="66" name="Ink 65">
                  <a:extLst>
                    <a:ext uri="{FF2B5EF4-FFF2-40B4-BE49-F238E27FC236}">
                      <a16:creationId xmlns:a16="http://schemas.microsoft.com/office/drawing/2014/main" id="{F41CBD52-06A5-9B41-4A13-4AEB5C98A37F}"/>
                    </a:ext>
                  </a:extLst>
                </p:cNvPr>
                <p:cNvPicPr/>
                <p:nvPr/>
              </p:nvPicPr>
              <p:blipFill>
                <a:blip r:embed="rId190"/>
                <a:stretch>
                  <a:fillRect/>
                </a:stretch>
              </p:blipFill>
              <p:spPr>
                <a:xfrm>
                  <a:off x="4762185" y="697695"/>
                  <a:ext cx="32112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67" name="Ink 66">
                  <a:extLst>
                    <a:ext uri="{FF2B5EF4-FFF2-40B4-BE49-F238E27FC236}">
                      <a16:creationId xmlns:a16="http://schemas.microsoft.com/office/drawing/2014/main" id="{6995824B-97CA-389E-CE73-B34CA2B1DB29}"/>
                    </a:ext>
                  </a:extLst>
                </p14:cNvPr>
                <p14:cNvContentPartPr/>
                <p14:nvPr/>
              </p14:nvContentPartPr>
              <p14:xfrm>
                <a:off x="4825545" y="676095"/>
                <a:ext cx="244800" cy="240840"/>
              </p14:xfrm>
            </p:contentPart>
          </mc:Choice>
          <mc:Fallback xmlns="">
            <p:pic>
              <p:nvPicPr>
                <p:cNvPr id="67" name="Ink 66">
                  <a:extLst>
                    <a:ext uri="{FF2B5EF4-FFF2-40B4-BE49-F238E27FC236}">
                      <a16:creationId xmlns:a16="http://schemas.microsoft.com/office/drawing/2014/main" id="{6995824B-97CA-389E-CE73-B34CA2B1DB29}"/>
                    </a:ext>
                  </a:extLst>
                </p:cNvPr>
                <p:cNvPicPr/>
                <p:nvPr/>
              </p:nvPicPr>
              <p:blipFill>
                <a:blip r:embed="rId192"/>
                <a:stretch>
                  <a:fillRect/>
                </a:stretch>
              </p:blipFill>
              <p:spPr>
                <a:xfrm>
                  <a:off x="4819425" y="669975"/>
                  <a:ext cx="2570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72" name="Ink 71">
                  <a:extLst>
                    <a:ext uri="{FF2B5EF4-FFF2-40B4-BE49-F238E27FC236}">
                      <a16:creationId xmlns:a16="http://schemas.microsoft.com/office/drawing/2014/main" id="{B9805E58-A24D-6D54-9D15-9704B64F7BF1}"/>
                    </a:ext>
                  </a:extLst>
                </p14:cNvPr>
                <p14:cNvContentPartPr/>
                <p14:nvPr/>
              </p14:nvContentPartPr>
              <p14:xfrm>
                <a:off x="5128305" y="710655"/>
                <a:ext cx="196920" cy="233280"/>
              </p14:xfrm>
            </p:contentPart>
          </mc:Choice>
          <mc:Fallback xmlns="">
            <p:pic>
              <p:nvPicPr>
                <p:cNvPr id="72" name="Ink 71">
                  <a:extLst>
                    <a:ext uri="{FF2B5EF4-FFF2-40B4-BE49-F238E27FC236}">
                      <a16:creationId xmlns:a16="http://schemas.microsoft.com/office/drawing/2014/main" id="{B9805E58-A24D-6D54-9D15-9704B64F7BF1}"/>
                    </a:ext>
                  </a:extLst>
                </p:cNvPr>
                <p:cNvPicPr/>
                <p:nvPr/>
              </p:nvPicPr>
              <p:blipFill>
                <a:blip r:embed="rId194"/>
                <a:stretch>
                  <a:fillRect/>
                </a:stretch>
              </p:blipFill>
              <p:spPr>
                <a:xfrm>
                  <a:off x="5122185" y="704535"/>
                  <a:ext cx="2091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73" name="Ink 72">
                  <a:extLst>
                    <a:ext uri="{FF2B5EF4-FFF2-40B4-BE49-F238E27FC236}">
                      <a16:creationId xmlns:a16="http://schemas.microsoft.com/office/drawing/2014/main" id="{0D316C43-2A1C-B5BF-73C8-C4FDF13698C4}"/>
                    </a:ext>
                  </a:extLst>
                </p14:cNvPr>
                <p14:cNvContentPartPr/>
                <p14:nvPr/>
              </p14:nvContentPartPr>
              <p14:xfrm>
                <a:off x="5089425" y="681135"/>
                <a:ext cx="130680" cy="229680"/>
              </p14:xfrm>
            </p:contentPart>
          </mc:Choice>
          <mc:Fallback xmlns="">
            <p:pic>
              <p:nvPicPr>
                <p:cNvPr id="73" name="Ink 72">
                  <a:extLst>
                    <a:ext uri="{FF2B5EF4-FFF2-40B4-BE49-F238E27FC236}">
                      <a16:creationId xmlns:a16="http://schemas.microsoft.com/office/drawing/2014/main" id="{0D316C43-2A1C-B5BF-73C8-C4FDF13698C4}"/>
                    </a:ext>
                  </a:extLst>
                </p:cNvPr>
                <p:cNvPicPr/>
                <p:nvPr/>
              </p:nvPicPr>
              <p:blipFill>
                <a:blip r:embed="rId196"/>
                <a:stretch>
                  <a:fillRect/>
                </a:stretch>
              </p:blipFill>
              <p:spPr>
                <a:xfrm>
                  <a:off x="5083305" y="675015"/>
                  <a:ext cx="1429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62" name="Ink 61">
                  <a:extLst>
                    <a:ext uri="{FF2B5EF4-FFF2-40B4-BE49-F238E27FC236}">
                      <a16:creationId xmlns:a16="http://schemas.microsoft.com/office/drawing/2014/main" id="{44848781-9FCD-CB17-2378-482F179D15DD}"/>
                    </a:ext>
                  </a:extLst>
                </p14:cNvPr>
                <p14:cNvContentPartPr/>
                <p14:nvPr/>
              </p14:nvContentPartPr>
              <p14:xfrm>
                <a:off x="5640585" y="759255"/>
                <a:ext cx="73440" cy="18000"/>
              </p14:xfrm>
            </p:contentPart>
          </mc:Choice>
          <mc:Fallback xmlns="">
            <p:pic>
              <p:nvPicPr>
                <p:cNvPr id="62" name="Ink 61">
                  <a:extLst>
                    <a:ext uri="{FF2B5EF4-FFF2-40B4-BE49-F238E27FC236}">
                      <a16:creationId xmlns:a16="http://schemas.microsoft.com/office/drawing/2014/main" id="{44848781-9FCD-CB17-2378-482F179D15DD}"/>
                    </a:ext>
                  </a:extLst>
                </p:cNvPr>
                <p:cNvPicPr/>
                <p:nvPr/>
              </p:nvPicPr>
              <p:blipFill>
                <a:blip r:embed="rId198"/>
                <a:stretch>
                  <a:fillRect/>
                </a:stretch>
              </p:blipFill>
              <p:spPr>
                <a:xfrm>
                  <a:off x="5634465" y="753135"/>
                  <a:ext cx="856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63" name="Ink 62">
                  <a:extLst>
                    <a:ext uri="{FF2B5EF4-FFF2-40B4-BE49-F238E27FC236}">
                      <a16:creationId xmlns:a16="http://schemas.microsoft.com/office/drawing/2014/main" id="{CA22A1D7-E2E8-4D45-5124-2CA4814B9660}"/>
                    </a:ext>
                  </a:extLst>
                </p14:cNvPr>
                <p14:cNvContentPartPr/>
                <p14:nvPr/>
              </p14:nvContentPartPr>
              <p14:xfrm>
                <a:off x="6025785" y="739815"/>
                <a:ext cx="303120" cy="83520"/>
              </p14:xfrm>
            </p:contentPart>
          </mc:Choice>
          <mc:Fallback xmlns="">
            <p:pic>
              <p:nvPicPr>
                <p:cNvPr id="63" name="Ink 62">
                  <a:extLst>
                    <a:ext uri="{FF2B5EF4-FFF2-40B4-BE49-F238E27FC236}">
                      <a16:creationId xmlns:a16="http://schemas.microsoft.com/office/drawing/2014/main" id="{CA22A1D7-E2E8-4D45-5124-2CA4814B9660}"/>
                    </a:ext>
                  </a:extLst>
                </p:cNvPr>
                <p:cNvPicPr/>
                <p:nvPr/>
              </p:nvPicPr>
              <p:blipFill>
                <a:blip r:embed="rId200"/>
                <a:stretch>
                  <a:fillRect/>
                </a:stretch>
              </p:blipFill>
              <p:spPr>
                <a:xfrm>
                  <a:off x="6019665" y="733695"/>
                  <a:ext cx="3153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64" name="Ink 63">
                  <a:extLst>
                    <a:ext uri="{FF2B5EF4-FFF2-40B4-BE49-F238E27FC236}">
                      <a16:creationId xmlns:a16="http://schemas.microsoft.com/office/drawing/2014/main" id="{73D2D1AD-5645-BF91-1817-C799EDC23567}"/>
                    </a:ext>
                  </a:extLst>
                </p14:cNvPr>
                <p14:cNvContentPartPr/>
                <p14:nvPr/>
              </p14:nvContentPartPr>
              <p14:xfrm>
                <a:off x="6466785" y="753135"/>
                <a:ext cx="360" cy="360"/>
              </p14:xfrm>
            </p:contentPart>
          </mc:Choice>
          <mc:Fallback xmlns="">
            <p:pic>
              <p:nvPicPr>
                <p:cNvPr id="64" name="Ink 63">
                  <a:extLst>
                    <a:ext uri="{FF2B5EF4-FFF2-40B4-BE49-F238E27FC236}">
                      <a16:creationId xmlns:a16="http://schemas.microsoft.com/office/drawing/2014/main" id="{73D2D1AD-5645-BF91-1817-C799EDC23567}"/>
                    </a:ext>
                  </a:extLst>
                </p:cNvPr>
                <p:cNvPicPr/>
                <p:nvPr/>
              </p:nvPicPr>
              <p:blipFill>
                <a:blip r:embed="rId202"/>
                <a:stretch>
                  <a:fillRect/>
                </a:stretch>
              </p:blipFill>
              <p:spPr>
                <a:xfrm>
                  <a:off x="6460665" y="74701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65" name="Ink 64">
                  <a:extLst>
                    <a:ext uri="{FF2B5EF4-FFF2-40B4-BE49-F238E27FC236}">
                      <a16:creationId xmlns:a16="http://schemas.microsoft.com/office/drawing/2014/main" id="{95373D59-4031-4F3A-B249-9ED69D0B2B89}"/>
                    </a:ext>
                  </a:extLst>
                </p14:cNvPr>
                <p14:cNvContentPartPr/>
                <p14:nvPr/>
              </p14:nvContentPartPr>
              <p14:xfrm>
                <a:off x="6612225" y="731535"/>
                <a:ext cx="69120" cy="34200"/>
              </p14:xfrm>
            </p:contentPart>
          </mc:Choice>
          <mc:Fallback xmlns="">
            <p:pic>
              <p:nvPicPr>
                <p:cNvPr id="65" name="Ink 64">
                  <a:extLst>
                    <a:ext uri="{FF2B5EF4-FFF2-40B4-BE49-F238E27FC236}">
                      <a16:creationId xmlns:a16="http://schemas.microsoft.com/office/drawing/2014/main" id="{95373D59-4031-4F3A-B249-9ED69D0B2B89}"/>
                    </a:ext>
                  </a:extLst>
                </p:cNvPr>
                <p:cNvPicPr/>
                <p:nvPr/>
              </p:nvPicPr>
              <p:blipFill>
                <a:blip r:embed="rId204"/>
                <a:stretch>
                  <a:fillRect/>
                </a:stretch>
              </p:blipFill>
              <p:spPr>
                <a:xfrm>
                  <a:off x="6606105" y="725415"/>
                  <a:ext cx="813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75" name="Ink 74">
                  <a:extLst>
                    <a:ext uri="{FF2B5EF4-FFF2-40B4-BE49-F238E27FC236}">
                      <a16:creationId xmlns:a16="http://schemas.microsoft.com/office/drawing/2014/main" id="{F972322A-DC14-B4AA-B4E1-9530A1FD1026}"/>
                    </a:ext>
                  </a:extLst>
                </p14:cNvPr>
                <p14:cNvContentPartPr/>
                <p14:nvPr/>
              </p14:nvContentPartPr>
              <p14:xfrm>
                <a:off x="5622225" y="651255"/>
                <a:ext cx="185400" cy="251280"/>
              </p14:xfrm>
            </p:contentPart>
          </mc:Choice>
          <mc:Fallback xmlns="">
            <p:pic>
              <p:nvPicPr>
                <p:cNvPr id="75" name="Ink 74">
                  <a:extLst>
                    <a:ext uri="{FF2B5EF4-FFF2-40B4-BE49-F238E27FC236}">
                      <a16:creationId xmlns:a16="http://schemas.microsoft.com/office/drawing/2014/main" id="{F972322A-DC14-B4AA-B4E1-9530A1FD1026}"/>
                    </a:ext>
                  </a:extLst>
                </p:cNvPr>
                <p:cNvPicPr/>
                <p:nvPr/>
              </p:nvPicPr>
              <p:blipFill>
                <a:blip r:embed="rId206"/>
                <a:stretch>
                  <a:fillRect/>
                </a:stretch>
              </p:blipFill>
              <p:spPr>
                <a:xfrm>
                  <a:off x="5616105" y="645135"/>
                  <a:ext cx="1976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76" name="Ink 75">
                  <a:extLst>
                    <a:ext uri="{FF2B5EF4-FFF2-40B4-BE49-F238E27FC236}">
                      <a16:creationId xmlns:a16="http://schemas.microsoft.com/office/drawing/2014/main" id="{4B260DB5-28DD-8DD5-85ED-CB7CDDA67D51}"/>
                    </a:ext>
                  </a:extLst>
                </p14:cNvPr>
                <p14:cNvContentPartPr/>
                <p14:nvPr/>
              </p14:nvContentPartPr>
              <p14:xfrm>
                <a:off x="5649585" y="658455"/>
                <a:ext cx="179640" cy="216360"/>
              </p14:xfrm>
            </p:contentPart>
          </mc:Choice>
          <mc:Fallback xmlns="">
            <p:pic>
              <p:nvPicPr>
                <p:cNvPr id="76" name="Ink 75">
                  <a:extLst>
                    <a:ext uri="{FF2B5EF4-FFF2-40B4-BE49-F238E27FC236}">
                      <a16:creationId xmlns:a16="http://schemas.microsoft.com/office/drawing/2014/main" id="{4B260DB5-28DD-8DD5-85ED-CB7CDDA67D51}"/>
                    </a:ext>
                  </a:extLst>
                </p:cNvPr>
                <p:cNvPicPr/>
                <p:nvPr/>
              </p:nvPicPr>
              <p:blipFill>
                <a:blip r:embed="rId208"/>
                <a:stretch>
                  <a:fillRect/>
                </a:stretch>
              </p:blipFill>
              <p:spPr>
                <a:xfrm>
                  <a:off x="5643465" y="652335"/>
                  <a:ext cx="1918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77" name="Ink 76">
                  <a:extLst>
                    <a:ext uri="{FF2B5EF4-FFF2-40B4-BE49-F238E27FC236}">
                      <a16:creationId xmlns:a16="http://schemas.microsoft.com/office/drawing/2014/main" id="{44111926-6F1B-F538-E305-63AF4B21B050}"/>
                    </a:ext>
                  </a:extLst>
                </p14:cNvPr>
                <p14:cNvContentPartPr/>
                <p14:nvPr/>
              </p14:nvContentPartPr>
              <p14:xfrm>
                <a:off x="5702145" y="749175"/>
                <a:ext cx="10800" cy="5400"/>
              </p14:xfrm>
            </p:contentPart>
          </mc:Choice>
          <mc:Fallback xmlns="">
            <p:pic>
              <p:nvPicPr>
                <p:cNvPr id="77" name="Ink 76">
                  <a:extLst>
                    <a:ext uri="{FF2B5EF4-FFF2-40B4-BE49-F238E27FC236}">
                      <a16:creationId xmlns:a16="http://schemas.microsoft.com/office/drawing/2014/main" id="{44111926-6F1B-F538-E305-63AF4B21B050}"/>
                    </a:ext>
                  </a:extLst>
                </p:cNvPr>
                <p:cNvPicPr/>
                <p:nvPr/>
              </p:nvPicPr>
              <p:blipFill>
                <a:blip r:embed="rId210"/>
                <a:stretch>
                  <a:fillRect/>
                </a:stretch>
              </p:blipFill>
              <p:spPr>
                <a:xfrm>
                  <a:off x="5696025" y="743055"/>
                  <a:ext cx="230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86" name="Ink 85">
                  <a:extLst>
                    <a:ext uri="{FF2B5EF4-FFF2-40B4-BE49-F238E27FC236}">
                      <a16:creationId xmlns:a16="http://schemas.microsoft.com/office/drawing/2014/main" id="{82B300AA-0AB3-2EC8-2652-49D21A0FC335}"/>
                    </a:ext>
                  </a:extLst>
                </p14:cNvPr>
                <p14:cNvContentPartPr/>
                <p14:nvPr/>
              </p14:nvContentPartPr>
              <p14:xfrm>
                <a:off x="5790345" y="531015"/>
                <a:ext cx="1337760" cy="35280"/>
              </p14:xfrm>
            </p:contentPart>
          </mc:Choice>
          <mc:Fallback xmlns="">
            <p:pic>
              <p:nvPicPr>
                <p:cNvPr id="86" name="Ink 85">
                  <a:extLst>
                    <a:ext uri="{FF2B5EF4-FFF2-40B4-BE49-F238E27FC236}">
                      <a16:creationId xmlns:a16="http://schemas.microsoft.com/office/drawing/2014/main" id="{82B300AA-0AB3-2EC8-2652-49D21A0FC335}"/>
                    </a:ext>
                  </a:extLst>
                </p:cNvPr>
                <p:cNvPicPr/>
                <p:nvPr/>
              </p:nvPicPr>
              <p:blipFill>
                <a:blip r:embed="rId212"/>
                <a:stretch>
                  <a:fillRect/>
                </a:stretch>
              </p:blipFill>
              <p:spPr>
                <a:xfrm>
                  <a:off x="5784225" y="524895"/>
                  <a:ext cx="1350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87" name="Ink 86">
                  <a:extLst>
                    <a:ext uri="{FF2B5EF4-FFF2-40B4-BE49-F238E27FC236}">
                      <a16:creationId xmlns:a16="http://schemas.microsoft.com/office/drawing/2014/main" id="{35F33921-5319-D120-D34B-52C35BD963DA}"/>
                    </a:ext>
                  </a:extLst>
                </p14:cNvPr>
                <p14:cNvContentPartPr/>
                <p14:nvPr/>
              </p14:nvContentPartPr>
              <p14:xfrm>
                <a:off x="6766305" y="241935"/>
                <a:ext cx="302400" cy="450000"/>
              </p14:xfrm>
            </p:contentPart>
          </mc:Choice>
          <mc:Fallback xmlns="">
            <p:pic>
              <p:nvPicPr>
                <p:cNvPr id="87" name="Ink 86">
                  <a:extLst>
                    <a:ext uri="{FF2B5EF4-FFF2-40B4-BE49-F238E27FC236}">
                      <a16:creationId xmlns:a16="http://schemas.microsoft.com/office/drawing/2014/main" id="{35F33921-5319-D120-D34B-52C35BD963DA}"/>
                    </a:ext>
                  </a:extLst>
                </p:cNvPr>
                <p:cNvPicPr/>
                <p:nvPr/>
              </p:nvPicPr>
              <p:blipFill>
                <a:blip r:embed="rId214"/>
                <a:stretch>
                  <a:fillRect/>
                </a:stretch>
              </p:blipFill>
              <p:spPr>
                <a:xfrm>
                  <a:off x="6760185" y="235815"/>
                  <a:ext cx="314640" cy="4622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52" name="Ink 151">
                  <a:extLst>
                    <a:ext uri="{FF2B5EF4-FFF2-40B4-BE49-F238E27FC236}">
                      <a16:creationId xmlns:a16="http://schemas.microsoft.com/office/drawing/2014/main" id="{285DC33F-FD17-E4A1-FB70-874FAE36F0A7}"/>
                    </a:ext>
                  </a:extLst>
                </p14:cNvPr>
                <p14:cNvContentPartPr/>
                <p14:nvPr/>
              </p14:nvContentPartPr>
              <p14:xfrm>
                <a:off x="6949185" y="620295"/>
                <a:ext cx="215280" cy="349200"/>
              </p14:xfrm>
            </p:contentPart>
          </mc:Choice>
          <mc:Fallback xmlns="">
            <p:pic>
              <p:nvPicPr>
                <p:cNvPr id="152" name="Ink 151">
                  <a:extLst>
                    <a:ext uri="{FF2B5EF4-FFF2-40B4-BE49-F238E27FC236}">
                      <a16:creationId xmlns:a16="http://schemas.microsoft.com/office/drawing/2014/main" id="{285DC33F-FD17-E4A1-FB70-874FAE36F0A7}"/>
                    </a:ext>
                  </a:extLst>
                </p:cNvPr>
                <p:cNvPicPr/>
                <p:nvPr/>
              </p:nvPicPr>
              <p:blipFill>
                <a:blip r:embed="rId216"/>
                <a:stretch>
                  <a:fillRect/>
                </a:stretch>
              </p:blipFill>
              <p:spPr>
                <a:xfrm>
                  <a:off x="6943065" y="614175"/>
                  <a:ext cx="2275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53" name="Ink 152">
                  <a:extLst>
                    <a:ext uri="{FF2B5EF4-FFF2-40B4-BE49-F238E27FC236}">
                      <a16:creationId xmlns:a16="http://schemas.microsoft.com/office/drawing/2014/main" id="{0B4E5E48-E41D-C5B7-77D5-51799CA5B26A}"/>
                    </a:ext>
                  </a:extLst>
                </p14:cNvPr>
                <p14:cNvContentPartPr/>
                <p14:nvPr/>
              </p14:nvContentPartPr>
              <p14:xfrm>
                <a:off x="6829305" y="601215"/>
                <a:ext cx="442800" cy="309600"/>
              </p14:xfrm>
            </p:contentPart>
          </mc:Choice>
          <mc:Fallback xmlns="">
            <p:pic>
              <p:nvPicPr>
                <p:cNvPr id="153" name="Ink 152">
                  <a:extLst>
                    <a:ext uri="{FF2B5EF4-FFF2-40B4-BE49-F238E27FC236}">
                      <a16:creationId xmlns:a16="http://schemas.microsoft.com/office/drawing/2014/main" id="{0B4E5E48-E41D-C5B7-77D5-51799CA5B26A}"/>
                    </a:ext>
                  </a:extLst>
                </p:cNvPr>
                <p:cNvPicPr/>
                <p:nvPr/>
              </p:nvPicPr>
              <p:blipFill>
                <a:blip r:embed="rId218"/>
                <a:stretch>
                  <a:fillRect/>
                </a:stretch>
              </p:blipFill>
              <p:spPr>
                <a:xfrm>
                  <a:off x="6823185" y="595095"/>
                  <a:ext cx="4550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54" name="Ink 153">
                  <a:extLst>
                    <a:ext uri="{FF2B5EF4-FFF2-40B4-BE49-F238E27FC236}">
                      <a16:creationId xmlns:a16="http://schemas.microsoft.com/office/drawing/2014/main" id="{27FB8A48-B9CF-A736-0CD2-C4828B4B7B19}"/>
                    </a:ext>
                  </a:extLst>
                </p14:cNvPr>
                <p14:cNvContentPartPr/>
                <p14:nvPr/>
              </p14:nvContentPartPr>
              <p14:xfrm>
                <a:off x="6921825" y="404295"/>
                <a:ext cx="222840" cy="594000"/>
              </p14:xfrm>
            </p:contentPart>
          </mc:Choice>
          <mc:Fallback xmlns="">
            <p:pic>
              <p:nvPicPr>
                <p:cNvPr id="154" name="Ink 153">
                  <a:extLst>
                    <a:ext uri="{FF2B5EF4-FFF2-40B4-BE49-F238E27FC236}">
                      <a16:creationId xmlns:a16="http://schemas.microsoft.com/office/drawing/2014/main" id="{27FB8A48-B9CF-A736-0CD2-C4828B4B7B19}"/>
                    </a:ext>
                  </a:extLst>
                </p:cNvPr>
                <p:cNvPicPr/>
                <p:nvPr/>
              </p:nvPicPr>
              <p:blipFill>
                <a:blip r:embed="rId220"/>
                <a:stretch>
                  <a:fillRect/>
                </a:stretch>
              </p:blipFill>
              <p:spPr>
                <a:xfrm>
                  <a:off x="6915705" y="398175"/>
                  <a:ext cx="235080" cy="6062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55" name="Ink 154">
                  <a:extLst>
                    <a:ext uri="{FF2B5EF4-FFF2-40B4-BE49-F238E27FC236}">
                      <a16:creationId xmlns:a16="http://schemas.microsoft.com/office/drawing/2014/main" id="{AB050B0B-B752-979C-24F3-4575BBC1F0F8}"/>
                    </a:ext>
                  </a:extLst>
                </p14:cNvPr>
                <p14:cNvContentPartPr/>
                <p14:nvPr/>
              </p14:nvContentPartPr>
              <p14:xfrm>
                <a:off x="6682785" y="619575"/>
                <a:ext cx="469080" cy="51840"/>
              </p14:xfrm>
            </p:contentPart>
          </mc:Choice>
          <mc:Fallback xmlns="">
            <p:pic>
              <p:nvPicPr>
                <p:cNvPr id="155" name="Ink 154">
                  <a:extLst>
                    <a:ext uri="{FF2B5EF4-FFF2-40B4-BE49-F238E27FC236}">
                      <a16:creationId xmlns:a16="http://schemas.microsoft.com/office/drawing/2014/main" id="{AB050B0B-B752-979C-24F3-4575BBC1F0F8}"/>
                    </a:ext>
                  </a:extLst>
                </p:cNvPr>
                <p:cNvPicPr/>
                <p:nvPr/>
              </p:nvPicPr>
              <p:blipFill>
                <a:blip r:embed="rId222"/>
                <a:stretch>
                  <a:fillRect/>
                </a:stretch>
              </p:blipFill>
              <p:spPr>
                <a:xfrm>
                  <a:off x="6676665" y="613455"/>
                  <a:ext cx="4813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57" name="Ink 156">
                  <a:extLst>
                    <a:ext uri="{FF2B5EF4-FFF2-40B4-BE49-F238E27FC236}">
                      <a16:creationId xmlns:a16="http://schemas.microsoft.com/office/drawing/2014/main" id="{5EF92B89-3418-286E-6AAD-770CBAD93B7F}"/>
                    </a:ext>
                  </a:extLst>
                </p14:cNvPr>
                <p14:cNvContentPartPr/>
                <p14:nvPr/>
              </p14:nvContentPartPr>
              <p14:xfrm>
                <a:off x="6979065" y="1016655"/>
                <a:ext cx="15120" cy="32400"/>
              </p14:xfrm>
            </p:contentPart>
          </mc:Choice>
          <mc:Fallback xmlns="">
            <p:pic>
              <p:nvPicPr>
                <p:cNvPr id="157" name="Ink 156">
                  <a:extLst>
                    <a:ext uri="{FF2B5EF4-FFF2-40B4-BE49-F238E27FC236}">
                      <a16:creationId xmlns:a16="http://schemas.microsoft.com/office/drawing/2014/main" id="{5EF92B89-3418-286E-6AAD-770CBAD93B7F}"/>
                    </a:ext>
                  </a:extLst>
                </p:cNvPr>
                <p:cNvPicPr/>
                <p:nvPr/>
              </p:nvPicPr>
              <p:blipFill>
                <a:blip r:embed="rId224"/>
                <a:stretch>
                  <a:fillRect/>
                </a:stretch>
              </p:blipFill>
              <p:spPr>
                <a:xfrm>
                  <a:off x="6972945" y="1010535"/>
                  <a:ext cx="273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61" name="Ink 160">
                  <a:extLst>
                    <a:ext uri="{FF2B5EF4-FFF2-40B4-BE49-F238E27FC236}">
                      <a16:creationId xmlns:a16="http://schemas.microsoft.com/office/drawing/2014/main" id="{81CDB107-3BC7-87E7-84F0-97872BF53C5A}"/>
                    </a:ext>
                  </a:extLst>
                </p14:cNvPr>
                <p14:cNvContentPartPr/>
                <p14:nvPr/>
              </p14:nvContentPartPr>
              <p14:xfrm>
                <a:off x="6270225" y="827295"/>
                <a:ext cx="1440" cy="13680"/>
              </p14:xfrm>
            </p:contentPart>
          </mc:Choice>
          <mc:Fallback xmlns="">
            <p:pic>
              <p:nvPicPr>
                <p:cNvPr id="161" name="Ink 160">
                  <a:extLst>
                    <a:ext uri="{FF2B5EF4-FFF2-40B4-BE49-F238E27FC236}">
                      <a16:creationId xmlns:a16="http://schemas.microsoft.com/office/drawing/2014/main" id="{81CDB107-3BC7-87E7-84F0-97872BF53C5A}"/>
                    </a:ext>
                  </a:extLst>
                </p:cNvPr>
                <p:cNvPicPr/>
                <p:nvPr/>
              </p:nvPicPr>
              <p:blipFill>
                <a:blip r:embed="rId144"/>
                <a:stretch>
                  <a:fillRect/>
                </a:stretch>
              </p:blipFill>
              <p:spPr>
                <a:xfrm>
                  <a:off x="6264105" y="821175"/>
                  <a:ext cx="136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2" name="Ink 161">
                  <a:extLst>
                    <a:ext uri="{FF2B5EF4-FFF2-40B4-BE49-F238E27FC236}">
                      <a16:creationId xmlns:a16="http://schemas.microsoft.com/office/drawing/2014/main" id="{8074863E-C70B-2591-1785-FFFEC144FC0F}"/>
                    </a:ext>
                  </a:extLst>
                </p14:cNvPr>
                <p14:cNvContentPartPr/>
                <p14:nvPr/>
              </p14:nvContentPartPr>
              <p14:xfrm>
                <a:off x="6981225" y="855015"/>
                <a:ext cx="19800" cy="2520"/>
              </p14:xfrm>
            </p:contentPart>
          </mc:Choice>
          <mc:Fallback xmlns="">
            <p:pic>
              <p:nvPicPr>
                <p:cNvPr id="162" name="Ink 161">
                  <a:extLst>
                    <a:ext uri="{FF2B5EF4-FFF2-40B4-BE49-F238E27FC236}">
                      <a16:creationId xmlns:a16="http://schemas.microsoft.com/office/drawing/2014/main" id="{8074863E-C70B-2591-1785-FFFEC144FC0F}"/>
                    </a:ext>
                  </a:extLst>
                </p:cNvPr>
                <p:cNvPicPr/>
                <p:nvPr/>
              </p:nvPicPr>
              <p:blipFill>
                <a:blip r:embed="rId227"/>
                <a:stretch>
                  <a:fillRect/>
                </a:stretch>
              </p:blipFill>
              <p:spPr>
                <a:xfrm>
                  <a:off x="6975105" y="848895"/>
                  <a:ext cx="3204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4" name="Ink 163">
                  <a:extLst>
                    <a:ext uri="{FF2B5EF4-FFF2-40B4-BE49-F238E27FC236}">
                      <a16:creationId xmlns:a16="http://schemas.microsoft.com/office/drawing/2014/main" id="{F62EA625-F317-0723-952E-3825585CA955}"/>
                    </a:ext>
                  </a:extLst>
                </p14:cNvPr>
                <p14:cNvContentPartPr/>
                <p14:nvPr/>
              </p14:nvContentPartPr>
              <p14:xfrm>
                <a:off x="7073745" y="802455"/>
                <a:ext cx="17640" cy="12600"/>
              </p14:xfrm>
            </p:contentPart>
          </mc:Choice>
          <mc:Fallback xmlns="">
            <p:pic>
              <p:nvPicPr>
                <p:cNvPr id="164" name="Ink 163">
                  <a:extLst>
                    <a:ext uri="{FF2B5EF4-FFF2-40B4-BE49-F238E27FC236}">
                      <a16:creationId xmlns:a16="http://schemas.microsoft.com/office/drawing/2014/main" id="{F62EA625-F317-0723-952E-3825585CA955}"/>
                    </a:ext>
                  </a:extLst>
                </p:cNvPr>
                <p:cNvPicPr/>
                <p:nvPr/>
              </p:nvPicPr>
              <p:blipFill>
                <a:blip r:embed="rId229"/>
                <a:stretch>
                  <a:fillRect/>
                </a:stretch>
              </p:blipFill>
              <p:spPr>
                <a:xfrm>
                  <a:off x="7067625" y="796335"/>
                  <a:ext cx="2988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0">
            <p14:nvContentPartPr>
              <p14:cNvPr id="172" name="Ink 171">
                <a:extLst>
                  <a:ext uri="{FF2B5EF4-FFF2-40B4-BE49-F238E27FC236}">
                    <a16:creationId xmlns:a16="http://schemas.microsoft.com/office/drawing/2014/main" id="{DDD23AD7-3898-D85B-B2D7-5F0A08E9E02C}"/>
                  </a:ext>
                </a:extLst>
              </p14:cNvPr>
              <p14:cNvContentPartPr/>
              <p14:nvPr/>
            </p14:nvContentPartPr>
            <p14:xfrm>
              <a:off x="2170185" y="263535"/>
              <a:ext cx="5628600" cy="3161160"/>
            </p14:xfrm>
          </p:contentPart>
        </mc:Choice>
        <mc:Fallback xmlns="">
          <p:pic>
            <p:nvPicPr>
              <p:cNvPr id="172" name="Ink 171">
                <a:extLst>
                  <a:ext uri="{FF2B5EF4-FFF2-40B4-BE49-F238E27FC236}">
                    <a16:creationId xmlns:a16="http://schemas.microsoft.com/office/drawing/2014/main" id="{DDD23AD7-3898-D85B-B2D7-5F0A08E9E02C}"/>
                  </a:ext>
                </a:extLst>
              </p:cNvPr>
              <p:cNvPicPr/>
              <p:nvPr/>
            </p:nvPicPr>
            <p:blipFill>
              <a:blip r:embed="rId231"/>
              <a:stretch>
                <a:fillRect/>
              </a:stretch>
            </p:blipFill>
            <p:spPr>
              <a:xfrm>
                <a:off x="2161545" y="254535"/>
                <a:ext cx="5646240" cy="31788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3" name="Ink 172">
                <a:extLst>
                  <a:ext uri="{FF2B5EF4-FFF2-40B4-BE49-F238E27FC236}">
                    <a16:creationId xmlns:a16="http://schemas.microsoft.com/office/drawing/2014/main" id="{22D58D29-37D5-A3E2-31AD-161790EEA4AC}"/>
                  </a:ext>
                </a:extLst>
              </p14:cNvPr>
              <p14:cNvContentPartPr/>
              <p14:nvPr/>
            </p14:nvContentPartPr>
            <p14:xfrm>
              <a:off x="5365905" y="586455"/>
              <a:ext cx="1773360" cy="201960"/>
            </p14:xfrm>
          </p:contentPart>
        </mc:Choice>
        <mc:Fallback xmlns="">
          <p:pic>
            <p:nvPicPr>
              <p:cNvPr id="173" name="Ink 172">
                <a:extLst>
                  <a:ext uri="{FF2B5EF4-FFF2-40B4-BE49-F238E27FC236}">
                    <a16:creationId xmlns:a16="http://schemas.microsoft.com/office/drawing/2014/main" id="{22D58D29-37D5-A3E2-31AD-161790EEA4AC}"/>
                  </a:ext>
                </a:extLst>
              </p:cNvPr>
              <p:cNvPicPr/>
              <p:nvPr/>
            </p:nvPicPr>
            <p:blipFill>
              <a:blip r:embed="rId233"/>
              <a:stretch>
                <a:fillRect/>
              </a:stretch>
            </p:blipFill>
            <p:spPr>
              <a:xfrm>
                <a:off x="5357265" y="577815"/>
                <a:ext cx="17910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81" name="Ink 180">
                <a:extLst>
                  <a:ext uri="{FF2B5EF4-FFF2-40B4-BE49-F238E27FC236}">
                    <a16:creationId xmlns:a16="http://schemas.microsoft.com/office/drawing/2014/main" id="{6A6831AA-D94A-D8C6-8726-51EF70D3A13C}"/>
                  </a:ext>
                </a:extLst>
              </p14:cNvPr>
              <p14:cNvContentPartPr/>
              <p14:nvPr/>
            </p14:nvContentPartPr>
            <p14:xfrm>
              <a:off x="5460945" y="766455"/>
              <a:ext cx="123840" cy="10800"/>
            </p14:xfrm>
          </p:contentPart>
        </mc:Choice>
        <mc:Fallback xmlns="">
          <p:pic>
            <p:nvPicPr>
              <p:cNvPr id="181" name="Ink 180">
                <a:extLst>
                  <a:ext uri="{FF2B5EF4-FFF2-40B4-BE49-F238E27FC236}">
                    <a16:creationId xmlns:a16="http://schemas.microsoft.com/office/drawing/2014/main" id="{6A6831AA-D94A-D8C6-8726-51EF70D3A13C}"/>
                  </a:ext>
                </a:extLst>
              </p:cNvPr>
              <p:cNvPicPr/>
              <p:nvPr/>
            </p:nvPicPr>
            <p:blipFill>
              <a:blip r:embed="rId235"/>
              <a:stretch>
                <a:fillRect/>
              </a:stretch>
            </p:blipFill>
            <p:spPr>
              <a:xfrm>
                <a:off x="5452305" y="757815"/>
                <a:ext cx="141480" cy="28440"/>
              </a:xfrm>
              <a:prstGeom prst="rect">
                <a:avLst/>
              </a:prstGeom>
            </p:spPr>
          </p:pic>
        </mc:Fallback>
      </mc:AlternateContent>
      <p:grpSp>
        <p:nvGrpSpPr>
          <p:cNvPr id="192" name="Group 191">
            <a:extLst>
              <a:ext uri="{FF2B5EF4-FFF2-40B4-BE49-F238E27FC236}">
                <a16:creationId xmlns:a16="http://schemas.microsoft.com/office/drawing/2014/main" id="{C634DE90-9D68-7E2D-F528-F1DDA25380A7}"/>
              </a:ext>
            </a:extLst>
          </p:cNvPr>
          <p:cNvGrpSpPr/>
          <p:nvPr/>
        </p:nvGrpSpPr>
        <p:grpSpPr>
          <a:xfrm>
            <a:off x="4360425" y="1119255"/>
            <a:ext cx="1496520" cy="639360"/>
            <a:chOff x="4360425" y="1119255"/>
            <a:chExt cx="1496520" cy="639360"/>
          </a:xfrm>
        </p:grpSpPr>
        <mc:AlternateContent xmlns:mc="http://schemas.openxmlformats.org/markup-compatibility/2006" xmlns:p14="http://schemas.microsoft.com/office/powerpoint/2010/main">
          <mc:Choice Requires="p14">
            <p:contentPart p14:bwMode="auto" r:id="rId236">
              <p14:nvContentPartPr>
                <p14:cNvPr id="186" name="Ink 185">
                  <a:extLst>
                    <a:ext uri="{FF2B5EF4-FFF2-40B4-BE49-F238E27FC236}">
                      <a16:creationId xmlns:a16="http://schemas.microsoft.com/office/drawing/2014/main" id="{7FF7CF83-EFD3-AB94-9679-D74C1F3C3D91}"/>
                    </a:ext>
                  </a:extLst>
                </p14:cNvPr>
                <p14:cNvContentPartPr/>
                <p14:nvPr/>
              </p14:nvContentPartPr>
              <p14:xfrm>
                <a:off x="4672545" y="1119255"/>
                <a:ext cx="160560" cy="343800"/>
              </p14:xfrm>
            </p:contentPart>
          </mc:Choice>
          <mc:Fallback xmlns="">
            <p:pic>
              <p:nvPicPr>
                <p:cNvPr id="186" name="Ink 185">
                  <a:extLst>
                    <a:ext uri="{FF2B5EF4-FFF2-40B4-BE49-F238E27FC236}">
                      <a16:creationId xmlns:a16="http://schemas.microsoft.com/office/drawing/2014/main" id="{7FF7CF83-EFD3-AB94-9679-D74C1F3C3D91}"/>
                    </a:ext>
                  </a:extLst>
                </p:cNvPr>
                <p:cNvPicPr/>
                <p:nvPr/>
              </p:nvPicPr>
              <p:blipFill>
                <a:blip r:embed="rId237"/>
                <a:stretch>
                  <a:fillRect/>
                </a:stretch>
              </p:blipFill>
              <p:spPr>
                <a:xfrm>
                  <a:off x="4663545" y="1110615"/>
                  <a:ext cx="17820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7" name="Ink 186">
                  <a:extLst>
                    <a:ext uri="{FF2B5EF4-FFF2-40B4-BE49-F238E27FC236}">
                      <a16:creationId xmlns:a16="http://schemas.microsoft.com/office/drawing/2014/main" id="{E72D013D-47A6-70F7-13D0-8108F643924E}"/>
                    </a:ext>
                  </a:extLst>
                </p14:cNvPr>
                <p14:cNvContentPartPr/>
                <p14:nvPr/>
              </p14:nvContentPartPr>
              <p14:xfrm>
                <a:off x="5300025" y="1335975"/>
                <a:ext cx="556920" cy="209880"/>
              </p14:xfrm>
            </p:contentPart>
          </mc:Choice>
          <mc:Fallback xmlns="">
            <p:pic>
              <p:nvPicPr>
                <p:cNvPr id="187" name="Ink 186">
                  <a:extLst>
                    <a:ext uri="{FF2B5EF4-FFF2-40B4-BE49-F238E27FC236}">
                      <a16:creationId xmlns:a16="http://schemas.microsoft.com/office/drawing/2014/main" id="{E72D013D-47A6-70F7-13D0-8108F643924E}"/>
                    </a:ext>
                  </a:extLst>
                </p:cNvPr>
                <p:cNvPicPr/>
                <p:nvPr/>
              </p:nvPicPr>
              <p:blipFill>
                <a:blip r:embed="rId239"/>
                <a:stretch>
                  <a:fillRect/>
                </a:stretch>
              </p:blipFill>
              <p:spPr>
                <a:xfrm>
                  <a:off x="5291025" y="1326975"/>
                  <a:ext cx="5745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8" name="Ink 187">
                  <a:extLst>
                    <a:ext uri="{FF2B5EF4-FFF2-40B4-BE49-F238E27FC236}">
                      <a16:creationId xmlns:a16="http://schemas.microsoft.com/office/drawing/2014/main" id="{299F0426-57CD-BD8A-5517-718C140DAEFA}"/>
                    </a:ext>
                  </a:extLst>
                </p14:cNvPr>
                <p14:cNvContentPartPr/>
                <p14:nvPr/>
              </p14:nvContentPartPr>
              <p14:xfrm>
                <a:off x="5560665" y="1298535"/>
                <a:ext cx="151200" cy="370800"/>
              </p14:xfrm>
            </p:contentPart>
          </mc:Choice>
          <mc:Fallback xmlns="">
            <p:pic>
              <p:nvPicPr>
                <p:cNvPr id="188" name="Ink 187">
                  <a:extLst>
                    <a:ext uri="{FF2B5EF4-FFF2-40B4-BE49-F238E27FC236}">
                      <a16:creationId xmlns:a16="http://schemas.microsoft.com/office/drawing/2014/main" id="{299F0426-57CD-BD8A-5517-718C140DAEFA}"/>
                    </a:ext>
                  </a:extLst>
                </p:cNvPr>
                <p:cNvPicPr/>
                <p:nvPr/>
              </p:nvPicPr>
              <p:blipFill>
                <a:blip r:embed="rId241"/>
                <a:stretch>
                  <a:fillRect/>
                </a:stretch>
              </p:blipFill>
              <p:spPr>
                <a:xfrm>
                  <a:off x="5551665" y="1289535"/>
                  <a:ext cx="16884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89" name="Ink 188">
                  <a:extLst>
                    <a:ext uri="{FF2B5EF4-FFF2-40B4-BE49-F238E27FC236}">
                      <a16:creationId xmlns:a16="http://schemas.microsoft.com/office/drawing/2014/main" id="{C3E534A7-5CFD-D003-2BC4-1228A75F1DD3}"/>
                    </a:ext>
                  </a:extLst>
                </p14:cNvPr>
                <p14:cNvContentPartPr/>
                <p14:nvPr/>
              </p14:nvContentPartPr>
              <p14:xfrm>
                <a:off x="4360425" y="1256055"/>
                <a:ext cx="786600" cy="285480"/>
              </p14:xfrm>
            </p:contentPart>
          </mc:Choice>
          <mc:Fallback xmlns="">
            <p:pic>
              <p:nvPicPr>
                <p:cNvPr id="189" name="Ink 188">
                  <a:extLst>
                    <a:ext uri="{FF2B5EF4-FFF2-40B4-BE49-F238E27FC236}">
                      <a16:creationId xmlns:a16="http://schemas.microsoft.com/office/drawing/2014/main" id="{C3E534A7-5CFD-D003-2BC4-1228A75F1DD3}"/>
                    </a:ext>
                  </a:extLst>
                </p:cNvPr>
                <p:cNvPicPr/>
                <p:nvPr/>
              </p:nvPicPr>
              <p:blipFill>
                <a:blip r:embed="rId243"/>
                <a:stretch>
                  <a:fillRect/>
                </a:stretch>
              </p:blipFill>
              <p:spPr>
                <a:xfrm>
                  <a:off x="4351425" y="1247415"/>
                  <a:ext cx="8042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90" name="Ink 189">
                  <a:extLst>
                    <a:ext uri="{FF2B5EF4-FFF2-40B4-BE49-F238E27FC236}">
                      <a16:creationId xmlns:a16="http://schemas.microsoft.com/office/drawing/2014/main" id="{8201538C-7C54-B00A-145E-E4777C04C781}"/>
                    </a:ext>
                  </a:extLst>
                </p14:cNvPr>
                <p14:cNvContentPartPr/>
                <p14:nvPr/>
              </p14:nvContentPartPr>
              <p14:xfrm>
                <a:off x="4715745" y="1185135"/>
                <a:ext cx="195840" cy="573480"/>
              </p14:xfrm>
            </p:contentPart>
          </mc:Choice>
          <mc:Fallback xmlns="">
            <p:pic>
              <p:nvPicPr>
                <p:cNvPr id="190" name="Ink 189">
                  <a:extLst>
                    <a:ext uri="{FF2B5EF4-FFF2-40B4-BE49-F238E27FC236}">
                      <a16:creationId xmlns:a16="http://schemas.microsoft.com/office/drawing/2014/main" id="{8201538C-7C54-B00A-145E-E4777C04C781}"/>
                    </a:ext>
                  </a:extLst>
                </p:cNvPr>
                <p:cNvPicPr/>
                <p:nvPr/>
              </p:nvPicPr>
              <p:blipFill>
                <a:blip r:embed="rId245"/>
                <a:stretch>
                  <a:fillRect/>
                </a:stretch>
              </p:blipFill>
              <p:spPr>
                <a:xfrm>
                  <a:off x="4707105" y="1176495"/>
                  <a:ext cx="213480" cy="5911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91" name="Ink 190">
                  <a:extLst>
                    <a:ext uri="{FF2B5EF4-FFF2-40B4-BE49-F238E27FC236}">
                      <a16:creationId xmlns:a16="http://schemas.microsoft.com/office/drawing/2014/main" id="{6F3206A2-4FE3-B878-20D9-3ED76234DCBA}"/>
                    </a:ext>
                  </a:extLst>
                </p14:cNvPr>
                <p14:cNvContentPartPr/>
                <p14:nvPr/>
              </p14:nvContentPartPr>
              <p14:xfrm>
                <a:off x="4570665" y="1340655"/>
                <a:ext cx="59760" cy="60120"/>
              </p14:xfrm>
            </p:contentPart>
          </mc:Choice>
          <mc:Fallback xmlns="">
            <p:pic>
              <p:nvPicPr>
                <p:cNvPr id="191" name="Ink 190">
                  <a:extLst>
                    <a:ext uri="{FF2B5EF4-FFF2-40B4-BE49-F238E27FC236}">
                      <a16:creationId xmlns:a16="http://schemas.microsoft.com/office/drawing/2014/main" id="{6F3206A2-4FE3-B878-20D9-3ED76234DCBA}"/>
                    </a:ext>
                  </a:extLst>
                </p:cNvPr>
                <p:cNvPicPr/>
                <p:nvPr/>
              </p:nvPicPr>
              <p:blipFill>
                <a:blip r:embed="rId247"/>
                <a:stretch>
                  <a:fillRect/>
                </a:stretch>
              </p:blipFill>
              <p:spPr>
                <a:xfrm>
                  <a:off x="4562025" y="1331655"/>
                  <a:ext cx="77400" cy="77760"/>
                </a:xfrm>
                <a:prstGeom prst="rect">
                  <a:avLst/>
                </a:prstGeom>
              </p:spPr>
            </p:pic>
          </mc:Fallback>
        </mc:AlternateContent>
      </p:grpSp>
      <p:grpSp>
        <p:nvGrpSpPr>
          <p:cNvPr id="194" name="Group 193">
            <a:extLst>
              <a:ext uri="{FF2B5EF4-FFF2-40B4-BE49-F238E27FC236}">
                <a16:creationId xmlns:a16="http://schemas.microsoft.com/office/drawing/2014/main" id="{CB885A55-1789-95DE-DB38-4220FD573676}"/>
              </a:ext>
            </a:extLst>
          </p:cNvPr>
          <p:cNvGrpSpPr/>
          <p:nvPr/>
        </p:nvGrpSpPr>
        <p:grpSpPr>
          <a:xfrm>
            <a:off x="5402625" y="431295"/>
            <a:ext cx="1838520" cy="603000"/>
            <a:chOff x="5402625" y="431295"/>
            <a:chExt cx="1838520" cy="603000"/>
          </a:xfrm>
        </p:grpSpPr>
        <mc:AlternateContent xmlns:mc="http://schemas.openxmlformats.org/markup-compatibility/2006" xmlns:p14="http://schemas.microsoft.com/office/powerpoint/2010/main">
          <mc:Choice Requires="p14">
            <p:contentPart p14:bwMode="auto" r:id="rId248">
              <p14:nvContentPartPr>
                <p14:cNvPr id="166" name="Ink 165">
                  <a:extLst>
                    <a:ext uri="{FF2B5EF4-FFF2-40B4-BE49-F238E27FC236}">
                      <a16:creationId xmlns:a16="http://schemas.microsoft.com/office/drawing/2014/main" id="{C3A22907-3FC6-E193-C8DD-489EA9C678CF}"/>
                    </a:ext>
                  </a:extLst>
                </p14:cNvPr>
                <p14:cNvContentPartPr/>
                <p14:nvPr/>
              </p14:nvContentPartPr>
              <p14:xfrm>
                <a:off x="6957105" y="553695"/>
                <a:ext cx="227880" cy="480600"/>
              </p14:xfrm>
            </p:contentPart>
          </mc:Choice>
          <mc:Fallback xmlns="">
            <p:pic>
              <p:nvPicPr>
                <p:cNvPr id="166" name="Ink 165">
                  <a:extLst>
                    <a:ext uri="{FF2B5EF4-FFF2-40B4-BE49-F238E27FC236}">
                      <a16:creationId xmlns:a16="http://schemas.microsoft.com/office/drawing/2014/main" id="{C3A22907-3FC6-E193-C8DD-489EA9C678CF}"/>
                    </a:ext>
                  </a:extLst>
                </p:cNvPr>
                <p:cNvPicPr/>
                <p:nvPr/>
              </p:nvPicPr>
              <p:blipFill>
                <a:blip r:embed="rId249"/>
                <a:stretch>
                  <a:fillRect/>
                </a:stretch>
              </p:blipFill>
              <p:spPr>
                <a:xfrm>
                  <a:off x="6948465" y="544695"/>
                  <a:ext cx="2455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7" name="Ink 166">
                  <a:extLst>
                    <a:ext uri="{FF2B5EF4-FFF2-40B4-BE49-F238E27FC236}">
                      <a16:creationId xmlns:a16="http://schemas.microsoft.com/office/drawing/2014/main" id="{2904EE4B-2DC0-53DF-0BDF-7E61F753B369}"/>
                    </a:ext>
                  </a:extLst>
                </p14:cNvPr>
                <p14:cNvContentPartPr/>
                <p14:nvPr/>
              </p14:nvContentPartPr>
              <p14:xfrm>
                <a:off x="6953865" y="431295"/>
                <a:ext cx="287280" cy="568080"/>
              </p14:xfrm>
            </p:contentPart>
          </mc:Choice>
          <mc:Fallback xmlns="">
            <p:pic>
              <p:nvPicPr>
                <p:cNvPr id="167" name="Ink 166">
                  <a:extLst>
                    <a:ext uri="{FF2B5EF4-FFF2-40B4-BE49-F238E27FC236}">
                      <a16:creationId xmlns:a16="http://schemas.microsoft.com/office/drawing/2014/main" id="{2904EE4B-2DC0-53DF-0BDF-7E61F753B369}"/>
                    </a:ext>
                  </a:extLst>
                </p:cNvPr>
                <p:cNvPicPr/>
                <p:nvPr/>
              </p:nvPicPr>
              <p:blipFill>
                <a:blip r:embed="rId251"/>
                <a:stretch>
                  <a:fillRect/>
                </a:stretch>
              </p:blipFill>
              <p:spPr>
                <a:xfrm>
                  <a:off x="6944865" y="422295"/>
                  <a:ext cx="304920" cy="5857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8" name="Ink 167">
                  <a:extLst>
                    <a:ext uri="{FF2B5EF4-FFF2-40B4-BE49-F238E27FC236}">
                      <a16:creationId xmlns:a16="http://schemas.microsoft.com/office/drawing/2014/main" id="{660C3D74-8EBD-6495-56D6-078955DDD576}"/>
                    </a:ext>
                  </a:extLst>
                </p14:cNvPr>
                <p14:cNvContentPartPr/>
                <p14:nvPr/>
              </p14:nvContentPartPr>
              <p14:xfrm>
                <a:off x="7018305" y="450735"/>
                <a:ext cx="63720" cy="483840"/>
              </p14:xfrm>
            </p:contentPart>
          </mc:Choice>
          <mc:Fallback xmlns="">
            <p:pic>
              <p:nvPicPr>
                <p:cNvPr id="168" name="Ink 167">
                  <a:extLst>
                    <a:ext uri="{FF2B5EF4-FFF2-40B4-BE49-F238E27FC236}">
                      <a16:creationId xmlns:a16="http://schemas.microsoft.com/office/drawing/2014/main" id="{660C3D74-8EBD-6495-56D6-078955DDD576}"/>
                    </a:ext>
                  </a:extLst>
                </p:cNvPr>
                <p:cNvPicPr/>
                <p:nvPr/>
              </p:nvPicPr>
              <p:blipFill>
                <a:blip r:embed="rId253"/>
                <a:stretch>
                  <a:fillRect/>
                </a:stretch>
              </p:blipFill>
              <p:spPr>
                <a:xfrm>
                  <a:off x="7009665" y="441735"/>
                  <a:ext cx="8136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9" name="Ink 168">
                  <a:extLst>
                    <a:ext uri="{FF2B5EF4-FFF2-40B4-BE49-F238E27FC236}">
                      <a16:creationId xmlns:a16="http://schemas.microsoft.com/office/drawing/2014/main" id="{5C4CDC10-3698-0495-4DD7-5E22D060623B}"/>
                    </a:ext>
                  </a:extLst>
                </p14:cNvPr>
                <p14:cNvContentPartPr/>
                <p14:nvPr/>
              </p14:nvContentPartPr>
              <p14:xfrm>
                <a:off x="6901305" y="691575"/>
                <a:ext cx="338760" cy="80640"/>
              </p14:xfrm>
            </p:contentPart>
          </mc:Choice>
          <mc:Fallback xmlns="">
            <p:pic>
              <p:nvPicPr>
                <p:cNvPr id="169" name="Ink 168">
                  <a:extLst>
                    <a:ext uri="{FF2B5EF4-FFF2-40B4-BE49-F238E27FC236}">
                      <a16:creationId xmlns:a16="http://schemas.microsoft.com/office/drawing/2014/main" id="{5C4CDC10-3698-0495-4DD7-5E22D060623B}"/>
                    </a:ext>
                  </a:extLst>
                </p:cNvPr>
                <p:cNvPicPr/>
                <p:nvPr/>
              </p:nvPicPr>
              <p:blipFill>
                <a:blip r:embed="rId255"/>
                <a:stretch>
                  <a:fillRect/>
                </a:stretch>
              </p:blipFill>
              <p:spPr>
                <a:xfrm>
                  <a:off x="6892305" y="682575"/>
                  <a:ext cx="356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8" name="Ink 177">
                  <a:extLst>
                    <a:ext uri="{FF2B5EF4-FFF2-40B4-BE49-F238E27FC236}">
                      <a16:creationId xmlns:a16="http://schemas.microsoft.com/office/drawing/2014/main" id="{B4482183-0E10-6995-E4ED-CCC270200A60}"/>
                    </a:ext>
                  </a:extLst>
                </p14:cNvPr>
                <p14:cNvContentPartPr/>
                <p14:nvPr/>
              </p14:nvContentPartPr>
              <p14:xfrm>
                <a:off x="5402625" y="617775"/>
                <a:ext cx="1265040" cy="169920"/>
              </p14:xfrm>
            </p:contentPart>
          </mc:Choice>
          <mc:Fallback xmlns="">
            <p:pic>
              <p:nvPicPr>
                <p:cNvPr id="178" name="Ink 177">
                  <a:extLst>
                    <a:ext uri="{FF2B5EF4-FFF2-40B4-BE49-F238E27FC236}">
                      <a16:creationId xmlns:a16="http://schemas.microsoft.com/office/drawing/2014/main" id="{B4482183-0E10-6995-E4ED-CCC270200A60}"/>
                    </a:ext>
                  </a:extLst>
                </p:cNvPr>
                <p:cNvPicPr/>
                <p:nvPr/>
              </p:nvPicPr>
              <p:blipFill>
                <a:blip r:embed="rId257"/>
                <a:stretch>
                  <a:fillRect/>
                </a:stretch>
              </p:blipFill>
              <p:spPr>
                <a:xfrm>
                  <a:off x="5393985" y="608775"/>
                  <a:ext cx="12826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9" name="Ink 178">
                  <a:extLst>
                    <a:ext uri="{FF2B5EF4-FFF2-40B4-BE49-F238E27FC236}">
                      <a16:creationId xmlns:a16="http://schemas.microsoft.com/office/drawing/2014/main" id="{10C08302-53BF-A141-A592-536A6A83030B}"/>
                    </a:ext>
                  </a:extLst>
                </p14:cNvPr>
                <p14:cNvContentPartPr/>
                <p14:nvPr/>
              </p14:nvContentPartPr>
              <p14:xfrm>
                <a:off x="5467785" y="640815"/>
                <a:ext cx="1319400" cy="129960"/>
              </p14:xfrm>
            </p:contentPart>
          </mc:Choice>
          <mc:Fallback xmlns="">
            <p:pic>
              <p:nvPicPr>
                <p:cNvPr id="179" name="Ink 178">
                  <a:extLst>
                    <a:ext uri="{FF2B5EF4-FFF2-40B4-BE49-F238E27FC236}">
                      <a16:creationId xmlns:a16="http://schemas.microsoft.com/office/drawing/2014/main" id="{10C08302-53BF-A141-A592-536A6A83030B}"/>
                    </a:ext>
                  </a:extLst>
                </p:cNvPr>
                <p:cNvPicPr/>
                <p:nvPr/>
              </p:nvPicPr>
              <p:blipFill>
                <a:blip r:embed="rId259"/>
                <a:stretch>
                  <a:fillRect/>
                </a:stretch>
              </p:blipFill>
              <p:spPr>
                <a:xfrm>
                  <a:off x="5459145" y="632175"/>
                  <a:ext cx="13370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3" name="Ink 192">
                  <a:extLst>
                    <a:ext uri="{FF2B5EF4-FFF2-40B4-BE49-F238E27FC236}">
                      <a16:creationId xmlns:a16="http://schemas.microsoft.com/office/drawing/2014/main" id="{04EC7D1C-A3CD-3E46-8FF9-E374F207DE7C}"/>
                    </a:ext>
                  </a:extLst>
                </p14:cNvPr>
                <p14:cNvContentPartPr/>
                <p14:nvPr/>
              </p14:nvContentPartPr>
              <p14:xfrm>
                <a:off x="6979065" y="658455"/>
                <a:ext cx="19440" cy="27720"/>
              </p14:xfrm>
            </p:contentPart>
          </mc:Choice>
          <mc:Fallback xmlns="">
            <p:pic>
              <p:nvPicPr>
                <p:cNvPr id="193" name="Ink 192">
                  <a:extLst>
                    <a:ext uri="{FF2B5EF4-FFF2-40B4-BE49-F238E27FC236}">
                      <a16:creationId xmlns:a16="http://schemas.microsoft.com/office/drawing/2014/main" id="{04EC7D1C-A3CD-3E46-8FF9-E374F207DE7C}"/>
                    </a:ext>
                  </a:extLst>
                </p:cNvPr>
                <p:cNvPicPr/>
                <p:nvPr/>
              </p:nvPicPr>
              <p:blipFill>
                <a:blip r:embed="rId261"/>
                <a:stretch>
                  <a:fillRect/>
                </a:stretch>
              </p:blipFill>
              <p:spPr>
                <a:xfrm>
                  <a:off x="6970425" y="649815"/>
                  <a:ext cx="37080" cy="45360"/>
                </a:xfrm>
                <a:prstGeom prst="rect">
                  <a:avLst/>
                </a:prstGeom>
              </p:spPr>
            </p:pic>
          </mc:Fallback>
        </mc:AlternateContent>
      </p:grpSp>
      <p:grpSp>
        <p:nvGrpSpPr>
          <p:cNvPr id="199" name="Group 198">
            <a:extLst>
              <a:ext uri="{FF2B5EF4-FFF2-40B4-BE49-F238E27FC236}">
                <a16:creationId xmlns:a16="http://schemas.microsoft.com/office/drawing/2014/main" id="{6FE28181-857D-2343-FECD-DC9BE1FC1965}"/>
              </a:ext>
            </a:extLst>
          </p:cNvPr>
          <p:cNvGrpSpPr/>
          <p:nvPr/>
        </p:nvGrpSpPr>
        <p:grpSpPr>
          <a:xfrm>
            <a:off x="2335425" y="2651055"/>
            <a:ext cx="1130400" cy="291600"/>
            <a:chOff x="2335425" y="2651055"/>
            <a:chExt cx="1130400" cy="291600"/>
          </a:xfrm>
        </p:grpSpPr>
        <mc:AlternateContent xmlns:mc="http://schemas.openxmlformats.org/markup-compatibility/2006" xmlns:p14="http://schemas.microsoft.com/office/powerpoint/2010/main">
          <mc:Choice Requires="p14">
            <p:contentPart p14:bwMode="auto" r:id="rId262">
              <p14:nvContentPartPr>
                <p14:cNvPr id="195" name="Ink 194">
                  <a:extLst>
                    <a:ext uri="{FF2B5EF4-FFF2-40B4-BE49-F238E27FC236}">
                      <a16:creationId xmlns:a16="http://schemas.microsoft.com/office/drawing/2014/main" id="{4F3F257B-0981-E065-7C8D-5D894D8265D2}"/>
                    </a:ext>
                  </a:extLst>
                </p14:cNvPr>
                <p14:cNvContentPartPr/>
                <p14:nvPr/>
              </p14:nvContentPartPr>
              <p14:xfrm>
                <a:off x="2393025" y="2737455"/>
                <a:ext cx="30960" cy="70920"/>
              </p14:xfrm>
            </p:contentPart>
          </mc:Choice>
          <mc:Fallback xmlns="">
            <p:pic>
              <p:nvPicPr>
                <p:cNvPr id="195" name="Ink 194">
                  <a:extLst>
                    <a:ext uri="{FF2B5EF4-FFF2-40B4-BE49-F238E27FC236}">
                      <a16:creationId xmlns:a16="http://schemas.microsoft.com/office/drawing/2014/main" id="{4F3F257B-0981-E065-7C8D-5D894D8265D2}"/>
                    </a:ext>
                  </a:extLst>
                </p:cNvPr>
                <p:cNvPicPr/>
                <p:nvPr/>
              </p:nvPicPr>
              <p:blipFill>
                <a:blip r:embed="rId263"/>
                <a:stretch>
                  <a:fillRect/>
                </a:stretch>
              </p:blipFill>
              <p:spPr>
                <a:xfrm>
                  <a:off x="2384385" y="2728455"/>
                  <a:ext cx="486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42" name="Ink 41">
                  <a:extLst>
                    <a:ext uri="{FF2B5EF4-FFF2-40B4-BE49-F238E27FC236}">
                      <a16:creationId xmlns:a16="http://schemas.microsoft.com/office/drawing/2014/main" id="{F4A72314-37E3-5F4F-CDB6-92399ACF3449}"/>
                    </a:ext>
                  </a:extLst>
                </p14:cNvPr>
                <p14:cNvContentPartPr/>
                <p14:nvPr/>
              </p14:nvContentPartPr>
              <p14:xfrm>
                <a:off x="2780385" y="2685975"/>
                <a:ext cx="290880" cy="256680"/>
              </p14:xfrm>
            </p:contentPart>
          </mc:Choice>
          <mc:Fallback xmlns="">
            <p:pic>
              <p:nvPicPr>
                <p:cNvPr id="42" name="Ink 41">
                  <a:extLst>
                    <a:ext uri="{FF2B5EF4-FFF2-40B4-BE49-F238E27FC236}">
                      <a16:creationId xmlns:a16="http://schemas.microsoft.com/office/drawing/2014/main" id="{F4A72314-37E3-5F4F-CDB6-92399ACF3449}"/>
                    </a:ext>
                  </a:extLst>
                </p:cNvPr>
                <p:cNvPicPr/>
                <p:nvPr/>
              </p:nvPicPr>
              <p:blipFill>
                <a:blip r:embed="rId265"/>
                <a:stretch>
                  <a:fillRect/>
                </a:stretch>
              </p:blipFill>
              <p:spPr>
                <a:xfrm>
                  <a:off x="2771745" y="2677335"/>
                  <a:ext cx="3085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43" name="Ink 42">
                  <a:extLst>
                    <a:ext uri="{FF2B5EF4-FFF2-40B4-BE49-F238E27FC236}">
                      <a16:creationId xmlns:a16="http://schemas.microsoft.com/office/drawing/2014/main" id="{E41CFCC0-1620-6F55-77F4-3FD2BB8A56E0}"/>
                    </a:ext>
                  </a:extLst>
                </p14:cNvPr>
                <p14:cNvContentPartPr/>
                <p14:nvPr/>
              </p14:nvContentPartPr>
              <p14:xfrm>
                <a:off x="2842305" y="2718375"/>
                <a:ext cx="219960" cy="217800"/>
              </p14:xfrm>
            </p:contentPart>
          </mc:Choice>
          <mc:Fallback xmlns="">
            <p:pic>
              <p:nvPicPr>
                <p:cNvPr id="43" name="Ink 42">
                  <a:extLst>
                    <a:ext uri="{FF2B5EF4-FFF2-40B4-BE49-F238E27FC236}">
                      <a16:creationId xmlns:a16="http://schemas.microsoft.com/office/drawing/2014/main" id="{E41CFCC0-1620-6F55-77F4-3FD2BB8A56E0}"/>
                    </a:ext>
                  </a:extLst>
                </p:cNvPr>
                <p:cNvPicPr/>
                <p:nvPr/>
              </p:nvPicPr>
              <p:blipFill>
                <a:blip r:embed="rId267"/>
                <a:stretch>
                  <a:fillRect/>
                </a:stretch>
              </p:blipFill>
              <p:spPr>
                <a:xfrm>
                  <a:off x="2833665" y="2709735"/>
                  <a:ext cx="2376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44" name="Ink 43">
                  <a:extLst>
                    <a:ext uri="{FF2B5EF4-FFF2-40B4-BE49-F238E27FC236}">
                      <a16:creationId xmlns:a16="http://schemas.microsoft.com/office/drawing/2014/main" id="{EA52EA2A-7BCA-7D9C-EB71-C4DF301D1FD1}"/>
                    </a:ext>
                  </a:extLst>
                </p14:cNvPr>
                <p14:cNvContentPartPr/>
                <p14:nvPr/>
              </p14:nvContentPartPr>
              <p14:xfrm>
                <a:off x="3298425" y="2651055"/>
                <a:ext cx="98640" cy="242280"/>
              </p14:xfrm>
            </p:contentPart>
          </mc:Choice>
          <mc:Fallback xmlns="">
            <p:pic>
              <p:nvPicPr>
                <p:cNvPr id="44" name="Ink 43">
                  <a:extLst>
                    <a:ext uri="{FF2B5EF4-FFF2-40B4-BE49-F238E27FC236}">
                      <a16:creationId xmlns:a16="http://schemas.microsoft.com/office/drawing/2014/main" id="{EA52EA2A-7BCA-7D9C-EB71-C4DF301D1FD1}"/>
                    </a:ext>
                  </a:extLst>
                </p:cNvPr>
                <p:cNvPicPr/>
                <p:nvPr/>
              </p:nvPicPr>
              <p:blipFill>
                <a:blip r:embed="rId269"/>
                <a:stretch>
                  <a:fillRect/>
                </a:stretch>
              </p:blipFill>
              <p:spPr>
                <a:xfrm>
                  <a:off x="3289785" y="2642415"/>
                  <a:ext cx="1162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45" name="Ink 44">
                  <a:extLst>
                    <a:ext uri="{FF2B5EF4-FFF2-40B4-BE49-F238E27FC236}">
                      <a16:creationId xmlns:a16="http://schemas.microsoft.com/office/drawing/2014/main" id="{042A169F-237A-374B-A2B8-50967647465B}"/>
                    </a:ext>
                  </a:extLst>
                </p14:cNvPr>
                <p14:cNvContentPartPr/>
                <p14:nvPr/>
              </p14:nvContentPartPr>
              <p14:xfrm>
                <a:off x="3316785" y="2660415"/>
                <a:ext cx="149040" cy="172080"/>
              </p14:xfrm>
            </p:contentPart>
          </mc:Choice>
          <mc:Fallback xmlns="">
            <p:pic>
              <p:nvPicPr>
                <p:cNvPr id="45" name="Ink 44">
                  <a:extLst>
                    <a:ext uri="{FF2B5EF4-FFF2-40B4-BE49-F238E27FC236}">
                      <a16:creationId xmlns:a16="http://schemas.microsoft.com/office/drawing/2014/main" id="{042A169F-237A-374B-A2B8-50967647465B}"/>
                    </a:ext>
                  </a:extLst>
                </p:cNvPr>
                <p:cNvPicPr/>
                <p:nvPr/>
              </p:nvPicPr>
              <p:blipFill>
                <a:blip r:embed="rId271"/>
                <a:stretch>
                  <a:fillRect/>
                </a:stretch>
              </p:blipFill>
              <p:spPr>
                <a:xfrm>
                  <a:off x="3308145" y="2651415"/>
                  <a:ext cx="1666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5" name="Ink 174">
                  <a:extLst>
                    <a:ext uri="{FF2B5EF4-FFF2-40B4-BE49-F238E27FC236}">
                      <a16:creationId xmlns:a16="http://schemas.microsoft.com/office/drawing/2014/main" id="{1F25E0A5-7A15-F135-7FD4-A9EE7E024340}"/>
                    </a:ext>
                  </a:extLst>
                </p14:cNvPr>
                <p14:cNvContentPartPr/>
                <p14:nvPr/>
              </p14:nvContentPartPr>
              <p14:xfrm>
                <a:off x="2413905" y="2736375"/>
                <a:ext cx="1040040" cy="90000"/>
              </p14:xfrm>
            </p:contentPart>
          </mc:Choice>
          <mc:Fallback xmlns="">
            <p:pic>
              <p:nvPicPr>
                <p:cNvPr id="175" name="Ink 174">
                  <a:extLst>
                    <a:ext uri="{FF2B5EF4-FFF2-40B4-BE49-F238E27FC236}">
                      <a16:creationId xmlns:a16="http://schemas.microsoft.com/office/drawing/2014/main" id="{1F25E0A5-7A15-F135-7FD4-A9EE7E024340}"/>
                    </a:ext>
                  </a:extLst>
                </p:cNvPr>
                <p:cNvPicPr/>
                <p:nvPr/>
              </p:nvPicPr>
              <p:blipFill>
                <a:blip r:embed="rId273"/>
                <a:stretch>
                  <a:fillRect/>
                </a:stretch>
              </p:blipFill>
              <p:spPr>
                <a:xfrm>
                  <a:off x="2404905" y="2727375"/>
                  <a:ext cx="10576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6" name="Ink 175">
                  <a:extLst>
                    <a:ext uri="{FF2B5EF4-FFF2-40B4-BE49-F238E27FC236}">
                      <a16:creationId xmlns:a16="http://schemas.microsoft.com/office/drawing/2014/main" id="{F9505697-812A-A6C7-55AA-46D1BF42AEF3}"/>
                    </a:ext>
                  </a:extLst>
                </p14:cNvPr>
                <p14:cNvContentPartPr/>
                <p14:nvPr/>
              </p14:nvContentPartPr>
              <p14:xfrm>
                <a:off x="2335425" y="2768415"/>
                <a:ext cx="1012320" cy="133920"/>
              </p14:xfrm>
            </p:contentPart>
          </mc:Choice>
          <mc:Fallback xmlns="">
            <p:pic>
              <p:nvPicPr>
                <p:cNvPr id="176" name="Ink 175">
                  <a:extLst>
                    <a:ext uri="{FF2B5EF4-FFF2-40B4-BE49-F238E27FC236}">
                      <a16:creationId xmlns:a16="http://schemas.microsoft.com/office/drawing/2014/main" id="{F9505697-812A-A6C7-55AA-46D1BF42AEF3}"/>
                    </a:ext>
                  </a:extLst>
                </p:cNvPr>
                <p:cNvPicPr/>
                <p:nvPr/>
              </p:nvPicPr>
              <p:blipFill>
                <a:blip r:embed="rId275"/>
                <a:stretch>
                  <a:fillRect/>
                </a:stretch>
              </p:blipFill>
              <p:spPr>
                <a:xfrm>
                  <a:off x="2326785" y="2759415"/>
                  <a:ext cx="10299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3" name="Ink 182">
                  <a:extLst>
                    <a:ext uri="{FF2B5EF4-FFF2-40B4-BE49-F238E27FC236}">
                      <a16:creationId xmlns:a16="http://schemas.microsoft.com/office/drawing/2014/main" id="{8CCCE125-5A18-163B-36B5-55948FF2E877}"/>
                    </a:ext>
                  </a:extLst>
                </p14:cNvPr>
                <p14:cNvContentPartPr/>
                <p14:nvPr/>
              </p14:nvContentPartPr>
              <p14:xfrm>
                <a:off x="2470785" y="2768415"/>
                <a:ext cx="480600" cy="63000"/>
              </p14:xfrm>
            </p:contentPart>
          </mc:Choice>
          <mc:Fallback xmlns="">
            <p:pic>
              <p:nvPicPr>
                <p:cNvPr id="183" name="Ink 182">
                  <a:extLst>
                    <a:ext uri="{FF2B5EF4-FFF2-40B4-BE49-F238E27FC236}">
                      <a16:creationId xmlns:a16="http://schemas.microsoft.com/office/drawing/2014/main" id="{8CCCE125-5A18-163B-36B5-55948FF2E877}"/>
                    </a:ext>
                  </a:extLst>
                </p:cNvPr>
                <p:cNvPicPr/>
                <p:nvPr/>
              </p:nvPicPr>
              <p:blipFill>
                <a:blip r:embed="rId277"/>
                <a:stretch>
                  <a:fillRect/>
                </a:stretch>
              </p:blipFill>
              <p:spPr>
                <a:xfrm>
                  <a:off x="2462145" y="2759415"/>
                  <a:ext cx="4982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4" name="Ink 183">
                  <a:extLst>
                    <a:ext uri="{FF2B5EF4-FFF2-40B4-BE49-F238E27FC236}">
                      <a16:creationId xmlns:a16="http://schemas.microsoft.com/office/drawing/2014/main" id="{6410C207-A281-0607-FD94-027EFE845B06}"/>
                    </a:ext>
                  </a:extLst>
                </p14:cNvPr>
                <p14:cNvContentPartPr/>
                <p14:nvPr/>
              </p14:nvContentPartPr>
              <p14:xfrm>
                <a:off x="3312105" y="2813775"/>
                <a:ext cx="16200" cy="16920"/>
              </p14:xfrm>
            </p:contentPart>
          </mc:Choice>
          <mc:Fallback xmlns="">
            <p:pic>
              <p:nvPicPr>
                <p:cNvPr id="184" name="Ink 183">
                  <a:extLst>
                    <a:ext uri="{FF2B5EF4-FFF2-40B4-BE49-F238E27FC236}">
                      <a16:creationId xmlns:a16="http://schemas.microsoft.com/office/drawing/2014/main" id="{6410C207-A281-0607-FD94-027EFE845B06}"/>
                    </a:ext>
                  </a:extLst>
                </p:cNvPr>
                <p:cNvPicPr/>
                <p:nvPr/>
              </p:nvPicPr>
              <p:blipFill>
                <a:blip r:embed="rId279"/>
                <a:stretch>
                  <a:fillRect/>
                </a:stretch>
              </p:blipFill>
              <p:spPr>
                <a:xfrm>
                  <a:off x="3303465" y="2804775"/>
                  <a:ext cx="33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6" name="Ink 195">
                  <a:extLst>
                    <a:ext uri="{FF2B5EF4-FFF2-40B4-BE49-F238E27FC236}">
                      <a16:creationId xmlns:a16="http://schemas.microsoft.com/office/drawing/2014/main" id="{841A4705-B93B-6DD7-ED7A-86381436F9E0}"/>
                    </a:ext>
                  </a:extLst>
                </p14:cNvPr>
                <p14:cNvContentPartPr/>
                <p14:nvPr/>
              </p14:nvContentPartPr>
              <p14:xfrm>
                <a:off x="2427585" y="2728815"/>
                <a:ext cx="59400" cy="62640"/>
              </p14:xfrm>
            </p:contentPart>
          </mc:Choice>
          <mc:Fallback xmlns="">
            <p:pic>
              <p:nvPicPr>
                <p:cNvPr id="196" name="Ink 195">
                  <a:extLst>
                    <a:ext uri="{FF2B5EF4-FFF2-40B4-BE49-F238E27FC236}">
                      <a16:creationId xmlns:a16="http://schemas.microsoft.com/office/drawing/2014/main" id="{841A4705-B93B-6DD7-ED7A-86381436F9E0}"/>
                    </a:ext>
                  </a:extLst>
                </p:cNvPr>
                <p:cNvPicPr/>
                <p:nvPr/>
              </p:nvPicPr>
              <p:blipFill>
                <a:blip r:embed="rId281"/>
                <a:stretch>
                  <a:fillRect/>
                </a:stretch>
              </p:blipFill>
              <p:spPr>
                <a:xfrm>
                  <a:off x="2418585" y="2719815"/>
                  <a:ext cx="77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7" name="Ink 196">
                  <a:extLst>
                    <a:ext uri="{FF2B5EF4-FFF2-40B4-BE49-F238E27FC236}">
                      <a16:creationId xmlns:a16="http://schemas.microsoft.com/office/drawing/2014/main" id="{949DA0E9-4E49-D65C-158D-B0E8BCE602DE}"/>
                    </a:ext>
                  </a:extLst>
                </p14:cNvPr>
                <p14:cNvContentPartPr/>
                <p14:nvPr/>
              </p14:nvContentPartPr>
              <p14:xfrm>
                <a:off x="2427945" y="2730975"/>
                <a:ext cx="24120" cy="41040"/>
              </p14:xfrm>
            </p:contentPart>
          </mc:Choice>
          <mc:Fallback xmlns="">
            <p:pic>
              <p:nvPicPr>
                <p:cNvPr id="197" name="Ink 196">
                  <a:extLst>
                    <a:ext uri="{FF2B5EF4-FFF2-40B4-BE49-F238E27FC236}">
                      <a16:creationId xmlns:a16="http://schemas.microsoft.com/office/drawing/2014/main" id="{949DA0E9-4E49-D65C-158D-B0E8BCE602DE}"/>
                    </a:ext>
                  </a:extLst>
                </p:cNvPr>
                <p:cNvPicPr/>
                <p:nvPr/>
              </p:nvPicPr>
              <p:blipFill>
                <a:blip r:embed="rId283"/>
                <a:stretch>
                  <a:fillRect/>
                </a:stretch>
              </p:blipFill>
              <p:spPr>
                <a:xfrm>
                  <a:off x="2419305" y="2721975"/>
                  <a:ext cx="41760" cy="58680"/>
                </a:xfrm>
                <a:prstGeom prst="rect">
                  <a:avLst/>
                </a:prstGeom>
              </p:spPr>
            </p:pic>
          </mc:Fallback>
        </mc:AlternateContent>
      </p:grpSp>
      <p:grpSp>
        <p:nvGrpSpPr>
          <p:cNvPr id="203" name="Group 202">
            <a:extLst>
              <a:ext uri="{FF2B5EF4-FFF2-40B4-BE49-F238E27FC236}">
                <a16:creationId xmlns:a16="http://schemas.microsoft.com/office/drawing/2014/main" id="{FC4AF746-487C-6FEE-4DD0-75A623D941B6}"/>
              </a:ext>
            </a:extLst>
          </p:cNvPr>
          <p:cNvGrpSpPr/>
          <p:nvPr/>
        </p:nvGrpSpPr>
        <p:grpSpPr>
          <a:xfrm>
            <a:off x="2372145" y="3231375"/>
            <a:ext cx="82080" cy="104760"/>
            <a:chOff x="2372145" y="3231375"/>
            <a:chExt cx="82080" cy="104760"/>
          </a:xfrm>
        </p:grpSpPr>
        <mc:AlternateContent xmlns:mc="http://schemas.openxmlformats.org/markup-compatibility/2006" xmlns:p14="http://schemas.microsoft.com/office/powerpoint/2010/main">
          <mc:Choice Requires="p14">
            <p:contentPart p14:bwMode="auto" r:id="rId284">
              <p14:nvContentPartPr>
                <p14:cNvPr id="200" name="Ink 199">
                  <a:extLst>
                    <a:ext uri="{FF2B5EF4-FFF2-40B4-BE49-F238E27FC236}">
                      <a16:creationId xmlns:a16="http://schemas.microsoft.com/office/drawing/2014/main" id="{E78C608E-BEAE-F6D1-0DB4-5BA4C0C9B900}"/>
                    </a:ext>
                  </a:extLst>
                </p14:cNvPr>
                <p14:cNvContentPartPr/>
                <p14:nvPr/>
              </p14:nvContentPartPr>
              <p14:xfrm>
                <a:off x="2372145" y="3232815"/>
                <a:ext cx="69480" cy="52920"/>
              </p14:xfrm>
            </p:contentPart>
          </mc:Choice>
          <mc:Fallback xmlns="">
            <p:pic>
              <p:nvPicPr>
                <p:cNvPr id="200" name="Ink 199">
                  <a:extLst>
                    <a:ext uri="{FF2B5EF4-FFF2-40B4-BE49-F238E27FC236}">
                      <a16:creationId xmlns:a16="http://schemas.microsoft.com/office/drawing/2014/main" id="{E78C608E-BEAE-F6D1-0DB4-5BA4C0C9B900}"/>
                    </a:ext>
                  </a:extLst>
                </p:cNvPr>
                <p:cNvPicPr/>
                <p:nvPr/>
              </p:nvPicPr>
              <p:blipFill>
                <a:blip r:embed="rId285"/>
                <a:stretch>
                  <a:fillRect/>
                </a:stretch>
              </p:blipFill>
              <p:spPr>
                <a:xfrm>
                  <a:off x="2363145" y="3224175"/>
                  <a:ext cx="871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01" name="Ink 200">
                  <a:extLst>
                    <a:ext uri="{FF2B5EF4-FFF2-40B4-BE49-F238E27FC236}">
                      <a16:creationId xmlns:a16="http://schemas.microsoft.com/office/drawing/2014/main" id="{6B5B2597-99DC-BECC-7E17-50A583001E2C}"/>
                    </a:ext>
                  </a:extLst>
                </p14:cNvPr>
                <p14:cNvContentPartPr/>
                <p14:nvPr/>
              </p14:nvContentPartPr>
              <p14:xfrm>
                <a:off x="2381865" y="3231375"/>
                <a:ext cx="72360" cy="104760"/>
              </p14:xfrm>
            </p:contentPart>
          </mc:Choice>
          <mc:Fallback xmlns="">
            <p:pic>
              <p:nvPicPr>
                <p:cNvPr id="201" name="Ink 200">
                  <a:extLst>
                    <a:ext uri="{FF2B5EF4-FFF2-40B4-BE49-F238E27FC236}">
                      <a16:creationId xmlns:a16="http://schemas.microsoft.com/office/drawing/2014/main" id="{6B5B2597-99DC-BECC-7E17-50A583001E2C}"/>
                    </a:ext>
                  </a:extLst>
                </p:cNvPr>
                <p:cNvPicPr/>
                <p:nvPr/>
              </p:nvPicPr>
              <p:blipFill>
                <a:blip r:embed="rId287"/>
                <a:stretch>
                  <a:fillRect/>
                </a:stretch>
              </p:blipFill>
              <p:spPr>
                <a:xfrm>
                  <a:off x="2372865" y="3222375"/>
                  <a:ext cx="900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2" name="Ink 201">
                  <a:extLst>
                    <a:ext uri="{FF2B5EF4-FFF2-40B4-BE49-F238E27FC236}">
                      <a16:creationId xmlns:a16="http://schemas.microsoft.com/office/drawing/2014/main" id="{E563193A-7828-D30B-F032-B4321F22AD9C}"/>
                    </a:ext>
                  </a:extLst>
                </p14:cNvPr>
                <p14:cNvContentPartPr/>
                <p14:nvPr/>
              </p14:nvContentPartPr>
              <p14:xfrm>
                <a:off x="2409945" y="3246855"/>
                <a:ext cx="30960" cy="13320"/>
              </p14:xfrm>
            </p:contentPart>
          </mc:Choice>
          <mc:Fallback xmlns="">
            <p:pic>
              <p:nvPicPr>
                <p:cNvPr id="202" name="Ink 201">
                  <a:extLst>
                    <a:ext uri="{FF2B5EF4-FFF2-40B4-BE49-F238E27FC236}">
                      <a16:creationId xmlns:a16="http://schemas.microsoft.com/office/drawing/2014/main" id="{E563193A-7828-D30B-F032-B4321F22AD9C}"/>
                    </a:ext>
                  </a:extLst>
                </p:cNvPr>
                <p:cNvPicPr/>
                <p:nvPr/>
              </p:nvPicPr>
              <p:blipFill>
                <a:blip r:embed="rId289"/>
                <a:stretch>
                  <a:fillRect/>
                </a:stretch>
              </p:blipFill>
              <p:spPr>
                <a:xfrm>
                  <a:off x="2400945" y="3238215"/>
                  <a:ext cx="48600" cy="30960"/>
                </a:xfrm>
                <a:prstGeom prst="rect">
                  <a:avLst/>
                </a:prstGeom>
              </p:spPr>
            </p:pic>
          </mc:Fallback>
        </mc:AlternateContent>
      </p:grpSp>
      <p:grpSp>
        <p:nvGrpSpPr>
          <p:cNvPr id="209" name="Group 208">
            <a:extLst>
              <a:ext uri="{FF2B5EF4-FFF2-40B4-BE49-F238E27FC236}">
                <a16:creationId xmlns:a16="http://schemas.microsoft.com/office/drawing/2014/main" id="{371758ED-CF75-2A29-36D3-03B1E108EDD3}"/>
              </a:ext>
            </a:extLst>
          </p:cNvPr>
          <p:cNvGrpSpPr/>
          <p:nvPr/>
        </p:nvGrpSpPr>
        <p:grpSpPr>
          <a:xfrm>
            <a:off x="1503825" y="2633415"/>
            <a:ext cx="1114920" cy="1398240"/>
            <a:chOff x="1503825" y="2633415"/>
            <a:chExt cx="1114920" cy="1398240"/>
          </a:xfrm>
        </p:grpSpPr>
        <mc:AlternateContent xmlns:mc="http://schemas.openxmlformats.org/markup-compatibility/2006" xmlns:p14="http://schemas.microsoft.com/office/powerpoint/2010/main">
          <mc:Choice Requires="p14">
            <p:contentPart p14:bwMode="auto" r:id="rId290">
              <p14:nvContentPartPr>
                <p14:cNvPr id="17" name="Ink 16">
                  <a:extLst>
                    <a:ext uri="{FF2B5EF4-FFF2-40B4-BE49-F238E27FC236}">
                      <a16:creationId xmlns:a16="http://schemas.microsoft.com/office/drawing/2014/main" id="{C0222061-313B-95C5-C132-7AF0B31D4D3E}"/>
                    </a:ext>
                  </a:extLst>
                </p14:cNvPr>
                <p14:cNvContentPartPr/>
                <p14:nvPr/>
              </p14:nvContentPartPr>
              <p14:xfrm>
                <a:off x="2411385" y="2746815"/>
                <a:ext cx="207360" cy="54360"/>
              </p14:xfrm>
            </p:contentPart>
          </mc:Choice>
          <mc:Fallback xmlns="">
            <p:pic>
              <p:nvPicPr>
                <p:cNvPr id="17" name="Ink 16">
                  <a:extLst>
                    <a:ext uri="{FF2B5EF4-FFF2-40B4-BE49-F238E27FC236}">
                      <a16:creationId xmlns:a16="http://schemas.microsoft.com/office/drawing/2014/main" id="{C0222061-313B-95C5-C132-7AF0B31D4D3E}"/>
                    </a:ext>
                  </a:extLst>
                </p:cNvPr>
                <p:cNvPicPr/>
                <p:nvPr/>
              </p:nvPicPr>
              <p:blipFill>
                <a:blip r:embed="rId291"/>
                <a:stretch>
                  <a:fillRect/>
                </a:stretch>
              </p:blipFill>
              <p:spPr>
                <a:xfrm>
                  <a:off x="2405265" y="2740695"/>
                  <a:ext cx="219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 name="Ink 17">
                  <a:extLst>
                    <a:ext uri="{FF2B5EF4-FFF2-40B4-BE49-F238E27FC236}">
                      <a16:creationId xmlns:a16="http://schemas.microsoft.com/office/drawing/2014/main" id="{36CFB9C7-7820-8783-D393-E1192E6EB068}"/>
                    </a:ext>
                  </a:extLst>
                </p14:cNvPr>
                <p14:cNvContentPartPr/>
                <p14:nvPr/>
              </p14:nvContentPartPr>
              <p14:xfrm>
                <a:off x="1982985" y="2633415"/>
                <a:ext cx="218160" cy="243360"/>
              </p14:xfrm>
            </p:contentPart>
          </mc:Choice>
          <mc:Fallback xmlns="">
            <p:pic>
              <p:nvPicPr>
                <p:cNvPr id="18" name="Ink 17">
                  <a:extLst>
                    <a:ext uri="{FF2B5EF4-FFF2-40B4-BE49-F238E27FC236}">
                      <a16:creationId xmlns:a16="http://schemas.microsoft.com/office/drawing/2014/main" id="{36CFB9C7-7820-8783-D393-E1192E6EB068}"/>
                    </a:ext>
                  </a:extLst>
                </p:cNvPr>
                <p:cNvPicPr/>
                <p:nvPr/>
              </p:nvPicPr>
              <p:blipFill>
                <a:blip r:embed="rId293"/>
                <a:stretch>
                  <a:fillRect/>
                </a:stretch>
              </p:blipFill>
              <p:spPr>
                <a:xfrm>
                  <a:off x="1976865" y="2627295"/>
                  <a:ext cx="23040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4" name="Ink 203">
                  <a:extLst>
                    <a:ext uri="{FF2B5EF4-FFF2-40B4-BE49-F238E27FC236}">
                      <a16:creationId xmlns:a16="http://schemas.microsoft.com/office/drawing/2014/main" id="{38186191-2292-2570-0A0E-68371EB7A0EF}"/>
                    </a:ext>
                  </a:extLst>
                </p14:cNvPr>
                <p14:cNvContentPartPr/>
                <p14:nvPr/>
              </p14:nvContentPartPr>
              <p14:xfrm>
                <a:off x="2380785" y="2769495"/>
                <a:ext cx="60480" cy="302760"/>
              </p14:xfrm>
            </p:contentPart>
          </mc:Choice>
          <mc:Fallback xmlns="">
            <p:pic>
              <p:nvPicPr>
                <p:cNvPr id="204" name="Ink 203">
                  <a:extLst>
                    <a:ext uri="{FF2B5EF4-FFF2-40B4-BE49-F238E27FC236}">
                      <a16:creationId xmlns:a16="http://schemas.microsoft.com/office/drawing/2014/main" id="{38186191-2292-2570-0A0E-68371EB7A0EF}"/>
                    </a:ext>
                  </a:extLst>
                </p:cNvPr>
                <p:cNvPicPr/>
                <p:nvPr/>
              </p:nvPicPr>
              <p:blipFill>
                <a:blip r:embed="rId295"/>
                <a:stretch>
                  <a:fillRect/>
                </a:stretch>
              </p:blipFill>
              <p:spPr>
                <a:xfrm>
                  <a:off x="2374665" y="2763375"/>
                  <a:ext cx="7272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05" name="Ink 204">
                  <a:extLst>
                    <a:ext uri="{FF2B5EF4-FFF2-40B4-BE49-F238E27FC236}">
                      <a16:creationId xmlns:a16="http://schemas.microsoft.com/office/drawing/2014/main" id="{D5623C00-7829-344C-E512-109E41ED965C}"/>
                    </a:ext>
                  </a:extLst>
                </p14:cNvPr>
                <p14:cNvContentPartPr/>
                <p14:nvPr/>
              </p14:nvContentPartPr>
              <p14:xfrm>
                <a:off x="2397705" y="2804415"/>
                <a:ext cx="52560" cy="1227240"/>
              </p14:xfrm>
            </p:contentPart>
          </mc:Choice>
          <mc:Fallback xmlns="">
            <p:pic>
              <p:nvPicPr>
                <p:cNvPr id="205" name="Ink 204">
                  <a:extLst>
                    <a:ext uri="{FF2B5EF4-FFF2-40B4-BE49-F238E27FC236}">
                      <a16:creationId xmlns:a16="http://schemas.microsoft.com/office/drawing/2014/main" id="{D5623C00-7829-344C-E512-109E41ED965C}"/>
                    </a:ext>
                  </a:extLst>
                </p:cNvPr>
                <p:cNvPicPr/>
                <p:nvPr/>
              </p:nvPicPr>
              <p:blipFill>
                <a:blip r:embed="rId297"/>
                <a:stretch>
                  <a:fillRect/>
                </a:stretch>
              </p:blipFill>
              <p:spPr>
                <a:xfrm>
                  <a:off x="2391585" y="2798295"/>
                  <a:ext cx="64800" cy="12394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6" name="Ink 205">
                  <a:extLst>
                    <a:ext uri="{FF2B5EF4-FFF2-40B4-BE49-F238E27FC236}">
                      <a16:creationId xmlns:a16="http://schemas.microsoft.com/office/drawing/2014/main" id="{7C8B2A7F-2C4F-4893-155B-5D8F386D2658}"/>
                    </a:ext>
                  </a:extLst>
                </p14:cNvPr>
                <p14:cNvContentPartPr/>
                <p14:nvPr/>
              </p14:nvContentPartPr>
              <p14:xfrm>
                <a:off x="1707945" y="3300135"/>
                <a:ext cx="305280" cy="41760"/>
              </p14:xfrm>
            </p:contentPart>
          </mc:Choice>
          <mc:Fallback xmlns="">
            <p:pic>
              <p:nvPicPr>
                <p:cNvPr id="206" name="Ink 205">
                  <a:extLst>
                    <a:ext uri="{FF2B5EF4-FFF2-40B4-BE49-F238E27FC236}">
                      <a16:creationId xmlns:a16="http://schemas.microsoft.com/office/drawing/2014/main" id="{7C8B2A7F-2C4F-4893-155B-5D8F386D2658}"/>
                    </a:ext>
                  </a:extLst>
                </p:cNvPr>
                <p:cNvPicPr/>
                <p:nvPr/>
              </p:nvPicPr>
              <p:blipFill>
                <a:blip r:embed="rId299"/>
                <a:stretch>
                  <a:fillRect/>
                </a:stretch>
              </p:blipFill>
              <p:spPr>
                <a:xfrm>
                  <a:off x="1701825" y="3294015"/>
                  <a:ext cx="317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7" name="Ink 206">
                  <a:extLst>
                    <a:ext uri="{FF2B5EF4-FFF2-40B4-BE49-F238E27FC236}">
                      <a16:creationId xmlns:a16="http://schemas.microsoft.com/office/drawing/2014/main" id="{55CE0B6C-069A-1A92-557B-74BD348D5D38}"/>
                    </a:ext>
                  </a:extLst>
                </p14:cNvPr>
                <p14:cNvContentPartPr/>
                <p14:nvPr/>
              </p14:nvContentPartPr>
              <p14:xfrm>
                <a:off x="2025105" y="3143895"/>
                <a:ext cx="73440" cy="179280"/>
              </p14:xfrm>
            </p:contentPart>
          </mc:Choice>
          <mc:Fallback xmlns="">
            <p:pic>
              <p:nvPicPr>
                <p:cNvPr id="207" name="Ink 206">
                  <a:extLst>
                    <a:ext uri="{FF2B5EF4-FFF2-40B4-BE49-F238E27FC236}">
                      <a16:creationId xmlns:a16="http://schemas.microsoft.com/office/drawing/2014/main" id="{55CE0B6C-069A-1A92-557B-74BD348D5D38}"/>
                    </a:ext>
                  </a:extLst>
                </p:cNvPr>
                <p:cNvPicPr/>
                <p:nvPr/>
              </p:nvPicPr>
              <p:blipFill>
                <a:blip r:embed="rId301"/>
                <a:stretch>
                  <a:fillRect/>
                </a:stretch>
              </p:blipFill>
              <p:spPr>
                <a:xfrm>
                  <a:off x="2018985" y="3137775"/>
                  <a:ext cx="8568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08" name="Ink 207">
                  <a:extLst>
                    <a:ext uri="{FF2B5EF4-FFF2-40B4-BE49-F238E27FC236}">
                      <a16:creationId xmlns:a16="http://schemas.microsoft.com/office/drawing/2014/main" id="{011A03FA-93B4-93AE-DCF4-E8B45A4BC7CB}"/>
                    </a:ext>
                  </a:extLst>
                </p14:cNvPr>
                <p14:cNvContentPartPr/>
                <p14:nvPr/>
              </p14:nvContentPartPr>
              <p14:xfrm>
                <a:off x="1503825" y="2917095"/>
                <a:ext cx="699120" cy="669960"/>
              </p14:xfrm>
            </p:contentPart>
          </mc:Choice>
          <mc:Fallback xmlns="">
            <p:pic>
              <p:nvPicPr>
                <p:cNvPr id="208" name="Ink 207">
                  <a:extLst>
                    <a:ext uri="{FF2B5EF4-FFF2-40B4-BE49-F238E27FC236}">
                      <a16:creationId xmlns:a16="http://schemas.microsoft.com/office/drawing/2014/main" id="{011A03FA-93B4-93AE-DCF4-E8B45A4BC7CB}"/>
                    </a:ext>
                  </a:extLst>
                </p:cNvPr>
                <p:cNvPicPr/>
                <p:nvPr/>
              </p:nvPicPr>
              <p:blipFill>
                <a:blip r:embed="rId303"/>
                <a:stretch>
                  <a:fillRect/>
                </a:stretch>
              </p:blipFill>
              <p:spPr>
                <a:xfrm>
                  <a:off x="1497705" y="2910975"/>
                  <a:ext cx="711360" cy="682200"/>
                </a:xfrm>
                <a:prstGeom prst="rect">
                  <a:avLst/>
                </a:prstGeom>
              </p:spPr>
            </p:pic>
          </mc:Fallback>
        </mc:AlternateContent>
      </p:grpSp>
      <p:grpSp>
        <p:nvGrpSpPr>
          <p:cNvPr id="214" name="Group 213">
            <a:extLst>
              <a:ext uri="{FF2B5EF4-FFF2-40B4-BE49-F238E27FC236}">
                <a16:creationId xmlns:a16="http://schemas.microsoft.com/office/drawing/2014/main" id="{09A2EDAA-0C45-9E62-AA26-7FC89797FA66}"/>
              </a:ext>
            </a:extLst>
          </p:cNvPr>
          <p:cNvGrpSpPr/>
          <p:nvPr/>
        </p:nvGrpSpPr>
        <p:grpSpPr>
          <a:xfrm>
            <a:off x="2549265" y="3948495"/>
            <a:ext cx="1913040" cy="1245960"/>
            <a:chOff x="2549265" y="3948495"/>
            <a:chExt cx="1913040" cy="1245960"/>
          </a:xfrm>
        </p:grpSpPr>
        <mc:AlternateContent xmlns:mc="http://schemas.openxmlformats.org/markup-compatibility/2006" xmlns:p14="http://schemas.microsoft.com/office/powerpoint/2010/main">
          <mc:Choice Requires="p14">
            <p:contentPart p14:bwMode="auto" r:id="rId304">
              <p14:nvContentPartPr>
                <p14:cNvPr id="210" name="Ink 209">
                  <a:extLst>
                    <a:ext uri="{FF2B5EF4-FFF2-40B4-BE49-F238E27FC236}">
                      <a16:creationId xmlns:a16="http://schemas.microsoft.com/office/drawing/2014/main" id="{F8544E22-D235-0698-6A70-36E0CF1E2D29}"/>
                    </a:ext>
                  </a:extLst>
                </p14:cNvPr>
                <p14:cNvContentPartPr/>
                <p14:nvPr/>
              </p14:nvContentPartPr>
              <p14:xfrm>
                <a:off x="3074145" y="4363215"/>
                <a:ext cx="343080" cy="429120"/>
              </p14:xfrm>
            </p:contentPart>
          </mc:Choice>
          <mc:Fallback xmlns="">
            <p:pic>
              <p:nvPicPr>
                <p:cNvPr id="210" name="Ink 209">
                  <a:extLst>
                    <a:ext uri="{FF2B5EF4-FFF2-40B4-BE49-F238E27FC236}">
                      <a16:creationId xmlns:a16="http://schemas.microsoft.com/office/drawing/2014/main" id="{F8544E22-D235-0698-6A70-36E0CF1E2D29}"/>
                    </a:ext>
                  </a:extLst>
                </p:cNvPr>
                <p:cNvPicPr/>
                <p:nvPr/>
              </p:nvPicPr>
              <p:blipFill>
                <a:blip r:embed="rId305"/>
                <a:stretch>
                  <a:fillRect/>
                </a:stretch>
              </p:blipFill>
              <p:spPr>
                <a:xfrm>
                  <a:off x="3068025" y="4357095"/>
                  <a:ext cx="35532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1" name="Ink 210">
                  <a:extLst>
                    <a:ext uri="{FF2B5EF4-FFF2-40B4-BE49-F238E27FC236}">
                      <a16:creationId xmlns:a16="http://schemas.microsoft.com/office/drawing/2014/main" id="{8C02468A-3532-A4BB-CC49-2BC4A43E60F6}"/>
                    </a:ext>
                  </a:extLst>
                </p14:cNvPr>
                <p14:cNvContentPartPr/>
                <p14:nvPr/>
              </p14:nvContentPartPr>
              <p14:xfrm>
                <a:off x="3550065" y="4711695"/>
                <a:ext cx="59760" cy="145440"/>
              </p14:xfrm>
            </p:contentPart>
          </mc:Choice>
          <mc:Fallback xmlns="">
            <p:pic>
              <p:nvPicPr>
                <p:cNvPr id="211" name="Ink 210">
                  <a:extLst>
                    <a:ext uri="{FF2B5EF4-FFF2-40B4-BE49-F238E27FC236}">
                      <a16:creationId xmlns:a16="http://schemas.microsoft.com/office/drawing/2014/main" id="{8C02468A-3532-A4BB-CC49-2BC4A43E60F6}"/>
                    </a:ext>
                  </a:extLst>
                </p:cNvPr>
                <p:cNvPicPr/>
                <p:nvPr/>
              </p:nvPicPr>
              <p:blipFill>
                <a:blip r:embed="rId307"/>
                <a:stretch>
                  <a:fillRect/>
                </a:stretch>
              </p:blipFill>
              <p:spPr>
                <a:xfrm>
                  <a:off x="3543945" y="4705575"/>
                  <a:ext cx="720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2" name="Ink 211">
                  <a:extLst>
                    <a:ext uri="{FF2B5EF4-FFF2-40B4-BE49-F238E27FC236}">
                      <a16:creationId xmlns:a16="http://schemas.microsoft.com/office/drawing/2014/main" id="{B0F319BC-9996-CFA4-5C91-B753D6F5E66F}"/>
                    </a:ext>
                  </a:extLst>
                </p14:cNvPr>
                <p14:cNvContentPartPr/>
                <p14:nvPr/>
              </p14:nvContentPartPr>
              <p14:xfrm>
                <a:off x="4124985" y="4339095"/>
                <a:ext cx="29880" cy="347040"/>
              </p14:xfrm>
            </p:contentPart>
          </mc:Choice>
          <mc:Fallback xmlns="">
            <p:pic>
              <p:nvPicPr>
                <p:cNvPr id="212" name="Ink 211">
                  <a:extLst>
                    <a:ext uri="{FF2B5EF4-FFF2-40B4-BE49-F238E27FC236}">
                      <a16:creationId xmlns:a16="http://schemas.microsoft.com/office/drawing/2014/main" id="{B0F319BC-9996-CFA4-5C91-B753D6F5E66F}"/>
                    </a:ext>
                  </a:extLst>
                </p:cNvPr>
                <p:cNvPicPr/>
                <p:nvPr/>
              </p:nvPicPr>
              <p:blipFill>
                <a:blip r:embed="rId309"/>
                <a:stretch>
                  <a:fillRect/>
                </a:stretch>
              </p:blipFill>
              <p:spPr>
                <a:xfrm>
                  <a:off x="4118865" y="4332975"/>
                  <a:ext cx="4212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3" name="Ink 212">
                  <a:extLst>
                    <a:ext uri="{FF2B5EF4-FFF2-40B4-BE49-F238E27FC236}">
                      <a16:creationId xmlns:a16="http://schemas.microsoft.com/office/drawing/2014/main" id="{1AFCD685-9C0D-EBA9-1EBE-57FE157F3FD7}"/>
                    </a:ext>
                  </a:extLst>
                </p14:cNvPr>
                <p14:cNvContentPartPr/>
                <p14:nvPr/>
              </p14:nvContentPartPr>
              <p14:xfrm>
                <a:off x="2549265" y="3948495"/>
                <a:ext cx="1913040" cy="1245960"/>
              </p14:xfrm>
            </p:contentPart>
          </mc:Choice>
          <mc:Fallback xmlns="">
            <p:pic>
              <p:nvPicPr>
                <p:cNvPr id="213" name="Ink 212">
                  <a:extLst>
                    <a:ext uri="{FF2B5EF4-FFF2-40B4-BE49-F238E27FC236}">
                      <a16:creationId xmlns:a16="http://schemas.microsoft.com/office/drawing/2014/main" id="{1AFCD685-9C0D-EBA9-1EBE-57FE157F3FD7}"/>
                    </a:ext>
                  </a:extLst>
                </p:cNvPr>
                <p:cNvPicPr/>
                <p:nvPr/>
              </p:nvPicPr>
              <p:blipFill>
                <a:blip r:embed="rId311"/>
                <a:stretch>
                  <a:fillRect/>
                </a:stretch>
              </p:blipFill>
              <p:spPr>
                <a:xfrm>
                  <a:off x="2543145" y="3942375"/>
                  <a:ext cx="1925280" cy="1258200"/>
                </a:xfrm>
                <a:prstGeom prst="rect">
                  <a:avLst/>
                </a:prstGeom>
              </p:spPr>
            </p:pic>
          </mc:Fallback>
        </mc:AlternateContent>
      </p:grpSp>
      <p:grpSp>
        <p:nvGrpSpPr>
          <p:cNvPr id="219" name="Group 218">
            <a:extLst>
              <a:ext uri="{FF2B5EF4-FFF2-40B4-BE49-F238E27FC236}">
                <a16:creationId xmlns:a16="http://schemas.microsoft.com/office/drawing/2014/main" id="{35C4894F-912C-67FE-C685-29698D50DB2C}"/>
              </a:ext>
            </a:extLst>
          </p:cNvPr>
          <p:cNvGrpSpPr/>
          <p:nvPr/>
        </p:nvGrpSpPr>
        <p:grpSpPr>
          <a:xfrm>
            <a:off x="7900305" y="2711895"/>
            <a:ext cx="214920" cy="228960"/>
            <a:chOff x="7900305" y="2711895"/>
            <a:chExt cx="214920" cy="228960"/>
          </a:xfrm>
        </p:grpSpPr>
        <mc:AlternateContent xmlns:mc="http://schemas.openxmlformats.org/markup-compatibility/2006" xmlns:p14="http://schemas.microsoft.com/office/powerpoint/2010/main">
          <mc:Choice Requires="p14">
            <p:contentPart p14:bwMode="auto" r:id="rId312">
              <p14:nvContentPartPr>
                <p14:cNvPr id="215" name="Ink 214">
                  <a:extLst>
                    <a:ext uri="{FF2B5EF4-FFF2-40B4-BE49-F238E27FC236}">
                      <a16:creationId xmlns:a16="http://schemas.microsoft.com/office/drawing/2014/main" id="{ABF31DC5-B7F9-EAC6-6F6A-0CB880E86E57}"/>
                    </a:ext>
                  </a:extLst>
                </p14:cNvPr>
                <p14:cNvContentPartPr/>
                <p14:nvPr/>
              </p14:nvContentPartPr>
              <p14:xfrm>
                <a:off x="7900305" y="2711895"/>
                <a:ext cx="47160" cy="64080"/>
              </p14:xfrm>
            </p:contentPart>
          </mc:Choice>
          <mc:Fallback xmlns="">
            <p:pic>
              <p:nvPicPr>
                <p:cNvPr id="215" name="Ink 214">
                  <a:extLst>
                    <a:ext uri="{FF2B5EF4-FFF2-40B4-BE49-F238E27FC236}">
                      <a16:creationId xmlns:a16="http://schemas.microsoft.com/office/drawing/2014/main" id="{ABF31DC5-B7F9-EAC6-6F6A-0CB880E86E57}"/>
                    </a:ext>
                  </a:extLst>
                </p:cNvPr>
                <p:cNvPicPr/>
                <p:nvPr/>
              </p:nvPicPr>
              <p:blipFill>
                <a:blip r:embed="rId313"/>
                <a:stretch>
                  <a:fillRect/>
                </a:stretch>
              </p:blipFill>
              <p:spPr>
                <a:xfrm>
                  <a:off x="7894185" y="2705775"/>
                  <a:ext cx="594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16" name="Ink 215">
                  <a:extLst>
                    <a:ext uri="{FF2B5EF4-FFF2-40B4-BE49-F238E27FC236}">
                      <a16:creationId xmlns:a16="http://schemas.microsoft.com/office/drawing/2014/main" id="{785E489F-9670-4316-DDAC-19D078E9635C}"/>
                    </a:ext>
                  </a:extLst>
                </p14:cNvPr>
                <p14:cNvContentPartPr/>
                <p14:nvPr/>
              </p14:nvContentPartPr>
              <p14:xfrm>
                <a:off x="7917945" y="2712975"/>
                <a:ext cx="197280" cy="227880"/>
              </p14:xfrm>
            </p:contentPart>
          </mc:Choice>
          <mc:Fallback xmlns="">
            <p:pic>
              <p:nvPicPr>
                <p:cNvPr id="216" name="Ink 215">
                  <a:extLst>
                    <a:ext uri="{FF2B5EF4-FFF2-40B4-BE49-F238E27FC236}">
                      <a16:creationId xmlns:a16="http://schemas.microsoft.com/office/drawing/2014/main" id="{785E489F-9670-4316-DDAC-19D078E9635C}"/>
                    </a:ext>
                  </a:extLst>
                </p:cNvPr>
                <p:cNvPicPr/>
                <p:nvPr/>
              </p:nvPicPr>
              <p:blipFill>
                <a:blip r:embed="rId315"/>
                <a:stretch>
                  <a:fillRect/>
                </a:stretch>
              </p:blipFill>
              <p:spPr>
                <a:xfrm>
                  <a:off x="7911825" y="2706855"/>
                  <a:ext cx="20952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18" name="Ink 217">
                  <a:extLst>
                    <a:ext uri="{FF2B5EF4-FFF2-40B4-BE49-F238E27FC236}">
                      <a16:creationId xmlns:a16="http://schemas.microsoft.com/office/drawing/2014/main" id="{7A837212-B492-2D8D-422D-9B74EDA8AA1B}"/>
                    </a:ext>
                  </a:extLst>
                </p14:cNvPr>
                <p14:cNvContentPartPr/>
                <p14:nvPr/>
              </p14:nvContentPartPr>
              <p14:xfrm>
                <a:off x="8095785" y="2731335"/>
                <a:ext cx="6480" cy="4680"/>
              </p14:xfrm>
            </p:contentPart>
          </mc:Choice>
          <mc:Fallback xmlns="">
            <p:pic>
              <p:nvPicPr>
                <p:cNvPr id="218" name="Ink 217">
                  <a:extLst>
                    <a:ext uri="{FF2B5EF4-FFF2-40B4-BE49-F238E27FC236}">
                      <a16:creationId xmlns:a16="http://schemas.microsoft.com/office/drawing/2014/main" id="{7A837212-B492-2D8D-422D-9B74EDA8AA1B}"/>
                    </a:ext>
                  </a:extLst>
                </p:cNvPr>
                <p:cNvPicPr/>
                <p:nvPr/>
              </p:nvPicPr>
              <p:blipFill>
                <a:blip r:embed="rId317"/>
                <a:stretch>
                  <a:fillRect/>
                </a:stretch>
              </p:blipFill>
              <p:spPr>
                <a:xfrm>
                  <a:off x="8089665" y="2725215"/>
                  <a:ext cx="18720" cy="16920"/>
                </a:xfrm>
                <a:prstGeom prst="rect">
                  <a:avLst/>
                </a:prstGeom>
              </p:spPr>
            </p:pic>
          </mc:Fallback>
        </mc:AlternateContent>
      </p:grpSp>
      <p:grpSp>
        <p:nvGrpSpPr>
          <p:cNvPr id="228" name="Group 227">
            <a:extLst>
              <a:ext uri="{FF2B5EF4-FFF2-40B4-BE49-F238E27FC236}">
                <a16:creationId xmlns:a16="http://schemas.microsoft.com/office/drawing/2014/main" id="{6D1F0C19-DD75-8BDA-2EB4-38F8470AEF2F}"/>
              </a:ext>
            </a:extLst>
          </p:cNvPr>
          <p:cNvGrpSpPr/>
          <p:nvPr/>
        </p:nvGrpSpPr>
        <p:grpSpPr>
          <a:xfrm>
            <a:off x="7472625" y="-10065"/>
            <a:ext cx="910080" cy="449475"/>
            <a:chOff x="7472625" y="-10065"/>
            <a:chExt cx="910080" cy="449475"/>
          </a:xfrm>
        </p:grpSpPr>
        <mc:AlternateContent xmlns:mc="http://schemas.openxmlformats.org/markup-compatibility/2006" xmlns:p14="http://schemas.microsoft.com/office/powerpoint/2010/main">
          <mc:Choice Requires="p14">
            <p:contentPart p14:bwMode="auto" r:id="rId318">
              <p14:nvContentPartPr>
                <p14:cNvPr id="220" name="Ink 219">
                  <a:extLst>
                    <a:ext uri="{FF2B5EF4-FFF2-40B4-BE49-F238E27FC236}">
                      <a16:creationId xmlns:a16="http://schemas.microsoft.com/office/drawing/2014/main" id="{BF45F55A-2F7C-2627-7555-3D6CCBF194DC}"/>
                    </a:ext>
                  </a:extLst>
                </p14:cNvPr>
                <p14:cNvContentPartPr/>
                <p14:nvPr/>
              </p14:nvContentPartPr>
              <p14:xfrm>
                <a:off x="7824345" y="89655"/>
                <a:ext cx="74160" cy="115560"/>
              </p14:xfrm>
            </p:contentPart>
          </mc:Choice>
          <mc:Fallback xmlns="">
            <p:pic>
              <p:nvPicPr>
                <p:cNvPr id="220" name="Ink 219">
                  <a:extLst>
                    <a:ext uri="{FF2B5EF4-FFF2-40B4-BE49-F238E27FC236}">
                      <a16:creationId xmlns:a16="http://schemas.microsoft.com/office/drawing/2014/main" id="{BF45F55A-2F7C-2627-7555-3D6CCBF194DC}"/>
                    </a:ext>
                  </a:extLst>
                </p:cNvPr>
                <p:cNvPicPr/>
                <p:nvPr/>
              </p:nvPicPr>
              <p:blipFill>
                <a:blip r:embed="rId319"/>
                <a:stretch>
                  <a:fillRect/>
                </a:stretch>
              </p:blipFill>
              <p:spPr>
                <a:xfrm>
                  <a:off x="7818225" y="83535"/>
                  <a:ext cx="86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21" name="Ink 220">
                  <a:extLst>
                    <a:ext uri="{FF2B5EF4-FFF2-40B4-BE49-F238E27FC236}">
                      <a16:creationId xmlns:a16="http://schemas.microsoft.com/office/drawing/2014/main" id="{D3D0CD09-A6A0-ADD8-76EF-FB67EED285B1}"/>
                    </a:ext>
                  </a:extLst>
                </p14:cNvPr>
                <p14:cNvContentPartPr/>
                <p14:nvPr/>
              </p14:nvContentPartPr>
              <p14:xfrm>
                <a:off x="7739025" y="72015"/>
                <a:ext cx="217440" cy="171000"/>
              </p14:xfrm>
            </p:contentPart>
          </mc:Choice>
          <mc:Fallback xmlns="">
            <p:pic>
              <p:nvPicPr>
                <p:cNvPr id="221" name="Ink 220">
                  <a:extLst>
                    <a:ext uri="{FF2B5EF4-FFF2-40B4-BE49-F238E27FC236}">
                      <a16:creationId xmlns:a16="http://schemas.microsoft.com/office/drawing/2014/main" id="{D3D0CD09-A6A0-ADD8-76EF-FB67EED285B1}"/>
                    </a:ext>
                  </a:extLst>
                </p:cNvPr>
                <p:cNvPicPr/>
                <p:nvPr/>
              </p:nvPicPr>
              <p:blipFill>
                <a:blip r:embed="rId321"/>
                <a:stretch>
                  <a:fillRect/>
                </a:stretch>
              </p:blipFill>
              <p:spPr>
                <a:xfrm>
                  <a:off x="7732905" y="65895"/>
                  <a:ext cx="2296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2" name="Ink 221">
                  <a:extLst>
                    <a:ext uri="{FF2B5EF4-FFF2-40B4-BE49-F238E27FC236}">
                      <a16:creationId xmlns:a16="http://schemas.microsoft.com/office/drawing/2014/main" id="{36EF8A55-4315-F66B-C9DF-8B9EF6111048}"/>
                    </a:ext>
                  </a:extLst>
                </p14:cNvPr>
                <p14:cNvContentPartPr/>
                <p14:nvPr/>
              </p14:nvContentPartPr>
              <p14:xfrm>
                <a:off x="7758465" y="133935"/>
                <a:ext cx="178560" cy="222480"/>
              </p14:xfrm>
            </p:contentPart>
          </mc:Choice>
          <mc:Fallback xmlns="">
            <p:pic>
              <p:nvPicPr>
                <p:cNvPr id="222" name="Ink 221">
                  <a:extLst>
                    <a:ext uri="{FF2B5EF4-FFF2-40B4-BE49-F238E27FC236}">
                      <a16:creationId xmlns:a16="http://schemas.microsoft.com/office/drawing/2014/main" id="{36EF8A55-4315-F66B-C9DF-8B9EF6111048}"/>
                    </a:ext>
                  </a:extLst>
                </p:cNvPr>
                <p:cNvPicPr/>
                <p:nvPr/>
              </p:nvPicPr>
              <p:blipFill>
                <a:blip r:embed="rId323"/>
                <a:stretch>
                  <a:fillRect/>
                </a:stretch>
              </p:blipFill>
              <p:spPr>
                <a:xfrm>
                  <a:off x="7752345" y="127815"/>
                  <a:ext cx="1908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23" name="Ink 222">
                  <a:extLst>
                    <a:ext uri="{FF2B5EF4-FFF2-40B4-BE49-F238E27FC236}">
                      <a16:creationId xmlns:a16="http://schemas.microsoft.com/office/drawing/2014/main" id="{F6F1548D-FA1F-8DA1-538F-9F8036F1FBAE}"/>
                    </a:ext>
                  </a:extLst>
                </p14:cNvPr>
                <p14:cNvContentPartPr/>
                <p14:nvPr/>
              </p14:nvContentPartPr>
              <p14:xfrm>
                <a:off x="7874745" y="-10065"/>
                <a:ext cx="22320" cy="396360"/>
              </p14:xfrm>
            </p:contentPart>
          </mc:Choice>
          <mc:Fallback xmlns="">
            <p:pic>
              <p:nvPicPr>
                <p:cNvPr id="223" name="Ink 222">
                  <a:extLst>
                    <a:ext uri="{FF2B5EF4-FFF2-40B4-BE49-F238E27FC236}">
                      <a16:creationId xmlns:a16="http://schemas.microsoft.com/office/drawing/2014/main" id="{F6F1548D-FA1F-8DA1-538F-9F8036F1FBAE}"/>
                    </a:ext>
                  </a:extLst>
                </p:cNvPr>
                <p:cNvPicPr/>
                <p:nvPr/>
              </p:nvPicPr>
              <p:blipFill>
                <a:blip r:embed="rId325"/>
                <a:stretch>
                  <a:fillRect/>
                </a:stretch>
              </p:blipFill>
              <p:spPr>
                <a:xfrm>
                  <a:off x="7868625" y="-16185"/>
                  <a:ext cx="3456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24" name="Ink 223">
                  <a:extLst>
                    <a:ext uri="{FF2B5EF4-FFF2-40B4-BE49-F238E27FC236}">
                      <a16:creationId xmlns:a16="http://schemas.microsoft.com/office/drawing/2014/main" id="{93885AE3-C9C3-A8E7-52B9-393DB131F82D}"/>
                    </a:ext>
                  </a:extLst>
                </p14:cNvPr>
                <p14:cNvContentPartPr/>
                <p14:nvPr/>
              </p14:nvContentPartPr>
              <p14:xfrm>
                <a:off x="7755225" y="151050"/>
                <a:ext cx="191160" cy="28080"/>
              </p14:xfrm>
            </p:contentPart>
          </mc:Choice>
          <mc:Fallback xmlns="">
            <p:pic>
              <p:nvPicPr>
                <p:cNvPr id="224" name="Ink 223">
                  <a:extLst>
                    <a:ext uri="{FF2B5EF4-FFF2-40B4-BE49-F238E27FC236}">
                      <a16:creationId xmlns:a16="http://schemas.microsoft.com/office/drawing/2014/main" id="{93885AE3-C9C3-A8E7-52B9-393DB131F82D}"/>
                    </a:ext>
                  </a:extLst>
                </p:cNvPr>
                <p:cNvPicPr/>
                <p:nvPr/>
              </p:nvPicPr>
              <p:blipFill>
                <a:blip r:embed="rId327"/>
                <a:stretch>
                  <a:fillRect/>
                </a:stretch>
              </p:blipFill>
              <p:spPr>
                <a:xfrm>
                  <a:off x="7749105" y="144930"/>
                  <a:ext cx="203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25" name="Ink 224">
                  <a:extLst>
                    <a:ext uri="{FF2B5EF4-FFF2-40B4-BE49-F238E27FC236}">
                      <a16:creationId xmlns:a16="http://schemas.microsoft.com/office/drawing/2014/main" id="{E3F26DCF-2E1F-86F1-CA25-C94132D02348}"/>
                    </a:ext>
                  </a:extLst>
                </p14:cNvPr>
                <p14:cNvContentPartPr/>
                <p14:nvPr/>
              </p14:nvContentPartPr>
              <p14:xfrm>
                <a:off x="7472625" y="65730"/>
                <a:ext cx="910080" cy="373680"/>
              </p14:xfrm>
            </p:contentPart>
          </mc:Choice>
          <mc:Fallback xmlns="">
            <p:pic>
              <p:nvPicPr>
                <p:cNvPr id="225" name="Ink 224">
                  <a:extLst>
                    <a:ext uri="{FF2B5EF4-FFF2-40B4-BE49-F238E27FC236}">
                      <a16:creationId xmlns:a16="http://schemas.microsoft.com/office/drawing/2014/main" id="{E3F26DCF-2E1F-86F1-CA25-C94132D02348}"/>
                    </a:ext>
                  </a:extLst>
                </p:cNvPr>
                <p:cNvPicPr/>
                <p:nvPr/>
              </p:nvPicPr>
              <p:blipFill>
                <a:blip r:embed="rId329"/>
                <a:stretch>
                  <a:fillRect/>
                </a:stretch>
              </p:blipFill>
              <p:spPr>
                <a:xfrm>
                  <a:off x="7466505" y="59610"/>
                  <a:ext cx="92232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27" name="Ink 226">
                  <a:extLst>
                    <a:ext uri="{FF2B5EF4-FFF2-40B4-BE49-F238E27FC236}">
                      <a16:creationId xmlns:a16="http://schemas.microsoft.com/office/drawing/2014/main" id="{282F577D-3334-5170-0904-676F0D0B0CD2}"/>
                    </a:ext>
                  </a:extLst>
                </p14:cNvPr>
                <p14:cNvContentPartPr/>
                <p14:nvPr/>
              </p14:nvContentPartPr>
              <p14:xfrm>
                <a:off x="7732185" y="312690"/>
                <a:ext cx="360" cy="360"/>
              </p14:xfrm>
            </p:contentPart>
          </mc:Choice>
          <mc:Fallback xmlns="">
            <p:pic>
              <p:nvPicPr>
                <p:cNvPr id="227" name="Ink 226">
                  <a:extLst>
                    <a:ext uri="{FF2B5EF4-FFF2-40B4-BE49-F238E27FC236}">
                      <a16:creationId xmlns:a16="http://schemas.microsoft.com/office/drawing/2014/main" id="{282F577D-3334-5170-0904-676F0D0B0CD2}"/>
                    </a:ext>
                  </a:extLst>
                </p:cNvPr>
                <p:cNvPicPr/>
                <p:nvPr/>
              </p:nvPicPr>
              <p:blipFill>
                <a:blip r:embed="rId331"/>
                <a:stretch>
                  <a:fillRect/>
                </a:stretch>
              </p:blipFill>
              <p:spPr>
                <a:xfrm>
                  <a:off x="7726065" y="306570"/>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2">
            <p14:nvContentPartPr>
              <p14:cNvPr id="229" name="Ink 228">
                <a:extLst>
                  <a:ext uri="{FF2B5EF4-FFF2-40B4-BE49-F238E27FC236}">
                    <a16:creationId xmlns:a16="http://schemas.microsoft.com/office/drawing/2014/main" id="{9F4C6319-0C82-7DE6-4EF3-96BD5D68D785}"/>
                  </a:ext>
                </a:extLst>
              </p14:cNvPr>
              <p14:cNvContentPartPr/>
              <p14:nvPr/>
            </p14:nvContentPartPr>
            <p14:xfrm>
              <a:off x="2459625" y="785730"/>
              <a:ext cx="6120" cy="8640"/>
            </p14:xfrm>
          </p:contentPart>
        </mc:Choice>
        <mc:Fallback xmlns="">
          <p:pic>
            <p:nvPicPr>
              <p:cNvPr id="229" name="Ink 228">
                <a:extLst>
                  <a:ext uri="{FF2B5EF4-FFF2-40B4-BE49-F238E27FC236}">
                    <a16:creationId xmlns:a16="http://schemas.microsoft.com/office/drawing/2014/main" id="{9F4C6319-0C82-7DE6-4EF3-96BD5D68D785}"/>
                  </a:ext>
                </a:extLst>
              </p:cNvPr>
              <p:cNvPicPr/>
              <p:nvPr/>
            </p:nvPicPr>
            <p:blipFill>
              <a:blip r:embed="rId333"/>
              <a:stretch>
                <a:fillRect/>
              </a:stretch>
            </p:blipFill>
            <p:spPr>
              <a:xfrm>
                <a:off x="2453505" y="779610"/>
                <a:ext cx="18360" cy="20880"/>
              </a:xfrm>
              <a:prstGeom prst="rect">
                <a:avLst/>
              </a:prstGeom>
            </p:spPr>
          </p:pic>
        </mc:Fallback>
      </mc:AlternateContent>
    </p:spTree>
    <p:extLst>
      <p:ext uri="{BB962C8B-B14F-4D97-AF65-F5344CB8AC3E}">
        <p14:creationId xmlns:p14="http://schemas.microsoft.com/office/powerpoint/2010/main" val="778736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39ADD7F-F9BB-4EF8-0BBF-14F094A925A6}"/>
              </a:ext>
            </a:extLst>
          </p:cNvPr>
          <p:cNvGrpSpPr/>
          <p:nvPr/>
        </p:nvGrpSpPr>
        <p:grpSpPr>
          <a:xfrm>
            <a:off x="723345" y="377295"/>
            <a:ext cx="1338840" cy="1101240"/>
            <a:chOff x="723345" y="377295"/>
            <a:chExt cx="1338840" cy="1101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E820C8B-B8E3-3B8E-C4EB-6D2295FD8DB5}"/>
                    </a:ext>
                  </a:extLst>
                </p14:cNvPr>
                <p14:cNvContentPartPr/>
                <p14:nvPr/>
              </p14:nvContentPartPr>
              <p14:xfrm>
                <a:off x="723345" y="491775"/>
                <a:ext cx="364680" cy="379440"/>
              </p14:xfrm>
            </p:contentPart>
          </mc:Choice>
          <mc:Fallback xmlns="">
            <p:pic>
              <p:nvPicPr>
                <p:cNvPr id="2" name="Ink 1">
                  <a:extLst>
                    <a:ext uri="{FF2B5EF4-FFF2-40B4-BE49-F238E27FC236}">
                      <a16:creationId xmlns:a16="http://schemas.microsoft.com/office/drawing/2014/main" id="{BE820C8B-B8E3-3B8E-C4EB-6D2295FD8DB5}"/>
                    </a:ext>
                  </a:extLst>
                </p:cNvPr>
                <p:cNvPicPr/>
                <p:nvPr/>
              </p:nvPicPr>
              <p:blipFill>
                <a:blip r:embed="rId3"/>
                <a:stretch>
                  <a:fillRect/>
                </a:stretch>
              </p:blipFill>
              <p:spPr>
                <a:xfrm>
                  <a:off x="717225" y="485655"/>
                  <a:ext cx="37692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4100121-D6C9-42B3-07DA-0582DDBEF76A}"/>
                    </a:ext>
                  </a:extLst>
                </p14:cNvPr>
                <p14:cNvContentPartPr/>
                <p14:nvPr/>
              </p14:nvContentPartPr>
              <p14:xfrm>
                <a:off x="1377105" y="377295"/>
                <a:ext cx="685080" cy="1101240"/>
              </p14:xfrm>
            </p:contentPart>
          </mc:Choice>
          <mc:Fallback xmlns="">
            <p:pic>
              <p:nvPicPr>
                <p:cNvPr id="3" name="Ink 2">
                  <a:extLst>
                    <a:ext uri="{FF2B5EF4-FFF2-40B4-BE49-F238E27FC236}">
                      <a16:creationId xmlns:a16="http://schemas.microsoft.com/office/drawing/2014/main" id="{74100121-D6C9-42B3-07DA-0582DDBEF76A}"/>
                    </a:ext>
                  </a:extLst>
                </p:cNvPr>
                <p:cNvPicPr/>
                <p:nvPr/>
              </p:nvPicPr>
              <p:blipFill>
                <a:blip r:embed="rId5"/>
                <a:stretch>
                  <a:fillRect/>
                </a:stretch>
              </p:blipFill>
              <p:spPr>
                <a:xfrm>
                  <a:off x="1370985" y="371175"/>
                  <a:ext cx="697320" cy="1113480"/>
                </a:xfrm>
                <a:prstGeom prst="rect">
                  <a:avLst/>
                </a:prstGeom>
              </p:spPr>
            </p:pic>
          </mc:Fallback>
        </mc:AlternateContent>
      </p:grpSp>
      <p:grpSp>
        <p:nvGrpSpPr>
          <p:cNvPr id="23" name="Group 22">
            <a:extLst>
              <a:ext uri="{FF2B5EF4-FFF2-40B4-BE49-F238E27FC236}">
                <a16:creationId xmlns:a16="http://schemas.microsoft.com/office/drawing/2014/main" id="{F9E04F68-1FE3-2AD3-689B-252D26DB1FD1}"/>
              </a:ext>
            </a:extLst>
          </p:cNvPr>
          <p:cNvGrpSpPr/>
          <p:nvPr/>
        </p:nvGrpSpPr>
        <p:grpSpPr>
          <a:xfrm>
            <a:off x="2573745" y="301695"/>
            <a:ext cx="1046520" cy="577440"/>
            <a:chOff x="2573745" y="301695"/>
            <a:chExt cx="1046520" cy="57744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37D1403-3616-C265-EDDB-B0B12E58E807}"/>
                    </a:ext>
                  </a:extLst>
                </p14:cNvPr>
                <p14:cNvContentPartPr/>
                <p14:nvPr/>
              </p14:nvContentPartPr>
              <p14:xfrm>
                <a:off x="2573745" y="301695"/>
                <a:ext cx="464400" cy="577440"/>
              </p14:xfrm>
            </p:contentPart>
          </mc:Choice>
          <mc:Fallback xmlns="">
            <p:pic>
              <p:nvPicPr>
                <p:cNvPr id="5" name="Ink 4">
                  <a:extLst>
                    <a:ext uri="{FF2B5EF4-FFF2-40B4-BE49-F238E27FC236}">
                      <a16:creationId xmlns:a16="http://schemas.microsoft.com/office/drawing/2014/main" id="{437D1403-3616-C265-EDDB-B0B12E58E807}"/>
                    </a:ext>
                  </a:extLst>
                </p:cNvPr>
                <p:cNvPicPr/>
                <p:nvPr/>
              </p:nvPicPr>
              <p:blipFill>
                <a:blip r:embed="rId7"/>
                <a:stretch>
                  <a:fillRect/>
                </a:stretch>
              </p:blipFill>
              <p:spPr>
                <a:xfrm>
                  <a:off x="2567625" y="295575"/>
                  <a:ext cx="476640" cy="589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76C6B0CB-D61D-2D7F-D9FD-25A3FC067910}"/>
                    </a:ext>
                  </a:extLst>
                </p14:cNvPr>
                <p14:cNvContentPartPr/>
                <p14:nvPr/>
              </p14:nvContentPartPr>
              <p14:xfrm>
                <a:off x="3257385" y="477375"/>
                <a:ext cx="362880" cy="281880"/>
              </p14:xfrm>
            </p:contentPart>
          </mc:Choice>
          <mc:Fallback xmlns="">
            <p:pic>
              <p:nvPicPr>
                <p:cNvPr id="6" name="Ink 5">
                  <a:extLst>
                    <a:ext uri="{FF2B5EF4-FFF2-40B4-BE49-F238E27FC236}">
                      <a16:creationId xmlns:a16="http://schemas.microsoft.com/office/drawing/2014/main" id="{76C6B0CB-D61D-2D7F-D9FD-25A3FC067910}"/>
                    </a:ext>
                  </a:extLst>
                </p:cNvPr>
                <p:cNvPicPr/>
                <p:nvPr/>
              </p:nvPicPr>
              <p:blipFill>
                <a:blip r:embed="rId9"/>
                <a:stretch>
                  <a:fillRect/>
                </a:stretch>
              </p:blipFill>
              <p:spPr>
                <a:xfrm>
                  <a:off x="3251265" y="471255"/>
                  <a:ext cx="375120" cy="294120"/>
                </a:xfrm>
                <a:prstGeom prst="rect">
                  <a:avLst/>
                </a:prstGeom>
              </p:spPr>
            </p:pic>
          </mc:Fallback>
        </mc:AlternateContent>
      </p:grpSp>
      <p:grpSp>
        <p:nvGrpSpPr>
          <p:cNvPr id="22" name="Group 21">
            <a:extLst>
              <a:ext uri="{FF2B5EF4-FFF2-40B4-BE49-F238E27FC236}">
                <a16:creationId xmlns:a16="http://schemas.microsoft.com/office/drawing/2014/main" id="{1C0C3369-5FA6-A77F-0D74-7FB298CE9D78}"/>
              </a:ext>
            </a:extLst>
          </p:cNvPr>
          <p:cNvGrpSpPr/>
          <p:nvPr/>
        </p:nvGrpSpPr>
        <p:grpSpPr>
          <a:xfrm>
            <a:off x="4373025" y="201975"/>
            <a:ext cx="1576440" cy="463320"/>
            <a:chOff x="4373025" y="201975"/>
            <a:chExt cx="1576440" cy="463320"/>
          </a:xfrm>
        </p:grpSpPr>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E79F70B-F2B1-C4CE-2A71-E710455875E7}"/>
                    </a:ext>
                  </a:extLst>
                </p14:cNvPr>
                <p14:cNvContentPartPr/>
                <p14:nvPr/>
              </p14:nvContentPartPr>
              <p14:xfrm>
                <a:off x="4373025" y="201975"/>
                <a:ext cx="494280" cy="459720"/>
              </p14:xfrm>
            </p:contentPart>
          </mc:Choice>
          <mc:Fallback xmlns="">
            <p:pic>
              <p:nvPicPr>
                <p:cNvPr id="7" name="Ink 6">
                  <a:extLst>
                    <a:ext uri="{FF2B5EF4-FFF2-40B4-BE49-F238E27FC236}">
                      <a16:creationId xmlns:a16="http://schemas.microsoft.com/office/drawing/2014/main" id="{FE79F70B-F2B1-C4CE-2A71-E710455875E7}"/>
                    </a:ext>
                  </a:extLst>
                </p:cNvPr>
                <p:cNvPicPr/>
                <p:nvPr/>
              </p:nvPicPr>
              <p:blipFill>
                <a:blip r:embed="rId11"/>
                <a:stretch>
                  <a:fillRect/>
                </a:stretch>
              </p:blipFill>
              <p:spPr>
                <a:xfrm>
                  <a:off x="4366905" y="195855"/>
                  <a:ext cx="50652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9125AE9-1F20-E2DE-8611-6F47EBD49274}"/>
                    </a:ext>
                  </a:extLst>
                </p14:cNvPr>
                <p14:cNvContentPartPr/>
                <p14:nvPr/>
              </p14:nvContentPartPr>
              <p14:xfrm>
                <a:off x="4993665" y="430215"/>
                <a:ext cx="338760" cy="235080"/>
              </p14:xfrm>
            </p:contentPart>
          </mc:Choice>
          <mc:Fallback xmlns="">
            <p:pic>
              <p:nvPicPr>
                <p:cNvPr id="8" name="Ink 7">
                  <a:extLst>
                    <a:ext uri="{FF2B5EF4-FFF2-40B4-BE49-F238E27FC236}">
                      <a16:creationId xmlns:a16="http://schemas.microsoft.com/office/drawing/2014/main" id="{C9125AE9-1F20-E2DE-8611-6F47EBD49274}"/>
                    </a:ext>
                  </a:extLst>
                </p:cNvPr>
                <p:cNvPicPr/>
                <p:nvPr/>
              </p:nvPicPr>
              <p:blipFill>
                <a:blip r:embed="rId13"/>
                <a:stretch>
                  <a:fillRect/>
                </a:stretch>
              </p:blipFill>
              <p:spPr>
                <a:xfrm>
                  <a:off x="4987545" y="424095"/>
                  <a:ext cx="35100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CB0EC822-7147-BF10-444B-DD6F1AC1D494}"/>
                    </a:ext>
                  </a:extLst>
                </p14:cNvPr>
                <p14:cNvContentPartPr/>
                <p14:nvPr/>
              </p14:nvContentPartPr>
              <p14:xfrm>
                <a:off x="5486145" y="342735"/>
                <a:ext cx="59760" cy="175320"/>
              </p14:xfrm>
            </p:contentPart>
          </mc:Choice>
          <mc:Fallback xmlns="">
            <p:pic>
              <p:nvPicPr>
                <p:cNvPr id="9" name="Ink 8">
                  <a:extLst>
                    <a:ext uri="{FF2B5EF4-FFF2-40B4-BE49-F238E27FC236}">
                      <a16:creationId xmlns:a16="http://schemas.microsoft.com/office/drawing/2014/main" id="{CB0EC822-7147-BF10-444B-DD6F1AC1D494}"/>
                    </a:ext>
                  </a:extLst>
                </p:cNvPr>
                <p:cNvPicPr/>
                <p:nvPr/>
              </p:nvPicPr>
              <p:blipFill>
                <a:blip r:embed="rId15"/>
                <a:stretch>
                  <a:fillRect/>
                </a:stretch>
              </p:blipFill>
              <p:spPr>
                <a:xfrm>
                  <a:off x="5480025" y="336615"/>
                  <a:ext cx="72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204300CF-2D61-5AB4-D40D-C13C7C96114E}"/>
                    </a:ext>
                  </a:extLst>
                </p14:cNvPr>
                <p14:cNvContentPartPr/>
                <p14:nvPr/>
              </p14:nvContentPartPr>
              <p14:xfrm>
                <a:off x="5783505" y="419775"/>
                <a:ext cx="20880" cy="183600"/>
              </p14:xfrm>
            </p:contentPart>
          </mc:Choice>
          <mc:Fallback xmlns="">
            <p:pic>
              <p:nvPicPr>
                <p:cNvPr id="10" name="Ink 9">
                  <a:extLst>
                    <a:ext uri="{FF2B5EF4-FFF2-40B4-BE49-F238E27FC236}">
                      <a16:creationId xmlns:a16="http://schemas.microsoft.com/office/drawing/2014/main" id="{204300CF-2D61-5AB4-D40D-C13C7C96114E}"/>
                    </a:ext>
                  </a:extLst>
                </p:cNvPr>
                <p:cNvPicPr/>
                <p:nvPr/>
              </p:nvPicPr>
              <p:blipFill>
                <a:blip r:embed="rId17"/>
                <a:stretch>
                  <a:fillRect/>
                </a:stretch>
              </p:blipFill>
              <p:spPr>
                <a:xfrm>
                  <a:off x="5777385" y="413655"/>
                  <a:ext cx="33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2653F2D-283D-9088-6B5F-931995EBDACB}"/>
                    </a:ext>
                  </a:extLst>
                </p14:cNvPr>
                <p14:cNvContentPartPr/>
                <p14:nvPr/>
              </p14:nvContentPartPr>
              <p14:xfrm>
                <a:off x="5707905" y="446775"/>
                <a:ext cx="241560" cy="113400"/>
              </p14:xfrm>
            </p:contentPart>
          </mc:Choice>
          <mc:Fallback xmlns="">
            <p:pic>
              <p:nvPicPr>
                <p:cNvPr id="11" name="Ink 10">
                  <a:extLst>
                    <a:ext uri="{FF2B5EF4-FFF2-40B4-BE49-F238E27FC236}">
                      <a16:creationId xmlns:a16="http://schemas.microsoft.com/office/drawing/2014/main" id="{F2653F2D-283D-9088-6B5F-931995EBDACB}"/>
                    </a:ext>
                  </a:extLst>
                </p:cNvPr>
                <p:cNvPicPr/>
                <p:nvPr/>
              </p:nvPicPr>
              <p:blipFill>
                <a:blip r:embed="rId19"/>
                <a:stretch>
                  <a:fillRect/>
                </a:stretch>
              </p:blipFill>
              <p:spPr>
                <a:xfrm>
                  <a:off x="5701785" y="440655"/>
                  <a:ext cx="253800" cy="125640"/>
                </a:xfrm>
                <a:prstGeom prst="rect">
                  <a:avLst/>
                </a:prstGeom>
              </p:spPr>
            </p:pic>
          </mc:Fallback>
        </mc:AlternateContent>
      </p:grpSp>
      <p:grpSp>
        <p:nvGrpSpPr>
          <p:cNvPr id="21" name="Group 20">
            <a:extLst>
              <a:ext uri="{FF2B5EF4-FFF2-40B4-BE49-F238E27FC236}">
                <a16:creationId xmlns:a16="http://schemas.microsoft.com/office/drawing/2014/main" id="{AB0D998E-1CBA-A966-6850-ED07A35B553B}"/>
              </a:ext>
            </a:extLst>
          </p:cNvPr>
          <p:cNvGrpSpPr/>
          <p:nvPr/>
        </p:nvGrpSpPr>
        <p:grpSpPr>
          <a:xfrm>
            <a:off x="6433665" y="383775"/>
            <a:ext cx="1266840" cy="267120"/>
            <a:chOff x="6433665" y="383775"/>
            <a:chExt cx="1266840" cy="267120"/>
          </a:xfrm>
        </p:grpSpPr>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1BD279CB-1333-5DEB-2C61-D85015E23104}"/>
                    </a:ext>
                  </a:extLst>
                </p14:cNvPr>
                <p14:cNvContentPartPr/>
                <p14:nvPr/>
              </p14:nvContentPartPr>
              <p14:xfrm>
                <a:off x="6433665" y="383775"/>
                <a:ext cx="744840" cy="267120"/>
              </p14:xfrm>
            </p:contentPart>
          </mc:Choice>
          <mc:Fallback xmlns="">
            <p:pic>
              <p:nvPicPr>
                <p:cNvPr id="12" name="Ink 11">
                  <a:extLst>
                    <a:ext uri="{FF2B5EF4-FFF2-40B4-BE49-F238E27FC236}">
                      <a16:creationId xmlns:a16="http://schemas.microsoft.com/office/drawing/2014/main" id="{1BD279CB-1333-5DEB-2C61-D85015E23104}"/>
                    </a:ext>
                  </a:extLst>
                </p:cNvPr>
                <p:cNvPicPr/>
                <p:nvPr/>
              </p:nvPicPr>
              <p:blipFill>
                <a:blip r:embed="rId21"/>
                <a:stretch>
                  <a:fillRect/>
                </a:stretch>
              </p:blipFill>
              <p:spPr>
                <a:xfrm>
                  <a:off x="6427545" y="377655"/>
                  <a:ext cx="7570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01B0C8C0-B805-2D67-1AAB-9B977B657D16}"/>
                    </a:ext>
                  </a:extLst>
                </p14:cNvPr>
                <p14:cNvContentPartPr/>
                <p14:nvPr/>
              </p14:nvContentPartPr>
              <p14:xfrm>
                <a:off x="7445265" y="419055"/>
                <a:ext cx="255240" cy="204840"/>
              </p14:xfrm>
            </p:contentPart>
          </mc:Choice>
          <mc:Fallback xmlns="">
            <p:pic>
              <p:nvPicPr>
                <p:cNvPr id="13" name="Ink 12">
                  <a:extLst>
                    <a:ext uri="{FF2B5EF4-FFF2-40B4-BE49-F238E27FC236}">
                      <a16:creationId xmlns:a16="http://schemas.microsoft.com/office/drawing/2014/main" id="{01B0C8C0-B805-2D67-1AAB-9B977B657D16}"/>
                    </a:ext>
                  </a:extLst>
                </p:cNvPr>
                <p:cNvPicPr/>
                <p:nvPr/>
              </p:nvPicPr>
              <p:blipFill>
                <a:blip r:embed="rId23"/>
                <a:stretch>
                  <a:fillRect/>
                </a:stretch>
              </p:blipFill>
              <p:spPr>
                <a:xfrm>
                  <a:off x="7439145" y="412935"/>
                  <a:ext cx="267480" cy="217080"/>
                </a:xfrm>
                <a:prstGeom prst="rect">
                  <a:avLst/>
                </a:prstGeom>
              </p:spPr>
            </p:pic>
          </mc:Fallback>
        </mc:AlternateContent>
      </p:grpSp>
      <p:grpSp>
        <p:nvGrpSpPr>
          <p:cNvPr id="20" name="Group 19">
            <a:extLst>
              <a:ext uri="{FF2B5EF4-FFF2-40B4-BE49-F238E27FC236}">
                <a16:creationId xmlns:a16="http://schemas.microsoft.com/office/drawing/2014/main" id="{0E41664E-4B8C-9D93-C451-3DCF48A5111B}"/>
              </a:ext>
            </a:extLst>
          </p:cNvPr>
          <p:cNvGrpSpPr/>
          <p:nvPr/>
        </p:nvGrpSpPr>
        <p:grpSpPr>
          <a:xfrm>
            <a:off x="8935305" y="109095"/>
            <a:ext cx="1906200" cy="559800"/>
            <a:chOff x="8935305" y="109095"/>
            <a:chExt cx="1906200" cy="55980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0E48D69C-1F3C-1C68-EFA7-46DFEE3F9AEA}"/>
                    </a:ext>
                  </a:extLst>
                </p14:cNvPr>
                <p14:cNvContentPartPr/>
                <p14:nvPr/>
              </p14:nvContentPartPr>
              <p14:xfrm>
                <a:off x="8935305" y="109095"/>
                <a:ext cx="70200" cy="559800"/>
              </p14:xfrm>
            </p:contentPart>
          </mc:Choice>
          <mc:Fallback xmlns="">
            <p:pic>
              <p:nvPicPr>
                <p:cNvPr id="14" name="Ink 13">
                  <a:extLst>
                    <a:ext uri="{FF2B5EF4-FFF2-40B4-BE49-F238E27FC236}">
                      <a16:creationId xmlns:a16="http://schemas.microsoft.com/office/drawing/2014/main" id="{0E48D69C-1F3C-1C68-EFA7-46DFEE3F9AEA}"/>
                    </a:ext>
                  </a:extLst>
                </p:cNvPr>
                <p:cNvPicPr/>
                <p:nvPr/>
              </p:nvPicPr>
              <p:blipFill>
                <a:blip r:embed="rId25"/>
                <a:stretch>
                  <a:fillRect/>
                </a:stretch>
              </p:blipFill>
              <p:spPr>
                <a:xfrm>
                  <a:off x="8929185" y="102975"/>
                  <a:ext cx="8244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993CCF2D-2475-A76D-0A6F-A0D0603C49F4}"/>
                    </a:ext>
                  </a:extLst>
                </p14:cNvPr>
                <p14:cNvContentPartPr/>
                <p14:nvPr/>
              </p14:nvContentPartPr>
              <p14:xfrm>
                <a:off x="9193065" y="465135"/>
                <a:ext cx="69120" cy="95040"/>
              </p14:xfrm>
            </p:contentPart>
          </mc:Choice>
          <mc:Fallback xmlns="">
            <p:pic>
              <p:nvPicPr>
                <p:cNvPr id="15" name="Ink 14">
                  <a:extLst>
                    <a:ext uri="{FF2B5EF4-FFF2-40B4-BE49-F238E27FC236}">
                      <a16:creationId xmlns:a16="http://schemas.microsoft.com/office/drawing/2014/main" id="{993CCF2D-2475-A76D-0A6F-A0D0603C49F4}"/>
                    </a:ext>
                  </a:extLst>
                </p:cNvPr>
                <p:cNvPicPr/>
                <p:nvPr/>
              </p:nvPicPr>
              <p:blipFill>
                <a:blip r:embed="rId27"/>
                <a:stretch>
                  <a:fillRect/>
                </a:stretch>
              </p:blipFill>
              <p:spPr>
                <a:xfrm>
                  <a:off x="9186945" y="459015"/>
                  <a:ext cx="81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9818198-C0D9-F0F1-09A9-98FFBA3D058B}"/>
                    </a:ext>
                  </a:extLst>
                </p14:cNvPr>
                <p14:cNvContentPartPr/>
                <p14:nvPr/>
              </p14:nvContentPartPr>
              <p14:xfrm>
                <a:off x="9218265" y="294495"/>
                <a:ext cx="99720" cy="46800"/>
              </p14:xfrm>
            </p:contentPart>
          </mc:Choice>
          <mc:Fallback xmlns="">
            <p:pic>
              <p:nvPicPr>
                <p:cNvPr id="16" name="Ink 15">
                  <a:extLst>
                    <a:ext uri="{FF2B5EF4-FFF2-40B4-BE49-F238E27FC236}">
                      <a16:creationId xmlns:a16="http://schemas.microsoft.com/office/drawing/2014/main" id="{49818198-C0D9-F0F1-09A9-98FFBA3D058B}"/>
                    </a:ext>
                  </a:extLst>
                </p:cNvPr>
                <p:cNvPicPr/>
                <p:nvPr/>
              </p:nvPicPr>
              <p:blipFill>
                <a:blip r:embed="rId29"/>
                <a:stretch>
                  <a:fillRect/>
                </a:stretch>
              </p:blipFill>
              <p:spPr>
                <a:xfrm>
                  <a:off x="9212145" y="288375"/>
                  <a:ext cx="1119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C7755F01-9024-7B1E-5BAF-1274A47016C7}"/>
                    </a:ext>
                  </a:extLst>
                </p14:cNvPr>
                <p14:cNvContentPartPr/>
                <p14:nvPr/>
              </p14:nvContentPartPr>
              <p14:xfrm>
                <a:off x="9388545" y="451455"/>
                <a:ext cx="339840" cy="154800"/>
              </p14:xfrm>
            </p:contentPart>
          </mc:Choice>
          <mc:Fallback xmlns="">
            <p:pic>
              <p:nvPicPr>
                <p:cNvPr id="17" name="Ink 16">
                  <a:extLst>
                    <a:ext uri="{FF2B5EF4-FFF2-40B4-BE49-F238E27FC236}">
                      <a16:creationId xmlns:a16="http://schemas.microsoft.com/office/drawing/2014/main" id="{C7755F01-9024-7B1E-5BAF-1274A47016C7}"/>
                    </a:ext>
                  </a:extLst>
                </p:cNvPr>
                <p:cNvPicPr/>
                <p:nvPr/>
              </p:nvPicPr>
              <p:blipFill>
                <a:blip r:embed="rId31"/>
                <a:stretch>
                  <a:fillRect/>
                </a:stretch>
              </p:blipFill>
              <p:spPr>
                <a:xfrm>
                  <a:off x="9382425" y="445335"/>
                  <a:ext cx="3520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31ABB8AC-7288-C201-3DE3-69AD74BFF8E8}"/>
                    </a:ext>
                  </a:extLst>
                </p14:cNvPr>
                <p14:cNvContentPartPr/>
                <p14:nvPr/>
              </p14:nvContentPartPr>
              <p14:xfrm>
                <a:off x="9825225" y="344175"/>
                <a:ext cx="487440" cy="209520"/>
              </p14:xfrm>
            </p:contentPart>
          </mc:Choice>
          <mc:Fallback xmlns="">
            <p:pic>
              <p:nvPicPr>
                <p:cNvPr id="18" name="Ink 17">
                  <a:extLst>
                    <a:ext uri="{FF2B5EF4-FFF2-40B4-BE49-F238E27FC236}">
                      <a16:creationId xmlns:a16="http://schemas.microsoft.com/office/drawing/2014/main" id="{31ABB8AC-7288-C201-3DE3-69AD74BFF8E8}"/>
                    </a:ext>
                  </a:extLst>
                </p:cNvPr>
                <p:cNvPicPr/>
                <p:nvPr/>
              </p:nvPicPr>
              <p:blipFill>
                <a:blip r:embed="rId33"/>
                <a:stretch>
                  <a:fillRect/>
                </a:stretch>
              </p:blipFill>
              <p:spPr>
                <a:xfrm>
                  <a:off x="9819105" y="338055"/>
                  <a:ext cx="4996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87AC1F1F-8903-95A1-52BB-B64F84BD0DC4}"/>
                    </a:ext>
                  </a:extLst>
                </p14:cNvPr>
                <p14:cNvContentPartPr/>
                <p14:nvPr/>
              </p14:nvContentPartPr>
              <p14:xfrm>
                <a:off x="10364865" y="295575"/>
                <a:ext cx="476640" cy="309960"/>
              </p14:xfrm>
            </p:contentPart>
          </mc:Choice>
          <mc:Fallback xmlns="">
            <p:pic>
              <p:nvPicPr>
                <p:cNvPr id="19" name="Ink 18">
                  <a:extLst>
                    <a:ext uri="{FF2B5EF4-FFF2-40B4-BE49-F238E27FC236}">
                      <a16:creationId xmlns:a16="http://schemas.microsoft.com/office/drawing/2014/main" id="{87AC1F1F-8903-95A1-52BB-B64F84BD0DC4}"/>
                    </a:ext>
                  </a:extLst>
                </p:cNvPr>
                <p:cNvPicPr/>
                <p:nvPr/>
              </p:nvPicPr>
              <p:blipFill>
                <a:blip r:embed="rId35"/>
                <a:stretch>
                  <a:fillRect/>
                </a:stretch>
              </p:blipFill>
              <p:spPr>
                <a:xfrm>
                  <a:off x="10358745" y="289455"/>
                  <a:ext cx="488880" cy="32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FAB19E86-459D-27FC-1143-668C92D5C83B}"/>
                  </a:ext>
                </a:extLst>
              </p14:cNvPr>
              <p14:cNvContentPartPr/>
              <p14:nvPr/>
            </p14:nvContentPartPr>
            <p14:xfrm>
              <a:off x="5760465" y="1020615"/>
              <a:ext cx="52920" cy="19800"/>
            </p14:xfrm>
          </p:contentPart>
        </mc:Choice>
        <mc:Fallback xmlns="">
          <p:pic>
            <p:nvPicPr>
              <p:cNvPr id="28" name="Ink 27">
                <a:extLst>
                  <a:ext uri="{FF2B5EF4-FFF2-40B4-BE49-F238E27FC236}">
                    <a16:creationId xmlns:a16="http://schemas.microsoft.com/office/drawing/2014/main" id="{FAB19E86-459D-27FC-1143-668C92D5C83B}"/>
                  </a:ext>
                </a:extLst>
              </p:cNvPr>
              <p:cNvPicPr/>
              <p:nvPr/>
            </p:nvPicPr>
            <p:blipFill>
              <a:blip r:embed="rId37"/>
              <a:stretch>
                <a:fillRect/>
              </a:stretch>
            </p:blipFill>
            <p:spPr>
              <a:xfrm>
                <a:off x="5754345" y="1014495"/>
                <a:ext cx="65160" cy="32040"/>
              </a:xfrm>
              <a:prstGeom prst="rect">
                <a:avLst/>
              </a:prstGeom>
            </p:spPr>
          </p:pic>
        </mc:Fallback>
      </mc:AlternateContent>
      <p:grpSp>
        <p:nvGrpSpPr>
          <p:cNvPr id="31" name="Group 30">
            <a:extLst>
              <a:ext uri="{FF2B5EF4-FFF2-40B4-BE49-F238E27FC236}">
                <a16:creationId xmlns:a16="http://schemas.microsoft.com/office/drawing/2014/main" id="{2A109532-D0DD-4422-42DE-B84E0E4E2ED8}"/>
              </a:ext>
            </a:extLst>
          </p:cNvPr>
          <p:cNvGrpSpPr/>
          <p:nvPr/>
        </p:nvGrpSpPr>
        <p:grpSpPr>
          <a:xfrm>
            <a:off x="2695785" y="1288095"/>
            <a:ext cx="4200480" cy="904320"/>
            <a:chOff x="2695785" y="1288095"/>
            <a:chExt cx="4200480" cy="904320"/>
          </a:xfrm>
        </p:grpSpPr>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BE1C0D13-613A-0675-22C6-1724F8EE665C}"/>
                    </a:ext>
                  </a:extLst>
                </p14:cNvPr>
                <p14:cNvContentPartPr/>
                <p14:nvPr/>
              </p14:nvContentPartPr>
              <p14:xfrm>
                <a:off x="2695785" y="1290255"/>
                <a:ext cx="558360" cy="586800"/>
              </p14:xfrm>
            </p:contentPart>
          </mc:Choice>
          <mc:Fallback xmlns="">
            <p:pic>
              <p:nvPicPr>
                <p:cNvPr id="24" name="Ink 23">
                  <a:extLst>
                    <a:ext uri="{FF2B5EF4-FFF2-40B4-BE49-F238E27FC236}">
                      <a16:creationId xmlns:a16="http://schemas.microsoft.com/office/drawing/2014/main" id="{BE1C0D13-613A-0675-22C6-1724F8EE665C}"/>
                    </a:ext>
                  </a:extLst>
                </p:cNvPr>
                <p:cNvPicPr/>
                <p:nvPr/>
              </p:nvPicPr>
              <p:blipFill>
                <a:blip r:embed="rId39"/>
                <a:stretch>
                  <a:fillRect/>
                </a:stretch>
              </p:blipFill>
              <p:spPr>
                <a:xfrm>
                  <a:off x="2689665" y="1284135"/>
                  <a:ext cx="57060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2680FECD-4342-90B5-7E43-5C0E32058724}"/>
                    </a:ext>
                  </a:extLst>
                </p14:cNvPr>
                <p14:cNvContentPartPr/>
                <p14:nvPr/>
              </p14:nvContentPartPr>
              <p14:xfrm>
                <a:off x="3556185" y="1378455"/>
                <a:ext cx="698400" cy="813960"/>
              </p14:xfrm>
            </p:contentPart>
          </mc:Choice>
          <mc:Fallback xmlns="">
            <p:pic>
              <p:nvPicPr>
                <p:cNvPr id="25" name="Ink 24">
                  <a:extLst>
                    <a:ext uri="{FF2B5EF4-FFF2-40B4-BE49-F238E27FC236}">
                      <a16:creationId xmlns:a16="http://schemas.microsoft.com/office/drawing/2014/main" id="{2680FECD-4342-90B5-7E43-5C0E32058724}"/>
                    </a:ext>
                  </a:extLst>
                </p:cNvPr>
                <p:cNvPicPr/>
                <p:nvPr/>
              </p:nvPicPr>
              <p:blipFill>
                <a:blip r:embed="rId41"/>
                <a:stretch>
                  <a:fillRect/>
                </a:stretch>
              </p:blipFill>
              <p:spPr>
                <a:xfrm>
                  <a:off x="3550065" y="1372335"/>
                  <a:ext cx="710640" cy="826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19EA0091-4CA6-21C1-F5E7-BF1FD5314BE9}"/>
                    </a:ext>
                  </a:extLst>
                </p14:cNvPr>
                <p14:cNvContentPartPr/>
                <p14:nvPr/>
              </p14:nvContentPartPr>
              <p14:xfrm>
                <a:off x="4229025" y="1302135"/>
                <a:ext cx="405000" cy="422640"/>
              </p14:xfrm>
            </p:contentPart>
          </mc:Choice>
          <mc:Fallback xmlns="">
            <p:pic>
              <p:nvPicPr>
                <p:cNvPr id="26" name="Ink 25">
                  <a:extLst>
                    <a:ext uri="{FF2B5EF4-FFF2-40B4-BE49-F238E27FC236}">
                      <a16:creationId xmlns:a16="http://schemas.microsoft.com/office/drawing/2014/main" id="{19EA0091-4CA6-21C1-F5E7-BF1FD5314BE9}"/>
                    </a:ext>
                  </a:extLst>
                </p:cNvPr>
                <p:cNvPicPr/>
                <p:nvPr/>
              </p:nvPicPr>
              <p:blipFill>
                <a:blip r:embed="rId43"/>
                <a:stretch>
                  <a:fillRect/>
                </a:stretch>
              </p:blipFill>
              <p:spPr>
                <a:xfrm>
                  <a:off x="4222905" y="1296015"/>
                  <a:ext cx="41724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779F633B-4171-33D1-10A3-FBD3F2C28938}"/>
                    </a:ext>
                  </a:extLst>
                </p14:cNvPr>
                <p14:cNvContentPartPr/>
                <p14:nvPr/>
              </p14:nvContentPartPr>
              <p14:xfrm>
                <a:off x="4880265" y="1288095"/>
                <a:ext cx="800640" cy="262800"/>
              </p14:xfrm>
            </p:contentPart>
          </mc:Choice>
          <mc:Fallback xmlns="">
            <p:pic>
              <p:nvPicPr>
                <p:cNvPr id="27" name="Ink 26">
                  <a:extLst>
                    <a:ext uri="{FF2B5EF4-FFF2-40B4-BE49-F238E27FC236}">
                      <a16:creationId xmlns:a16="http://schemas.microsoft.com/office/drawing/2014/main" id="{779F633B-4171-33D1-10A3-FBD3F2C28938}"/>
                    </a:ext>
                  </a:extLst>
                </p:cNvPr>
                <p:cNvPicPr/>
                <p:nvPr/>
              </p:nvPicPr>
              <p:blipFill>
                <a:blip r:embed="rId45"/>
                <a:stretch>
                  <a:fillRect/>
                </a:stretch>
              </p:blipFill>
              <p:spPr>
                <a:xfrm>
                  <a:off x="4874145" y="1281975"/>
                  <a:ext cx="8128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B9FC3D81-E489-2F18-2359-E70CBF4BA4C2}"/>
                    </a:ext>
                  </a:extLst>
                </p14:cNvPr>
                <p14:cNvContentPartPr/>
                <p14:nvPr/>
              </p14:nvContentPartPr>
              <p14:xfrm>
                <a:off x="5889705" y="1290615"/>
                <a:ext cx="205560" cy="266760"/>
              </p14:xfrm>
            </p:contentPart>
          </mc:Choice>
          <mc:Fallback xmlns="">
            <p:pic>
              <p:nvPicPr>
                <p:cNvPr id="29" name="Ink 28">
                  <a:extLst>
                    <a:ext uri="{FF2B5EF4-FFF2-40B4-BE49-F238E27FC236}">
                      <a16:creationId xmlns:a16="http://schemas.microsoft.com/office/drawing/2014/main" id="{B9FC3D81-E489-2F18-2359-E70CBF4BA4C2}"/>
                    </a:ext>
                  </a:extLst>
                </p:cNvPr>
                <p:cNvPicPr/>
                <p:nvPr/>
              </p:nvPicPr>
              <p:blipFill>
                <a:blip r:embed="rId47"/>
                <a:stretch>
                  <a:fillRect/>
                </a:stretch>
              </p:blipFill>
              <p:spPr>
                <a:xfrm>
                  <a:off x="5883585" y="1284495"/>
                  <a:ext cx="2178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FA7BB771-1216-E69C-4FCD-5B326BE3DF32}"/>
                    </a:ext>
                  </a:extLst>
                </p14:cNvPr>
                <p14:cNvContentPartPr/>
                <p14:nvPr/>
              </p14:nvContentPartPr>
              <p14:xfrm>
                <a:off x="6319545" y="1330215"/>
                <a:ext cx="576720" cy="155160"/>
              </p14:xfrm>
            </p:contentPart>
          </mc:Choice>
          <mc:Fallback xmlns="">
            <p:pic>
              <p:nvPicPr>
                <p:cNvPr id="30" name="Ink 29">
                  <a:extLst>
                    <a:ext uri="{FF2B5EF4-FFF2-40B4-BE49-F238E27FC236}">
                      <a16:creationId xmlns:a16="http://schemas.microsoft.com/office/drawing/2014/main" id="{FA7BB771-1216-E69C-4FCD-5B326BE3DF32}"/>
                    </a:ext>
                  </a:extLst>
                </p:cNvPr>
                <p:cNvPicPr/>
                <p:nvPr/>
              </p:nvPicPr>
              <p:blipFill>
                <a:blip r:embed="rId49"/>
                <a:stretch>
                  <a:fillRect/>
                </a:stretch>
              </p:blipFill>
              <p:spPr>
                <a:xfrm>
                  <a:off x="6313425" y="1324095"/>
                  <a:ext cx="588960" cy="167400"/>
                </a:xfrm>
                <a:prstGeom prst="rect">
                  <a:avLst/>
                </a:prstGeom>
              </p:spPr>
            </p:pic>
          </mc:Fallback>
        </mc:AlternateContent>
      </p:grpSp>
      <p:grpSp>
        <p:nvGrpSpPr>
          <p:cNvPr id="43" name="Group 42">
            <a:extLst>
              <a:ext uri="{FF2B5EF4-FFF2-40B4-BE49-F238E27FC236}">
                <a16:creationId xmlns:a16="http://schemas.microsoft.com/office/drawing/2014/main" id="{EEB79E83-B5D9-C75E-5B97-CCB24FB3AE5D}"/>
              </a:ext>
            </a:extLst>
          </p:cNvPr>
          <p:cNvGrpSpPr/>
          <p:nvPr/>
        </p:nvGrpSpPr>
        <p:grpSpPr>
          <a:xfrm>
            <a:off x="422385" y="2552415"/>
            <a:ext cx="760320" cy="909000"/>
            <a:chOff x="422385" y="2552415"/>
            <a:chExt cx="760320" cy="909000"/>
          </a:xfrm>
        </p:grpSpPr>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FB98D94F-3C9E-82EA-EFE4-B8CBD15A051B}"/>
                    </a:ext>
                  </a:extLst>
                </p14:cNvPr>
                <p14:cNvContentPartPr/>
                <p14:nvPr/>
              </p14:nvContentPartPr>
              <p14:xfrm>
                <a:off x="807945" y="2716935"/>
                <a:ext cx="25560" cy="366480"/>
              </p14:xfrm>
            </p:contentPart>
          </mc:Choice>
          <mc:Fallback xmlns="">
            <p:pic>
              <p:nvPicPr>
                <p:cNvPr id="32" name="Ink 31">
                  <a:extLst>
                    <a:ext uri="{FF2B5EF4-FFF2-40B4-BE49-F238E27FC236}">
                      <a16:creationId xmlns:a16="http://schemas.microsoft.com/office/drawing/2014/main" id="{FB98D94F-3C9E-82EA-EFE4-B8CBD15A051B}"/>
                    </a:ext>
                  </a:extLst>
                </p:cNvPr>
                <p:cNvPicPr/>
                <p:nvPr/>
              </p:nvPicPr>
              <p:blipFill>
                <a:blip r:embed="rId51"/>
                <a:stretch>
                  <a:fillRect/>
                </a:stretch>
              </p:blipFill>
              <p:spPr>
                <a:xfrm>
                  <a:off x="801825" y="2710815"/>
                  <a:ext cx="3780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024ED571-3AD3-3D98-A001-719A2A51F12B}"/>
                    </a:ext>
                  </a:extLst>
                </p14:cNvPr>
                <p14:cNvContentPartPr/>
                <p14:nvPr/>
              </p14:nvContentPartPr>
              <p14:xfrm>
                <a:off x="422385" y="2552415"/>
                <a:ext cx="760320" cy="909000"/>
              </p14:xfrm>
            </p:contentPart>
          </mc:Choice>
          <mc:Fallback xmlns="">
            <p:pic>
              <p:nvPicPr>
                <p:cNvPr id="33" name="Ink 32">
                  <a:extLst>
                    <a:ext uri="{FF2B5EF4-FFF2-40B4-BE49-F238E27FC236}">
                      <a16:creationId xmlns:a16="http://schemas.microsoft.com/office/drawing/2014/main" id="{024ED571-3AD3-3D98-A001-719A2A51F12B}"/>
                    </a:ext>
                  </a:extLst>
                </p:cNvPr>
                <p:cNvPicPr/>
                <p:nvPr/>
              </p:nvPicPr>
              <p:blipFill>
                <a:blip r:embed="rId53"/>
                <a:stretch>
                  <a:fillRect/>
                </a:stretch>
              </p:blipFill>
              <p:spPr>
                <a:xfrm>
                  <a:off x="416265" y="2546295"/>
                  <a:ext cx="772560" cy="921240"/>
                </a:xfrm>
                <a:prstGeom prst="rect">
                  <a:avLst/>
                </a:prstGeom>
              </p:spPr>
            </p:pic>
          </mc:Fallback>
        </mc:AlternateContent>
      </p:grpSp>
      <p:grpSp>
        <p:nvGrpSpPr>
          <p:cNvPr id="42" name="Group 41">
            <a:extLst>
              <a:ext uri="{FF2B5EF4-FFF2-40B4-BE49-F238E27FC236}">
                <a16:creationId xmlns:a16="http://schemas.microsoft.com/office/drawing/2014/main" id="{809FB4F0-11FC-3E9D-E704-81336728863F}"/>
              </a:ext>
            </a:extLst>
          </p:cNvPr>
          <p:cNvGrpSpPr/>
          <p:nvPr/>
        </p:nvGrpSpPr>
        <p:grpSpPr>
          <a:xfrm>
            <a:off x="1865985" y="2364855"/>
            <a:ext cx="2610720" cy="626040"/>
            <a:chOff x="1865985" y="2364855"/>
            <a:chExt cx="2610720" cy="626040"/>
          </a:xfrm>
        </p:grpSpPr>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7D931F63-100A-0EBC-A6ED-7DD016E66253}"/>
                    </a:ext>
                  </a:extLst>
                </p14:cNvPr>
                <p14:cNvContentPartPr/>
                <p14:nvPr/>
              </p14:nvContentPartPr>
              <p14:xfrm>
                <a:off x="1865985" y="2456655"/>
                <a:ext cx="400680" cy="534240"/>
              </p14:xfrm>
            </p:contentPart>
          </mc:Choice>
          <mc:Fallback xmlns="">
            <p:pic>
              <p:nvPicPr>
                <p:cNvPr id="34" name="Ink 33">
                  <a:extLst>
                    <a:ext uri="{FF2B5EF4-FFF2-40B4-BE49-F238E27FC236}">
                      <a16:creationId xmlns:a16="http://schemas.microsoft.com/office/drawing/2014/main" id="{7D931F63-100A-0EBC-A6ED-7DD016E66253}"/>
                    </a:ext>
                  </a:extLst>
                </p:cNvPr>
                <p:cNvPicPr/>
                <p:nvPr/>
              </p:nvPicPr>
              <p:blipFill>
                <a:blip r:embed="rId55"/>
                <a:stretch>
                  <a:fillRect/>
                </a:stretch>
              </p:blipFill>
              <p:spPr>
                <a:xfrm>
                  <a:off x="1859865" y="2450535"/>
                  <a:ext cx="41292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6E37A9E3-4D30-7069-2D0E-C2A5E93BC09E}"/>
                    </a:ext>
                  </a:extLst>
                </p14:cNvPr>
                <p14:cNvContentPartPr/>
                <p14:nvPr/>
              </p14:nvContentPartPr>
              <p14:xfrm>
                <a:off x="2418225" y="2525775"/>
                <a:ext cx="555840" cy="315360"/>
              </p14:xfrm>
            </p:contentPart>
          </mc:Choice>
          <mc:Fallback xmlns="">
            <p:pic>
              <p:nvPicPr>
                <p:cNvPr id="35" name="Ink 34">
                  <a:extLst>
                    <a:ext uri="{FF2B5EF4-FFF2-40B4-BE49-F238E27FC236}">
                      <a16:creationId xmlns:a16="http://schemas.microsoft.com/office/drawing/2014/main" id="{6E37A9E3-4D30-7069-2D0E-C2A5E93BC09E}"/>
                    </a:ext>
                  </a:extLst>
                </p:cNvPr>
                <p:cNvPicPr/>
                <p:nvPr/>
              </p:nvPicPr>
              <p:blipFill>
                <a:blip r:embed="rId57"/>
                <a:stretch>
                  <a:fillRect/>
                </a:stretch>
              </p:blipFill>
              <p:spPr>
                <a:xfrm>
                  <a:off x="2412105" y="2519655"/>
                  <a:ext cx="5680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96A65CC2-0B87-403A-D19B-630B25352D0F}"/>
                    </a:ext>
                  </a:extLst>
                </p14:cNvPr>
                <p14:cNvContentPartPr/>
                <p14:nvPr/>
              </p14:nvContentPartPr>
              <p14:xfrm>
                <a:off x="2842305" y="2569695"/>
                <a:ext cx="258840" cy="78480"/>
              </p14:xfrm>
            </p:contentPart>
          </mc:Choice>
          <mc:Fallback xmlns="">
            <p:pic>
              <p:nvPicPr>
                <p:cNvPr id="36" name="Ink 35">
                  <a:extLst>
                    <a:ext uri="{FF2B5EF4-FFF2-40B4-BE49-F238E27FC236}">
                      <a16:creationId xmlns:a16="http://schemas.microsoft.com/office/drawing/2014/main" id="{96A65CC2-0B87-403A-D19B-630B25352D0F}"/>
                    </a:ext>
                  </a:extLst>
                </p:cNvPr>
                <p:cNvPicPr/>
                <p:nvPr/>
              </p:nvPicPr>
              <p:blipFill>
                <a:blip r:embed="rId59"/>
                <a:stretch>
                  <a:fillRect/>
                </a:stretch>
              </p:blipFill>
              <p:spPr>
                <a:xfrm>
                  <a:off x="2836185" y="2563575"/>
                  <a:ext cx="2710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78A1194C-F62B-09DF-6B16-7F4E8872402E}"/>
                    </a:ext>
                  </a:extLst>
                </p14:cNvPr>
                <p14:cNvContentPartPr/>
                <p14:nvPr/>
              </p14:nvContentPartPr>
              <p14:xfrm>
                <a:off x="3262065" y="2364855"/>
                <a:ext cx="349920" cy="393840"/>
              </p14:xfrm>
            </p:contentPart>
          </mc:Choice>
          <mc:Fallback xmlns="">
            <p:pic>
              <p:nvPicPr>
                <p:cNvPr id="37" name="Ink 36">
                  <a:extLst>
                    <a:ext uri="{FF2B5EF4-FFF2-40B4-BE49-F238E27FC236}">
                      <a16:creationId xmlns:a16="http://schemas.microsoft.com/office/drawing/2014/main" id="{78A1194C-F62B-09DF-6B16-7F4E8872402E}"/>
                    </a:ext>
                  </a:extLst>
                </p:cNvPr>
                <p:cNvPicPr/>
                <p:nvPr/>
              </p:nvPicPr>
              <p:blipFill>
                <a:blip r:embed="rId61"/>
                <a:stretch>
                  <a:fillRect/>
                </a:stretch>
              </p:blipFill>
              <p:spPr>
                <a:xfrm>
                  <a:off x="3255945" y="2358735"/>
                  <a:ext cx="36216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AC775353-5F8B-36DD-6377-E06F0226381B}"/>
                    </a:ext>
                  </a:extLst>
                </p14:cNvPr>
                <p14:cNvContentPartPr/>
                <p14:nvPr/>
              </p14:nvContentPartPr>
              <p14:xfrm>
                <a:off x="3555825" y="2388975"/>
                <a:ext cx="72360" cy="21960"/>
              </p14:xfrm>
            </p:contentPart>
          </mc:Choice>
          <mc:Fallback xmlns="">
            <p:pic>
              <p:nvPicPr>
                <p:cNvPr id="38" name="Ink 37">
                  <a:extLst>
                    <a:ext uri="{FF2B5EF4-FFF2-40B4-BE49-F238E27FC236}">
                      <a16:creationId xmlns:a16="http://schemas.microsoft.com/office/drawing/2014/main" id="{AC775353-5F8B-36DD-6377-E06F0226381B}"/>
                    </a:ext>
                  </a:extLst>
                </p:cNvPr>
                <p:cNvPicPr/>
                <p:nvPr/>
              </p:nvPicPr>
              <p:blipFill>
                <a:blip r:embed="rId63"/>
                <a:stretch>
                  <a:fillRect/>
                </a:stretch>
              </p:blipFill>
              <p:spPr>
                <a:xfrm>
                  <a:off x="3549705" y="2382855"/>
                  <a:ext cx="846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17A003C9-D455-CB30-9CB8-9B1F4A9E1549}"/>
                    </a:ext>
                  </a:extLst>
                </p14:cNvPr>
                <p14:cNvContentPartPr/>
                <p14:nvPr/>
              </p14:nvContentPartPr>
              <p14:xfrm>
                <a:off x="3708825" y="2574735"/>
                <a:ext cx="136440" cy="163080"/>
              </p14:xfrm>
            </p:contentPart>
          </mc:Choice>
          <mc:Fallback xmlns="">
            <p:pic>
              <p:nvPicPr>
                <p:cNvPr id="39" name="Ink 38">
                  <a:extLst>
                    <a:ext uri="{FF2B5EF4-FFF2-40B4-BE49-F238E27FC236}">
                      <a16:creationId xmlns:a16="http://schemas.microsoft.com/office/drawing/2014/main" id="{17A003C9-D455-CB30-9CB8-9B1F4A9E1549}"/>
                    </a:ext>
                  </a:extLst>
                </p:cNvPr>
                <p:cNvPicPr/>
                <p:nvPr/>
              </p:nvPicPr>
              <p:blipFill>
                <a:blip r:embed="rId65"/>
                <a:stretch>
                  <a:fillRect/>
                </a:stretch>
              </p:blipFill>
              <p:spPr>
                <a:xfrm>
                  <a:off x="3702705" y="2568615"/>
                  <a:ext cx="1486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F135F8BE-9C3B-5297-3136-0625A808487D}"/>
                    </a:ext>
                  </a:extLst>
                </p14:cNvPr>
                <p14:cNvContentPartPr/>
                <p14:nvPr/>
              </p14:nvContentPartPr>
              <p14:xfrm>
                <a:off x="3849945" y="2516415"/>
                <a:ext cx="250560" cy="309600"/>
              </p14:xfrm>
            </p:contentPart>
          </mc:Choice>
          <mc:Fallback xmlns="">
            <p:pic>
              <p:nvPicPr>
                <p:cNvPr id="40" name="Ink 39">
                  <a:extLst>
                    <a:ext uri="{FF2B5EF4-FFF2-40B4-BE49-F238E27FC236}">
                      <a16:creationId xmlns:a16="http://schemas.microsoft.com/office/drawing/2014/main" id="{F135F8BE-9C3B-5297-3136-0625A808487D}"/>
                    </a:ext>
                  </a:extLst>
                </p:cNvPr>
                <p:cNvPicPr/>
                <p:nvPr/>
              </p:nvPicPr>
              <p:blipFill>
                <a:blip r:embed="rId67"/>
                <a:stretch>
                  <a:fillRect/>
                </a:stretch>
              </p:blipFill>
              <p:spPr>
                <a:xfrm>
                  <a:off x="3843825" y="2510295"/>
                  <a:ext cx="2628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F835C26F-EE08-3F81-6752-CF957DE953EF}"/>
                    </a:ext>
                  </a:extLst>
                </p14:cNvPr>
                <p14:cNvContentPartPr/>
                <p14:nvPr/>
              </p14:nvContentPartPr>
              <p14:xfrm>
                <a:off x="4215345" y="2480775"/>
                <a:ext cx="261360" cy="398880"/>
              </p14:xfrm>
            </p:contentPart>
          </mc:Choice>
          <mc:Fallback xmlns="">
            <p:pic>
              <p:nvPicPr>
                <p:cNvPr id="41" name="Ink 40">
                  <a:extLst>
                    <a:ext uri="{FF2B5EF4-FFF2-40B4-BE49-F238E27FC236}">
                      <a16:creationId xmlns:a16="http://schemas.microsoft.com/office/drawing/2014/main" id="{F835C26F-EE08-3F81-6752-CF957DE953EF}"/>
                    </a:ext>
                  </a:extLst>
                </p:cNvPr>
                <p:cNvPicPr/>
                <p:nvPr/>
              </p:nvPicPr>
              <p:blipFill>
                <a:blip r:embed="rId69"/>
                <a:stretch>
                  <a:fillRect/>
                </a:stretch>
              </p:blipFill>
              <p:spPr>
                <a:xfrm>
                  <a:off x="4209225" y="2474655"/>
                  <a:ext cx="273600" cy="41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DFDD1BF2-B673-E50F-8FAE-77180CED033D}"/>
                  </a:ext>
                </a:extLst>
              </p14:cNvPr>
              <p14:cNvContentPartPr/>
              <p14:nvPr/>
            </p14:nvContentPartPr>
            <p14:xfrm>
              <a:off x="5236305" y="2419215"/>
              <a:ext cx="1011960" cy="107640"/>
            </p14:xfrm>
          </p:contentPart>
        </mc:Choice>
        <mc:Fallback xmlns="">
          <p:pic>
            <p:nvPicPr>
              <p:cNvPr id="44" name="Ink 43">
                <a:extLst>
                  <a:ext uri="{FF2B5EF4-FFF2-40B4-BE49-F238E27FC236}">
                    <a16:creationId xmlns:a16="http://schemas.microsoft.com/office/drawing/2014/main" id="{DFDD1BF2-B673-E50F-8FAE-77180CED033D}"/>
                  </a:ext>
                </a:extLst>
              </p:cNvPr>
              <p:cNvPicPr/>
              <p:nvPr/>
            </p:nvPicPr>
            <p:blipFill>
              <a:blip r:embed="rId71"/>
              <a:stretch>
                <a:fillRect/>
              </a:stretch>
            </p:blipFill>
            <p:spPr>
              <a:xfrm>
                <a:off x="5230185" y="2413095"/>
                <a:ext cx="1024200" cy="119880"/>
              </a:xfrm>
              <a:prstGeom prst="rect">
                <a:avLst/>
              </a:prstGeom>
            </p:spPr>
          </p:pic>
        </mc:Fallback>
      </mc:AlternateContent>
      <p:grpSp>
        <p:nvGrpSpPr>
          <p:cNvPr id="55" name="Group 54">
            <a:extLst>
              <a:ext uri="{FF2B5EF4-FFF2-40B4-BE49-F238E27FC236}">
                <a16:creationId xmlns:a16="http://schemas.microsoft.com/office/drawing/2014/main" id="{4452F13F-0995-94BE-3D20-1815A2243F2B}"/>
              </a:ext>
            </a:extLst>
          </p:cNvPr>
          <p:cNvGrpSpPr/>
          <p:nvPr/>
        </p:nvGrpSpPr>
        <p:grpSpPr>
          <a:xfrm>
            <a:off x="7077345" y="1812975"/>
            <a:ext cx="1752480" cy="519480"/>
            <a:chOff x="7077345" y="1812975"/>
            <a:chExt cx="1752480" cy="519480"/>
          </a:xfrm>
        </p:grpSpPr>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F3276D55-3790-6C74-BFB3-AB1C02A41877}"/>
                    </a:ext>
                  </a:extLst>
                </p14:cNvPr>
                <p14:cNvContentPartPr/>
                <p14:nvPr/>
              </p14:nvContentPartPr>
              <p14:xfrm>
                <a:off x="7077345" y="1890735"/>
                <a:ext cx="77040" cy="440640"/>
              </p14:xfrm>
            </p:contentPart>
          </mc:Choice>
          <mc:Fallback xmlns="">
            <p:pic>
              <p:nvPicPr>
                <p:cNvPr id="45" name="Ink 44">
                  <a:extLst>
                    <a:ext uri="{FF2B5EF4-FFF2-40B4-BE49-F238E27FC236}">
                      <a16:creationId xmlns:a16="http://schemas.microsoft.com/office/drawing/2014/main" id="{F3276D55-3790-6C74-BFB3-AB1C02A41877}"/>
                    </a:ext>
                  </a:extLst>
                </p:cNvPr>
                <p:cNvPicPr/>
                <p:nvPr/>
              </p:nvPicPr>
              <p:blipFill>
                <a:blip r:embed="rId73"/>
                <a:stretch>
                  <a:fillRect/>
                </a:stretch>
              </p:blipFill>
              <p:spPr>
                <a:xfrm>
                  <a:off x="7071225" y="1884615"/>
                  <a:ext cx="8928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ACE86AC6-A750-9C26-848D-F30B10804C04}"/>
                    </a:ext>
                  </a:extLst>
                </p14:cNvPr>
                <p14:cNvContentPartPr/>
                <p14:nvPr/>
              </p14:nvContentPartPr>
              <p14:xfrm>
                <a:off x="7137825" y="1812975"/>
                <a:ext cx="347040" cy="446760"/>
              </p14:xfrm>
            </p:contentPart>
          </mc:Choice>
          <mc:Fallback xmlns="">
            <p:pic>
              <p:nvPicPr>
                <p:cNvPr id="46" name="Ink 45">
                  <a:extLst>
                    <a:ext uri="{FF2B5EF4-FFF2-40B4-BE49-F238E27FC236}">
                      <a16:creationId xmlns:a16="http://schemas.microsoft.com/office/drawing/2014/main" id="{ACE86AC6-A750-9C26-848D-F30B10804C04}"/>
                    </a:ext>
                  </a:extLst>
                </p:cNvPr>
                <p:cNvPicPr/>
                <p:nvPr/>
              </p:nvPicPr>
              <p:blipFill>
                <a:blip r:embed="rId75"/>
                <a:stretch>
                  <a:fillRect/>
                </a:stretch>
              </p:blipFill>
              <p:spPr>
                <a:xfrm>
                  <a:off x="7131705" y="1806855"/>
                  <a:ext cx="359280" cy="459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F475F983-7385-F0CC-A437-E3083E2FF5EE}"/>
                    </a:ext>
                  </a:extLst>
                </p14:cNvPr>
                <p14:cNvContentPartPr/>
                <p14:nvPr/>
              </p14:nvContentPartPr>
              <p14:xfrm>
                <a:off x="7675665" y="1900455"/>
                <a:ext cx="626040" cy="432000"/>
              </p14:xfrm>
            </p:contentPart>
          </mc:Choice>
          <mc:Fallback xmlns="">
            <p:pic>
              <p:nvPicPr>
                <p:cNvPr id="47" name="Ink 46">
                  <a:extLst>
                    <a:ext uri="{FF2B5EF4-FFF2-40B4-BE49-F238E27FC236}">
                      <a16:creationId xmlns:a16="http://schemas.microsoft.com/office/drawing/2014/main" id="{F475F983-7385-F0CC-A437-E3083E2FF5EE}"/>
                    </a:ext>
                  </a:extLst>
                </p:cNvPr>
                <p:cNvPicPr/>
                <p:nvPr/>
              </p:nvPicPr>
              <p:blipFill>
                <a:blip r:embed="rId77"/>
                <a:stretch>
                  <a:fillRect/>
                </a:stretch>
              </p:blipFill>
              <p:spPr>
                <a:xfrm>
                  <a:off x="7669545" y="1894335"/>
                  <a:ext cx="638280" cy="444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94AF0470-F33F-A127-A20A-9E5D50FB6C7F}"/>
                    </a:ext>
                  </a:extLst>
                </p14:cNvPr>
                <p14:cNvContentPartPr/>
                <p14:nvPr/>
              </p14:nvContentPartPr>
              <p14:xfrm>
                <a:off x="8522025" y="1828095"/>
                <a:ext cx="93960" cy="400680"/>
              </p14:xfrm>
            </p:contentPart>
          </mc:Choice>
          <mc:Fallback xmlns="">
            <p:pic>
              <p:nvPicPr>
                <p:cNvPr id="48" name="Ink 47">
                  <a:extLst>
                    <a:ext uri="{FF2B5EF4-FFF2-40B4-BE49-F238E27FC236}">
                      <a16:creationId xmlns:a16="http://schemas.microsoft.com/office/drawing/2014/main" id="{94AF0470-F33F-A127-A20A-9E5D50FB6C7F}"/>
                    </a:ext>
                  </a:extLst>
                </p:cNvPr>
                <p:cNvPicPr/>
                <p:nvPr/>
              </p:nvPicPr>
              <p:blipFill>
                <a:blip r:embed="rId79"/>
                <a:stretch>
                  <a:fillRect/>
                </a:stretch>
              </p:blipFill>
              <p:spPr>
                <a:xfrm>
                  <a:off x="8515905" y="1821975"/>
                  <a:ext cx="10620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D5757878-9870-BEDC-E9B9-1499E50AF86C}"/>
                    </a:ext>
                  </a:extLst>
                </p14:cNvPr>
                <p14:cNvContentPartPr/>
                <p14:nvPr/>
              </p14:nvContentPartPr>
              <p14:xfrm>
                <a:off x="8467305" y="1994775"/>
                <a:ext cx="362520" cy="45720"/>
              </p14:xfrm>
            </p:contentPart>
          </mc:Choice>
          <mc:Fallback xmlns="">
            <p:pic>
              <p:nvPicPr>
                <p:cNvPr id="49" name="Ink 48">
                  <a:extLst>
                    <a:ext uri="{FF2B5EF4-FFF2-40B4-BE49-F238E27FC236}">
                      <a16:creationId xmlns:a16="http://schemas.microsoft.com/office/drawing/2014/main" id="{D5757878-9870-BEDC-E9B9-1499E50AF86C}"/>
                    </a:ext>
                  </a:extLst>
                </p:cNvPr>
                <p:cNvPicPr/>
                <p:nvPr/>
              </p:nvPicPr>
              <p:blipFill>
                <a:blip r:embed="rId81"/>
                <a:stretch>
                  <a:fillRect/>
                </a:stretch>
              </p:blipFill>
              <p:spPr>
                <a:xfrm>
                  <a:off x="8461185" y="1988655"/>
                  <a:ext cx="374760" cy="57960"/>
                </a:xfrm>
                <a:prstGeom prst="rect">
                  <a:avLst/>
                </a:prstGeom>
              </p:spPr>
            </p:pic>
          </mc:Fallback>
        </mc:AlternateContent>
      </p:grpSp>
      <p:grpSp>
        <p:nvGrpSpPr>
          <p:cNvPr id="54" name="Group 53">
            <a:extLst>
              <a:ext uri="{FF2B5EF4-FFF2-40B4-BE49-F238E27FC236}">
                <a16:creationId xmlns:a16="http://schemas.microsoft.com/office/drawing/2014/main" id="{48316437-F19F-0338-5B39-2435AB7B38FE}"/>
              </a:ext>
            </a:extLst>
          </p:cNvPr>
          <p:cNvGrpSpPr/>
          <p:nvPr/>
        </p:nvGrpSpPr>
        <p:grpSpPr>
          <a:xfrm>
            <a:off x="9551625" y="1422015"/>
            <a:ext cx="1063800" cy="918720"/>
            <a:chOff x="9551625" y="1422015"/>
            <a:chExt cx="1063800" cy="918720"/>
          </a:xfrm>
        </p:grpSpPr>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99490893-132C-2D54-0347-246AF945E202}"/>
                    </a:ext>
                  </a:extLst>
                </p14:cNvPr>
                <p14:cNvContentPartPr/>
                <p14:nvPr/>
              </p14:nvContentPartPr>
              <p14:xfrm>
                <a:off x="9551625" y="1422015"/>
                <a:ext cx="497160" cy="918720"/>
              </p14:xfrm>
            </p:contentPart>
          </mc:Choice>
          <mc:Fallback xmlns="">
            <p:pic>
              <p:nvPicPr>
                <p:cNvPr id="50" name="Ink 49">
                  <a:extLst>
                    <a:ext uri="{FF2B5EF4-FFF2-40B4-BE49-F238E27FC236}">
                      <a16:creationId xmlns:a16="http://schemas.microsoft.com/office/drawing/2014/main" id="{99490893-132C-2D54-0347-246AF945E202}"/>
                    </a:ext>
                  </a:extLst>
                </p:cNvPr>
                <p:cNvPicPr/>
                <p:nvPr/>
              </p:nvPicPr>
              <p:blipFill>
                <a:blip r:embed="rId83"/>
                <a:stretch>
                  <a:fillRect/>
                </a:stretch>
              </p:blipFill>
              <p:spPr>
                <a:xfrm>
                  <a:off x="9545505" y="1415895"/>
                  <a:ext cx="509400" cy="930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AA991DC3-D4D3-11E4-8F8E-3E01160A9ED7}"/>
                    </a:ext>
                  </a:extLst>
                </p14:cNvPr>
                <p14:cNvContentPartPr/>
                <p14:nvPr/>
              </p14:nvContentPartPr>
              <p14:xfrm>
                <a:off x="10206825" y="1501935"/>
                <a:ext cx="138600" cy="72360"/>
              </p14:xfrm>
            </p:contentPart>
          </mc:Choice>
          <mc:Fallback xmlns="">
            <p:pic>
              <p:nvPicPr>
                <p:cNvPr id="51" name="Ink 50">
                  <a:extLst>
                    <a:ext uri="{FF2B5EF4-FFF2-40B4-BE49-F238E27FC236}">
                      <a16:creationId xmlns:a16="http://schemas.microsoft.com/office/drawing/2014/main" id="{AA991DC3-D4D3-11E4-8F8E-3E01160A9ED7}"/>
                    </a:ext>
                  </a:extLst>
                </p:cNvPr>
                <p:cNvPicPr/>
                <p:nvPr/>
              </p:nvPicPr>
              <p:blipFill>
                <a:blip r:embed="rId85"/>
                <a:stretch>
                  <a:fillRect/>
                </a:stretch>
              </p:blipFill>
              <p:spPr>
                <a:xfrm>
                  <a:off x="10200705" y="1495815"/>
                  <a:ext cx="1508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46BDE4B4-0246-D0B0-08D7-4E4D87B56671}"/>
                    </a:ext>
                  </a:extLst>
                </p14:cNvPr>
                <p14:cNvContentPartPr/>
                <p14:nvPr/>
              </p14:nvContentPartPr>
              <p14:xfrm>
                <a:off x="10428585" y="1572135"/>
                <a:ext cx="28800" cy="343800"/>
              </p14:xfrm>
            </p:contentPart>
          </mc:Choice>
          <mc:Fallback xmlns="">
            <p:pic>
              <p:nvPicPr>
                <p:cNvPr id="52" name="Ink 51">
                  <a:extLst>
                    <a:ext uri="{FF2B5EF4-FFF2-40B4-BE49-F238E27FC236}">
                      <a16:creationId xmlns:a16="http://schemas.microsoft.com/office/drawing/2014/main" id="{46BDE4B4-0246-D0B0-08D7-4E4D87B56671}"/>
                    </a:ext>
                  </a:extLst>
                </p:cNvPr>
                <p:cNvPicPr/>
                <p:nvPr/>
              </p:nvPicPr>
              <p:blipFill>
                <a:blip r:embed="rId87"/>
                <a:stretch>
                  <a:fillRect/>
                </a:stretch>
              </p:blipFill>
              <p:spPr>
                <a:xfrm>
                  <a:off x="10422465" y="1566015"/>
                  <a:ext cx="4104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AB9F5AD3-BC72-17FB-20FA-A81DA39352D3}"/>
                    </a:ext>
                  </a:extLst>
                </p14:cNvPr>
                <p14:cNvContentPartPr/>
                <p14:nvPr/>
              </p14:nvContentPartPr>
              <p14:xfrm>
                <a:off x="10304025" y="1728375"/>
                <a:ext cx="311400" cy="92880"/>
              </p14:xfrm>
            </p:contentPart>
          </mc:Choice>
          <mc:Fallback xmlns="">
            <p:pic>
              <p:nvPicPr>
                <p:cNvPr id="53" name="Ink 52">
                  <a:extLst>
                    <a:ext uri="{FF2B5EF4-FFF2-40B4-BE49-F238E27FC236}">
                      <a16:creationId xmlns:a16="http://schemas.microsoft.com/office/drawing/2014/main" id="{AB9F5AD3-BC72-17FB-20FA-A81DA39352D3}"/>
                    </a:ext>
                  </a:extLst>
                </p:cNvPr>
                <p:cNvPicPr/>
                <p:nvPr/>
              </p:nvPicPr>
              <p:blipFill>
                <a:blip r:embed="rId89"/>
                <a:stretch>
                  <a:fillRect/>
                </a:stretch>
              </p:blipFill>
              <p:spPr>
                <a:xfrm>
                  <a:off x="10297905" y="1722255"/>
                  <a:ext cx="323640" cy="105120"/>
                </a:xfrm>
                <a:prstGeom prst="rect">
                  <a:avLst/>
                </a:prstGeom>
              </p:spPr>
            </p:pic>
          </mc:Fallback>
        </mc:AlternateContent>
      </p:grpSp>
      <p:grpSp>
        <p:nvGrpSpPr>
          <p:cNvPr id="62" name="Group 61">
            <a:extLst>
              <a:ext uri="{FF2B5EF4-FFF2-40B4-BE49-F238E27FC236}">
                <a16:creationId xmlns:a16="http://schemas.microsoft.com/office/drawing/2014/main" id="{9BFB901B-A98C-94B6-CE72-0B90254315A0}"/>
              </a:ext>
            </a:extLst>
          </p:cNvPr>
          <p:cNvGrpSpPr/>
          <p:nvPr/>
        </p:nvGrpSpPr>
        <p:grpSpPr>
          <a:xfrm>
            <a:off x="7210545" y="2703975"/>
            <a:ext cx="1738080" cy="582120"/>
            <a:chOff x="7210545" y="2703975"/>
            <a:chExt cx="1738080" cy="582120"/>
          </a:xfrm>
        </p:grpSpPr>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619E90D8-06A3-ABC8-4A98-F965BDC79D4F}"/>
                    </a:ext>
                  </a:extLst>
                </p14:cNvPr>
                <p14:cNvContentPartPr/>
                <p14:nvPr/>
              </p14:nvContentPartPr>
              <p14:xfrm>
                <a:off x="7210545" y="2703975"/>
                <a:ext cx="677520" cy="582120"/>
              </p14:xfrm>
            </p:contentPart>
          </mc:Choice>
          <mc:Fallback xmlns="">
            <p:pic>
              <p:nvPicPr>
                <p:cNvPr id="56" name="Ink 55">
                  <a:extLst>
                    <a:ext uri="{FF2B5EF4-FFF2-40B4-BE49-F238E27FC236}">
                      <a16:creationId xmlns:a16="http://schemas.microsoft.com/office/drawing/2014/main" id="{619E90D8-06A3-ABC8-4A98-F965BDC79D4F}"/>
                    </a:ext>
                  </a:extLst>
                </p:cNvPr>
                <p:cNvPicPr/>
                <p:nvPr/>
              </p:nvPicPr>
              <p:blipFill>
                <a:blip r:embed="rId91"/>
                <a:stretch>
                  <a:fillRect/>
                </a:stretch>
              </p:blipFill>
              <p:spPr>
                <a:xfrm>
                  <a:off x="7204425" y="2697855"/>
                  <a:ext cx="689760" cy="594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18ADC1F6-7DCB-4A82-8344-D0C8D7BC76B4}"/>
                    </a:ext>
                  </a:extLst>
                </p14:cNvPr>
                <p14:cNvContentPartPr/>
                <p14:nvPr/>
              </p14:nvContentPartPr>
              <p14:xfrm>
                <a:off x="7763145" y="2719095"/>
                <a:ext cx="100800" cy="23040"/>
              </p14:xfrm>
            </p:contentPart>
          </mc:Choice>
          <mc:Fallback xmlns="">
            <p:pic>
              <p:nvPicPr>
                <p:cNvPr id="57" name="Ink 56">
                  <a:extLst>
                    <a:ext uri="{FF2B5EF4-FFF2-40B4-BE49-F238E27FC236}">
                      <a16:creationId xmlns:a16="http://schemas.microsoft.com/office/drawing/2014/main" id="{18ADC1F6-7DCB-4A82-8344-D0C8D7BC76B4}"/>
                    </a:ext>
                  </a:extLst>
                </p:cNvPr>
                <p:cNvPicPr/>
                <p:nvPr/>
              </p:nvPicPr>
              <p:blipFill>
                <a:blip r:embed="rId93"/>
                <a:stretch>
                  <a:fillRect/>
                </a:stretch>
              </p:blipFill>
              <p:spPr>
                <a:xfrm>
                  <a:off x="7757025" y="2712975"/>
                  <a:ext cx="1130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38E1C44B-F7FA-EE56-CF2A-EC3D950584A1}"/>
                    </a:ext>
                  </a:extLst>
                </p14:cNvPr>
                <p14:cNvContentPartPr/>
                <p14:nvPr/>
              </p14:nvContentPartPr>
              <p14:xfrm>
                <a:off x="7985985" y="2930415"/>
                <a:ext cx="962640" cy="306360"/>
              </p14:xfrm>
            </p:contentPart>
          </mc:Choice>
          <mc:Fallback xmlns="">
            <p:pic>
              <p:nvPicPr>
                <p:cNvPr id="58" name="Ink 57">
                  <a:extLst>
                    <a:ext uri="{FF2B5EF4-FFF2-40B4-BE49-F238E27FC236}">
                      <a16:creationId xmlns:a16="http://schemas.microsoft.com/office/drawing/2014/main" id="{38E1C44B-F7FA-EE56-CF2A-EC3D950584A1}"/>
                    </a:ext>
                  </a:extLst>
                </p:cNvPr>
                <p:cNvPicPr/>
                <p:nvPr/>
              </p:nvPicPr>
              <p:blipFill>
                <a:blip r:embed="rId95"/>
                <a:stretch>
                  <a:fillRect/>
                </a:stretch>
              </p:blipFill>
              <p:spPr>
                <a:xfrm>
                  <a:off x="7979865" y="2924295"/>
                  <a:ext cx="974880" cy="318600"/>
                </a:xfrm>
                <a:prstGeom prst="rect">
                  <a:avLst/>
                </a:prstGeom>
              </p:spPr>
            </p:pic>
          </mc:Fallback>
        </mc:AlternateContent>
      </p:grpSp>
      <p:grpSp>
        <p:nvGrpSpPr>
          <p:cNvPr id="61" name="Group 60">
            <a:extLst>
              <a:ext uri="{FF2B5EF4-FFF2-40B4-BE49-F238E27FC236}">
                <a16:creationId xmlns:a16="http://schemas.microsoft.com/office/drawing/2014/main" id="{60AFE159-6007-9693-0009-23F3E8D562B0}"/>
              </a:ext>
            </a:extLst>
          </p:cNvPr>
          <p:cNvGrpSpPr/>
          <p:nvPr/>
        </p:nvGrpSpPr>
        <p:grpSpPr>
          <a:xfrm>
            <a:off x="9423105" y="2523255"/>
            <a:ext cx="1525680" cy="608760"/>
            <a:chOff x="9423105" y="2523255"/>
            <a:chExt cx="1525680" cy="60876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67FC0335-3463-AA11-B308-74C9F53265CE}"/>
                    </a:ext>
                  </a:extLst>
                </p14:cNvPr>
                <p14:cNvContentPartPr/>
                <p14:nvPr/>
              </p14:nvContentPartPr>
              <p14:xfrm>
                <a:off x="9423105" y="2523255"/>
                <a:ext cx="1397880" cy="608760"/>
              </p14:xfrm>
            </p:contentPart>
          </mc:Choice>
          <mc:Fallback xmlns="">
            <p:pic>
              <p:nvPicPr>
                <p:cNvPr id="59" name="Ink 58">
                  <a:extLst>
                    <a:ext uri="{FF2B5EF4-FFF2-40B4-BE49-F238E27FC236}">
                      <a16:creationId xmlns:a16="http://schemas.microsoft.com/office/drawing/2014/main" id="{67FC0335-3463-AA11-B308-74C9F53265CE}"/>
                    </a:ext>
                  </a:extLst>
                </p:cNvPr>
                <p:cNvPicPr/>
                <p:nvPr/>
              </p:nvPicPr>
              <p:blipFill>
                <a:blip r:embed="rId97"/>
                <a:stretch>
                  <a:fillRect/>
                </a:stretch>
              </p:blipFill>
              <p:spPr>
                <a:xfrm>
                  <a:off x="9416985" y="2517135"/>
                  <a:ext cx="1410120" cy="621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9F093F12-253C-7F3F-53FB-3461BA7AE23C}"/>
                    </a:ext>
                  </a:extLst>
                </p14:cNvPr>
                <p14:cNvContentPartPr/>
                <p14:nvPr/>
              </p14:nvContentPartPr>
              <p14:xfrm>
                <a:off x="10900545" y="2709735"/>
                <a:ext cx="48240" cy="36360"/>
              </p14:xfrm>
            </p:contentPart>
          </mc:Choice>
          <mc:Fallback xmlns="">
            <p:pic>
              <p:nvPicPr>
                <p:cNvPr id="60" name="Ink 59">
                  <a:extLst>
                    <a:ext uri="{FF2B5EF4-FFF2-40B4-BE49-F238E27FC236}">
                      <a16:creationId xmlns:a16="http://schemas.microsoft.com/office/drawing/2014/main" id="{9F093F12-253C-7F3F-53FB-3461BA7AE23C}"/>
                    </a:ext>
                  </a:extLst>
                </p:cNvPr>
                <p:cNvPicPr/>
                <p:nvPr/>
              </p:nvPicPr>
              <p:blipFill>
                <a:blip r:embed="rId99"/>
                <a:stretch>
                  <a:fillRect/>
                </a:stretch>
              </p:blipFill>
              <p:spPr>
                <a:xfrm>
                  <a:off x="10894425" y="2703615"/>
                  <a:ext cx="60480" cy="48600"/>
                </a:xfrm>
                <a:prstGeom prst="rect">
                  <a:avLst/>
                </a:prstGeom>
              </p:spPr>
            </p:pic>
          </mc:Fallback>
        </mc:AlternateContent>
      </p:grpSp>
      <p:grpSp>
        <p:nvGrpSpPr>
          <p:cNvPr id="65" name="Group 64">
            <a:extLst>
              <a:ext uri="{FF2B5EF4-FFF2-40B4-BE49-F238E27FC236}">
                <a16:creationId xmlns:a16="http://schemas.microsoft.com/office/drawing/2014/main" id="{7F3BC621-3FFB-AB1F-5380-8C92879F8E91}"/>
              </a:ext>
            </a:extLst>
          </p:cNvPr>
          <p:cNvGrpSpPr/>
          <p:nvPr/>
        </p:nvGrpSpPr>
        <p:grpSpPr>
          <a:xfrm>
            <a:off x="308985" y="4715655"/>
            <a:ext cx="1101240" cy="928800"/>
            <a:chOff x="308985" y="4715655"/>
            <a:chExt cx="1101240" cy="92880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733C41B3-ECDB-87CF-5A81-9752C7D64E59}"/>
                    </a:ext>
                  </a:extLst>
                </p14:cNvPr>
                <p14:cNvContentPartPr/>
                <p14:nvPr/>
              </p14:nvContentPartPr>
              <p14:xfrm>
                <a:off x="675465" y="4924815"/>
                <a:ext cx="446040" cy="383040"/>
              </p14:xfrm>
            </p:contentPart>
          </mc:Choice>
          <mc:Fallback xmlns="">
            <p:pic>
              <p:nvPicPr>
                <p:cNvPr id="63" name="Ink 62">
                  <a:extLst>
                    <a:ext uri="{FF2B5EF4-FFF2-40B4-BE49-F238E27FC236}">
                      <a16:creationId xmlns:a16="http://schemas.microsoft.com/office/drawing/2014/main" id="{733C41B3-ECDB-87CF-5A81-9752C7D64E59}"/>
                    </a:ext>
                  </a:extLst>
                </p:cNvPr>
                <p:cNvPicPr/>
                <p:nvPr/>
              </p:nvPicPr>
              <p:blipFill>
                <a:blip r:embed="rId101"/>
                <a:stretch>
                  <a:fillRect/>
                </a:stretch>
              </p:blipFill>
              <p:spPr>
                <a:xfrm>
                  <a:off x="669345" y="4918695"/>
                  <a:ext cx="4582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64D121AD-01DA-56BD-0DBE-85E8B0B04B7D}"/>
                    </a:ext>
                  </a:extLst>
                </p14:cNvPr>
                <p14:cNvContentPartPr/>
                <p14:nvPr/>
              </p14:nvContentPartPr>
              <p14:xfrm>
                <a:off x="308985" y="4715655"/>
                <a:ext cx="1101240" cy="928800"/>
              </p14:xfrm>
            </p:contentPart>
          </mc:Choice>
          <mc:Fallback xmlns="">
            <p:pic>
              <p:nvPicPr>
                <p:cNvPr id="64" name="Ink 63">
                  <a:extLst>
                    <a:ext uri="{FF2B5EF4-FFF2-40B4-BE49-F238E27FC236}">
                      <a16:creationId xmlns:a16="http://schemas.microsoft.com/office/drawing/2014/main" id="{64D121AD-01DA-56BD-0DBE-85E8B0B04B7D}"/>
                    </a:ext>
                  </a:extLst>
                </p:cNvPr>
                <p:cNvPicPr/>
                <p:nvPr/>
              </p:nvPicPr>
              <p:blipFill>
                <a:blip r:embed="rId103"/>
                <a:stretch>
                  <a:fillRect/>
                </a:stretch>
              </p:blipFill>
              <p:spPr>
                <a:xfrm>
                  <a:off x="302865" y="4709535"/>
                  <a:ext cx="1113480" cy="941040"/>
                </a:xfrm>
                <a:prstGeom prst="rect">
                  <a:avLst/>
                </a:prstGeom>
              </p:spPr>
            </p:pic>
          </mc:Fallback>
        </mc:AlternateContent>
      </p:grpSp>
      <p:grpSp>
        <p:nvGrpSpPr>
          <p:cNvPr id="68" name="Group 67">
            <a:extLst>
              <a:ext uri="{FF2B5EF4-FFF2-40B4-BE49-F238E27FC236}">
                <a16:creationId xmlns:a16="http://schemas.microsoft.com/office/drawing/2014/main" id="{6ECC50EA-EA09-E392-1CEA-C736672BF130}"/>
              </a:ext>
            </a:extLst>
          </p:cNvPr>
          <p:cNvGrpSpPr/>
          <p:nvPr/>
        </p:nvGrpSpPr>
        <p:grpSpPr>
          <a:xfrm>
            <a:off x="2041305" y="4554375"/>
            <a:ext cx="972720" cy="793440"/>
            <a:chOff x="2041305" y="4554375"/>
            <a:chExt cx="972720" cy="793440"/>
          </a:xfrm>
        </p:grpSpPr>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00556C4D-4E15-2BD1-F62F-126A94B01649}"/>
                    </a:ext>
                  </a:extLst>
                </p14:cNvPr>
                <p14:cNvContentPartPr/>
                <p14:nvPr/>
              </p14:nvContentPartPr>
              <p14:xfrm>
                <a:off x="2041305" y="4655895"/>
                <a:ext cx="707040" cy="691920"/>
              </p14:xfrm>
            </p:contentPart>
          </mc:Choice>
          <mc:Fallback xmlns="">
            <p:pic>
              <p:nvPicPr>
                <p:cNvPr id="66" name="Ink 65">
                  <a:extLst>
                    <a:ext uri="{FF2B5EF4-FFF2-40B4-BE49-F238E27FC236}">
                      <a16:creationId xmlns:a16="http://schemas.microsoft.com/office/drawing/2014/main" id="{00556C4D-4E15-2BD1-F62F-126A94B01649}"/>
                    </a:ext>
                  </a:extLst>
                </p:cNvPr>
                <p:cNvPicPr/>
                <p:nvPr/>
              </p:nvPicPr>
              <p:blipFill>
                <a:blip r:embed="rId105"/>
                <a:stretch>
                  <a:fillRect/>
                </a:stretch>
              </p:blipFill>
              <p:spPr>
                <a:xfrm>
                  <a:off x="2035185" y="4649775"/>
                  <a:ext cx="719280" cy="70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2E53CBA7-49AB-39DC-D66C-BED4AAE33798}"/>
                    </a:ext>
                  </a:extLst>
                </p14:cNvPr>
                <p14:cNvContentPartPr/>
                <p14:nvPr/>
              </p14:nvContentPartPr>
              <p14:xfrm>
                <a:off x="2965785" y="4554375"/>
                <a:ext cx="48240" cy="632160"/>
              </p14:xfrm>
            </p:contentPart>
          </mc:Choice>
          <mc:Fallback xmlns="">
            <p:pic>
              <p:nvPicPr>
                <p:cNvPr id="67" name="Ink 66">
                  <a:extLst>
                    <a:ext uri="{FF2B5EF4-FFF2-40B4-BE49-F238E27FC236}">
                      <a16:creationId xmlns:a16="http://schemas.microsoft.com/office/drawing/2014/main" id="{2E53CBA7-49AB-39DC-D66C-BED4AAE33798}"/>
                    </a:ext>
                  </a:extLst>
                </p:cNvPr>
                <p:cNvPicPr/>
                <p:nvPr/>
              </p:nvPicPr>
              <p:blipFill>
                <a:blip r:embed="rId107"/>
                <a:stretch>
                  <a:fillRect/>
                </a:stretch>
              </p:blipFill>
              <p:spPr>
                <a:xfrm>
                  <a:off x="2959665" y="4548255"/>
                  <a:ext cx="60480" cy="644400"/>
                </a:xfrm>
                <a:prstGeom prst="rect">
                  <a:avLst/>
                </a:prstGeom>
              </p:spPr>
            </p:pic>
          </mc:Fallback>
        </mc:AlternateContent>
      </p:grpSp>
      <p:grpSp>
        <p:nvGrpSpPr>
          <p:cNvPr id="94" name="Group 93">
            <a:extLst>
              <a:ext uri="{FF2B5EF4-FFF2-40B4-BE49-F238E27FC236}">
                <a16:creationId xmlns:a16="http://schemas.microsoft.com/office/drawing/2014/main" id="{93E01450-AFA8-2AD4-7A98-C5F2A1BC743D}"/>
              </a:ext>
            </a:extLst>
          </p:cNvPr>
          <p:cNvGrpSpPr/>
          <p:nvPr/>
        </p:nvGrpSpPr>
        <p:grpSpPr>
          <a:xfrm>
            <a:off x="5012385" y="4104735"/>
            <a:ext cx="5967720" cy="2153880"/>
            <a:chOff x="5012385" y="4104735"/>
            <a:chExt cx="5967720" cy="2153880"/>
          </a:xfrm>
        </p:grpSpPr>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A2E55CF8-6612-D92A-A121-48552F2782C4}"/>
                    </a:ext>
                  </a:extLst>
                </p14:cNvPr>
                <p14:cNvContentPartPr/>
                <p14:nvPr/>
              </p14:nvContentPartPr>
              <p14:xfrm>
                <a:off x="5012385" y="4483815"/>
                <a:ext cx="335880" cy="418680"/>
              </p14:xfrm>
            </p:contentPart>
          </mc:Choice>
          <mc:Fallback xmlns="">
            <p:pic>
              <p:nvPicPr>
                <p:cNvPr id="69" name="Ink 68">
                  <a:extLst>
                    <a:ext uri="{FF2B5EF4-FFF2-40B4-BE49-F238E27FC236}">
                      <a16:creationId xmlns:a16="http://schemas.microsoft.com/office/drawing/2014/main" id="{A2E55CF8-6612-D92A-A121-48552F2782C4}"/>
                    </a:ext>
                  </a:extLst>
                </p:cNvPr>
                <p:cNvPicPr/>
                <p:nvPr/>
              </p:nvPicPr>
              <p:blipFill>
                <a:blip r:embed="rId109"/>
                <a:stretch>
                  <a:fillRect/>
                </a:stretch>
              </p:blipFill>
              <p:spPr>
                <a:xfrm>
                  <a:off x="5006265" y="4477695"/>
                  <a:ext cx="3481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AAB53E64-174D-13C8-C39F-DBFAF412787F}"/>
                    </a:ext>
                  </a:extLst>
                </p14:cNvPr>
                <p14:cNvContentPartPr/>
                <p14:nvPr/>
              </p14:nvContentPartPr>
              <p14:xfrm>
                <a:off x="5630145" y="4578495"/>
                <a:ext cx="649080" cy="247320"/>
              </p14:xfrm>
            </p:contentPart>
          </mc:Choice>
          <mc:Fallback xmlns="">
            <p:pic>
              <p:nvPicPr>
                <p:cNvPr id="70" name="Ink 69">
                  <a:extLst>
                    <a:ext uri="{FF2B5EF4-FFF2-40B4-BE49-F238E27FC236}">
                      <a16:creationId xmlns:a16="http://schemas.microsoft.com/office/drawing/2014/main" id="{AAB53E64-174D-13C8-C39F-DBFAF412787F}"/>
                    </a:ext>
                  </a:extLst>
                </p:cNvPr>
                <p:cNvPicPr/>
                <p:nvPr/>
              </p:nvPicPr>
              <p:blipFill>
                <a:blip r:embed="rId111"/>
                <a:stretch>
                  <a:fillRect/>
                </a:stretch>
              </p:blipFill>
              <p:spPr>
                <a:xfrm>
                  <a:off x="5624025" y="4572375"/>
                  <a:ext cx="6613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BE7E4398-8336-434B-FAE1-A12E97F4FC76}"/>
                    </a:ext>
                  </a:extLst>
                </p14:cNvPr>
                <p14:cNvContentPartPr/>
                <p14:nvPr/>
              </p14:nvContentPartPr>
              <p14:xfrm>
                <a:off x="7533825" y="4216695"/>
                <a:ext cx="754200" cy="507240"/>
              </p14:xfrm>
            </p:contentPart>
          </mc:Choice>
          <mc:Fallback xmlns="">
            <p:pic>
              <p:nvPicPr>
                <p:cNvPr id="71" name="Ink 70">
                  <a:extLst>
                    <a:ext uri="{FF2B5EF4-FFF2-40B4-BE49-F238E27FC236}">
                      <a16:creationId xmlns:a16="http://schemas.microsoft.com/office/drawing/2014/main" id="{BE7E4398-8336-434B-FAE1-A12E97F4FC76}"/>
                    </a:ext>
                  </a:extLst>
                </p:cNvPr>
                <p:cNvPicPr/>
                <p:nvPr/>
              </p:nvPicPr>
              <p:blipFill>
                <a:blip r:embed="rId113"/>
                <a:stretch>
                  <a:fillRect/>
                </a:stretch>
              </p:blipFill>
              <p:spPr>
                <a:xfrm>
                  <a:off x="7527705" y="4210575"/>
                  <a:ext cx="76644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A0526715-BA32-8218-7334-F66DC2E0C6A7}"/>
                    </a:ext>
                  </a:extLst>
                </p14:cNvPr>
                <p14:cNvContentPartPr/>
                <p14:nvPr/>
              </p14:nvContentPartPr>
              <p14:xfrm>
                <a:off x="8456145" y="4104735"/>
                <a:ext cx="293040" cy="413640"/>
              </p14:xfrm>
            </p:contentPart>
          </mc:Choice>
          <mc:Fallback xmlns="">
            <p:pic>
              <p:nvPicPr>
                <p:cNvPr id="72" name="Ink 71">
                  <a:extLst>
                    <a:ext uri="{FF2B5EF4-FFF2-40B4-BE49-F238E27FC236}">
                      <a16:creationId xmlns:a16="http://schemas.microsoft.com/office/drawing/2014/main" id="{A0526715-BA32-8218-7334-F66DC2E0C6A7}"/>
                    </a:ext>
                  </a:extLst>
                </p:cNvPr>
                <p:cNvPicPr/>
                <p:nvPr/>
              </p:nvPicPr>
              <p:blipFill>
                <a:blip r:embed="rId115"/>
                <a:stretch>
                  <a:fillRect/>
                </a:stretch>
              </p:blipFill>
              <p:spPr>
                <a:xfrm>
                  <a:off x="8450025" y="4098615"/>
                  <a:ext cx="30528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87583C4F-2BE6-2A2F-8317-945334227035}"/>
                    </a:ext>
                  </a:extLst>
                </p14:cNvPr>
                <p14:cNvContentPartPr/>
                <p14:nvPr/>
              </p14:nvContentPartPr>
              <p14:xfrm>
                <a:off x="6340425" y="5094375"/>
                <a:ext cx="189720" cy="668880"/>
              </p14:xfrm>
            </p:contentPart>
          </mc:Choice>
          <mc:Fallback xmlns="">
            <p:pic>
              <p:nvPicPr>
                <p:cNvPr id="75" name="Ink 74">
                  <a:extLst>
                    <a:ext uri="{FF2B5EF4-FFF2-40B4-BE49-F238E27FC236}">
                      <a16:creationId xmlns:a16="http://schemas.microsoft.com/office/drawing/2014/main" id="{87583C4F-2BE6-2A2F-8317-945334227035}"/>
                    </a:ext>
                  </a:extLst>
                </p:cNvPr>
                <p:cNvPicPr/>
                <p:nvPr/>
              </p:nvPicPr>
              <p:blipFill>
                <a:blip r:embed="rId117"/>
                <a:stretch>
                  <a:fillRect/>
                </a:stretch>
              </p:blipFill>
              <p:spPr>
                <a:xfrm>
                  <a:off x="6334305" y="5088255"/>
                  <a:ext cx="201960" cy="681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169864FE-0B49-487D-4B21-2305F6429C95}"/>
                    </a:ext>
                  </a:extLst>
                </p14:cNvPr>
                <p14:cNvContentPartPr/>
                <p14:nvPr/>
              </p14:nvContentPartPr>
              <p14:xfrm>
                <a:off x="6831825" y="4917975"/>
                <a:ext cx="477720" cy="761040"/>
              </p14:xfrm>
            </p:contentPart>
          </mc:Choice>
          <mc:Fallback xmlns="">
            <p:pic>
              <p:nvPicPr>
                <p:cNvPr id="76" name="Ink 75">
                  <a:extLst>
                    <a:ext uri="{FF2B5EF4-FFF2-40B4-BE49-F238E27FC236}">
                      <a16:creationId xmlns:a16="http://schemas.microsoft.com/office/drawing/2014/main" id="{169864FE-0B49-487D-4B21-2305F6429C95}"/>
                    </a:ext>
                  </a:extLst>
                </p:cNvPr>
                <p:cNvPicPr/>
                <p:nvPr/>
              </p:nvPicPr>
              <p:blipFill>
                <a:blip r:embed="rId119"/>
                <a:stretch>
                  <a:fillRect/>
                </a:stretch>
              </p:blipFill>
              <p:spPr>
                <a:xfrm>
                  <a:off x="6825705" y="4911855"/>
                  <a:ext cx="489960" cy="773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D395C7C4-FC82-14E7-CBFB-A211C75C2F1B}"/>
                    </a:ext>
                  </a:extLst>
                </p14:cNvPr>
                <p14:cNvContentPartPr/>
                <p14:nvPr/>
              </p14:nvContentPartPr>
              <p14:xfrm>
                <a:off x="7570905" y="5117055"/>
                <a:ext cx="54000" cy="35280"/>
              </p14:xfrm>
            </p:contentPart>
          </mc:Choice>
          <mc:Fallback xmlns="">
            <p:pic>
              <p:nvPicPr>
                <p:cNvPr id="77" name="Ink 76">
                  <a:extLst>
                    <a:ext uri="{FF2B5EF4-FFF2-40B4-BE49-F238E27FC236}">
                      <a16:creationId xmlns:a16="http://schemas.microsoft.com/office/drawing/2014/main" id="{D395C7C4-FC82-14E7-CBFB-A211C75C2F1B}"/>
                    </a:ext>
                  </a:extLst>
                </p:cNvPr>
                <p:cNvPicPr/>
                <p:nvPr/>
              </p:nvPicPr>
              <p:blipFill>
                <a:blip r:embed="rId121"/>
                <a:stretch>
                  <a:fillRect/>
                </a:stretch>
              </p:blipFill>
              <p:spPr>
                <a:xfrm>
                  <a:off x="7564785" y="5110935"/>
                  <a:ext cx="66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BFF86C46-9355-37BE-824D-58C2363FD297}"/>
                    </a:ext>
                  </a:extLst>
                </p14:cNvPr>
                <p14:cNvContentPartPr/>
                <p14:nvPr/>
              </p14:nvContentPartPr>
              <p14:xfrm>
                <a:off x="7332225" y="5146935"/>
                <a:ext cx="505440" cy="924840"/>
              </p14:xfrm>
            </p:contentPart>
          </mc:Choice>
          <mc:Fallback xmlns="">
            <p:pic>
              <p:nvPicPr>
                <p:cNvPr id="78" name="Ink 77">
                  <a:extLst>
                    <a:ext uri="{FF2B5EF4-FFF2-40B4-BE49-F238E27FC236}">
                      <a16:creationId xmlns:a16="http://schemas.microsoft.com/office/drawing/2014/main" id="{BFF86C46-9355-37BE-824D-58C2363FD297}"/>
                    </a:ext>
                  </a:extLst>
                </p:cNvPr>
                <p:cNvPicPr/>
                <p:nvPr/>
              </p:nvPicPr>
              <p:blipFill>
                <a:blip r:embed="rId123"/>
                <a:stretch>
                  <a:fillRect/>
                </a:stretch>
              </p:blipFill>
              <p:spPr>
                <a:xfrm>
                  <a:off x="7326105" y="5140815"/>
                  <a:ext cx="517680" cy="937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9" name="Ink 78">
                  <a:extLst>
                    <a:ext uri="{FF2B5EF4-FFF2-40B4-BE49-F238E27FC236}">
                      <a16:creationId xmlns:a16="http://schemas.microsoft.com/office/drawing/2014/main" id="{E4EA1BB4-C617-9BF8-7650-FFFB63C67C94}"/>
                    </a:ext>
                  </a:extLst>
                </p14:cNvPr>
                <p14:cNvContentPartPr/>
                <p14:nvPr/>
              </p14:nvContentPartPr>
              <p14:xfrm>
                <a:off x="7889865" y="5207055"/>
                <a:ext cx="648720" cy="225000"/>
              </p14:xfrm>
            </p:contentPart>
          </mc:Choice>
          <mc:Fallback xmlns="">
            <p:pic>
              <p:nvPicPr>
                <p:cNvPr id="79" name="Ink 78">
                  <a:extLst>
                    <a:ext uri="{FF2B5EF4-FFF2-40B4-BE49-F238E27FC236}">
                      <a16:creationId xmlns:a16="http://schemas.microsoft.com/office/drawing/2014/main" id="{E4EA1BB4-C617-9BF8-7650-FFFB63C67C94}"/>
                    </a:ext>
                  </a:extLst>
                </p:cNvPr>
                <p:cNvPicPr/>
                <p:nvPr/>
              </p:nvPicPr>
              <p:blipFill>
                <a:blip r:embed="rId125"/>
                <a:stretch>
                  <a:fillRect/>
                </a:stretch>
              </p:blipFill>
              <p:spPr>
                <a:xfrm>
                  <a:off x="7883745" y="5200935"/>
                  <a:ext cx="6609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EB98A1A5-85D0-C0CC-FBC6-455A3B1272F8}"/>
                    </a:ext>
                  </a:extLst>
                </p14:cNvPr>
                <p14:cNvContentPartPr/>
                <p14:nvPr/>
              </p14:nvContentPartPr>
              <p14:xfrm>
                <a:off x="8879865" y="4969815"/>
                <a:ext cx="110160" cy="244080"/>
              </p14:xfrm>
            </p:contentPart>
          </mc:Choice>
          <mc:Fallback xmlns="">
            <p:pic>
              <p:nvPicPr>
                <p:cNvPr id="80" name="Ink 79">
                  <a:extLst>
                    <a:ext uri="{FF2B5EF4-FFF2-40B4-BE49-F238E27FC236}">
                      <a16:creationId xmlns:a16="http://schemas.microsoft.com/office/drawing/2014/main" id="{EB98A1A5-85D0-C0CC-FBC6-455A3B1272F8}"/>
                    </a:ext>
                  </a:extLst>
                </p:cNvPr>
                <p:cNvPicPr/>
                <p:nvPr/>
              </p:nvPicPr>
              <p:blipFill>
                <a:blip r:embed="rId127"/>
                <a:stretch>
                  <a:fillRect/>
                </a:stretch>
              </p:blipFill>
              <p:spPr>
                <a:xfrm>
                  <a:off x="8873745" y="4963695"/>
                  <a:ext cx="122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1" name="Ink 80">
                  <a:extLst>
                    <a:ext uri="{FF2B5EF4-FFF2-40B4-BE49-F238E27FC236}">
                      <a16:creationId xmlns:a16="http://schemas.microsoft.com/office/drawing/2014/main" id="{B57A7FB5-01E0-188C-C9F0-F5C3B54D59A9}"/>
                    </a:ext>
                  </a:extLst>
                </p14:cNvPr>
                <p14:cNvContentPartPr/>
                <p14:nvPr/>
              </p14:nvContentPartPr>
              <p14:xfrm>
                <a:off x="9099105" y="4715655"/>
                <a:ext cx="106560" cy="54000"/>
              </p14:xfrm>
            </p:contentPart>
          </mc:Choice>
          <mc:Fallback xmlns="">
            <p:pic>
              <p:nvPicPr>
                <p:cNvPr id="81" name="Ink 80">
                  <a:extLst>
                    <a:ext uri="{FF2B5EF4-FFF2-40B4-BE49-F238E27FC236}">
                      <a16:creationId xmlns:a16="http://schemas.microsoft.com/office/drawing/2014/main" id="{B57A7FB5-01E0-188C-C9F0-F5C3B54D59A9}"/>
                    </a:ext>
                  </a:extLst>
                </p:cNvPr>
                <p:cNvPicPr/>
                <p:nvPr/>
              </p:nvPicPr>
              <p:blipFill>
                <a:blip r:embed="rId129"/>
                <a:stretch>
                  <a:fillRect/>
                </a:stretch>
              </p:blipFill>
              <p:spPr>
                <a:xfrm>
                  <a:off x="9092985" y="4709535"/>
                  <a:ext cx="118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2" name="Ink 81">
                  <a:extLst>
                    <a:ext uri="{FF2B5EF4-FFF2-40B4-BE49-F238E27FC236}">
                      <a16:creationId xmlns:a16="http://schemas.microsoft.com/office/drawing/2014/main" id="{B3891F1F-994F-111D-8D6A-E6980819F5E1}"/>
                    </a:ext>
                  </a:extLst>
                </p14:cNvPr>
                <p14:cNvContentPartPr/>
                <p14:nvPr/>
              </p14:nvContentPartPr>
              <p14:xfrm>
                <a:off x="9145185" y="4589655"/>
                <a:ext cx="412920" cy="581400"/>
              </p14:xfrm>
            </p:contentPart>
          </mc:Choice>
          <mc:Fallback xmlns="">
            <p:pic>
              <p:nvPicPr>
                <p:cNvPr id="82" name="Ink 81">
                  <a:extLst>
                    <a:ext uri="{FF2B5EF4-FFF2-40B4-BE49-F238E27FC236}">
                      <a16:creationId xmlns:a16="http://schemas.microsoft.com/office/drawing/2014/main" id="{B3891F1F-994F-111D-8D6A-E6980819F5E1}"/>
                    </a:ext>
                  </a:extLst>
                </p:cNvPr>
                <p:cNvPicPr/>
                <p:nvPr/>
              </p:nvPicPr>
              <p:blipFill>
                <a:blip r:embed="rId131"/>
                <a:stretch>
                  <a:fillRect/>
                </a:stretch>
              </p:blipFill>
              <p:spPr>
                <a:xfrm>
                  <a:off x="9139065" y="4583535"/>
                  <a:ext cx="42516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3" name="Ink 82">
                  <a:extLst>
                    <a:ext uri="{FF2B5EF4-FFF2-40B4-BE49-F238E27FC236}">
                      <a16:creationId xmlns:a16="http://schemas.microsoft.com/office/drawing/2014/main" id="{53A283AB-0863-8C09-E317-EB2A12E89515}"/>
                    </a:ext>
                  </a:extLst>
                </p14:cNvPr>
                <p14:cNvContentPartPr/>
                <p14:nvPr/>
              </p14:nvContentPartPr>
              <p14:xfrm>
                <a:off x="8600865" y="5336295"/>
                <a:ext cx="853560" cy="922320"/>
              </p14:xfrm>
            </p:contentPart>
          </mc:Choice>
          <mc:Fallback xmlns="">
            <p:pic>
              <p:nvPicPr>
                <p:cNvPr id="83" name="Ink 82">
                  <a:extLst>
                    <a:ext uri="{FF2B5EF4-FFF2-40B4-BE49-F238E27FC236}">
                      <a16:creationId xmlns:a16="http://schemas.microsoft.com/office/drawing/2014/main" id="{53A283AB-0863-8C09-E317-EB2A12E89515}"/>
                    </a:ext>
                  </a:extLst>
                </p:cNvPr>
                <p:cNvPicPr/>
                <p:nvPr/>
              </p:nvPicPr>
              <p:blipFill>
                <a:blip r:embed="rId133"/>
                <a:stretch>
                  <a:fillRect/>
                </a:stretch>
              </p:blipFill>
              <p:spPr>
                <a:xfrm>
                  <a:off x="8594745" y="5330175"/>
                  <a:ext cx="865800" cy="934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D5372F91-E508-C0E9-FF70-5B82932F644D}"/>
                    </a:ext>
                  </a:extLst>
                </p14:cNvPr>
                <p14:cNvContentPartPr/>
                <p14:nvPr/>
              </p14:nvContentPartPr>
              <p14:xfrm>
                <a:off x="9516345" y="5338095"/>
                <a:ext cx="543240" cy="372600"/>
              </p14:xfrm>
            </p:contentPart>
          </mc:Choice>
          <mc:Fallback xmlns="">
            <p:pic>
              <p:nvPicPr>
                <p:cNvPr id="84" name="Ink 83">
                  <a:extLst>
                    <a:ext uri="{FF2B5EF4-FFF2-40B4-BE49-F238E27FC236}">
                      <a16:creationId xmlns:a16="http://schemas.microsoft.com/office/drawing/2014/main" id="{D5372F91-E508-C0E9-FF70-5B82932F644D}"/>
                    </a:ext>
                  </a:extLst>
                </p:cNvPr>
                <p:cNvPicPr/>
                <p:nvPr/>
              </p:nvPicPr>
              <p:blipFill>
                <a:blip r:embed="rId135"/>
                <a:stretch>
                  <a:fillRect/>
                </a:stretch>
              </p:blipFill>
              <p:spPr>
                <a:xfrm>
                  <a:off x="9510225" y="5331975"/>
                  <a:ext cx="55548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5" name="Ink 84">
                  <a:extLst>
                    <a:ext uri="{FF2B5EF4-FFF2-40B4-BE49-F238E27FC236}">
                      <a16:creationId xmlns:a16="http://schemas.microsoft.com/office/drawing/2014/main" id="{8558FA9E-FB62-3B0C-1CBD-2AA44BEDE1DF}"/>
                    </a:ext>
                  </a:extLst>
                </p14:cNvPr>
                <p14:cNvContentPartPr/>
                <p14:nvPr/>
              </p14:nvContentPartPr>
              <p14:xfrm>
                <a:off x="10122945" y="5118855"/>
                <a:ext cx="356400" cy="369360"/>
              </p14:xfrm>
            </p:contentPart>
          </mc:Choice>
          <mc:Fallback xmlns="">
            <p:pic>
              <p:nvPicPr>
                <p:cNvPr id="85" name="Ink 84">
                  <a:extLst>
                    <a:ext uri="{FF2B5EF4-FFF2-40B4-BE49-F238E27FC236}">
                      <a16:creationId xmlns:a16="http://schemas.microsoft.com/office/drawing/2014/main" id="{8558FA9E-FB62-3B0C-1CBD-2AA44BEDE1DF}"/>
                    </a:ext>
                  </a:extLst>
                </p:cNvPr>
                <p:cNvPicPr/>
                <p:nvPr/>
              </p:nvPicPr>
              <p:blipFill>
                <a:blip r:embed="rId137"/>
                <a:stretch>
                  <a:fillRect/>
                </a:stretch>
              </p:blipFill>
              <p:spPr>
                <a:xfrm>
                  <a:off x="10116825" y="5112735"/>
                  <a:ext cx="3686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EEEAE516-4B55-CEC2-B3DB-4D3B72CCA84A}"/>
                    </a:ext>
                  </a:extLst>
                </p14:cNvPr>
                <p14:cNvContentPartPr/>
                <p14:nvPr/>
              </p14:nvContentPartPr>
              <p14:xfrm>
                <a:off x="10224105" y="5318655"/>
                <a:ext cx="78120" cy="137880"/>
              </p14:xfrm>
            </p:contentPart>
          </mc:Choice>
          <mc:Fallback xmlns="">
            <p:pic>
              <p:nvPicPr>
                <p:cNvPr id="86" name="Ink 85">
                  <a:extLst>
                    <a:ext uri="{FF2B5EF4-FFF2-40B4-BE49-F238E27FC236}">
                      <a16:creationId xmlns:a16="http://schemas.microsoft.com/office/drawing/2014/main" id="{EEEAE516-4B55-CEC2-B3DB-4D3B72CCA84A}"/>
                    </a:ext>
                  </a:extLst>
                </p:cNvPr>
                <p:cNvPicPr/>
                <p:nvPr/>
              </p:nvPicPr>
              <p:blipFill>
                <a:blip r:embed="rId139"/>
                <a:stretch>
                  <a:fillRect/>
                </a:stretch>
              </p:blipFill>
              <p:spPr>
                <a:xfrm>
                  <a:off x="10217985" y="5312535"/>
                  <a:ext cx="903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BDC979E4-139E-9F1F-4876-584D035E7D9D}"/>
                    </a:ext>
                  </a:extLst>
                </p14:cNvPr>
                <p14:cNvContentPartPr/>
                <p14:nvPr/>
              </p14:nvContentPartPr>
              <p14:xfrm>
                <a:off x="10478985" y="5226855"/>
                <a:ext cx="24480" cy="18720"/>
              </p14:xfrm>
            </p:contentPart>
          </mc:Choice>
          <mc:Fallback xmlns="">
            <p:pic>
              <p:nvPicPr>
                <p:cNvPr id="87" name="Ink 86">
                  <a:extLst>
                    <a:ext uri="{FF2B5EF4-FFF2-40B4-BE49-F238E27FC236}">
                      <a16:creationId xmlns:a16="http://schemas.microsoft.com/office/drawing/2014/main" id="{BDC979E4-139E-9F1F-4876-584D035E7D9D}"/>
                    </a:ext>
                  </a:extLst>
                </p:cNvPr>
                <p:cNvPicPr/>
                <p:nvPr/>
              </p:nvPicPr>
              <p:blipFill>
                <a:blip r:embed="rId141"/>
                <a:stretch>
                  <a:fillRect/>
                </a:stretch>
              </p:blipFill>
              <p:spPr>
                <a:xfrm>
                  <a:off x="10472865" y="5220735"/>
                  <a:ext cx="36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1946A394-BC07-D578-0B9C-8A9F5920C81A}"/>
                    </a:ext>
                  </a:extLst>
                </p14:cNvPr>
                <p14:cNvContentPartPr/>
                <p14:nvPr/>
              </p14:nvContentPartPr>
              <p14:xfrm>
                <a:off x="10120065" y="5114895"/>
                <a:ext cx="110520" cy="506520"/>
              </p14:xfrm>
            </p:contentPart>
          </mc:Choice>
          <mc:Fallback xmlns="">
            <p:pic>
              <p:nvPicPr>
                <p:cNvPr id="88" name="Ink 87">
                  <a:extLst>
                    <a:ext uri="{FF2B5EF4-FFF2-40B4-BE49-F238E27FC236}">
                      <a16:creationId xmlns:a16="http://schemas.microsoft.com/office/drawing/2014/main" id="{1946A394-BC07-D578-0B9C-8A9F5920C81A}"/>
                    </a:ext>
                  </a:extLst>
                </p:cNvPr>
                <p:cNvPicPr/>
                <p:nvPr/>
              </p:nvPicPr>
              <p:blipFill>
                <a:blip r:embed="rId143"/>
                <a:stretch>
                  <a:fillRect/>
                </a:stretch>
              </p:blipFill>
              <p:spPr>
                <a:xfrm>
                  <a:off x="10113945" y="5108775"/>
                  <a:ext cx="122760" cy="518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9EE8D9F6-BE25-0A8B-08E3-0100A668C351}"/>
                    </a:ext>
                  </a:extLst>
                </p14:cNvPr>
                <p14:cNvContentPartPr/>
                <p14:nvPr/>
              </p14:nvContentPartPr>
              <p14:xfrm>
                <a:off x="10082625" y="5320455"/>
                <a:ext cx="294840" cy="175320"/>
              </p14:xfrm>
            </p:contentPart>
          </mc:Choice>
          <mc:Fallback xmlns="">
            <p:pic>
              <p:nvPicPr>
                <p:cNvPr id="89" name="Ink 88">
                  <a:extLst>
                    <a:ext uri="{FF2B5EF4-FFF2-40B4-BE49-F238E27FC236}">
                      <a16:creationId xmlns:a16="http://schemas.microsoft.com/office/drawing/2014/main" id="{9EE8D9F6-BE25-0A8B-08E3-0100A668C351}"/>
                    </a:ext>
                  </a:extLst>
                </p:cNvPr>
                <p:cNvPicPr/>
                <p:nvPr/>
              </p:nvPicPr>
              <p:blipFill>
                <a:blip r:embed="rId145"/>
                <a:stretch>
                  <a:fillRect/>
                </a:stretch>
              </p:blipFill>
              <p:spPr>
                <a:xfrm>
                  <a:off x="10076505" y="5314335"/>
                  <a:ext cx="3070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2530355E-93CC-DDE1-D911-4D9CE9AF513C}"/>
                    </a:ext>
                  </a:extLst>
                </p14:cNvPr>
                <p14:cNvContentPartPr/>
                <p14:nvPr/>
              </p14:nvContentPartPr>
              <p14:xfrm>
                <a:off x="10450185" y="5124615"/>
                <a:ext cx="131040" cy="305640"/>
              </p14:xfrm>
            </p:contentPart>
          </mc:Choice>
          <mc:Fallback xmlns="">
            <p:pic>
              <p:nvPicPr>
                <p:cNvPr id="90" name="Ink 89">
                  <a:extLst>
                    <a:ext uri="{FF2B5EF4-FFF2-40B4-BE49-F238E27FC236}">
                      <a16:creationId xmlns:a16="http://schemas.microsoft.com/office/drawing/2014/main" id="{2530355E-93CC-DDE1-D911-4D9CE9AF513C}"/>
                    </a:ext>
                  </a:extLst>
                </p:cNvPr>
                <p:cNvPicPr/>
                <p:nvPr/>
              </p:nvPicPr>
              <p:blipFill>
                <a:blip r:embed="rId147"/>
                <a:stretch>
                  <a:fillRect/>
                </a:stretch>
              </p:blipFill>
              <p:spPr>
                <a:xfrm>
                  <a:off x="10444065" y="5118495"/>
                  <a:ext cx="1432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08B15BDA-5576-8641-59A8-83371357104F}"/>
                    </a:ext>
                  </a:extLst>
                </p14:cNvPr>
                <p14:cNvContentPartPr/>
                <p14:nvPr/>
              </p14:nvContentPartPr>
              <p14:xfrm>
                <a:off x="10621905" y="5258895"/>
                <a:ext cx="155520" cy="145440"/>
              </p14:xfrm>
            </p:contentPart>
          </mc:Choice>
          <mc:Fallback xmlns="">
            <p:pic>
              <p:nvPicPr>
                <p:cNvPr id="91" name="Ink 90">
                  <a:extLst>
                    <a:ext uri="{FF2B5EF4-FFF2-40B4-BE49-F238E27FC236}">
                      <a16:creationId xmlns:a16="http://schemas.microsoft.com/office/drawing/2014/main" id="{08B15BDA-5576-8641-59A8-83371357104F}"/>
                    </a:ext>
                  </a:extLst>
                </p:cNvPr>
                <p:cNvPicPr/>
                <p:nvPr/>
              </p:nvPicPr>
              <p:blipFill>
                <a:blip r:embed="rId149"/>
                <a:stretch>
                  <a:fillRect/>
                </a:stretch>
              </p:blipFill>
              <p:spPr>
                <a:xfrm>
                  <a:off x="10615785" y="5252775"/>
                  <a:ext cx="1677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3A959E42-5C1E-81AB-BA3D-A65E8571141E}"/>
                    </a:ext>
                  </a:extLst>
                </p14:cNvPr>
                <p14:cNvContentPartPr/>
                <p14:nvPr/>
              </p14:nvContentPartPr>
              <p14:xfrm>
                <a:off x="10540545" y="4988175"/>
                <a:ext cx="422280" cy="584640"/>
              </p14:xfrm>
            </p:contentPart>
          </mc:Choice>
          <mc:Fallback xmlns="">
            <p:pic>
              <p:nvPicPr>
                <p:cNvPr id="92" name="Ink 91">
                  <a:extLst>
                    <a:ext uri="{FF2B5EF4-FFF2-40B4-BE49-F238E27FC236}">
                      <a16:creationId xmlns:a16="http://schemas.microsoft.com/office/drawing/2014/main" id="{3A959E42-5C1E-81AB-BA3D-A65E8571141E}"/>
                    </a:ext>
                  </a:extLst>
                </p:cNvPr>
                <p:cNvPicPr/>
                <p:nvPr/>
              </p:nvPicPr>
              <p:blipFill>
                <a:blip r:embed="rId151"/>
                <a:stretch>
                  <a:fillRect/>
                </a:stretch>
              </p:blipFill>
              <p:spPr>
                <a:xfrm>
                  <a:off x="10534425" y="4982055"/>
                  <a:ext cx="434520" cy="596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96767BEA-6335-B7EB-2BF8-B5BB97169472}"/>
                    </a:ext>
                  </a:extLst>
                </p14:cNvPr>
                <p14:cNvContentPartPr/>
                <p14:nvPr/>
              </p14:nvContentPartPr>
              <p14:xfrm>
                <a:off x="10948785" y="5435655"/>
                <a:ext cx="31320" cy="47520"/>
              </p14:xfrm>
            </p:contentPart>
          </mc:Choice>
          <mc:Fallback xmlns="">
            <p:pic>
              <p:nvPicPr>
                <p:cNvPr id="93" name="Ink 92">
                  <a:extLst>
                    <a:ext uri="{FF2B5EF4-FFF2-40B4-BE49-F238E27FC236}">
                      <a16:creationId xmlns:a16="http://schemas.microsoft.com/office/drawing/2014/main" id="{96767BEA-6335-B7EB-2BF8-B5BB97169472}"/>
                    </a:ext>
                  </a:extLst>
                </p:cNvPr>
                <p:cNvPicPr/>
                <p:nvPr/>
              </p:nvPicPr>
              <p:blipFill>
                <a:blip r:embed="rId153"/>
                <a:stretch>
                  <a:fillRect/>
                </a:stretch>
              </p:blipFill>
              <p:spPr>
                <a:xfrm>
                  <a:off x="10942665" y="5429535"/>
                  <a:ext cx="43560" cy="59760"/>
                </a:xfrm>
                <a:prstGeom prst="rect">
                  <a:avLst/>
                </a:prstGeom>
              </p:spPr>
            </p:pic>
          </mc:Fallback>
        </mc:AlternateContent>
      </p:grpSp>
      <p:grpSp>
        <p:nvGrpSpPr>
          <p:cNvPr id="97" name="Group 96">
            <a:extLst>
              <a:ext uri="{FF2B5EF4-FFF2-40B4-BE49-F238E27FC236}">
                <a16:creationId xmlns:a16="http://schemas.microsoft.com/office/drawing/2014/main" id="{CD7C0223-AE04-AD6A-F5A7-1F26263B4505}"/>
              </a:ext>
            </a:extLst>
          </p:cNvPr>
          <p:cNvGrpSpPr/>
          <p:nvPr/>
        </p:nvGrpSpPr>
        <p:grpSpPr>
          <a:xfrm>
            <a:off x="3453585" y="5749575"/>
            <a:ext cx="1019160" cy="432720"/>
            <a:chOff x="3453585" y="5749575"/>
            <a:chExt cx="1019160" cy="432720"/>
          </a:xfrm>
        </p:grpSpPr>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E9F1BF4A-A9EF-D0D5-BCE8-E1EB248EC13A}"/>
                    </a:ext>
                  </a:extLst>
                </p14:cNvPr>
                <p14:cNvContentPartPr/>
                <p14:nvPr/>
              </p14:nvContentPartPr>
              <p14:xfrm>
                <a:off x="3453585" y="5792775"/>
                <a:ext cx="849960" cy="389520"/>
              </p14:xfrm>
            </p:contentPart>
          </mc:Choice>
          <mc:Fallback xmlns="">
            <p:pic>
              <p:nvPicPr>
                <p:cNvPr id="95" name="Ink 94">
                  <a:extLst>
                    <a:ext uri="{FF2B5EF4-FFF2-40B4-BE49-F238E27FC236}">
                      <a16:creationId xmlns:a16="http://schemas.microsoft.com/office/drawing/2014/main" id="{E9F1BF4A-A9EF-D0D5-BCE8-E1EB248EC13A}"/>
                    </a:ext>
                  </a:extLst>
                </p:cNvPr>
                <p:cNvPicPr/>
                <p:nvPr/>
              </p:nvPicPr>
              <p:blipFill>
                <a:blip r:embed="rId155"/>
                <a:stretch>
                  <a:fillRect/>
                </a:stretch>
              </p:blipFill>
              <p:spPr>
                <a:xfrm>
                  <a:off x="3447465" y="5786655"/>
                  <a:ext cx="86220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5A75DD5D-FFED-BC98-55B1-3933F8740A45}"/>
                    </a:ext>
                  </a:extLst>
                </p14:cNvPr>
                <p14:cNvContentPartPr/>
                <p14:nvPr/>
              </p14:nvContentPartPr>
              <p14:xfrm>
                <a:off x="4445025" y="5749575"/>
                <a:ext cx="27720" cy="12600"/>
              </p14:xfrm>
            </p:contentPart>
          </mc:Choice>
          <mc:Fallback xmlns="">
            <p:pic>
              <p:nvPicPr>
                <p:cNvPr id="96" name="Ink 95">
                  <a:extLst>
                    <a:ext uri="{FF2B5EF4-FFF2-40B4-BE49-F238E27FC236}">
                      <a16:creationId xmlns:a16="http://schemas.microsoft.com/office/drawing/2014/main" id="{5A75DD5D-FFED-BC98-55B1-3933F8740A45}"/>
                    </a:ext>
                  </a:extLst>
                </p:cNvPr>
                <p:cNvPicPr/>
                <p:nvPr/>
              </p:nvPicPr>
              <p:blipFill>
                <a:blip r:embed="rId157"/>
                <a:stretch>
                  <a:fillRect/>
                </a:stretch>
              </p:blipFill>
              <p:spPr>
                <a:xfrm>
                  <a:off x="4438905" y="5743455"/>
                  <a:ext cx="39960" cy="24840"/>
                </a:xfrm>
                <a:prstGeom prst="rect">
                  <a:avLst/>
                </a:prstGeom>
              </p:spPr>
            </p:pic>
          </mc:Fallback>
        </mc:AlternateContent>
      </p:grpSp>
    </p:spTree>
    <p:extLst>
      <p:ext uri="{BB962C8B-B14F-4D97-AF65-F5344CB8AC3E}">
        <p14:creationId xmlns:p14="http://schemas.microsoft.com/office/powerpoint/2010/main" val="112302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8" name="Ink 37">
                <a:extLst>
                  <a:ext uri="{FF2B5EF4-FFF2-40B4-BE49-F238E27FC236}">
                    <a16:creationId xmlns:a16="http://schemas.microsoft.com/office/drawing/2014/main" id="{C783E69F-0F6D-A641-B2B3-67ADC1CCE300}"/>
                  </a:ext>
                </a:extLst>
              </p14:cNvPr>
              <p14:cNvContentPartPr/>
              <p14:nvPr/>
            </p14:nvContentPartPr>
            <p14:xfrm>
              <a:off x="5122905" y="1707135"/>
              <a:ext cx="3432960" cy="1353960"/>
            </p14:xfrm>
          </p:contentPart>
        </mc:Choice>
        <mc:Fallback xmlns="">
          <p:pic>
            <p:nvPicPr>
              <p:cNvPr id="38" name="Ink 37">
                <a:extLst>
                  <a:ext uri="{FF2B5EF4-FFF2-40B4-BE49-F238E27FC236}">
                    <a16:creationId xmlns:a16="http://schemas.microsoft.com/office/drawing/2014/main" id="{C783E69F-0F6D-A641-B2B3-67ADC1CCE300}"/>
                  </a:ext>
                </a:extLst>
              </p:cNvPr>
              <p:cNvPicPr/>
              <p:nvPr/>
            </p:nvPicPr>
            <p:blipFill>
              <a:blip r:embed="rId3"/>
              <a:stretch>
                <a:fillRect/>
              </a:stretch>
            </p:blipFill>
            <p:spPr>
              <a:xfrm>
                <a:off x="5116785" y="1701015"/>
                <a:ext cx="3445200" cy="1366200"/>
              </a:xfrm>
              <a:prstGeom prst="rect">
                <a:avLst/>
              </a:prstGeom>
            </p:spPr>
          </p:pic>
        </mc:Fallback>
      </mc:AlternateContent>
      <p:grpSp>
        <p:nvGrpSpPr>
          <p:cNvPr id="96" name="Group 95">
            <a:extLst>
              <a:ext uri="{FF2B5EF4-FFF2-40B4-BE49-F238E27FC236}">
                <a16:creationId xmlns:a16="http://schemas.microsoft.com/office/drawing/2014/main" id="{A56798FC-B927-6443-80BF-38C9878D421D}"/>
              </a:ext>
            </a:extLst>
          </p:cNvPr>
          <p:cNvGrpSpPr/>
          <p:nvPr/>
        </p:nvGrpSpPr>
        <p:grpSpPr>
          <a:xfrm>
            <a:off x="1490145" y="129255"/>
            <a:ext cx="10231560" cy="6052320"/>
            <a:chOff x="1490145" y="129255"/>
            <a:chExt cx="10231560" cy="605232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6EED925-3923-23EE-DC00-B51F85A54B53}"/>
                    </a:ext>
                  </a:extLst>
                </p14:cNvPr>
                <p14:cNvContentPartPr/>
                <p14:nvPr/>
              </p14:nvContentPartPr>
              <p14:xfrm>
                <a:off x="1490145" y="222135"/>
                <a:ext cx="536400" cy="936720"/>
              </p14:xfrm>
            </p:contentPart>
          </mc:Choice>
          <mc:Fallback xmlns="">
            <p:pic>
              <p:nvPicPr>
                <p:cNvPr id="2" name="Ink 1">
                  <a:extLst>
                    <a:ext uri="{FF2B5EF4-FFF2-40B4-BE49-F238E27FC236}">
                      <a16:creationId xmlns:a16="http://schemas.microsoft.com/office/drawing/2014/main" id="{D6EED925-3923-23EE-DC00-B51F85A54B53}"/>
                    </a:ext>
                  </a:extLst>
                </p:cNvPr>
                <p:cNvPicPr/>
                <p:nvPr/>
              </p:nvPicPr>
              <p:blipFill>
                <a:blip r:embed="rId5"/>
                <a:stretch>
                  <a:fillRect/>
                </a:stretch>
              </p:blipFill>
              <p:spPr>
                <a:xfrm>
                  <a:off x="1484025" y="216015"/>
                  <a:ext cx="548640" cy="94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87E2DCFE-D9F0-39F5-83C3-664A9BDDC840}"/>
                    </a:ext>
                  </a:extLst>
                </p14:cNvPr>
                <p14:cNvContentPartPr/>
                <p14:nvPr/>
              </p14:nvContentPartPr>
              <p14:xfrm>
                <a:off x="2246145" y="378375"/>
                <a:ext cx="444600" cy="762480"/>
              </p14:xfrm>
            </p:contentPart>
          </mc:Choice>
          <mc:Fallback xmlns="">
            <p:pic>
              <p:nvPicPr>
                <p:cNvPr id="3" name="Ink 2">
                  <a:extLst>
                    <a:ext uri="{FF2B5EF4-FFF2-40B4-BE49-F238E27FC236}">
                      <a16:creationId xmlns:a16="http://schemas.microsoft.com/office/drawing/2014/main" id="{87E2DCFE-D9F0-39F5-83C3-664A9BDDC840}"/>
                    </a:ext>
                  </a:extLst>
                </p:cNvPr>
                <p:cNvPicPr/>
                <p:nvPr/>
              </p:nvPicPr>
              <p:blipFill>
                <a:blip r:embed="rId7"/>
                <a:stretch>
                  <a:fillRect/>
                </a:stretch>
              </p:blipFill>
              <p:spPr>
                <a:xfrm>
                  <a:off x="2240025" y="372255"/>
                  <a:ext cx="456840" cy="77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95180BA2-A403-EE56-C0C6-571311BF9613}"/>
                    </a:ext>
                  </a:extLst>
                </p14:cNvPr>
                <p14:cNvContentPartPr/>
                <p14:nvPr/>
              </p14:nvContentPartPr>
              <p14:xfrm>
                <a:off x="2819625" y="488175"/>
                <a:ext cx="420120" cy="453960"/>
              </p14:xfrm>
            </p:contentPart>
          </mc:Choice>
          <mc:Fallback xmlns="">
            <p:pic>
              <p:nvPicPr>
                <p:cNvPr id="5" name="Ink 4">
                  <a:extLst>
                    <a:ext uri="{FF2B5EF4-FFF2-40B4-BE49-F238E27FC236}">
                      <a16:creationId xmlns:a16="http://schemas.microsoft.com/office/drawing/2014/main" id="{95180BA2-A403-EE56-C0C6-571311BF9613}"/>
                    </a:ext>
                  </a:extLst>
                </p:cNvPr>
                <p:cNvPicPr/>
                <p:nvPr/>
              </p:nvPicPr>
              <p:blipFill>
                <a:blip r:embed="rId9"/>
                <a:stretch>
                  <a:fillRect/>
                </a:stretch>
              </p:blipFill>
              <p:spPr>
                <a:xfrm>
                  <a:off x="2813505" y="482055"/>
                  <a:ext cx="43236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345CA270-6CE8-C7BB-0360-E1FCE4BF283A}"/>
                    </a:ext>
                  </a:extLst>
                </p14:cNvPr>
                <p14:cNvContentPartPr/>
                <p14:nvPr/>
              </p14:nvContentPartPr>
              <p14:xfrm>
                <a:off x="2648625" y="309975"/>
                <a:ext cx="327960" cy="678240"/>
              </p14:xfrm>
            </p:contentPart>
          </mc:Choice>
          <mc:Fallback xmlns="">
            <p:pic>
              <p:nvPicPr>
                <p:cNvPr id="6" name="Ink 5">
                  <a:extLst>
                    <a:ext uri="{FF2B5EF4-FFF2-40B4-BE49-F238E27FC236}">
                      <a16:creationId xmlns:a16="http://schemas.microsoft.com/office/drawing/2014/main" id="{345CA270-6CE8-C7BB-0360-E1FCE4BF283A}"/>
                    </a:ext>
                  </a:extLst>
                </p:cNvPr>
                <p:cNvPicPr/>
                <p:nvPr/>
              </p:nvPicPr>
              <p:blipFill>
                <a:blip r:embed="rId11"/>
                <a:stretch>
                  <a:fillRect/>
                </a:stretch>
              </p:blipFill>
              <p:spPr>
                <a:xfrm>
                  <a:off x="2642505" y="303855"/>
                  <a:ext cx="340200" cy="690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27502648-20BB-8937-5086-8F69D6BD208A}"/>
                    </a:ext>
                  </a:extLst>
                </p14:cNvPr>
                <p14:cNvContentPartPr/>
                <p14:nvPr/>
              </p14:nvContentPartPr>
              <p14:xfrm>
                <a:off x="3127065" y="173895"/>
                <a:ext cx="347400" cy="850680"/>
              </p14:xfrm>
            </p:contentPart>
          </mc:Choice>
          <mc:Fallback xmlns="">
            <p:pic>
              <p:nvPicPr>
                <p:cNvPr id="7" name="Ink 6">
                  <a:extLst>
                    <a:ext uri="{FF2B5EF4-FFF2-40B4-BE49-F238E27FC236}">
                      <a16:creationId xmlns:a16="http://schemas.microsoft.com/office/drawing/2014/main" id="{27502648-20BB-8937-5086-8F69D6BD208A}"/>
                    </a:ext>
                  </a:extLst>
                </p:cNvPr>
                <p:cNvPicPr/>
                <p:nvPr/>
              </p:nvPicPr>
              <p:blipFill>
                <a:blip r:embed="rId13"/>
                <a:stretch>
                  <a:fillRect/>
                </a:stretch>
              </p:blipFill>
              <p:spPr>
                <a:xfrm>
                  <a:off x="3120945" y="167775"/>
                  <a:ext cx="359640" cy="862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90B52542-2102-FFCD-F30B-8E738851995B}"/>
                    </a:ext>
                  </a:extLst>
                </p14:cNvPr>
                <p14:cNvContentPartPr/>
                <p14:nvPr/>
              </p14:nvContentPartPr>
              <p14:xfrm>
                <a:off x="3924825" y="481695"/>
                <a:ext cx="130680" cy="43560"/>
              </p14:xfrm>
            </p:contentPart>
          </mc:Choice>
          <mc:Fallback xmlns="">
            <p:pic>
              <p:nvPicPr>
                <p:cNvPr id="8" name="Ink 7">
                  <a:extLst>
                    <a:ext uri="{FF2B5EF4-FFF2-40B4-BE49-F238E27FC236}">
                      <a16:creationId xmlns:a16="http://schemas.microsoft.com/office/drawing/2014/main" id="{90B52542-2102-FFCD-F30B-8E738851995B}"/>
                    </a:ext>
                  </a:extLst>
                </p:cNvPr>
                <p:cNvPicPr/>
                <p:nvPr/>
              </p:nvPicPr>
              <p:blipFill>
                <a:blip r:embed="rId15"/>
                <a:stretch>
                  <a:fillRect/>
                </a:stretch>
              </p:blipFill>
              <p:spPr>
                <a:xfrm>
                  <a:off x="3918705" y="475575"/>
                  <a:ext cx="1429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93A8E2B-D82C-04E6-934F-81D412ACF94E}"/>
                    </a:ext>
                  </a:extLst>
                </p14:cNvPr>
                <p14:cNvContentPartPr/>
                <p14:nvPr/>
              </p14:nvContentPartPr>
              <p14:xfrm>
                <a:off x="3975225" y="858975"/>
                <a:ext cx="206280" cy="29160"/>
              </p14:xfrm>
            </p:contentPart>
          </mc:Choice>
          <mc:Fallback xmlns="">
            <p:pic>
              <p:nvPicPr>
                <p:cNvPr id="9" name="Ink 8">
                  <a:extLst>
                    <a:ext uri="{FF2B5EF4-FFF2-40B4-BE49-F238E27FC236}">
                      <a16:creationId xmlns:a16="http://schemas.microsoft.com/office/drawing/2014/main" id="{F93A8E2B-D82C-04E6-934F-81D412ACF94E}"/>
                    </a:ext>
                  </a:extLst>
                </p:cNvPr>
                <p:cNvPicPr/>
                <p:nvPr/>
              </p:nvPicPr>
              <p:blipFill>
                <a:blip r:embed="rId17"/>
                <a:stretch>
                  <a:fillRect/>
                </a:stretch>
              </p:blipFill>
              <p:spPr>
                <a:xfrm>
                  <a:off x="3969105" y="852855"/>
                  <a:ext cx="2185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9E888624-CD54-8214-55CC-1B2798B18232}"/>
                    </a:ext>
                  </a:extLst>
                </p14:cNvPr>
                <p14:cNvContentPartPr/>
                <p14:nvPr/>
              </p14:nvContentPartPr>
              <p14:xfrm>
                <a:off x="4751025" y="167415"/>
                <a:ext cx="374400" cy="776160"/>
              </p14:xfrm>
            </p:contentPart>
          </mc:Choice>
          <mc:Fallback xmlns="">
            <p:pic>
              <p:nvPicPr>
                <p:cNvPr id="11" name="Ink 10">
                  <a:extLst>
                    <a:ext uri="{FF2B5EF4-FFF2-40B4-BE49-F238E27FC236}">
                      <a16:creationId xmlns:a16="http://schemas.microsoft.com/office/drawing/2014/main" id="{9E888624-CD54-8214-55CC-1B2798B18232}"/>
                    </a:ext>
                  </a:extLst>
                </p:cNvPr>
                <p:cNvPicPr/>
                <p:nvPr/>
              </p:nvPicPr>
              <p:blipFill>
                <a:blip r:embed="rId19"/>
                <a:stretch>
                  <a:fillRect/>
                </a:stretch>
              </p:blipFill>
              <p:spPr>
                <a:xfrm>
                  <a:off x="4744905" y="161295"/>
                  <a:ext cx="386640" cy="788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D1E2F42B-505B-13FB-1F4D-52D1DA3C2675}"/>
                    </a:ext>
                  </a:extLst>
                </p14:cNvPr>
                <p14:cNvContentPartPr/>
                <p14:nvPr/>
              </p14:nvContentPartPr>
              <p14:xfrm>
                <a:off x="5170785" y="595095"/>
                <a:ext cx="178920" cy="259200"/>
              </p14:xfrm>
            </p:contentPart>
          </mc:Choice>
          <mc:Fallback xmlns="">
            <p:pic>
              <p:nvPicPr>
                <p:cNvPr id="12" name="Ink 11">
                  <a:extLst>
                    <a:ext uri="{FF2B5EF4-FFF2-40B4-BE49-F238E27FC236}">
                      <a16:creationId xmlns:a16="http://schemas.microsoft.com/office/drawing/2014/main" id="{D1E2F42B-505B-13FB-1F4D-52D1DA3C2675}"/>
                    </a:ext>
                  </a:extLst>
                </p:cNvPr>
                <p:cNvPicPr/>
                <p:nvPr/>
              </p:nvPicPr>
              <p:blipFill>
                <a:blip r:embed="rId21"/>
                <a:stretch>
                  <a:fillRect/>
                </a:stretch>
              </p:blipFill>
              <p:spPr>
                <a:xfrm>
                  <a:off x="5164665" y="588975"/>
                  <a:ext cx="1911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071C3045-5800-1C1C-0AA4-30A83FD63780}"/>
                    </a:ext>
                  </a:extLst>
                </p14:cNvPr>
                <p14:cNvContentPartPr/>
                <p14:nvPr/>
              </p14:nvContentPartPr>
              <p14:xfrm>
                <a:off x="5797185" y="561975"/>
                <a:ext cx="473400" cy="74520"/>
              </p14:xfrm>
            </p:contentPart>
          </mc:Choice>
          <mc:Fallback xmlns="">
            <p:pic>
              <p:nvPicPr>
                <p:cNvPr id="13" name="Ink 12">
                  <a:extLst>
                    <a:ext uri="{FF2B5EF4-FFF2-40B4-BE49-F238E27FC236}">
                      <a16:creationId xmlns:a16="http://schemas.microsoft.com/office/drawing/2014/main" id="{071C3045-5800-1C1C-0AA4-30A83FD63780}"/>
                    </a:ext>
                  </a:extLst>
                </p:cNvPr>
                <p:cNvPicPr/>
                <p:nvPr/>
              </p:nvPicPr>
              <p:blipFill>
                <a:blip r:embed="rId23"/>
                <a:stretch>
                  <a:fillRect/>
                </a:stretch>
              </p:blipFill>
              <p:spPr>
                <a:xfrm>
                  <a:off x="5791065" y="555855"/>
                  <a:ext cx="4856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A60F5E6C-6424-CA33-39D2-345F0C7B8345}"/>
                    </a:ext>
                  </a:extLst>
                </p14:cNvPr>
                <p14:cNvContentPartPr/>
                <p14:nvPr/>
              </p14:nvContentPartPr>
              <p14:xfrm>
                <a:off x="5978985" y="500055"/>
                <a:ext cx="52920" cy="343800"/>
              </p14:xfrm>
            </p:contentPart>
          </mc:Choice>
          <mc:Fallback xmlns="">
            <p:pic>
              <p:nvPicPr>
                <p:cNvPr id="14" name="Ink 13">
                  <a:extLst>
                    <a:ext uri="{FF2B5EF4-FFF2-40B4-BE49-F238E27FC236}">
                      <a16:creationId xmlns:a16="http://schemas.microsoft.com/office/drawing/2014/main" id="{A60F5E6C-6424-CA33-39D2-345F0C7B8345}"/>
                    </a:ext>
                  </a:extLst>
                </p:cNvPr>
                <p:cNvPicPr/>
                <p:nvPr/>
              </p:nvPicPr>
              <p:blipFill>
                <a:blip r:embed="rId25"/>
                <a:stretch>
                  <a:fillRect/>
                </a:stretch>
              </p:blipFill>
              <p:spPr>
                <a:xfrm>
                  <a:off x="5972865" y="493935"/>
                  <a:ext cx="6516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3E398A30-B43A-31AE-FF1B-666DBF5D3D54}"/>
                    </a:ext>
                  </a:extLst>
                </p14:cNvPr>
                <p14:cNvContentPartPr/>
                <p14:nvPr/>
              </p14:nvContentPartPr>
              <p14:xfrm>
                <a:off x="6854505" y="129255"/>
                <a:ext cx="462240" cy="788040"/>
              </p14:xfrm>
            </p:contentPart>
          </mc:Choice>
          <mc:Fallback xmlns="">
            <p:pic>
              <p:nvPicPr>
                <p:cNvPr id="17" name="Ink 16">
                  <a:extLst>
                    <a:ext uri="{FF2B5EF4-FFF2-40B4-BE49-F238E27FC236}">
                      <a16:creationId xmlns:a16="http://schemas.microsoft.com/office/drawing/2014/main" id="{3E398A30-B43A-31AE-FF1B-666DBF5D3D54}"/>
                    </a:ext>
                  </a:extLst>
                </p:cNvPr>
                <p:cNvPicPr/>
                <p:nvPr/>
              </p:nvPicPr>
              <p:blipFill>
                <a:blip r:embed="rId27"/>
                <a:stretch>
                  <a:fillRect/>
                </a:stretch>
              </p:blipFill>
              <p:spPr>
                <a:xfrm>
                  <a:off x="6848385" y="123135"/>
                  <a:ext cx="474480" cy="800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C9D1561-A4CE-7932-D8CC-4617E55E6BE2}"/>
                    </a:ext>
                  </a:extLst>
                </p14:cNvPr>
                <p14:cNvContentPartPr/>
                <p14:nvPr/>
              </p14:nvContentPartPr>
              <p14:xfrm>
                <a:off x="7557945" y="675015"/>
                <a:ext cx="24840" cy="249120"/>
              </p14:xfrm>
            </p:contentPart>
          </mc:Choice>
          <mc:Fallback xmlns="">
            <p:pic>
              <p:nvPicPr>
                <p:cNvPr id="18" name="Ink 17">
                  <a:extLst>
                    <a:ext uri="{FF2B5EF4-FFF2-40B4-BE49-F238E27FC236}">
                      <a16:creationId xmlns:a16="http://schemas.microsoft.com/office/drawing/2014/main" id="{7C9D1561-A4CE-7932-D8CC-4617E55E6BE2}"/>
                    </a:ext>
                  </a:extLst>
                </p:cNvPr>
                <p:cNvPicPr/>
                <p:nvPr/>
              </p:nvPicPr>
              <p:blipFill>
                <a:blip r:embed="rId29"/>
                <a:stretch>
                  <a:fillRect/>
                </a:stretch>
              </p:blipFill>
              <p:spPr>
                <a:xfrm>
                  <a:off x="7551825" y="668895"/>
                  <a:ext cx="370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9AE68F13-72FB-67F2-9587-3ECEA43C9B61}"/>
                    </a:ext>
                  </a:extLst>
                </p14:cNvPr>
                <p14:cNvContentPartPr/>
                <p14:nvPr/>
              </p14:nvContentPartPr>
              <p14:xfrm>
                <a:off x="7829385" y="334815"/>
                <a:ext cx="791280" cy="545760"/>
              </p14:xfrm>
            </p:contentPart>
          </mc:Choice>
          <mc:Fallback xmlns="">
            <p:pic>
              <p:nvPicPr>
                <p:cNvPr id="19" name="Ink 18">
                  <a:extLst>
                    <a:ext uri="{FF2B5EF4-FFF2-40B4-BE49-F238E27FC236}">
                      <a16:creationId xmlns:a16="http://schemas.microsoft.com/office/drawing/2014/main" id="{9AE68F13-72FB-67F2-9587-3ECEA43C9B61}"/>
                    </a:ext>
                  </a:extLst>
                </p:cNvPr>
                <p:cNvPicPr/>
                <p:nvPr/>
              </p:nvPicPr>
              <p:blipFill>
                <a:blip r:embed="rId31"/>
                <a:stretch>
                  <a:fillRect/>
                </a:stretch>
              </p:blipFill>
              <p:spPr>
                <a:xfrm>
                  <a:off x="7823265" y="328695"/>
                  <a:ext cx="803520" cy="55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0087D24A-3ED1-32BF-3123-6A6A2FA78C37}"/>
                    </a:ext>
                  </a:extLst>
                </p14:cNvPr>
                <p14:cNvContentPartPr/>
                <p14:nvPr/>
              </p14:nvContentPartPr>
              <p14:xfrm>
                <a:off x="8794905" y="635415"/>
                <a:ext cx="583560" cy="7920"/>
              </p14:xfrm>
            </p:contentPart>
          </mc:Choice>
          <mc:Fallback xmlns="">
            <p:pic>
              <p:nvPicPr>
                <p:cNvPr id="21" name="Ink 20">
                  <a:extLst>
                    <a:ext uri="{FF2B5EF4-FFF2-40B4-BE49-F238E27FC236}">
                      <a16:creationId xmlns:a16="http://schemas.microsoft.com/office/drawing/2014/main" id="{0087D24A-3ED1-32BF-3123-6A6A2FA78C37}"/>
                    </a:ext>
                  </a:extLst>
                </p:cNvPr>
                <p:cNvPicPr/>
                <p:nvPr/>
              </p:nvPicPr>
              <p:blipFill>
                <a:blip r:embed="rId33"/>
                <a:stretch>
                  <a:fillRect/>
                </a:stretch>
              </p:blipFill>
              <p:spPr>
                <a:xfrm>
                  <a:off x="8788785" y="629295"/>
                  <a:ext cx="5958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A6C06647-12AF-8DF7-AA92-904E1711E1C5}"/>
                    </a:ext>
                  </a:extLst>
                </p14:cNvPr>
                <p14:cNvContentPartPr/>
                <p14:nvPr/>
              </p14:nvContentPartPr>
              <p14:xfrm>
                <a:off x="9649185" y="541095"/>
                <a:ext cx="43560" cy="234000"/>
              </p14:xfrm>
            </p:contentPart>
          </mc:Choice>
          <mc:Fallback xmlns="">
            <p:pic>
              <p:nvPicPr>
                <p:cNvPr id="22" name="Ink 21">
                  <a:extLst>
                    <a:ext uri="{FF2B5EF4-FFF2-40B4-BE49-F238E27FC236}">
                      <a16:creationId xmlns:a16="http://schemas.microsoft.com/office/drawing/2014/main" id="{A6C06647-12AF-8DF7-AA92-904E1711E1C5}"/>
                    </a:ext>
                  </a:extLst>
                </p:cNvPr>
                <p:cNvPicPr/>
                <p:nvPr/>
              </p:nvPicPr>
              <p:blipFill>
                <a:blip r:embed="rId35"/>
                <a:stretch>
                  <a:fillRect/>
                </a:stretch>
              </p:blipFill>
              <p:spPr>
                <a:xfrm>
                  <a:off x="9643065" y="534975"/>
                  <a:ext cx="558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A3D0A803-56EE-B572-948C-B58AA073711A}"/>
                    </a:ext>
                  </a:extLst>
                </p14:cNvPr>
                <p14:cNvContentPartPr/>
                <p14:nvPr/>
              </p14:nvContentPartPr>
              <p14:xfrm>
                <a:off x="9746025" y="386295"/>
                <a:ext cx="200160" cy="415800"/>
              </p14:xfrm>
            </p:contentPart>
          </mc:Choice>
          <mc:Fallback xmlns="">
            <p:pic>
              <p:nvPicPr>
                <p:cNvPr id="23" name="Ink 22">
                  <a:extLst>
                    <a:ext uri="{FF2B5EF4-FFF2-40B4-BE49-F238E27FC236}">
                      <a16:creationId xmlns:a16="http://schemas.microsoft.com/office/drawing/2014/main" id="{A3D0A803-56EE-B572-948C-B58AA073711A}"/>
                    </a:ext>
                  </a:extLst>
                </p:cNvPr>
                <p:cNvPicPr/>
                <p:nvPr/>
              </p:nvPicPr>
              <p:blipFill>
                <a:blip r:embed="rId37"/>
                <a:stretch>
                  <a:fillRect/>
                </a:stretch>
              </p:blipFill>
              <p:spPr>
                <a:xfrm>
                  <a:off x="9739905" y="380175"/>
                  <a:ext cx="2124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8CDB154D-E533-1E0D-0AF7-8A48606F9673}"/>
                    </a:ext>
                  </a:extLst>
                </p14:cNvPr>
                <p14:cNvContentPartPr/>
                <p14:nvPr/>
              </p14:nvContentPartPr>
              <p14:xfrm>
                <a:off x="10053825" y="451815"/>
                <a:ext cx="651960" cy="395280"/>
              </p14:xfrm>
            </p:contentPart>
          </mc:Choice>
          <mc:Fallback xmlns="">
            <p:pic>
              <p:nvPicPr>
                <p:cNvPr id="24" name="Ink 23">
                  <a:extLst>
                    <a:ext uri="{FF2B5EF4-FFF2-40B4-BE49-F238E27FC236}">
                      <a16:creationId xmlns:a16="http://schemas.microsoft.com/office/drawing/2014/main" id="{8CDB154D-E533-1E0D-0AF7-8A48606F9673}"/>
                    </a:ext>
                  </a:extLst>
                </p:cNvPr>
                <p:cNvPicPr/>
                <p:nvPr/>
              </p:nvPicPr>
              <p:blipFill>
                <a:blip r:embed="rId39"/>
                <a:stretch>
                  <a:fillRect/>
                </a:stretch>
              </p:blipFill>
              <p:spPr>
                <a:xfrm>
                  <a:off x="10047705" y="445695"/>
                  <a:ext cx="66420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0123E8C-E669-A862-BFC4-365F4F7E9D68}"/>
                    </a:ext>
                  </a:extLst>
                </p14:cNvPr>
                <p14:cNvContentPartPr/>
                <p14:nvPr/>
              </p14:nvContentPartPr>
              <p14:xfrm>
                <a:off x="10666185" y="583575"/>
                <a:ext cx="191160" cy="8640"/>
              </p14:xfrm>
            </p:contentPart>
          </mc:Choice>
          <mc:Fallback xmlns="">
            <p:pic>
              <p:nvPicPr>
                <p:cNvPr id="25" name="Ink 24">
                  <a:extLst>
                    <a:ext uri="{FF2B5EF4-FFF2-40B4-BE49-F238E27FC236}">
                      <a16:creationId xmlns:a16="http://schemas.microsoft.com/office/drawing/2014/main" id="{70123E8C-E669-A862-BFC4-365F4F7E9D68}"/>
                    </a:ext>
                  </a:extLst>
                </p:cNvPr>
                <p:cNvPicPr/>
                <p:nvPr/>
              </p:nvPicPr>
              <p:blipFill>
                <a:blip r:embed="rId41"/>
                <a:stretch>
                  <a:fillRect/>
                </a:stretch>
              </p:blipFill>
              <p:spPr>
                <a:xfrm>
                  <a:off x="10660065" y="577455"/>
                  <a:ext cx="203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9D0BFB4C-9A78-2D07-1B21-17AD9940883D}"/>
                    </a:ext>
                  </a:extLst>
                </p14:cNvPr>
                <p14:cNvContentPartPr/>
                <p14:nvPr/>
              </p14:nvContentPartPr>
              <p14:xfrm>
                <a:off x="10940505" y="330495"/>
                <a:ext cx="204840" cy="639360"/>
              </p14:xfrm>
            </p:contentPart>
          </mc:Choice>
          <mc:Fallback xmlns="">
            <p:pic>
              <p:nvPicPr>
                <p:cNvPr id="26" name="Ink 25">
                  <a:extLst>
                    <a:ext uri="{FF2B5EF4-FFF2-40B4-BE49-F238E27FC236}">
                      <a16:creationId xmlns:a16="http://schemas.microsoft.com/office/drawing/2014/main" id="{9D0BFB4C-9A78-2D07-1B21-17AD9940883D}"/>
                    </a:ext>
                  </a:extLst>
                </p:cNvPr>
                <p:cNvPicPr/>
                <p:nvPr/>
              </p:nvPicPr>
              <p:blipFill>
                <a:blip r:embed="rId43"/>
                <a:stretch>
                  <a:fillRect/>
                </a:stretch>
              </p:blipFill>
              <p:spPr>
                <a:xfrm>
                  <a:off x="10934385" y="324375"/>
                  <a:ext cx="217080" cy="651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FC7EC2DA-2D1E-30A5-4CB4-AF507988CA55}"/>
                    </a:ext>
                  </a:extLst>
                </p14:cNvPr>
                <p14:cNvContentPartPr/>
                <p14:nvPr/>
              </p14:nvContentPartPr>
              <p14:xfrm>
                <a:off x="11333985" y="434175"/>
                <a:ext cx="119160" cy="232920"/>
              </p14:xfrm>
            </p:contentPart>
          </mc:Choice>
          <mc:Fallback xmlns="">
            <p:pic>
              <p:nvPicPr>
                <p:cNvPr id="27" name="Ink 26">
                  <a:extLst>
                    <a:ext uri="{FF2B5EF4-FFF2-40B4-BE49-F238E27FC236}">
                      <a16:creationId xmlns:a16="http://schemas.microsoft.com/office/drawing/2014/main" id="{FC7EC2DA-2D1E-30A5-4CB4-AF507988CA55}"/>
                    </a:ext>
                  </a:extLst>
                </p:cNvPr>
                <p:cNvPicPr/>
                <p:nvPr/>
              </p:nvPicPr>
              <p:blipFill>
                <a:blip r:embed="rId45"/>
                <a:stretch>
                  <a:fillRect/>
                </a:stretch>
              </p:blipFill>
              <p:spPr>
                <a:xfrm>
                  <a:off x="11327865" y="428055"/>
                  <a:ext cx="1314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049E1196-F29B-DE32-9FBC-17B5E664C127}"/>
                    </a:ext>
                  </a:extLst>
                </p14:cNvPr>
                <p14:cNvContentPartPr/>
                <p14:nvPr/>
              </p14:nvContentPartPr>
              <p14:xfrm>
                <a:off x="11314545" y="619575"/>
                <a:ext cx="226800" cy="25200"/>
              </p14:xfrm>
            </p:contentPart>
          </mc:Choice>
          <mc:Fallback xmlns="">
            <p:pic>
              <p:nvPicPr>
                <p:cNvPr id="28" name="Ink 27">
                  <a:extLst>
                    <a:ext uri="{FF2B5EF4-FFF2-40B4-BE49-F238E27FC236}">
                      <a16:creationId xmlns:a16="http://schemas.microsoft.com/office/drawing/2014/main" id="{049E1196-F29B-DE32-9FBC-17B5E664C127}"/>
                    </a:ext>
                  </a:extLst>
                </p:cNvPr>
                <p:cNvPicPr/>
                <p:nvPr/>
              </p:nvPicPr>
              <p:blipFill>
                <a:blip r:embed="rId47"/>
                <a:stretch>
                  <a:fillRect/>
                </a:stretch>
              </p:blipFill>
              <p:spPr>
                <a:xfrm>
                  <a:off x="11308425" y="613455"/>
                  <a:ext cx="239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06F3E701-E764-EA84-577F-383A4A9D3749}"/>
                    </a:ext>
                  </a:extLst>
                </p14:cNvPr>
                <p14:cNvContentPartPr/>
                <p14:nvPr/>
              </p14:nvContentPartPr>
              <p14:xfrm>
                <a:off x="11688225" y="582495"/>
                <a:ext cx="33480" cy="30240"/>
              </p14:xfrm>
            </p:contentPart>
          </mc:Choice>
          <mc:Fallback xmlns="">
            <p:pic>
              <p:nvPicPr>
                <p:cNvPr id="29" name="Ink 28">
                  <a:extLst>
                    <a:ext uri="{FF2B5EF4-FFF2-40B4-BE49-F238E27FC236}">
                      <a16:creationId xmlns:a16="http://schemas.microsoft.com/office/drawing/2014/main" id="{06F3E701-E764-EA84-577F-383A4A9D3749}"/>
                    </a:ext>
                  </a:extLst>
                </p:cNvPr>
                <p:cNvPicPr/>
                <p:nvPr/>
              </p:nvPicPr>
              <p:blipFill>
                <a:blip r:embed="rId49"/>
                <a:stretch>
                  <a:fillRect/>
                </a:stretch>
              </p:blipFill>
              <p:spPr>
                <a:xfrm>
                  <a:off x="11682105" y="576375"/>
                  <a:ext cx="457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A22CA51C-D0AD-931D-BBC3-378E2E2A14FB}"/>
                    </a:ext>
                  </a:extLst>
                </p14:cNvPr>
                <p14:cNvContentPartPr/>
                <p14:nvPr/>
              </p14:nvContentPartPr>
              <p14:xfrm>
                <a:off x="6668025" y="1801455"/>
                <a:ext cx="393840" cy="2753280"/>
              </p14:xfrm>
            </p:contentPart>
          </mc:Choice>
          <mc:Fallback xmlns="">
            <p:pic>
              <p:nvPicPr>
                <p:cNvPr id="32" name="Ink 31">
                  <a:extLst>
                    <a:ext uri="{FF2B5EF4-FFF2-40B4-BE49-F238E27FC236}">
                      <a16:creationId xmlns:a16="http://schemas.microsoft.com/office/drawing/2014/main" id="{A22CA51C-D0AD-931D-BBC3-378E2E2A14FB}"/>
                    </a:ext>
                  </a:extLst>
                </p:cNvPr>
                <p:cNvPicPr/>
                <p:nvPr/>
              </p:nvPicPr>
              <p:blipFill>
                <a:blip r:embed="rId51"/>
                <a:stretch>
                  <a:fillRect/>
                </a:stretch>
              </p:blipFill>
              <p:spPr>
                <a:xfrm>
                  <a:off x="6661905" y="1795335"/>
                  <a:ext cx="406080" cy="2765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AED10733-B537-BAB6-D4EA-92CD3126C8AE}"/>
                    </a:ext>
                  </a:extLst>
                </p14:cNvPr>
                <p14:cNvContentPartPr/>
                <p14:nvPr/>
              </p14:nvContentPartPr>
              <p14:xfrm>
                <a:off x="4603785" y="3134895"/>
                <a:ext cx="4583880" cy="51840"/>
              </p14:xfrm>
            </p:contentPart>
          </mc:Choice>
          <mc:Fallback xmlns="">
            <p:pic>
              <p:nvPicPr>
                <p:cNvPr id="33" name="Ink 32">
                  <a:extLst>
                    <a:ext uri="{FF2B5EF4-FFF2-40B4-BE49-F238E27FC236}">
                      <a16:creationId xmlns:a16="http://schemas.microsoft.com/office/drawing/2014/main" id="{AED10733-B537-BAB6-D4EA-92CD3126C8AE}"/>
                    </a:ext>
                  </a:extLst>
                </p:cNvPr>
                <p:cNvPicPr/>
                <p:nvPr/>
              </p:nvPicPr>
              <p:blipFill>
                <a:blip r:embed="rId53"/>
                <a:stretch>
                  <a:fillRect/>
                </a:stretch>
              </p:blipFill>
              <p:spPr>
                <a:xfrm>
                  <a:off x="4597665" y="3128775"/>
                  <a:ext cx="45961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E928B51F-34C9-AE2C-34A5-EFDAAA2CD4A6}"/>
                    </a:ext>
                  </a:extLst>
                </p14:cNvPr>
                <p14:cNvContentPartPr/>
                <p14:nvPr/>
              </p14:nvContentPartPr>
              <p14:xfrm>
                <a:off x="9049065" y="2724135"/>
                <a:ext cx="325440" cy="565200"/>
              </p14:xfrm>
            </p:contentPart>
          </mc:Choice>
          <mc:Fallback xmlns="">
            <p:pic>
              <p:nvPicPr>
                <p:cNvPr id="34" name="Ink 33">
                  <a:extLst>
                    <a:ext uri="{FF2B5EF4-FFF2-40B4-BE49-F238E27FC236}">
                      <a16:creationId xmlns:a16="http://schemas.microsoft.com/office/drawing/2014/main" id="{E928B51F-34C9-AE2C-34A5-EFDAAA2CD4A6}"/>
                    </a:ext>
                  </a:extLst>
                </p:cNvPr>
                <p:cNvPicPr/>
                <p:nvPr/>
              </p:nvPicPr>
              <p:blipFill>
                <a:blip r:embed="rId55"/>
                <a:stretch>
                  <a:fillRect/>
                </a:stretch>
              </p:blipFill>
              <p:spPr>
                <a:xfrm>
                  <a:off x="9042945" y="2718015"/>
                  <a:ext cx="33768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730BF42A-41C0-A3E9-533B-C0FA1C449AE4}"/>
                    </a:ext>
                  </a:extLst>
                </p14:cNvPr>
                <p14:cNvContentPartPr/>
                <p14:nvPr/>
              </p14:nvContentPartPr>
              <p14:xfrm>
                <a:off x="4731945" y="2890815"/>
                <a:ext cx="10800" cy="3600"/>
              </p14:xfrm>
            </p:contentPart>
          </mc:Choice>
          <mc:Fallback xmlns="">
            <p:pic>
              <p:nvPicPr>
                <p:cNvPr id="35" name="Ink 34">
                  <a:extLst>
                    <a:ext uri="{FF2B5EF4-FFF2-40B4-BE49-F238E27FC236}">
                      <a16:creationId xmlns:a16="http://schemas.microsoft.com/office/drawing/2014/main" id="{730BF42A-41C0-A3E9-533B-C0FA1C449AE4}"/>
                    </a:ext>
                  </a:extLst>
                </p:cNvPr>
                <p:cNvPicPr/>
                <p:nvPr/>
              </p:nvPicPr>
              <p:blipFill>
                <a:blip r:embed="rId57"/>
                <a:stretch>
                  <a:fillRect/>
                </a:stretch>
              </p:blipFill>
              <p:spPr>
                <a:xfrm>
                  <a:off x="4725825" y="2884695"/>
                  <a:ext cx="23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D9A6B4C-9C36-AFD4-44FF-71C10CA1D72B}"/>
                    </a:ext>
                  </a:extLst>
                </p14:cNvPr>
                <p14:cNvContentPartPr/>
                <p14:nvPr/>
              </p14:nvContentPartPr>
              <p14:xfrm>
                <a:off x="4401465" y="2845455"/>
                <a:ext cx="437040" cy="253440"/>
              </p14:xfrm>
            </p:contentPart>
          </mc:Choice>
          <mc:Fallback xmlns="">
            <p:pic>
              <p:nvPicPr>
                <p:cNvPr id="36" name="Ink 35">
                  <a:extLst>
                    <a:ext uri="{FF2B5EF4-FFF2-40B4-BE49-F238E27FC236}">
                      <a16:creationId xmlns:a16="http://schemas.microsoft.com/office/drawing/2014/main" id="{3D9A6B4C-9C36-AFD4-44FF-71C10CA1D72B}"/>
                    </a:ext>
                  </a:extLst>
                </p:cNvPr>
                <p:cNvPicPr/>
                <p:nvPr/>
              </p:nvPicPr>
              <p:blipFill>
                <a:blip r:embed="rId59"/>
                <a:stretch>
                  <a:fillRect/>
                </a:stretch>
              </p:blipFill>
              <p:spPr>
                <a:xfrm>
                  <a:off x="4395345" y="2839335"/>
                  <a:ext cx="4492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5907E2C5-D753-4A42-E271-B57AA762B152}"/>
                    </a:ext>
                  </a:extLst>
                </p14:cNvPr>
                <p14:cNvContentPartPr/>
                <p14:nvPr/>
              </p14:nvContentPartPr>
              <p14:xfrm>
                <a:off x="7014345" y="3165495"/>
                <a:ext cx="159480" cy="309960"/>
              </p14:xfrm>
            </p:contentPart>
          </mc:Choice>
          <mc:Fallback xmlns="">
            <p:pic>
              <p:nvPicPr>
                <p:cNvPr id="40" name="Ink 39">
                  <a:extLst>
                    <a:ext uri="{FF2B5EF4-FFF2-40B4-BE49-F238E27FC236}">
                      <a16:creationId xmlns:a16="http://schemas.microsoft.com/office/drawing/2014/main" id="{5907E2C5-D753-4A42-E271-B57AA762B152}"/>
                    </a:ext>
                  </a:extLst>
                </p:cNvPr>
                <p:cNvPicPr/>
                <p:nvPr/>
              </p:nvPicPr>
              <p:blipFill>
                <a:blip r:embed="rId61"/>
                <a:stretch>
                  <a:fillRect/>
                </a:stretch>
              </p:blipFill>
              <p:spPr>
                <a:xfrm>
                  <a:off x="7008225" y="3159375"/>
                  <a:ext cx="1717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151F728B-0160-7A24-9E28-CD61EFF1E050}"/>
                    </a:ext>
                  </a:extLst>
                </p14:cNvPr>
                <p14:cNvContentPartPr/>
                <p14:nvPr/>
              </p14:nvContentPartPr>
              <p14:xfrm>
                <a:off x="7452105" y="1850775"/>
                <a:ext cx="1371960" cy="84600"/>
              </p14:xfrm>
            </p:contentPart>
          </mc:Choice>
          <mc:Fallback xmlns="">
            <p:pic>
              <p:nvPicPr>
                <p:cNvPr id="41" name="Ink 40">
                  <a:extLst>
                    <a:ext uri="{FF2B5EF4-FFF2-40B4-BE49-F238E27FC236}">
                      <a16:creationId xmlns:a16="http://schemas.microsoft.com/office/drawing/2014/main" id="{151F728B-0160-7A24-9E28-CD61EFF1E050}"/>
                    </a:ext>
                  </a:extLst>
                </p:cNvPr>
                <p:cNvPicPr/>
                <p:nvPr/>
              </p:nvPicPr>
              <p:blipFill>
                <a:blip r:embed="rId63"/>
                <a:stretch>
                  <a:fillRect/>
                </a:stretch>
              </p:blipFill>
              <p:spPr>
                <a:xfrm>
                  <a:off x="7445985" y="1844655"/>
                  <a:ext cx="13842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1D6FC50D-FFC8-6B04-050F-82684CC595DE}"/>
                    </a:ext>
                  </a:extLst>
                </p14:cNvPr>
                <p14:cNvContentPartPr/>
                <p14:nvPr/>
              </p14:nvContentPartPr>
              <p14:xfrm>
                <a:off x="7023705" y="1883535"/>
                <a:ext cx="268920" cy="18720"/>
              </p14:xfrm>
            </p:contentPart>
          </mc:Choice>
          <mc:Fallback xmlns="">
            <p:pic>
              <p:nvPicPr>
                <p:cNvPr id="43" name="Ink 42">
                  <a:extLst>
                    <a:ext uri="{FF2B5EF4-FFF2-40B4-BE49-F238E27FC236}">
                      <a16:creationId xmlns:a16="http://schemas.microsoft.com/office/drawing/2014/main" id="{1D6FC50D-FFC8-6B04-050F-82684CC595DE}"/>
                    </a:ext>
                  </a:extLst>
                </p:cNvPr>
                <p:cNvPicPr/>
                <p:nvPr/>
              </p:nvPicPr>
              <p:blipFill>
                <a:blip r:embed="rId65"/>
                <a:stretch>
                  <a:fillRect/>
                </a:stretch>
              </p:blipFill>
              <p:spPr>
                <a:xfrm>
                  <a:off x="7017585" y="1877415"/>
                  <a:ext cx="281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C1C6DB93-637E-C895-00FD-9CC38A8D7CFD}"/>
                    </a:ext>
                  </a:extLst>
                </p14:cNvPr>
                <p14:cNvContentPartPr/>
                <p14:nvPr/>
              </p14:nvContentPartPr>
              <p14:xfrm>
                <a:off x="6850905" y="1746015"/>
                <a:ext cx="52920" cy="157680"/>
              </p14:xfrm>
            </p:contentPart>
          </mc:Choice>
          <mc:Fallback xmlns="">
            <p:pic>
              <p:nvPicPr>
                <p:cNvPr id="44" name="Ink 43">
                  <a:extLst>
                    <a:ext uri="{FF2B5EF4-FFF2-40B4-BE49-F238E27FC236}">
                      <a16:creationId xmlns:a16="http://schemas.microsoft.com/office/drawing/2014/main" id="{C1C6DB93-637E-C895-00FD-9CC38A8D7CFD}"/>
                    </a:ext>
                  </a:extLst>
                </p:cNvPr>
                <p:cNvPicPr/>
                <p:nvPr/>
              </p:nvPicPr>
              <p:blipFill>
                <a:blip r:embed="rId67"/>
                <a:stretch>
                  <a:fillRect/>
                </a:stretch>
              </p:blipFill>
              <p:spPr>
                <a:xfrm>
                  <a:off x="6844785" y="1739895"/>
                  <a:ext cx="651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E81AC445-9455-C6CA-A829-644C24D21B4F}"/>
                    </a:ext>
                  </a:extLst>
                </p14:cNvPr>
                <p14:cNvContentPartPr/>
                <p14:nvPr/>
              </p14:nvContentPartPr>
              <p14:xfrm>
                <a:off x="6853425" y="2274495"/>
                <a:ext cx="240480" cy="179280"/>
              </p14:xfrm>
            </p:contentPart>
          </mc:Choice>
          <mc:Fallback xmlns="">
            <p:pic>
              <p:nvPicPr>
                <p:cNvPr id="46" name="Ink 45">
                  <a:extLst>
                    <a:ext uri="{FF2B5EF4-FFF2-40B4-BE49-F238E27FC236}">
                      <a16:creationId xmlns:a16="http://schemas.microsoft.com/office/drawing/2014/main" id="{E81AC445-9455-C6CA-A829-644C24D21B4F}"/>
                    </a:ext>
                  </a:extLst>
                </p:cNvPr>
                <p:cNvPicPr/>
                <p:nvPr/>
              </p:nvPicPr>
              <p:blipFill>
                <a:blip r:embed="rId69"/>
                <a:stretch>
                  <a:fillRect/>
                </a:stretch>
              </p:blipFill>
              <p:spPr>
                <a:xfrm>
                  <a:off x="6847305" y="2268375"/>
                  <a:ext cx="2527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94DE4278-9AA3-1213-1D0D-29889E4ACCD8}"/>
                    </a:ext>
                  </a:extLst>
                </p14:cNvPr>
                <p14:cNvContentPartPr/>
                <p14:nvPr/>
              </p14:nvContentPartPr>
              <p14:xfrm>
                <a:off x="6258705" y="2082255"/>
                <a:ext cx="205200" cy="322560"/>
              </p14:xfrm>
            </p:contentPart>
          </mc:Choice>
          <mc:Fallback xmlns="">
            <p:pic>
              <p:nvPicPr>
                <p:cNvPr id="47" name="Ink 46">
                  <a:extLst>
                    <a:ext uri="{FF2B5EF4-FFF2-40B4-BE49-F238E27FC236}">
                      <a16:creationId xmlns:a16="http://schemas.microsoft.com/office/drawing/2014/main" id="{94DE4278-9AA3-1213-1D0D-29889E4ACCD8}"/>
                    </a:ext>
                  </a:extLst>
                </p:cNvPr>
                <p:cNvPicPr/>
                <p:nvPr/>
              </p:nvPicPr>
              <p:blipFill>
                <a:blip r:embed="rId71"/>
                <a:stretch>
                  <a:fillRect/>
                </a:stretch>
              </p:blipFill>
              <p:spPr>
                <a:xfrm>
                  <a:off x="6252585" y="2076135"/>
                  <a:ext cx="2174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CFD3D9DC-DF14-BB55-EA78-57EFD62E31F7}"/>
                    </a:ext>
                  </a:extLst>
                </p14:cNvPr>
                <p14:cNvContentPartPr/>
                <p14:nvPr/>
              </p14:nvContentPartPr>
              <p14:xfrm>
                <a:off x="6544545" y="2255055"/>
                <a:ext cx="19800" cy="16920"/>
              </p14:xfrm>
            </p:contentPart>
          </mc:Choice>
          <mc:Fallback xmlns="">
            <p:pic>
              <p:nvPicPr>
                <p:cNvPr id="48" name="Ink 47">
                  <a:extLst>
                    <a:ext uri="{FF2B5EF4-FFF2-40B4-BE49-F238E27FC236}">
                      <a16:creationId xmlns:a16="http://schemas.microsoft.com/office/drawing/2014/main" id="{CFD3D9DC-DF14-BB55-EA78-57EFD62E31F7}"/>
                    </a:ext>
                  </a:extLst>
                </p:cNvPr>
                <p:cNvPicPr/>
                <p:nvPr/>
              </p:nvPicPr>
              <p:blipFill>
                <a:blip r:embed="rId73"/>
                <a:stretch>
                  <a:fillRect/>
                </a:stretch>
              </p:blipFill>
              <p:spPr>
                <a:xfrm>
                  <a:off x="6538425" y="2248935"/>
                  <a:ext cx="32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27760F93-001B-CCEB-FA3F-808F61F6DAE8}"/>
                    </a:ext>
                  </a:extLst>
                </p14:cNvPr>
                <p14:cNvContentPartPr/>
                <p14:nvPr/>
              </p14:nvContentPartPr>
              <p14:xfrm>
                <a:off x="6613305" y="2090535"/>
                <a:ext cx="90720" cy="253440"/>
              </p14:xfrm>
            </p:contentPart>
          </mc:Choice>
          <mc:Fallback xmlns="">
            <p:pic>
              <p:nvPicPr>
                <p:cNvPr id="49" name="Ink 48">
                  <a:extLst>
                    <a:ext uri="{FF2B5EF4-FFF2-40B4-BE49-F238E27FC236}">
                      <a16:creationId xmlns:a16="http://schemas.microsoft.com/office/drawing/2014/main" id="{27760F93-001B-CCEB-FA3F-808F61F6DAE8}"/>
                    </a:ext>
                  </a:extLst>
                </p:cNvPr>
                <p:cNvPicPr/>
                <p:nvPr/>
              </p:nvPicPr>
              <p:blipFill>
                <a:blip r:embed="rId75"/>
                <a:stretch>
                  <a:fillRect/>
                </a:stretch>
              </p:blipFill>
              <p:spPr>
                <a:xfrm>
                  <a:off x="6607185" y="2084415"/>
                  <a:ext cx="1029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2DBEB929-947F-A8C8-1BC4-A3700AD5B0A7}"/>
                    </a:ext>
                  </a:extLst>
                </p14:cNvPr>
                <p14:cNvContentPartPr/>
                <p14:nvPr/>
              </p14:nvContentPartPr>
              <p14:xfrm>
                <a:off x="6805185" y="1977495"/>
                <a:ext cx="64440" cy="25200"/>
              </p14:xfrm>
            </p:contentPart>
          </mc:Choice>
          <mc:Fallback xmlns="">
            <p:pic>
              <p:nvPicPr>
                <p:cNvPr id="50" name="Ink 49">
                  <a:extLst>
                    <a:ext uri="{FF2B5EF4-FFF2-40B4-BE49-F238E27FC236}">
                      <a16:creationId xmlns:a16="http://schemas.microsoft.com/office/drawing/2014/main" id="{2DBEB929-947F-A8C8-1BC4-A3700AD5B0A7}"/>
                    </a:ext>
                  </a:extLst>
                </p:cNvPr>
                <p:cNvPicPr/>
                <p:nvPr/>
              </p:nvPicPr>
              <p:blipFill>
                <a:blip r:embed="rId77"/>
                <a:stretch>
                  <a:fillRect/>
                </a:stretch>
              </p:blipFill>
              <p:spPr>
                <a:xfrm>
                  <a:off x="6799065" y="1971375"/>
                  <a:ext cx="766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0A1C9A9D-D937-C38B-7599-221FA5446138}"/>
                    </a:ext>
                  </a:extLst>
                </p14:cNvPr>
                <p14:cNvContentPartPr/>
                <p14:nvPr/>
              </p14:nvContentPartPr>
              <p14:xfrm>
                <a:off x="6828225" y="2148135"/>
                <a:ext cx="15120" cy="35280"/>
              </p14:xfrm>
            </p:contentPart>
          </mc:Choice>
          <mc:Fallback xmlns="">
            <p:pic>
              <p:nvPicPr>
                <p:cNvPr id="51" name="Ink 50">
                  <a:extLst>
                    <a:ext uri="{FF2B5EF4-FFF2-40B4-BE49-F238E27FC236}">
                      <a16:creationId xmlns:a16="http://schemas.microsoft.com/office/drawing/2014/main" id="{0A1C9A9D-D937-C38B-7599-221FA5446138}"/>
                    </a:ext>
                  </a:extLst>
                </p:cNvPr>
                <p:cNvPicPr/>
                <p:nvPr/>
              </p:nvPicPr>
              <p:blipFill>
                <a:blip r:embed="rId79"/>
                <a:stretch>
                  <a:fillRect/>
                </a:stretch>
              </p:blipFill>
              <p:spPr>
                <a:xfrm>
                  <a:off x="6822105" y="2142015"/>
                  <a:ext cx="27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A7DA3379-ADFF-74C8-C638-B5A221A5C93B}"/>
                    </a:ext>
                  </a:extLst>
                </p14:cNvPr>
                <p14:cNvContentPartPr/>
                <p14:nvPr/>
              </p14:nvContentPartPr>
              <p14:xfrm>
                <a:off x="1887945" y="2351175"/>
                <a:ext cx="809640" cy="416520"/>
              </p14:xfrm>
            </p:contentPart>
          </mc:Choice>
          <mc:Fallback xmlns="">
            <p:pic>
              <p:nvPicPr>
                <p:cNvPr id="53" name="Ink 52">
                  <a:extLst>
                    <a:ext uri="{FF2B5EF4-FFF2-40B4-BE49-F238E27FC236}">
                      <a16:creationId xmlns:a16="http://schemas.microsoft.com/office/drawing/2014/main" id="{A7DA3379-ADFF-74C8-C638-B5A221A5C93B}"/>
                    </a:ext>
                  </a:extLst>
                </p:cNvPr>
                <p:cNvPicPr/>
                <p:nvPr/>
              </p:nvPicPr>
              <p:blipFill>
                <a:blip r:embed="rId81"/>
                <a:stretch>
                  <a:fillRect/>
                </a:stretch>
              </p:blipFill>
              <p:spPr>
                <a:xfrm>
                  <a:off x="1881825" y="2345055"/>
                  <a:ext cx="82188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054C0AAC-636C-9AD8-1FD1-503584D81A74}"/>
                    </a:ext>
                  </a:extLst>
                </p14:cNvPr>
                <p14:cNvContentPartPr/>
                <p14:nvPr/>
              </p14:nvContentPartPr>
              <p14:xfrm>
                <a:off x="2637825" y="1964895"/>
                <a:ext cx="553320" cy="638280"/>
              </p14:xfrm>
            </p:contentPart>
          </mc:Choice>
          <mc:Fallback xmlns="">
            <p:pic>
              <p:nvPicPr>
                <p:cNvPr id="54" name="Ink 53">
                  <a:extLst>
                    <a:ext uri="{FF2B5EF4-FFF2-40B4-BE49-F238E27FC236}">
                      <a16:creationId xmlns:a16="http://schemas.microsoft.com/office/drawing/2014/main" id="{054C0AAC-636C-9AD8-1FD1-503584D81A74}"/>
                    </a:ext>
                  </a:extLst>
                </p:cNvPr>
                <p:cNvPicPr/>
                <p:nvPr/>
              </p:nvPicPr>
              <p:blipFill>
                <a:blip r:embed="rId83"/>
                <a:stretch>
                  <a:fillRect/>
                </a:stretch>
              </p:blipFill>
              <p:spPr>
                <a:xfrm>
                  <a:off x="2631705" y="1958775"/>
                  <a:ext cx="56556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5D5D6ADA-36D9-074E-4732-5B7D3EC43BEA}"/>
                    </a:ext>
                  </a:extLst>
                </p14:cNvPr>
                <p14:cNvContentPartPr/>
                <p14:nvPr/>
              </p14:nvContentPartPr>
              <p14:xfrm>
                <a:off x="3158025" y="2124375"/>
                <a:ext cx="183240" cy="412920"/>
              </p14:xfrm>
            </p:contentPart>
          </mc:Choice>
          <mc:Fallback xmlns="">
            <p:pic>
              <p:nvPicPr>
                <p:cNvPr id="55" name="Ink 54">
                  <a:extLst>
                    <a:ext uri="{FF2B5EF4-FFF2-40B4-BE49-F238E27FC236}">
                      <a16:creationId xmlns:a16="http://schemas.microsoft.com/office/drawing/2014/main" id="{5D5D6ADA-36D9-074E-4732-5B7D3EC43BEA}"/>
                    </a:ext>
                  </a:extLst>
                </p:cNvPr>
                <p:cNvPicPr/>
                <p:nvPr/>
              </p:nvPicPr>
              <p:blipFill>
                <a:blip r:embed="rId85"/>
                <a:stretch>
                  <a:fillRect/>
                </a:stretch>
              </p:blipFill>
              <p:spPr>
                <a:xfrm>
                  <a:off x="3151905" y="2118255"/>
                  <a:ext cx="19548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6DD6A753-90ED-B60D-10C4-E4996DFA9DD8}"/>
                    </a:ext>
                  </a:extLst>
                </p14:cNvPr>
                <p14:cNvContentPartPr/>
                <p14:nvPr/>
              </p14:nvContentPartPr>
              <p14:xfrm>
                <a:off x="3395625" y="1748535"/>
                <a:ext cx="375840" cy="333720"/>
              </p14:xfrm>
            </p:contentPart>
          </mc:Choice>
          <mc:Fallback xmlns="">
            <p:pic>
              <p:nvPicPr>
                <p:cNvPr id="56" name="Ink 55">
                  <a:extLst>
                    <a:ext uri="{FF2B5EF4-FFF2-40B4-BE49-F238E27FC236}">
                      <a16:creationId xmlns:a16="http://schemas.microsoft.com/office/drawing/2014/main" id="{6DD6A753-90ED-B60D-10C4-E4996DFA9DD8}"/>
                    </a:ext>
                  </a:extLst>
                </p:cNvPr>
                <p:cNvPicPr/>
                <p:nvPr/>
              </p:nvPicPr>
              <p:blipFill>
                <a:blip r:embed="rId87"/>
                <a:stretch>
                  <a:fillRect/>
                </a:stretch>
              </p:blipFill>
              <p:spPr>
                <a:xfrm>
                  <a:off x="3389505" y="1742415"/>
                  <a:ext cx="38808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A7735B9C-9CA2-DAA5-EF27-2ABEC2B40457}"/>
                    </a:ext>
                  </a:extLst>
                </p14:cNvPr>
                <p14:cNvContentPartPr/>
                <p14:nvPr/>
              </p14:nvContentPartPr>
              <p14:xfrm>
                <a:off x="4100865" y="1829175"/>
                <a:ext cx="30240" cy="20880"/>
              </p14:xfrm>
            </p:contentPart>
          </mc:Choice>
          <mc:Fallback xmlns="">
            <p:pic>
              <p:nvPicPr>
                <p:cNvPr id="57" name="Ink 56">
                  <a:extLst>
                    <a:ext uri="{FF2B5EF4-FFF2-40B4-BE49-F238E27FC236}">
                      <a16:creationId xmlns:a16="http://schemas.microsoft.com/office/drawing/2014/main" id="{A7735B9C-9CA2-DAA5-EF27-2ABEC2B40457}"/>
                    </a:ext>
                  </a:extLst>
                </p:cNvPr>
                <p:cNvPicPr/>
                <p:nvPr/>
              </p:nvPicPr>
              <p:blipFill>
                <a:blip r:embed="rId89"/>
                <a:stretch>
                  <a:fillRect/>
                </a:stretch>
              </p:blipFill>
              <p:spPr>
                <a:xfrm>
                  <a:off x="4094745" y="1823055"/>
                  <a:ext cx="424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2C9F6B87-D0B7-17A8-0323-A83FF7158C5C}"/>
                    </a:ext>
                  </a:extLst>
                </p14:cNvPr>
                <p14:cNvContentPartPr/>
                <p14:nvPr/>
              </p14:nvContentPartPr>
              <p14:xfrm>
                <a:off x="2350905" y="3586335"/>
                <a:ext cx="261000" cy="682920"/>
              </p14:xfrm>
            </p:contentPart>
          </mc:Choice>
          <mc:Fallback xmlns="">
            <p:pic>
              <p:nvPicPr>
                <p:cNvPr id="59" name="Ink 58">
                  <a:extLst>
                    <a:ext uri="{FF2B5EF4-FFF2-40B4-BE49-F238E27FC236}">
                      <a16:creationId xmlns:a16="http://schemas.microsoft.com/office/drawing/2014/main" id="{2C9F6B87-D0B7-17A8-0323-A83FF7158C5C}"/>
                    </a:ext>
                  </a:extLst>
                </p:cNvPr>
                <p:cNvPicPr/>
                <p:nvPr/>
              </p:nvPicPr>
              <p:blipFill>
                <a:blip r:embed="rId91"/>
                <a:stretch>
                  <a:fillRect/>
                </a:stretch>
              </p:blipFill>
              <p:spPr>
                <a:xfrm>
                  <a:off x="2344785" y="3580215"/>
                  <a:ext cx="273240" cy="695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8A802734-97E6-B79E-0C41-C32389449EB4}"/>
                    </a:ext>
                  </a:extLst>
                </p14:cNvPr>
                <p14:cNvContentPartPr/>
                <p14:nvPr/>
              </p14:nvContentPartPr>
              <p14:xfrm>
                <a:off x="2790465" y="3448815"/>
                <a:ext cx="598680" cy="406080"/>
              </p14:xfrm>
            </p:contentPart>
          </mc:Choice>
          <mc:Fallback xmlns="">
            <p:pic>
              <p:nvPicPr>
                <p:cNvPr id="60" name="Ink 59">
                  <a:extLst>
                    <a:ext uri="{FF2B5EF4-FFF2-40B4-BE49-F238E27FC236}">
                      <a16:creationId xmlns:a16="http://schemas.microsoft.com/office/drawing/2014/main" id="{8A802734-97E6-B79E-0C41-C32389449EB4}"/>
                    </a:ext>
                  </a:extLst>
                </p:cNvPr>
                <p:cNvPicPr/>
                <p:nvPr/>
              </p:nvPicPr>
              <p:blipFill>
                <a:blip r:embed="rId93"/>
                <a:stretch>
                  <a:fillRect/>
                </a:stretch>
              </p:blipFill>
              <p:spPr>
                <a:xfrm>
                  <a:off x="2784345" y="3442695"/>
                  <a:ext cx="61092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E4D0B71A-2745-E0CA-B7B3-7131C93DC013}"/>
                    </a:ext>
                  </a:extLst>
                </p14:cNvPr>
                <p14:cNvContentPartPr/>
                <p14:nvPr/>
              </p14:nvContentPartPr>
              <p14:xfrm>
                <a:off x="2643945" y="3676695"/>
                <a:ext cx="447840" cy="283680"/>
              </p14:xfrm>
            </p:contentPart>
          </mc:Choice>
          <mc:Fallback xmlns="">
            <p:pic>
              <p:nvPicPr>
                <p:cNvPr id="61" name="Ink 60">
                  <a:extLst>
                    <a:ext uri="{FF2B5EF4-FFF2-40B4-BE49-F238E27FC236}">
                      <a16:creationId xmlns:a16="http://schemas.microsoft.com/office/drawing/2014/main" id="{E4D0B71A-2745-E0CA-B7B3-7131C93DC013}"/>
                    </a:ext>
                  </a:extLst>
                </p:cNvPr>
                <p:cNvPicPr/>
                <p:nvPr/>
              </p:nvPicPr>
              <p:blipFill>
                <a:blip r:embed="rId95"/>
                <a:stretch>
                  <a:fillRect/>
                </a:stretch>
              </p:blipFill>
              <p:spPr>
                <a:xfrm>
                  <a:off x="2637825" y="3670575"/>
                  <a:ext cx="4600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0EB7D7FD-8D1F-FC06-54FE-50A59AA465E0}"/>
                    </a:ext>
                  </a:extLst>
                </p14:cNvPr>
                <p14:cNvContentPartPr/>
                <p14:nvPr/>
              </p14:nvContentPartPr>
              <p14:xfrm>
                <a:off x="3177825" y="3075855"/>
                <a:ext cx="418680" cy="812880"/>
              </p14:xfrm>
            </p:contentPart>
          </mc:Choice>
          <mc:Fallback xmlns="">
            <p:pic>
              <p:nvPicPr>
                <p:cNvPr id="62" name="Ink 61">
                  <a:extLst>
                    <a:ext uri="{FF2B5EF4-FFF2-40B4-BE49-F238E27FC236}">
                      <a16:creationId xmlns:a16="http://schemas.microsoft.com/office/drawing/2014/main" id="{0EB7D7FD-8D1F-FC06-54FE-50A59AA465E0}"/>
                    </a:ext>
                  </a:extLst>
                </p:cNvPr>
                <p:cNvPicPr/>
                <p:nvPr/>
              </p:nvPicPr>
              <p:blipFill>
                <a:blip r:embed="rId97"/>
                <a:stretch>
                  <a:fillRect/>
                </a:stretch>
              </p:blipFill>
              <p:spPr>
                <a:xfrm>
                  <a:off x="3171705" y="3069735"/>
                  <a:ext cx="430920" cy="825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0A3C7F0A-C274-A4B9-32D8-3F3C15027A6E}"/>
                    </a:ext>
                  </a:extLst>
                </p14:cNvPr>
                <p14:cNvContentPartPr/>
                <p14:nvPr/>
              </p14:nvContentPartPr>
              <p14:xfrm>
                <a:off x="3579585" y="2802255"/>
                <a:ext cx="183240" cy="232920"/>
              </p14:xfrm>
            </p:contentPart>
          </mc:Choice>
          <mc:Fallback xmlns="">
            <p:pic>
              <p:nvPicPr>
                <p:cNvPr id="63" name="Ink 62">
                  <a:extLst>
                    <a:ext uri="{FF2B5EF4-FFF2-40B4-BE49-F238E27FC236}">
                      <a16:creationId xmlns:a16="http://schemas.microsoft.com/office/drawing/2014/main" id="{0A3C7F0A-C274-A4B9-32D8-3F3C15027A6E}"/>
                    </a:ext>
                  </a:extLst>
                </p:cNvPr>
                <p:cNvPicPr/>
                <p:nvPr/>
              </p:nvPicPr>
              <p:blipFill>
                <a:blip r:embed="rId99"/>
                <a:stretch>
                  <a:fillRect/>
                </a:stretch>
              </p:blipFill>
              <p:spPr>
                <a:xfrm>
                  <a:off x="3573465" y="2796135"/>
                  <a:ext cx="1954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1586F5F7-A99C-96D4-C509-EEB7B29C35EF}"/>
                    </a:ext>
                  </a:extLst>
                </p14:cNvPr>
                <p14:cNvContentPartPr/>
                <p14:nvPr/>
              </p14:nvContentPartPr>
              <p14:xfrm>
                <a:off x="3794505" y="2962815"/>
                <a:ext cx="165960" cy="219600"/>
              </p14:xfrm>
            </p:contentPart>
          </mc:Choice>
          <mc:Fallback xmlns="">
            <p:pic>
              <p:nvPicPr>
                <p:cNvPr id="64" name="Ink 63">
                  <a:extLst>
                    <a:ext uri="{FF2B5EF4-FFF2-40B4-BE49-F238E27FC236}">
                      <a16:creationId xmlns:a16="http://schemas.microsoft.com/office/drawing/2014/main" id="{1586F5F7-A99C-96D4-C509-EEB7B29C35EF}"/>
                    </a:ext>
                  </a:extLst>
                </p:cNvPr>
                <p:cNvPicPr/>
                <p:nvPr/>
              </p:nvPicPr>
              <p:blipFill>
                <a:blip r:embed="rId101"/>
                <a:stretch>
                  <a:fillRect/>
                </a:stretch>
              </p:blipFill>
              <p:spPr>
                <a:xfrm>
                  <a:off x="3788385" y="2956695"/>
                  <a:ext cx="17820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B4ECC496-7D90-569B-4319-48CCFFF50599}"/>
                    </a:ext>
                  </a:extLst>
                </p14:cNvPr>
                <p14:cNvContentPartPr/>
                <p14:nvPr/>
              </p14:nvContentPartPr>
              <p14:xfrm>
                <a:off x="3523785" y="2778495"/>
                <a:ext cx="419760" cy="507600"/>
              </p14:xfrm>
            </p:contentPart>
          </mc:Choice>
          <mc:Fallback xmlns="">
            <p:pic>
              <p:nvPicPr>
                <p:cNvPr id="66" name="Ink 65">
                  <a:extLst>
                    <a:ext uri="{FF2B5EF4-FFF2-40B4-BE49-F238E27FC236}">
                      <a16:creationId xmlns:a16="http://schemas.microsoft.com/office/drawing/2014/main" id="{B4ECC496-7D90-569B-4319-48CCFFF50599}"/>
                    </a:ext>
                  </a:extLst>
                </p:cNvPr>
                <p:cNvPicPr/>
                <p:nvPr/>
              </p:nvPicPr>
              <p:blipFill>
                <a:blip r:embed="rId103"/>
                <a:stretch>
                  <a:fillRect/>
                </a:stretch>
              </p:blipFill>
              <p:spPr>
                <a:xfrm>
                  <a:off x="3517665" y="2772375"/>
                  <a:ext cx="43200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1FA7CBD8-AF69-C573-8607-382A5349F07A}"/>
                    </a:ext>
                  </a:extLst>
                </p14:cNvPr>
                <p14:cNvContentPartPr/>
                <p14:nvPr/>
              </p14:nvContentPartPr>
              <p14:xfrm>
                <a:off x="3823305" y="2834295"/>
                <a:ext cx="261720" cy="581400"/>
              </p14:xfrm>
            </p:contentPart>
          </mc:Choice>
          <mc:Fallback xmlns="">
            <p:pic>
              <p:nvPicPr>
                <p:cNvPr id="67" name="Ink 66">
                  <a:extLst>
                    <a:ext uri="{FF2B5EF4-FFF2-40B4-BE49-F238E27FC236}">
                      <a16:creationId xmlns:a16="http://schemas.microsoft.com/office/drawing/2014/main" id="{1FA7CBD8-AF69-C573-8607-382A5349F07A}"/>
                    </a:ext>
                  </a:extLst>
                </p:cNvPr>
                <p:cNvPicPr/>
                <p:nvPr/>
              </p:nvPicPr>
              <p:blipFill>
                <a:blip r:embed="rId105"/>
                <a:stretch>
                  <a:fillRect/>
                </a:stretch>
              </p:blipFill>
              <p:spPr>
                <a:xfrm>
                  <a:off x="3817185" y="2828175"/>
                  <a:ext cx="273960" cy="593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0208CFB3-7678-DAEE-3BC6-80C09778CBD6}"/>
                    </a:ext>
                  </a:extLst>
                </p14:cNvPr>
                <p14:cNvContentPartPr/>
                <p14:nvPr/>
              </p14:nvContentPartPr>
              <p14:xfrm>
                <a:off x="4287705" y="2314455"/>
                <a:ext cx="255600" cy="324000"/>
              </p14:xfrm>
            </p:contentPart>
          </mc:Choice>
          <mc:Fallback xmlns="">
            <p:pic>
              <p:nvPicPr>
                <p:cNvPr id="69" name="Ink 68">
                  <a:extLst>
                    <a:ext uri="{FF2B5EF4-FFF2-40B4-BE49-F238E27FC236}">
                      <a16:creationId xmlns:a16="http://schemas.microsoft.com/office/drawing/2014/main" id="{0208CFB3-7678-DAEE-3BC6-80C09778CBD6}"/>
                    </a:ext>
                  </a:extLst>
                </p:cNvPr>
                <p:cNvPicPr/>
                <p:nvPr/>
              </p:nvPicPr>
              <p:blipFill>
                <a:blip r:embed="rId107"/>
                <a:stretch>
                  <a:fillRect/>
                </a:stretch>
              </p:blipFill>
              <p:spPr>
                <a:xfrm>
                  <a:off x="4281585" y="2308335"/>
                  <a:ext cx="2678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C05547D0-325F-5E84-3DD5-CEE1D9589A31}"/>
                    </a:ext>
                  </a:extLst>
                </p14:cNvPr>
                <p14:cNvContentPartPr/>
                <p14:nvPr/>
              </p14:nvContentPartPr>
              <p14:xfrm>
                <a:off x="4624305" y="2329215"/>
                <a:ext cx="18720" cy="41400"/>
              </p14:xfrm>
            </p:contentPart>
          </mc:Choice>
          <mc:Fallback xmlns="">
            <p:pic>
              <p:nvPicPr>
                <p:cNvPr id="70" name="Ink 69">
                  <a:extLst>
                    <a:ext uri="{FF2B5EF4-FFF2-40B4-BE49-F238E27FC236}">
                      <a16:creationId xmlns:a16="http://schemas.microsoft.com/office/drawing/2014/main" id="{C05547D0-325F-5E84-3DD5-CEE1D9589A31}"/>
                    </a:ext>
                  </a:extLst>
                </p:cNvPr>
                <p:cNvPicPr/>
                <p:nvPr/>
              </p:nvPicPr>
              <p:blipFill>
                <a:blip r:embed="rId109"/>
                <a:stretch>
                  <a:fillRect/>
                </a:stretch>
              </p:blipFill>
              <p:spPr>
                <a:xfrm>
                  <a:off x="4618185" y="2323095"/>
                  <a:ext cx="309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0D02D2B5-6E4B-C3E5-D90F-82B977988B58}"/>
                    </a:ext>
                  </a:extLst>
                </p14:cNvPr>
                <p14:cNvContentPartPr/>
                <p14:nvPr/>
              </p14:nvContentPartPr>
              <p14:xfrm>
                <a:off x="4764705" y="2082255"/>
                <a:ext cx="136080" cy="345600"/>
              </p14:xfrm>
            </p:contentPart>
          </mc:Choice>
          <mc:Fallback xmlns="">
            <p:pic>
              <p:nvPicPr>
                <p:cNvPr id="71" name="Ink 70">
                  <a:extLst>
                    <a:ext uri="{FF2B5EF4-FFF2-40B4-BE49-F238E27FC236}">
                      <a16:creationId xmlns:a16="http://schemas.microsoft.com/office/drawing/2014/main" id="{0D02D2B5-6E4B-C3E5-D90F-82B977988B58}"/>
                    </a:ext>
                  </a:extLst>
                </p:cNvPr>
                <p:cNvPicPr/>
                <p:nvPr/>
              </p:nvPicPr>
              <p:blipFill>
                <a:blip r:embed="rId111"/>
                <a:stretch>
                  <a:fillRect/>
                </a:stretch>
              </p:blipFill>
              <p:spPr>
                <a:xfrm>
                  <a:off x="4758585" y="2076135"/>
                  <a:ext cx="14832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5A8E9B78-765C-EAC1-CB50-3D1D72FD807F}"/>
                    </a:ext>
                  </a:extLst>
                </p14:cNvPr>
                <p14:cNvContentPartPr/>
                <p14:nvPr/>
              </p14:nvContentPartPr>
              <p14:xfrm>
                <a:off x="4784505" y="1881735"/>
                <a:ext cx="71280" cy="91800"/>
              </p14:xfrm>
            </p:contentPart>
          </mc:Choice>
          <mc:Fallback xmlns="">
            <p:pic>
              <p:nvPicPr>
                <p:cNvPr id="72" name="Ink 71">
                  <a:extLst>
                    <a:ext uri="{FF2B5EF4-FFF2-40B4-BE49-F238E27FC236}">
                      <a16:creationId xmlns:a16="http://schemas.microsoft.com/office/drawing/2014/main" id="{5A8E9B78-765C-EAC1-CB50-3D1D72FD807F}"/>
                    </a:ext>
                  </a:extLst>
                </p:cNvPr>
                <p:cNvPicPr/>
                <p:nvPr/>
              </p:nvPicPr>
              <p:blipFill>
                <a:blip r:embed="rId113"/>
                <a:stretch>
                  <a:fillRect/>
                </a:stretch>
              </p:blipFill>
              <p:spPr>
                <a:xfrm>
                  <a:off x="4778385" y="1875615"/>
                  <a:ext cx="83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98EC6E11-7245-EDE2-18C7-A6CAF8CC4BC7}"/>
                    </a:ext>
                  </a:extLst>
                </p14:cNvPr>
                <p14:cNvContentPartPr/>
                <p14:nvPr/>
              </p14:nvContentPartPr>
              <p14:xfrm>
                <a:off x="5129745" y="2085495"/>
                <a:ext cx="18720" cy="40320"/>
              </p14:xfrm>
            </p:contentPart>
          </mc:Choice>
          <mc:Fallback xmlns="">
            <p:pic>
              <p:nvPicPr>
                <p:cNvPr id="73" name="Ink 72">
                  <a:extLst>
                    <a:ext uri="{FF2B5EF4-FFF2-40B4-BE49-F238E27FC236}">
                      <a16:creationId xmlns:a16="http://schemas.microsoft.com/office/drawing/2014/main" id="{98EC6E11-7245-EDE2-18C7-A6CAF8CC4BC7}"/>
                    </a:ext>
                  </a:extLst>
                </p:cNvPr>
                <p:cNvPicPr/>
                <p:nvPr/>
              </p:nvPicPr>
              <p:blipFill>
                <a:blip r:embed="rId115"/>
                <a:stretch>
                  <a:fillRect/>
                </a:stretch>
              </p:blipFill>
              <p:spPr>
                <a:xfrm>
                  <a:off x="5123625" y="2079375"/>
                  <a:ext cx="309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545E6159-CD40-1D4C-8017-6B2790870296}"/>
                    </a:ext>
                  </a:extLst>
                </p14:cNvPr>
                <p14:cNvContentPartPr/>
                <p14:nvPr/>
              </p14:nvContentPartPr>
              <p14:xfrm>
                <a:off x="1717665" y="4138575"/>
                <a:ext cx="362520" cy="527040"/>
              </p14:xfrm>
            </p:contentPart>
          </mc:Choice>
          <mc:Fallback xmlns="">
            <p:pic>
              <p:nvPicPr>
                <p:cNvPr id="75" name="Ink 74">
                  <a:extLst>
                    <a:ext uri="{FF2B5EF4-FFF2-40B4-BE49-F238E27FC236}">
                      <a16:creationId xmlns:a16="http://schemas.microsoft.com/office/drawing/2014/main" id="{545E6159-CD40-1D4C-8017-6B2790870296}"/>
                    </a:ext>
                  </a:extLst>
                </p:cNvPr>
                <p:cNvPicPr/>
                <p:nvPr/>
              </p:nvPicPr>
              <p:blipFill>
                <a:blip r:embed="rId117"/>
                <a:stretch>
                  <a:fillRect/>
                </a:stretch>
              </p:blipFill>
              <p:spPr>
                <a:xfrm>
                  <a:off x="1711545" y="4132455"/>
                  <a:ext cx="37476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8199BACB-1DC0-F907-0377-57CBD2F1374A}"/>
                    </a:ext>
                  </a:extLst>
                </p14:cNvPr>
                <p14:cNvContentPartPr/>
                <p14:nvPr/>
              </p14:nvContentPartPr>
              <p14:xfrm>
                <a:off x="1528665" y="1349655"/>
                <a:ext cx="3770280" cy="2518560"/>
              </p14:xfrm>
            </p:contentPart>
          </mc:Choice>
          <mc:Fallback xmlns="">
            <p:pic>
              <p:nvPicPr>
                <p:cNvPr id="76" name="Ink 75">
                  <a:extLst>
                    <a:ext uri="{FF2B5EF4-FFF2-40B4-BE49-F238E27FC236}">
                      <a16:creationId xmlns:a16="http://schemas.microsoft.com/office/drawing/2014/main" id="{8199BACB-1DC0-F907-0377-57CBD2F1374A}"/>
                    </a:ext>
                  </a:extLst>
                </p:cNvPr>
                <p:cNvPicPr/>
                <p:nvPr/>
              </p:nvPicPr>
              <p:blipFill>
                <a:blip r:embed="rId119"/>
                <a:stretch>
                  <a:fillRect/>
                </a:stretch>
              </p:blipFill>
              <p:spPr>
                <a:xfrm>
                  <a:off x="1522545" y="1343535"/>
                  <a:ext cx="3782520" cy="2530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5381CB55-A102-F945-263B-BFEE22015676}"/>
                    </a:ext>
                  </a:extLst>
                </p14:cNvPr>
                <p14:cNvContentPartPr/>
                <p14:nvPr/>
              </p14:nvContentPartPr>
              <p14:xfrm>
                <a:off x="2171625" y="2657175"/>
                <a:ext cx="2916720" cy="2329560"/>
              </p14:xfrm>
            </p:contentPart>
          </mc:Choice>
          <mc:Fallback xmlns="">
            <p:pic>
              <p:nvPicPr>
                <p:cNvPr id="77" name="Ink 76">
                  <a:extLst>
                    <a:ext uri="{FF2B5EF4-FFF2-40B4-BE49-F238E27FC236}">
                      <a16:creationId xmlns:a16="http://schemas.microsoft.com/office/drawing/2014/main" id="{5381CB55-A102-F945-263B-BFEE22015676}"/>
                    </a:ext>
                  </a:extLst>
                </p:cNvPr>
                <p:cNvPicPr/>
                <p:nvPr/>
              </p:nvPicPr>
              <p:blipFill>
                <a:blip r:embed="rId121"/>
                <a:stretch>
                  <a:fillRect/>
                </a:stretch>
              </p:blipFill>
              <p:spPr>
                <a:xfrm>
                  <a:off x="2165505" y="2651055"/>
                  <a:ext cx="2928960" cy="2341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50EFAC72-91A1-D7B8-7232-84615E4B1BFF}"/>
                    </a:ext>
                  </a:extLst>
                </p14:cNvPr>
                <p14:cNvContentPartPr/>
                <p14:nvPr/>
              </p14:nvContentPartPr>
              <p14:xfrm>
                <a:off x="2925825" y="5270415"/>
                <a:ext cx="545400" cy="399600"/>
              </p14:xfrm>
            </p:contentPart>
          </mc:Choice>
          <mc:Fallback xmlns="">
            <p:pic>
              <p:nvPicPr>
                <p:cNvPr id="79" name="Ink 78">
                  <a:extLst>
                    <a:ext uri="{FF2B5EF4-FFF2-40B4-BE49-F238E27FC236}">
                      <a16:creationId xmlns:a16="http://schemas.microsoft.com/office/drawing/2014/main" id="{50EFAC72-91A1-D7B8-7232-84615E4B1BFF}"/>
                    </a:ext>
                  </a:extLst>
                </p:cNvPr>
                <p:cNvPicPr/>
                <p:nvPr/>
              </p:nvPicPr>
              <p:blipFill>
                <a:blip r:embed="rId123"/>
                <a:stretch>
                  <a:fillRect/>
                </a:stretch>
              </p:blipFill>
              <p:spPr>
                <a:xfrm>
                  <a:off x="2919705" y="5264295"/>
                  <a:ext cx="55764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B1FFEA03-A53F-D82E-8A83-6EC36962D4F4}"/>
                    </a:ext>
                  </a:extLst>
                </p14:cNvPr>
                <p14:cNvContentPartPr/>
                <p14:nvPr/>
              </p14:nvContentPartPr>
              <p14:xfrm>
                <a:off x="3878025" y="5276535"/>
                <a:ext cx="225360" cy="41400"/>
              </p14:xfrm>
            </p:contentPart>
          </mc:Choice>
          <mc:Fallback xmlns="">
            <p:pic>
              <p:nvPicPr>
                <p:cNvPr id="80" name="Ink 79">
                  <a:extLst>
                    <a:ext uri="{FF2B5EF4-FFF2-40B4-BE49-F238E27FC236}">
                      <a16:creationId xmlns:a16="http://schemas.microsoft.com/office/drawing/2014/main" id="{B1FFEA03-A53F-D82E-8A83-6EC36962D4F4}"/>
                    </a:ext>
                  </a:extLst>
                </p:cNvPr>
                <p:cNvPicPr/>
                <p:nvPr/>
              </p:nvPicPr>
              <p:blipFill>
                <a:blip r:embed="rId125"/>
                <a:stretch>
                  <a:fillRect/>
                </a:stretch>
              </p:blipFill>
              <p:spPr>
                <a:xfrm>
                  <a:off x="3871905" y="5270415"/>
                  <a:ext cx="237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69DCEDC9-084A-692B-5B73-8567C0717740}"/>
                    </a:ext>
                  </a:extLst>
                </p14:cNvPr>
                <p14:cNvContentPartPr/>
                <p14:nvPr/>
              </p14:nvContentPartPr>
              <p14:xfrm>
                <a:off x="3888465" y="5410095"/>
                <a:ext cx="358920" cy="141840"/>
              </p14:xfrm>
            </p:contentPart>
          </mc:Choice>
          <mc:Fallback xmlns="">
            <p:pic>
              <p:nvPicPr>
                <p:cNvPr id="81" name="Ink 80">
                  <a:extLst>
                    <a:ext uri="{FF2B5EF4-FFF2-40B4-BE49-F238E27FC236}">
                      <a16:creationId xmlns:a16="http://schemas.microsoft.com/office/drawing/2014/main" id="{69DCEDC9-084A-692B-5B73-8567C0717740}"/>
                    </a:ext>
                  </a:extLst>
                </p:cNvPr>
                <p:cNvPicPr/>
                <p:nvPr/>
              </p:nvPicPr>
              <p:blipFill>
                <a:blip r:embed="rId127"/>
                <a:stretch>
                  <a:fillRect/>
                </a:stretch>
              </p:blipFill>
              <p:spPr>
                <a:xfrm>
                  <a:off x="3882345" y="5403975"/>
                  <a:ext cx="371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B67DB4A3-A80B-7672-8A4C-93932A8EEFC4}"/>
                    </a:ext>
                  </a:extLst>
                </p14:cNvPr>
                <p14:cNvContentPartPr/>
                <p14:nvPr/>
              </p14:nvContentPartPr>
              <p14:xfrm>
                <a:off x="4739505" y="4773615"/>
                <a:ext cx="376920" cy="615960"/>
              </p14:xfrm>
            </p:contentPart>
          </mc:Choice>
          <mc:Fallback xmlns="">
            <p:pic>
              <p:nvPicPr>
                <p:cNvPr id="83" name="Ink 82">
                  <a:extLst>
                    <a:ext uri="{FF2B5EF4-FFF2-40B4-BE49-F238E27FC236}">
                      <a16:creationId xmlns:a16="http://schemas.microsoft.com/office/drawing/2014/main" id="{B67DB4A3-A80B-7672-8A4C-93932A8EEFC4}"/>
                    </a:ext>
                  </a:extLst>
                </p:cNvPr>
                <p:cNvPicPr/>
                <p:nvPr/>
              </p:nvPicPr>
              <p:blipFill>
                <a:blip r:embed="rId129"/>
                <a:stretch>
                  <a:fillRect/>
                </a:stretch>
              </p:blipFill>
              <p:spPr>
                <a:xfrm>
                  <a:off x="4733385" y="4767495"/>
                  <a:ext cx="389160" cy="628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572C4B2D-F287-5C5B-33BD-8AF549045785}"/>
                    </a:ext>
                  </a:extLst>
                </p14:cNvPr>
                <p14:cNvContentPartPr/>
                <p14:nvPr/>
              </p14:nvContentPartPr>
              <p14:xfrm>
                <a:off x="5215785" y="5128575"/>
                <a:ext cx="209520" cy="196200"/>
              </p14:xfrm>
            </p:contentPart>
          </mc:Choice>
          <mc:Fallback xmlns="">
            <p:pic>
              <p:nvPicPr>
                <p:cNvPr id="84" name="Ink 83">
                  <a:extLst>
                    <a:ext uri="{FF2B5EF4-FFF2-40B4-BE49-F238E27FC236}">
                      <a16:creationId xmlns:a16="http://schemas.microsoft.com/office/drawing/2014/main" id="{572C4B2D-F287-5C5B-33BD-8AF549045785}"/>
                    </a:ext>
                  </a:extLst>
                </p:cNvPr>
                <p:cNvPicPr/>
                <p:nvPr/>
              </p:nvPicPr>
              <p:blipFill>
                <a:blip r:embed="rId131"/>
                <a:stretch>
                  <a:fillRect/>
                </a:stretch>
              </p:blipFill>
              <p:spPr>
                <a:xfrm>
                  <a:off x="5209665" y="5122455"/>
                  <a:ext cx="2217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F875BFF1-A6DA-C953-C165-FF40440A57FE}"/>
                    </a:ext>
                  </a:extLst>
                </p14:cNvPr>
                <p14:cNvContentPartPr/>
                <p14:nvPr/>
              </p14:nvContentPartPr>
              <p14:xfrm>
                <a:off x="5900145" y="4875135"/>
                <a:ext cx="40320" cy="353160"/>
              </p14:xfrm>
            </p:contentPart>
          </mc:Choice>
          <mc:Fallback xmlns="">
            <p:pic>
              <p:nvPicPr>
                <p:cNvPr id="85" name="Ink 84">
                  <a:extLst>
                    <a:ext uri="{FF2B5EF4-FFF2-40B4-BE49-F238E27FC236}">
                      <a16:creationId xmlns:a16="http://schemas.microsoft.com/office/drawing/2014/main" id="{F875BFF1-A6DA-C953-C165-FF40440A57FE}"/>
                    </a:ext>
                  </a:extLst>
                </p:cNvPr>
                <p:cNvPicPr/>
                <p:nvPr/>
              </p:nvPicPr>
              <p:blipFill>
                <a:blip r:embed="rId133"/>
                <a:stretch>
                  <a:fillRect/>
                </a:stretch>
              </p:blipFill>
              <p:spPr>
                <a:xfrm>
                  <a:off x="5894025" y="4869015"/>
                  <a:ext cx="5256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39B50226-99CD-24F3-0293-C7ACE2E6AB91}"/>
                    </a:ext>
                  </a:extLst>
                </p14:cNvPr>
                <p14:cNvContentPartPr/>
                <p14:nvPr/>
              </p14:nvContentPartPr>
              <p14:xfrm>
                <a:off x="5735265" y="5062335"/>
                <a:ext cx="397080" cy="99000"/>
              </p14:xfrm>
            </p:contentPart>
          </mc:Choice>
          <mc:Fallback xmlns="">
            <p:pic>
              <p:nvPicPr>
                <p:cNvPr id="86" name="Ink 85">
                  <a:extLst>
                    <a:ext uri="{FF2B5EF4-FFF2-40B4-BE49-F238E27FC236}">
                      <a16:creationId xmlns:a16="http://schemas.microsoft.com/office/drawing/2014/main" id="{39B50226-99CD-24F3-0293-C7ACE2E6AB91}"/>
                    </a:ext>
                  </a:extLst>
                </p:cNvPr>
                <p:cNvPicPr/>
                <p:nvPr/>
              </p:nvPicPr>
              <p:blipFill>
                <a:blip r:embed="rId135"/>
                <a:stretch>
                  <a:fillRect/>
                </a:stretch>
              </p:blipFill>
              <p:spPr>
                <a:xfrm>
                  <a:off x="5729145" y="5056215"/>
                  <a:ext cx="409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338AB6F7-9FBD-D15D-FDF7-C737A6698B8C}"/>
                    </a:ext>
                  </a:extLst>
                </p14:cNvPr>
                <p14:cNvContentPartPr/>
                <p14:nvPr/>
              </p14:nvContentPartPr>
              <p14:xfrm>
                <a:off x="6816345" y="4590375"/>
                <a:ext cx="507960" cy="592200"/>
              </p14:xfrm>
            </p:contentPart>
          </mc:Choice>
          <mc:Fallback xmlns="">
            <p:pic>
              <p:nvPicPr>
                <p:cNvPr id="87" name="Ink 86">
                  <a:extLst>
                    <a:ext uri="{FF2B5EF4-FFF2-40B4-BE49-F238E27FC236}">
                      <a16:creationId xmlns:a16="http://schemas.microsoft.com/office/drawing/2014/main" id="{338AB6F7-9FBD-D15D-FDF7-C737A6698B8C}"/>
                    </a:ext>
                  </a:extLst>
                </p:cNvPr>
                <p:cNvPicPr/>
                <p:nvPr/>
              </p:nvPicPr>
              <p:blipFill>
                <a:blip r:embed="rId137"/>
                <a:stretch>
                  <a:fillRect/>
                </a:stretch>
              </p:blipFill>
              <p:spPr>
                <a:xfrm>
                  <a:off x="6810225" y="4584255"/>
                  <a:ext cx="520200" cy="604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A4180009-51E9-6EBD-23D6-5CA947BF1E78}"/>
                    </a:ext>
                  </a:extLst>
                </p14:cNvPr>
                <p14:cNvContentPartPr/>
                <p14:nvPr/>
              </p14:nvContentPartPr>
              <p14:xfrm>
                <a:off x="7398105" y="4925175"/>
                <a:ext cx="31680" cy="213840"/>
              </p14:xfrm>
            </p:contentPart>
          </mc:Choice>
          <mc:Fallback xmlns="">
            <p:pic>
              <p:nvPicPr>
                <p:cNvPr id="88" name="Ink 87">
                  <a:extLst>
                    <a:ext uri="{FF2B5EF4-FFF2-40B4-BE49-F238E27FC236}">
                      <a16:creationId xmlns:a16="http://schemas.microsoft.com/office/drawing/2014/main" id="{A4180009-51E9-6EBD-23D6-5CA947BF1E78}"/>
                    </a:ext>
                  </a:extLst>
                </p:cNvPr>
                <p:cNvPicPr/>
                <p:nvPr/>
              </p:nvPicPr>
              <p:blipFill>
                <a:blip r:embed="rId139"/>
                <a:stretch>
                  <a:fillRect/>
                </a:stretch>
              </p:blipFill>
              <p:spPr>
                <a:xfrm>
                  <a:off x="7391985" y="4919055"/>
                  <a:ext cx="439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FB648DE4-31C6-077C-955C-6B00C41914C4}"/>
                    </a:ext>
                  </a:extLst>
                </p14:cNvPr>
                <p14:cNvContentPartPr/>
                <p14:nvPr/>
              </p14:nvContentPartPr>
              <p14:xfrm>
                <a:off x="7708065" y="4669935"/>
                <a:ext cx="632520" cy="415440"/>
              </p14:xfrm>
            </p:contentPart>
          </mc:Choice>
          <mc:Fallback xmlns="">
            <p:pic>
              <p:nvPicPr>
                <p:cNvPr id="89" name="Ink 88">
                  <a:extLst>
                    <a:ext uri="{FF2B5EF4-FFF2-40B4-BE49-F238E27FC236}">
                      <a16:creationId xmlns:a16="http://schemas.microsoft.com/office/drawing/2014/main" id="{FB648DE4-31C6-077C-955C-6B00C41914C4}"/>
                    </a:ext>
                  </a:extLst>
                </p:cNvPr>
                <p:cNvPicPr/>
                <p:nvPr/>
              </p:nvPicPr>
              <p:blipFill>
                <a:blip r:embed="rId141"/>
                <a:stretch>
                  <a:fillRect/>
                </a:stretch>
              </p:blipFill>
              <p:spPr>
                <a:xfrm>
                  <a:off x="7701945" y="4663815"/>
                  <a:ext cx="64476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9C98300F-7E2F-E0FF-E4EB-A7F5B0D8C8F5}"/>
                    </a:ext>
                  </a:extLst>
                </p14:cNvPr>
                <p14:cNvContentPartPr/>
                <p14:nvPr/>
              </p14:nvContentPartPr>
              <p14:xfrm>
                <a:off x="8572425" y="4863975"/>
                <a:ext cx="24480" cy="37440"/>
              </p14:xfrm>
            </p:contentPart>
          </mc:Choice>
          <mc:Fallback xmlns="">
            <p:pic>
              <p:nvPicPr>
                <p:cNvPr id="90" name="Ink 89">
                  <a:extLst>
                    <a:ext uri="{FF2B5EF4-FFF2-40B4-BE49-F238E27FC236}">
                      <a16:creationId xmlns:a16="http://schemas.microsoft.com/office/drawing/2014/main" id="{9C98300F-7E2F-E0FF-E4EB-A7F5B0D8C8F5}"/>
                    </a:ext>
                  </a:extLst>
                </p:cNvPr>
                <p:cNvPicPr/>
                <p:nvPr/>
              </p:nvPicPr>
              <p:blipFill>
                <a:blip r:embed="rId143"/>
                <a:stretch>
                  <a:fillRect/>
                </a:stretch>
              </p:blipFill>
              <p:spPr>
                <a:xfrm>
                  <a:off x="8566305" y="4857855"/>
                  <a:ext cx="367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2375A3F4-A7EB-54DE-FFEE-D94F9ECBF496}"/>
                    </a:ext>
                  </a:extLst>
                </p14:cNvPr>
                <p14:cNvContentPartPr/>
                <p14:nvPr/>
              </p14:nvContentPartPr>
              <p14:xfrm>
                <a:off x="2737905" y="5556255"/>
                <a:ext cx="6405120" cy="625320"/>
              </p14:xfrm>
            </p:contentPart>
          </mc:Choice>
          <mc:Fallback xmlns="">
            <p:pic>
              <p:nvPicPr>
                <p:cNvPr id="93" name="Ink 92">
                  <a:extLst>
                    <a:ext uri="{FF2B5EF4-FFF2-40B4-BE49-F238E27FC236}">
                      <a16:creationId xmlns:a16="http://schemas.microsoft.com/office/drawing/2014/main" id="{2375A3F4-A7EB-54DE-FFEE-D94F9ECBF496}"/>
                    </a:ext>
                  </a:extLst>
                </p:cNvPr>
                <p:cNvPicPr/>
                <p:nvPr/>
              </p:nvPicPr>
              <p:blipFill>
                <a:blip r:embed="rId145"/>
                <a:stretch>
                  <a:fillRect/>
                </a:stretch>
              </p:blipFill>
              <p:spPr>
                <a:xfrm>
                  <a:off x="2731785" y="5550135"/>
                  <a:ext cx="6417360" cy="637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5CDCEAAA-CE22-5ACE-7725-070C514DBB65}"/>
                    </a:ext>
                  </a:extLst>
                </p14:cNvPr>
                <p14:cNvContentPartPr/>
                <p14:nvPr/>
              </p14:nvContentPartPr>
              <p14:xfrm>
                <a:off x="2544225" y="4998615"/>
                <a:ext cx="128160" cy="1007280"/>
              </p14:xfrm>
            </p:contentPart>
          </mc:Choice>
          <mc:Fallback xmlns="">
            <p:pic>
              <p:nvPicPr>
                <p:cNvPr id="94" name="Ink 93">
                  <a:extLst>
                    <a:ext uri="{FF2B5EF4-FFF2-40B4-BE49-F238E27FC236}">
                      <a16:creationId xmlns:a16="http://schemas.microsoft.com/office/drawing/2014/main" id="{5CDCEAAA-CE22-5ACE-7725-070C514DBB65}"/>
                    </a:ext>
                  </a:extLst>
                </p:cNvPr>
                <p:cNvPicPr/>
                <p:nvPr/>
              </p:nvPicPr>
              <p:blipFill>
                <a:blip r:embed="rId147"/>
                <a:stretch>
                  <a:fillRect/>
                </a:stretch>
              </p:blipFill>
              <p:spPr>
                <a:xfrm>
                  <a:off x="2538105" y="4992495"/>
                  <a:ext cx="140400" cy="1019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5" name="Ink 94">
                  <a:extLst>
                    <a:ext uri="{FF2B5EF4-FFF2-40B4-BE49-F238E27FC236}">
                      <a16:creationId xmlns:a16="http://schemas.microsoft.com/office/drawing/2014/main" id="{C58F787D-935B-5EFD-19AA-D0BFB34AFA87}"/>
                    </a:ext>
                  </a:extLst>
                </p14:cNvPr>
                <p14:cNvContentPartPr/>
                <p14:nvPr/>
              </p14:nvContentPartPr>
              <p14:xfrm>
                <a:off x="2585265" y="3969015"/>
                <a:ext cx="6484680" cy="1770840"/>
              </p14:xfrm>
            </p:contentPart>
          </mc:Choice>
          <mc:Fallback xmlns="">
            <p:pic>
              <p:nvPicPr>
                <p:cNvPr id="95" name="Ink 94">
                  <a:extLst>
                    <a:ext uri="{FF2B5EF4-FFF2-40B4-BE49-F238E27FC236}">
                      <a16:creationId xmlns:a16="http://schemas.microsoft.com/office/drawing/2014/main" id="{C58F787D-935B-5EFD-19AA-D0BFB34AFA87}"/>
                    </a:ext>
                  </a:extLst>
                </p:cNvPr>
                <p:cNvPicPr/>
                <p:nvPr/>
              </p:nvPicPr>
              <p:blipFill>
                <a:blip r:embed="rId149"/>
                <a:stretch>
                  <a:fillRect/>
                </a:stretch>
              </p:blipFill>
              <p:spPr>
                <a:xfrm>
                  <a:off x="2579145" y="3962895"/>
                  <a:ext cx="6496920" cy="1783080"/>
                </a:xfrm>
                <a:prstGeom prst="rect">
                  <a:avLst/>
                </a:prstGeom>
              </p:spPr>
            </p:pic>
          </mc:Fallback>
        </mc:AlternateContent>
      </p:grpSp>
    </p:spTree>
    <p:extLst>
      <p:ext uri="{BB962C8B-B14F-4D97-AF65-F5344CB8AC3E}">
        <p14:creationId xmlns:p14="http://schemas.microsoft.com/office/powerpoint/2010/main" val="147162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65371F8B-ACDC-448B-1FD4-7D403A1F26BF}"/>
              </a:ext>
            </a:extLst>
          </p:cNvPr>
          <p:cNvGrpSpPr/>
          <p:nvPr/>
        </p:nvGrpSpPr>
        <p:grpSpPr>
          <a:xfrm>
            <a:off x="947265" y="257055"/>
            <a:ext cx="3136320" cy="1831680"/>
            <a:chOff x="947265" y="257055"/>
            <a:chExt cx="3136320" cy="18316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874245E-2AD7-258E-4CD0-6194E6A19BBF}"/>
                    </a:ext>
                  </a:extLst>
                </p14:cNvPr>
                <p14:cNvContentPartPr/>
                <p14:nvPr/>
              </p14:nvContentPartPr>
              <p14:xfrm>
                <a:off x="947265" y="257055"/>
                <a:ext cx="675720" cy="1057320"/>
              </p14:xfrm>
            </p:contentPart>
          </mc:Choice>
          <mc:Fallback xmlns="">
            <p:pic>
              <p:nvPicPr>
                <p:cNvPr id="2" name="Ink 1">
                  <a:extLst>
                    <a:ext uri="{FF2B5EF4-FFF2-40B4-BE49-F238E27FC236}">
                      <a16:creationId xmlns:a16="http://schemas.microsoft.com/office/drawing/2014/main" id="{F874245E-2AD7-258E-4CD0-6194E6A19BBF}"/>
                    </a:ext>
                  </a:extLst>
                </p:cNvPr>
                <p:cNvPicPr/>
                <p:nvPr/>
              </p:nvPicPr>
              <p:blipFill>
                <a:blip r:embed="rId3"/>
                <a:stretch>
                  <a:fillRect/>
                </a:stretch>
              </p:blipFill>
              <p:spPr>
                <a:xfrm>
                  <a:off x="941145" y="250935"/>
                  <a:ext cx="687960" cy="1069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CE7D09C-77E8-3A89-3810-CB19249C9DD3}"/>
                    </a:ext>
                  </a:extLst>
                </p14:cNvPr>
                <p14:cNvContentPartPr/>
                <p14:nvPr/>
              </p14:nvContentPartPr>
              <p14:xfrm>
                <a:off x="1755465" y="766455"/>
                <a:ext cx="39240" cy="54000"/>
              </p14:xfrm>
            </p:contentPart>
          </mc:Choice>
          <mc:Fallback xmlns="">
            <p:pic>
              <p:nvPicPr>
                <p:cNvPr id="3" name="Ink 2">
                  <a:extLst>
                    <a:ext uri="{FF2B5EF4-FFF2-40B4-BE49-F238E27FC236}">
                      <a16:creationId xmlns:a16="http://schemas.microsoft.com/office/drawing/2014/main" id="{CCE7D09C-77E8-3A89-3810-CB19249C9DD3}"/>
                    </a:ext>
                  </a:extLst>
                </p:cNvPr>
                <p:cNvPicPr/>
                <p:nvPr/>
              </p:nvPicPr>
              <p:blipFill>
                <a:blip r:embed="rId5"/>
                <a:stretch>
                  <a:fillRect/>
                </a:stretch>
              </p:blipFill>
              <p:spPr>
                <a:xfrm>
                  <a:off x="1749345" y="760335"/>
                  <a:ext cx="514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E81D60C-258B-E9BE-737E-918C28DF4388}"/>
                    </a:ext>
                  </a:extLst>
                </p14:cNvPr>
                <p14:cNvContentPartPr/>
                <p14:nvPr/>
              </p14:nvContentPartPr>
              <p14:xfrm>
                <a:off x="1762305" y="977775"/>
                <a:ext cx="392400" cy="1110960"/>
              </p14:xfrm>
            </p:contentPart>
          </mc:Choice>
          <mc:Fallback xmlns="">
            <p:pic>
              <p:nvPicPr>
                <p:cNvPr id="4" name="Ink 3">
                  <a:extLst>
                    <a:ext uri="{FF2B5EF4-FFF2-40B4-BE49-F238E27FC236}">
                      <a16:creationId xmlns:a16="http://schemas.microsoft.com/office/drawing/2014/main" id="{5E81D60C-258B-E9BE-737E-918C28DF4388}"/>
                    </a:ext>
                  </a:extLst>
                </p:cNvPr>
                <p:cNvPicPr/>
                <p:nvPr/>
              </p:nvPicPr>
              <p:blipFill>
                <a:blip r:embed="rId7"/>
                <a:stretch>
                  <a:fillRect/>
                </a:stretch>
              </p:blipFill>
              <p:spPr>
                <a:xfrm>
                  <a:off x="1756185" y="971655"/>
                  <a:ext cx="404640" cy="112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D568966-4E83-B077-B5B7-19B70F501808}"/>
                    </a:ext>
                  </a:extLst>
                </p14:cNvPr>
                <p14:cNvContentPartPr/>
                <p14:nvPr/>
              </p14:nvContentPartPr>
              <p14:xfrm>
                <a:off x="2346585" y="980295"/>
                <a:ext cx="649440" cy="274320"/>
              </p14:xfrm>
            </p:contentPart>
          </mc:Choice>
          <mc:Fallback xmlns="">
            <p:pic>
              <p:nvPicPr>
                <p:cNvPr id="5" name="Ink 4">
                  <a:extLst>
                    <a:ext uri="{FF2B5EF4-FFF2-40B4-BE49-F238E27FC236}">
                      <a16:creationId xmlns:a16="http://schemas.microsoft.com/office/drawing/2014/main" id="{5D568966-4E83-B077-B5B7-19B70F501808}"/>
                    </a:ext>
                  </a:extLst>
                </p:cNvPr>
                <p:cNvPicPr/>
                <p:nvPr/>
              </p:nvPicPr>
              <p:blipFill>
                <a:blip r:embed="rId9"/>
                <a:stretch>
                  <a:fillRect/>
                </a:stretch>
              </p:blipFill>
              <p:spPr>
                <a:xfrm>
                  <a:off x="2340465" y="974175"/>
                  <a:ext cx="6616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1E7D5042-2594-12DB-04F7-E14A46056C74}"/>
                    </a:ext>
                  </a:extLst>
                </p14:cNvPr>
                <p14:cNvContentPartPr/>
                <p14:nvPr/>
              </p14:nvContentPartPr>
              <p14:xfrm>
                <a:off x="3169185" y="878415"/>
                <a:ext cx="163800" cy="403920"/>
              </p14:xfrm>
            </p:contentPart>
          </mc:Choice>
          <mc:Fallback xmlns="">
            <p:pic>
              <p:nvPicPr>
                <p:cNvPr id="6" name="Ink 5">
                  <a:extLst>
                    <a:ext uri="{FF2B5EF4-FFF2-40B4-BE49-F238E27FC236}">
                      <a16:creationId xmlns:a16="http://schemas.microsoft.com/office/drawing/2014/main" id="{1E7D5042-2594-12DB-04F7-E14A46056C74}"/>
                    </a:ext>
                  </a:extLst>
                </p:cNvPr>
                <p:cNvPicPr/>
                <p:nvPr/>
              </p:nvPicPr>
              <p:blipFill>
                <a:blip r:embed="rId11"/>
                <a:stretch>
                  <a:fillRect/>
                </a:stretch>
              </p:blipFill>
              <p:spPr>
                <a:xfrm>
                  <a:off x="3163065" y="872295"/>
                  <a:ext cx="17604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0AAD674-33A0-26C4-E3E8-16975F425BC5}"/>
                    </a:ext>
                  </a:extLst>
                </p14:cNvPr>
                <p14:cNvContentPartPr/>
                <p14:nvPr/>
              </p14:nvContentPartPr>
              <p14:xfrm>
                <a:off x="3503265" y="944655"/>
                <a:ext cx="23040" cy="230760"/>
              </p14:xfrm>
            </p:contentPart>
          </mc:Choice>
          <mc:Fallback xmlns="">
            <p:pic>
              <p:nvPicPr>
                <p:cNvPr id="7" name="Ink 6">
                  <a:extLst>
                    <a:ext uri="{FF2B5EF4-FFF2-40B4-BE49-F238E27FC236}">
                      <a16:creationId xmlns:a16="http://schemas.microsoft.com/office/drawing/2014/main" id="{80AAD674-33A0-26C4-E3E8-16975F425BC5}"/>
                    </a:ext>
                  </a:extLst>
                </p:cNvPr>
                <p:cNvPicPr/>
                <p:nvPr/>
              </p:nvPicPr>
              <p:blipFill>
                <a:blip r:embed="rId13"/>
                <a:stretch>
                  <a:fillRect/>
                </a:stretch>
              </p:blipFill>
              <p:spPr>
                <a:xfrm>
                  <a:off x="3497145" y="938535"/>
                  <a:ext cx="352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1F9DA88-29F7-A77C-ECEB-94115CF43926}"/>
                    </a:ext>
                  </a:extLst>
                </p14:cNvPr>
                <p14:cNvContentPartPr/>
                <p14:nvPr/>
              </p14:nvContentPartPr>
              <p14:xfrm>
                <a:off x="3547545" y="540375"/>
                <a:ext cx="6120" cy="92880"/>
              </p14:xfrm>
            </p:contentPart>
          </mc:Choice>
          <mc:Fallback xmlns="">
            <p:pic>
              <p:nvPicPr>
                <p:cNvPr id="8" name="Ink 7">
                  <a:extLst>
                    <a:ext uri="{FF2B5EF4-FFF2-40B4-BE49-F238E27FC236}">
                      <a16:creationId xmlns:a16="http://schemas.microsoft.com/office/drawing/2014/main" id="{41F9DA88-29F7-A77C-ECEB-94115CF43926}"/>
                    </a:ext>
                  </a:extLst>
                </p:cNvPr>
                <p:cNvPicPr/>
                <p:nvPr/>
              </p:nvPicPr>
              <p:blipFill>
                <a:blip r:embed="rId15"/>
                <a:stretch>
                  <a:fillRect/>
                </a:stretch>
              </p:blipFill>
              <p:spPr>
                <a:xfrm>
                  <a:off x="3541425" y="534255"/>
                  <a:ext cx="183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AD406EC-6639-F4DF-F1C9-4173BF29B425}"/>
                    </a:ext>
                  </a:extLst>
                </p14:cNvPr>
                <p14:cNvContentPartPr/>
                <p14:nvPr/>
              </p14:nvContentPartPr>
              <p14:xfrm>
                <a:off x="3777585" y="642975"/>
                <a:ext cx="306000" cy="610200"/>
              </p14:xfrm>
            </p:contentPart>
          </mc:Choice>
          <mc:Fallback xmlns="">
            <p:pic>
              <p:nvPicPr>
                <p:cNvPr id="9" name="Ink 8">
                  <a:extLst>
                    <a:ext uri="{FF2B5EF4-FFF2-40B4-BE49-F238E27FC236}">
                      <a16:creationId xmlns:a16="http://schemas.microsoft.com/office/drawing/2014/main" id="{FAD406EC-6639-F4DF-F1C9-4173BF29B425}"/>
                    </a:ext>
                  </a:extLst>
                </p:cNvPr>
                <p:cNvPicPr/>
                <p:nvPr/>
              </p:nvPicPr>
              <p:blipFill>
                <a:blip r:embed="rId17"/>
                <a:stretch>
                  <a:fillRect/>
                </a:stretch>
              </p:blipFill>
              <p:spPr>
                <a:xfrm>
                  <a:off x="3771465" y="636855"/>
                  <a:ext cx="318240" cy="622440"/>
                </a:xfrm>
                <a:prstGeom prst="rect">
                  <a:avLst/>
                </a:prstGeom>
              </p:spPr>
            </p:pic>
          </mc:Fallback>
        </mc:AlternateContent>
      </p:grpSp>
      <p:grpSp>
        <p:nvGrpSpPr>
          <p:cNvPr id="24" name="Group 23">
            <a:extLst>
              <a:ext uri="{FF2B5EF4-FFF2-40B4-BE49-F238E27FC236}">
                <a16:creationId xmlns:a16="http://schemas.microsoft.com/office/drawing/2014/main" id="{C6E2E02A-893D-E78E-4F00-DAA7E45E86F6}"/>
              </a:ext>
            </a:extLst>
          </p:cNvPr>
          <p:cNvGrpSpPr/>
          <p:nvPr/>
        </p:nvGrpSpPr>
        <p:grpSpPr>
          <a:xfrm>
            <a:off x="5121465" y="203775"/>
            <a:ext cx="5244840" cy="896400"/>
            <a:chOff x="5121465" y="203775"/>
            <a:chExt cx="5244840" cy="896400"/>
          </a:xfrm>
        </p:grpSpPr>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F08D928-791E-E76D-91D8-F07F33B13BC1}"/>
                    </a:ext>
                  </a:extLst>
                </p14:cNvPr>
                <p14:cNvContentPartPr/>
                <p14:nvPr/>
              </p14:nvContentPartPr>
              <p14:xfrm>
                <a:off x="5121465" y="276855"/>
                <a:ext cx="499680" cy="823320"/>
              </p14:xfrm>
            </p:contentPart>
          </mc:Choice>
          <mc:Fallback xmlns="">
            <p:pic>
              <p:nvPicPr>
                <p:cNvPr id="10" name="Ink 9">
                  <a:extLst>
                    <a:ext uri="{FF2B5EF4-FFF2-40B4-BE49-F238E27FC236}">
                      <a16:creationId xmlns:a16="http://schemas.microsoft.com/office/drawing/2014/main" id="{7F08D928-791E-E76D-91D8-F07F33B13BC1}"/>
                    </a:ext>
                  </a:extLst>
                </p:cNvPr>
                <p:cNvPicPr/>
                <p:nvPr/>
              </p:nvPicPr>
              <p:blipFill>
                <a:blip r:embed="rId19"/>
                <a:stretch>
                  <a:fillRect/>
                </a:stretch>
              </p:blipFill>
              <p:spPr>
                <a:xfrm>
                  <a:off x="5115345" y="270735"/>
                  <a:ext cx="511920" cy="835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8F7DF689-104A-EE55-3EEC-63496660677E}"/>
                    </a:ext>
                  </a:extLst>
                </p14:cNvPr>
                <p14:cNvContentPartPr/>
                <p14:nvPr/>
              </p14:nvContentPartPr>
              <p14:xfrm>
                <a:off x="5195985" y="591495"/>
                <a:ext cx="740880" cy="184320"/>
              </p14:xfrm>
            </p:contentPart>
          </mc:Choice>
          <mc:Fallback xmlns="">
            <p:pic>
              <p:nvPicPr>
                <p:cNvPr id="11" name="Ink 10">
                  <a:extLst>
                    <a:ext uri="{FF2B5EF4-FFF2-40B4-BE49-F238E27FC236}">
                      <a16:creationId xmlns:a16="http://schemas.microsoft.com/office/drawing/2014/main" id="{8F7DF689-104A-EE55-3EEC-63496660677E}"/>
                    </a:ext>
                  </a:extLst>
                </p:cNvPr>
                <p:cNvPicPr/>
                <p:nvPr/>
              </p:nvPicPr>
              <p:blipFill>
                <a:blip r:embed="rId21"/>
                <a:stretch>
                  <a:fillRect/>
                </a:stretch>
              </p:blipFill>
              <p:spPr>
                <a:xfrm>
                  <a:off x="5189865" y="585375"/>
                  <a:ext cx="7531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9B237523-3950-891D-C68C-E20E628953C3}"/>
                    </a:ext>
                  </a:extLst>
                </p14:cNvPr>
                <p14:cNvContentPartPr/>
                <p14:nvPr/>
              </p14:nvContentPartPr>
              <p14:xfrm>
                <a:off x="6143505" y="475575"/>
                <a:ext cx="530640" cy="479160"/>
              </p14:xfrm>
            </p:contentPart>
          </mc:Choice>
          <mc:Fallback xmlns="">
            <p:pic>
              <p:nvPicPr>
                <p:cNvPr id="12" name="Ink 11">
                  <a:extLst>
                    <a:ext uri="{FF2B5EF4-FFF2-40B4-BE49-F238E27FC236}">
                      <a16:creationId xmlns:a16="http://schemas.microsoft.com/office/drawing/2014/main" id="{9B237523-3950-891D-C68C-E20E628953C3}"/>
                    </a:ext>
                  </a:extLst>
                </p:cNvPr>
                <p:cNvPicPr/>
                <p:nvPr/>
              </p:nvPicPr>
              <p:blipFill>
                <a:blip r:embed="rId23"/>
                <a:stretch>
                  <a:fillRect/>
                </a:stretch>
              </p:blipFill>
              <p:spPr>
                <a:xfrm>
                  <a:off x="6137385" y="469455"/>
                  <a:ext cx="542880" cy="49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366A668A-4491-F96D-D009-738F4E5ACE66}"/>
                    </a:ext>
                  </a:extLst>
                </p14:cNvPr>
                <p14:cNvContentPartPr/>
                <p14:nvPr/>
              </p14:nvContentPartPr>
              <p14:xfrm>
                <a:off x="6418545" y="680775"/>
                <a:ext cx="480600" cy="189000"/>
              </p14:xfrm>
            </p:contentPart>
          </mc:Choice>
          <mc:Fallback xmlns="">
            <p:pic>
              <p:nvPicPr>
                <p:cNvPr id="13" name="Ink 12">
                  <a:extLst>
                    <a:ext uri="{FF2B5EF4-FFF2-40B4-BE49-F238E27FC236}">
                      <a16:creationId xmlns:a16="http://schemas.microsoft.com/office/drawing/2014/main" id="{366A668A-4491-F96D-D009-738F4E5ACE66}"/>
                    </a:ext>
                  </a:extLst>
                </p:cNvPr>
                <p:cNvPicPr/>
                <p:nvPr/>
              </p:nvPicPr>
              <p:blipFill>
                <a:blip r:embed="rId25"/>
                <a:stretch>
                  <a:fillRect/>
                </a:stretch>
              </p:blipFill>
              <p:spPr>
                <a:xfrm>
                  <a:off x="6412425" y="674655"/>
                  <a:ext cx="4928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FA6FBBBF-BE4D-DF7C-BCD2-CE77A87C7333}"/>
                    </a:ext>
                  </a:extLst>
                </p14:cNvPr>
                <p14:cNvContentPartPr/>
                <p14:nvPr/>
              </p14:nvContentPartPr>
              <p14:xfrm>
                <a:off x="7022265" y="448575"/>
                <a:ext cx="66600" cy="39600"/>
              </p14:xfrm>
            </p:contentPart>
          </mc:Choice>
          <mc:Fallback xmlns="">
            <p:pic>
              <p:nvPicPr>
                <p:cNvPr id="14" name="Ink 13">
                  <a:extLst>
                    <a:ext uri="{FF2B5EF4-FFF2-40B4-BE49-F238E27FC236}">
                      <a16:creationId xmlns:a16="http://schemas.microsoft.com/office/drawing/2014/main" id="{FA6FBBBF-BE4D-DF7C-BCD2-CE77A87C7333}"/>
                    </a:ext>
                  </a:extLst>
                </p:cNvPr>
                <p:cNvPicPr/>
                <p:nvPr/>
              </p:nvPicPr>
              <p:blipFill>
                <a:blip r:embed="rId27"/>
                <a:stretch>
                  <a:fillRect/>
                </a:stretch>
              </p:blipFill>
              <p:spPr>
                <a:xfrm>
                  <a:off x="7016145" y="442455"/>
                  <a:ext cx="78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BE00120A-15A1-27B3-2CDF-5B05A456EDB6}"/>
                    </a:ext>
                  </a:extLst>
                </p14:cNvPr>
                <p14:cNvContentPartPr/>
                <p14:nvPr/>
              </p14:nvContentPartPr>
              <p14:xfrm>
                <a:off x="7150785" y="644775"/>
                <a:ext cx="472320" cy="390960"/>
              </p14:xfrm>
            </p:contentPart>
          </mc:Choice>
          <mc:Fallback xmlns="">
            <p:pic>
              <p:nvPicPr>
                <p:cNvPr id="15" name="Ink 14">
                  <a:extLst>
                    <a:ext uri="{FF2B5EF4-FFF2-40B4-BE49-F238E27FC236}">
                      <a16:creationId xmlns:a16="http://schemas.microsoft.com/office/drawing/2014/main" id="{BE00120A-15A1-27B3-2CDF-5B05A456EDB6}"/>
                    </a:ext>
                  </a:extLst>
                </p:cNvPr>
                <p:cNvPicPr/>
                <p:nvPr/>
              </p:nvPicPr>
              <p:blipFill>
                <a:blip r:embed="rId29"/>
                <a:stretch>
                  <a:fillRect/>
                </a:stretch>
              </p:blipFill>
              <p:spPr>
                <a:xfrm>
                  <a:off x="7144665" y="638655"/>
                  <a:ext cx="48456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303CD9C1-14A3-1838-1D37-79899A5D1E51}"/>
                    </a:ext>
                  </a:extLst>
                </p14:cNvPr>
                <p14:cNvContentPartPr/>
                <p14:nvPr/>
              </p14:nvContentPartPr>
              <p14:xfrm>
                <a:off x="7614105" y="745215"/>
                <a:ext cx="300240" cy="272520"/>
              </p14:xfrm>
            </p:contentPart>
          </mc:Choice>
          <mc:Fallback xmlns="">
            <p:pic>
              <p:nvPicPr>
                <p:cNvPr id="16" name="Ink 15">
                  <a:extLst>
                    <a:ext uri="{FF2B5EF4-FFF2-40B4-BE49-F238E27FC236}">
                      <a16:creationId xmlns:a16="http://schemas.microsoft.com/office/drawing/2014/main" id="{303CD9C1-14A3-1838-1D37-79899A5D1E51}"/>
                    </a:ext>
                  </a:extLst>
                </p:cNvPr>
                <p:cNvPicPr/>
                <p:nvPr/>
              </p:nvPicPr>
              <p:blipFill>
                <a:blip r:embed="rId31"/>
                <a:stretch>
                  <a:fillRect/>
                </a:stretch>
              </p:blipFill>
              <p:spPr>
                <a:xfrm>
                  <a:off x="7607985" y="739095"/>
                  <a:ext cx="3124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81E315A6-652A-9FC3-9473-D67D2A57D089}"/>
                    </a:ext>
                  </a:extLst>
                </p14:cNvPr>
                <p14:cNvContentPartPr/>
                <p14:nvPr/>
              </p14:nvContentPartPr>
              <p14:xfrm>
                <a:off x="8439585" y="203775"/>
                <a:ext cx="130680" cy="669240"/>
              </p14:xfrm>
            </p:contentPart>
          </mc:Choice>
          <mc:Fallback xmlns="">
            <p:pic>
              <p:nvPicPr>
                <p:cNvPr id="17" name="Ink 16">
                  <a:extLst>
                    <a:ext uri="{FF2B5EF4-FFF2-40B4-BE49-F238E27FC236}">
                      <a16:creationId xmlns:a16="http://schemas.microsoft.com/office/drawing/2014/main" id="{81E315A6-652A-9FC3-9473-D67D2A57D089}"/>
                    </a:ext>
                  </a:extLst>
                </p:cNvPr>
                <p:cNvPicPr/>
                <p:nvPr/>
              </p:nvPicPr>
              <p:blipFill>
                <a:blip r:embed="rId33"/>
                <a:stretch>
                  <a:fillRect/>
                </a:stretch>
              </p:blipFill>
              <p:spPr>
                <a:xfrm>
                  <a:off x="8433465" y="197655"/>
                  <a:ext cx="142920" cy="681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97539671-07BA-51EF-0846-470C584BEFCD}"/>
                    </a:ext>
                  </a:extLst>
                </p14:cNvPr>
                <p14:cNvContentPartPr/>
                <p14:nvPr/>
              </p14:nvContentPartPr>
              <p14:xfrm>
                <a:off x="8227905" y="576375"/>
                <a:ext cx="744480" cy="229680"/>
              </p14:xfrm>
            </p:contentPart>
          </mc:Choice>
          <mc:Fallback xmlns="">
            <p:pic>
              <p:nvPicPr>
                <p:cNvPr id="18" name="Ink 17">
                  <a:extLst>
                    <a:ext uri="{FF2B5EF4-FFF2-40B4-BE49-F238E27FC236}">
                      <a16:creationId xmlns:a16="http://schemas.microsoft.com/office/drawing/2014/main" id="{97539671-07BA-51EF-0846-470C584BEFCD}"/>
                    </a:ext>
                  </a:extLst>
                </p:cNvPr>
                <p:cNvPicPr/>
                <p:nvPr/>
              </p:nvPicPr>
              <p:blipFill>
                <a:blip r:embed="rId35"/>
                <a:stretch>
                  <a:fillRect/>
                </a:stretch>
              </p:blipFill>
              <p:spPr>
                <a:xfrm>
                  <a:off x="8221785" y="570255"/>
                  <a:ext cx="7567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C5442637-D54B-B8F3-9D26-7485C70115A0}"/>
                    </a:ext>
                  </a:extLst>
                </p14:cNvPr>
                <p14:cNvContentPartPr/>
                <p14:nvPr/>
              </p14:nvContentPartPr>
              <p14:xfrm>
                <a:off x="9101625" y="345975"/>
                <a:ext cx="178560" cy="75600"/>
              </p14:xfrm>
            </p:contentPart>
          </mc:Choice>
          <mc:Fallback xmlns="">
            <p:pic>
              <p:nvPicPr>
                <p:cNvPr id="19" name="Ink 18">
                  <a:extLst>
                    <a:ext uri="{FF2B5EF4-FFF2-40B4-BE49-F238E27FC236}">
                      <a16:creationId xmlns:a16="http://schemas.microsoft.com/office/drawing/2014/main" id="{C5442637-D54B-B8F3-9D26-7485C70115A0}"/>
                    </a:ext>
                  </a:extLst>
                </p:cNvPr>
                <p:cNvPicPr/>
                <p:nvPr/>
              </p:nvPicPr>
              <p:blipFill>
                <a:blip r:embed="rId37"/>
                <a:stretch>
                  <a:fillRect/>
                </a:stretch>
              </p:blipFill>
              <p:spPr>
                <a:xfrm>
                  <a:off x="9095505" y="339855"/>
                  <a:ext cx="1908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F6B5889A-B995-8B98-11E2-5C87BEEBD273}"/>
                    </a:ext>
                  </a:extLst>
                </p14:cNvPr>
                <p14:cNvContentPartPr/>
                <p14:nvPr/>
              </p14:nvContentPartPr>
              <p14:xfrm>
                <a:off x="9330585" y="616695"/>
                <a:ext cx="208800" cy="250920"/>
              </p14:xfrm>
            </p:contentPart>
          </mc:Choice>
          <mc:Fallback xmlns="">
            <p:pic>
              <p:nvPicPr>
                <p:cNvPr id="20" name="Ink 19">
                  <a:extLst>
                    <a:ext uri="{FF2B5EF4-FFF2-40B4-BE49-F238E27FC236}">
                      <a16:creationId xmlns:a16="http://schemas.microsoft.com/office/drawing/2014/main" id="{F6B5889A-B995-8B98-11E2-5C87BEEBD273}"/>
                    </a:ext>
                  </a:extLst>
                </p:cNvPr>
                <p:cNvPicPr/>
                <p:nvPr/>
              </p:nvPicPr>
              <p:blipFill>
                <a:blip r:embed="rId39"/>
                <a:stretch>
                  <a:fillRect/>
                </a:stretch>
              </p:blipFill>
              <p:spPr>
                <a:xfrm>
                  <a:off x="9324465" y="610575"/>
                  <a:ext cx="2210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B62A35B4-1FDB-78BB-1FCB-C5ECAA3BF855}"/>
                    </a:ext>
                  </a:extLst>
                </p14:cNvPr>
                <p14:cNvContentPartPr/>
                <p14:nvPr/>
              </p14:nvContentPartPr>
              <p14:xfrm>
                <a:off x="9679785" y="634695"/>
                <a:ext cx="462240" cy="349200"/>
              </p14:xfrm>
            </p:contentPart>
          </mc:Choice>
          <mc:Fallback xmlns="">
            <p:pic>
              <p:nvPicPr>
                <p:cNvPr id="21" name="Ink 20">
                  <a:extLst>
                    <a:ext uri="{FF2B5EF4-FFF2-40B4-BE49-F238E27FC236}">
                      <a16:creationId xmlns:a16="http://schemas.microsoft.com/office/drawing/2014/main" id="{B62A35B4-1FDB-78BB-1FCB-C5ECAA3BF855}"/>
                    </a:ext>
                  </a:extLst>
                </p:cNvPr>
                <p:cNvPicPr/>
                <p:nvPr/>
              </p:nvPicPr>
              <p:blipFill>
                <a:blip r:embed="rId41"/>
                <a:stretch>
                  <a:fillRect/>
                </a:stretch>
              </p:blipFill>
              <p:spPr>
                <a:xfrm>
                  <a:off x="9673665" y="628575"/>
                  <a:ext cx="47448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a:extLst>
                    <a:ext uri="{FF2B5EF4-FFF2-40B4-BE49-F238E27FC236}">
                      <a16:creationId xmlns:a16="http://schemas.microsoft.com/office/drawing/2014/main" id="{9D3DCAEE-A56B-4CEC-082B-AA2E829E2750}"/>
                    </a:ext>
                  </a:extLst>
                </p14:cNvPr>
                <p14:cNvContentPartPr/>
                <p14:nvPr/>
              </p14:nvContentPartPr>
              <p14:xfrm>
                <a:off x="10355505" y="807855"/>
                <a:ext cx="10800" cy="33120"/>
              </p14:xfrm>
            </p:contentPart>
          </mc:Choice>
          <mc:Fallback xmlns="">
            <p:pic>
              <p:nvPicPr>
                <p:cNvPr id="22" name="Ink 21">
                  <a:extLst>
                    <a:ext uri="{FF2B5EF4-FFF2-40B4-BE49-F238E27FC236}">
                      <a16:creationId xmlns:a16="http://schemas.microsoft.com/office/drawing/2014/main" id="{9D3DCAEE-A56B-4CEC-082B-AA2E829E2750}"/>
                    </a:ext>
                  </a:extLst>
                </p:cNvPr>
                <p:cNvPicPr/>
                <p:nvPr/>
              </p:nvPicPr>
              <p:blipFill>
                <a:blip r:embed="rId43"/>
                <a:stretch>
                  <a:fillRect/>
                </a:stretch>
              </p:blipFill>
              <p:spPr>
                <a:xfrm>
                  <a:off x="10349385" y="801735"/>
                  <a:ext cx="23040" cy="45360"/>
                </a:xfrm>
                <a:prstGeom prst="rect">
                  <a:avLst/>
                </a:prstGeom>
              </p:spPr>
            </p:pic>
          </mc:Fallback>
        </mc:AlternateContent>
      </p:grpSp>
      <p:grpSp>
        <p:nvGrpSpPr>
          <p:cNvPr id="29" name="Group 28">
            <a:extLst>
              <a:ext uri="{FF2B5EF4-FFF2-40B4-BE49-F238E27FC236}">
                <a16:creationId xmlns:a16="http://schemas.microsoft.com/office/drawing/2014/main" id="{8DEA5775-20F0-7D03-9D42-FDA13813E1BF}"/>
              </a:ext>
            </a:extLst>
          </p:cNvPr>
          <p:cNvGrpSpPr/>
          <p:nvPr/>
        </p:nvGrpSpPr>
        <p:grpSpPr>
          <a:xfrm>
            <a:off x="4216425" y="1589415"/>
            <a:ext cx="1079280" cy="658800"/>
            <a:chOff x="4216425" y="1589415"/>
            <a:chExt cx="1079280" cy="658800"/>
          </a:xfrm>
        </p:grpSpPr>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6AA5D682-D0F8-A81A-4A99-1535BEE95265}"/>
                    </a:ext>
                  </a:extLst>
                </p14:cNvPr>
                <p14:cNvContentPartPr/>
                <p14:nvPr/>
              </p14:nvContentPartPr>
              <p14:xfrm>
                <a:off x="4619985" y="1589415"/>
                <a:ext cx="146520" cy="624960"/>
              </p14:xfrm>
            </p:contentPart>
          </mc:Choice>
          <mc:Fallback xmlns="">
            <p:pic>
              <p:nvPicPr>
                <p:cNvPr id="26" name="Ink 25">
                  <a:extLst>
                    <a:ext uri="{FF2B5EF4-FFF2-40B4-BE49-F238E27FC236}">
                      <a16:creationId xmlns:a16="http://schemas.microsoft.com/office/drawing/2014/main" id="{6AA5D682-D0F8-A81A-4A99-1535BEE95265}"/>
                    </a:ext>
                  </a:extLst>
                </p:cNvPr>
                <p:cNvPicPr/>
                <p:nvPr/>
              </p:nvPicPr>
              <p:blipFill>
                <a:blip r:embed="rId45"/>
                <a:stretch>
                  <a:fillRect/>
                </a:stretch>
              </p:blipFill>
              <p:spPr>
                <a:xfrm>
                  <a:off x="4613865" y="1583295"/>
                  <a:ext cx="158760" cy="637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EDBBE70-A12B-88A7-7C8C-B46073D5F4D0}"/>
                    </a:ext>
                  </a:extLst>
                </p14:cNvPr>
                <p14:cNvContentPartPr/>
                <p14:nvPr/>
              </p14:nvContentPartPr>
              <p14:xfrm>
                <a:off x="4581105" y="2106015"/>
                <a:ext cx="714600" cy="142200"/>
              </p14:xfrm>
            </p:contentPart>
          </mc:Choice>
          <mc:Fallback xmlns="">
            <p:pic>
              <p:nvPicPr>
                <p:cNvPr id="27" name="Ink 26">
                  <a:extLst>
                    <a:ext uri="{FF2B5EF4-FFF2-40B4-BE49-F238E27FC236}">
                      <a16:creationId xmlns:a16="http://schemas.microsoft.com/office/drawing/2014/main" id="{FEDBBE70-A12B-88A7-7C8C-B46073D5F4D0}"/>
                    </a:ext>
                  </a:extLst>
                </p:cNvPr>
                <p:cNvPicPr/>
                <p:nvPr/>
              </p:nvPicPr>
              <p:blipFill>
                <a:blip r:embed="rId47"/>
                <a:stretch>
                  <a:fillRect/>
                </a:stretch>
              </p:blipFill>
              <p:spPr>
                <a:xfrm>
                  <a:off x="4574985" y="2099895"/>
                  <a:ext cx="726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4745BA7F-F570-6B03-E48C-13E9BA52223A}"/>
                    </a:ext>
                  </a:extLst>
                </p14:cNvPr>
                <p14:cNvContentPartPr/>
                <p14:nvPr/>
              </p14:nvContentPartPr>
              <p14:xfrm>
                <a:off x="4216425" y="1993335"/>
                <a:ext cx="683640" cy="192240"/>
              </p14:xfrm>
            </p:contentPart>
          </mc:Choice>
          <mc:Fallback xmlns="">
            <p:pic>
              <p:nvPicPr>
                <p:cNvPr id="28" name="Ink 27">
                  <a:extLst>
                    <a:ext uri="{FF2B5EF4-FFF2-40B4-BE49-F238E27FC236}">
                      <a16:creationId xmlns:a16="http://schemas.microsoft.com/office/drawing/2014/main" id="{4745BA7F-F570-6B03-E48C-13E9BA52223A}"/>
                    </a:ext>
                  </a:extLst>
                </p:cNvPr>
                <p:cNvPicPr/>
                <p:nvPr/>
              </p:nvPicPr>
              <p:blipFill>
                <a:blip r:embed="rId49"/>
                <a:stretch>
                  <a:fillRect/>
                </a:stretch>
              </p:blipFill>
              <p:spPr>
                <a:xfrm>
                  <a:off x="4210305" y="1987215"/>
                  <a:ext cx="695880" cy="204480"/>
                </a:xfrm>
                <a:prstGeom prst="rect">
                  <a:avLst/>
                </a:prstGeom>
              </p:spPr>
            </p:pic>
          </mc:Fallback>
        </mc:AlternateContent>
      </p:grpSp>
      <p:grpSp>
        <p:nvGrpSpPr>
          <p:cNvPr id="53" name="Group 52">
            <a:extLst>
              <a:ext uri="{FF2B5EF4-FFF2-40B4-BE49-F238E27FC236}">
                <a16:creationId xmlns:a16="http://schemas.microsoft.com/office/drawing/2014/main" id="{5E44AC88-7260-64A1-1F24-20484D9094A4}"/>
              </a:ext>
            </a:extLst>
          </p:cNvPr>
          <p:cNvGrpSpPr/>
          <p:nvPr/>
        </p:nvGrpSpPr>
        <p:grpSpPr>
          <a:xfrm>
            <a:off x="7476585" y="1519215"/>
            <a:ext cx="3441240" cy="651960"/>
            <a:chOff x="7476585" y="1519215"/>
            <a:chExt cx="3441240" cy="651960"/>
          </a:xfrm>
        </p:grpSpPr>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4598A9BC-29B5-E531-5F70-769117961873}"/>
                    </a:ext>
                  </a:extLst>
                </p14:cNvPr>
                <p14:cNvContentPartPr/>
                <p14:nvPr/>
              </p14:nvContentPartPr>
              <p14:xfrm>
                <a:off x="7476585" y="1806495"/>
                <a:ext cx="396360" cy="318240"/>
              </p14:xfrm>
            </p:contentPart>
          </mc:Choice>
          <mc:Fallback xmlns="">
            <p:pic>
              <p:nvPicPr>
                <p:cNvPr id="41" name="Ink 40">
                  <a:extLst>
                    <a:ext uri="{FF2B5EF4-FFF2-40B4-BE49-F238E27FC236}">
                      <a16:creationId xmlns:a16="http://schemas.microsoft.com/office/drawing/2014/main" id="{4598A9BC-29B5-E531-5F70-769117961873}"/>
                    </a:ext>
                  </a:extLst>
                </p:cNvPr>
                <p:cNvPicPr/>
                <p:nvPr/>
              </p:nvPicPr>
              <p:blipFill>
                <a:blip r:embed="rId51"/>
                <a:stretch>
                  <a:fillRect/>
                </a:stretch>
              </p:blipFill>
              <p:spPr>
                <a:xfrm>
                  <a:off x="7470465" y="1800375"/>
                  <a:ext cx="4086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1D5B2E27-0A8D-1FA6-E237-B7616E979688}"/>
                    </a:ext>
                  </a:extLst>
                </p14:cNvPr>
                <p14:cNvContentPartPr/>
                <p14:nvPr/>
              </p14:nvContentPartPr>
              <p14:xfrm>
                <a:off x="8203065" y="1791015"/>
                <a:ext cx="224280" cy="84600"/>
              </p14:xfrm>
            </p:contentPart>
          </mc:Choice>
          <mc:Fallback xmlns="">
            <p:pic>
              <p:nvPicPr>
                <p:cNvPr id="42" name="Ink 41">
                  <a:extLst>
                    <a:ext uri="{FF2B5EF4-FFF2-40B4-BE49-F238E27FC236}">
                      <a16:creationId xmlns:a16="http://schemas.microsoft.com/office/drawing/2014/main" id="{1D5B2E27-0A8D-1FA6-E237-B7616E979688}"/>
                    </a:ext>
                  </a:extLst>
                </p:cNvPr>
                <p:cNvPicPr/>
                <p:nvPr/>
              </p:nvPicPr>
              <p:blipFill>
                <a:blip r:embed="rId53"/>
                <a:stretch>
                  <a:fillRect/>
                </a:stretch>
              </p:blipFill>
              <p:spPr>
                <a:xfrm>
                  <a:off x="8196945" y="1784895"/>
                  <a:ext cx="2365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F96F3EDE-6DED-88B1-9EA3-5AB81D8DD322}"/>
                    </a:ext>
                  </a:extLst>
                </p14:cNvPr>
                <p14:cNvContentPartPr/>
                <p14:nvPr/>
              </p14:nvContentPartPr>
              <p14:xfrm>
                <a:off x="8275065" y="1957695"/>
                <a:ext cx="259920" cy="113400"/>
              </p14:xfrm>
            </p:contentPart>
          </mc:Choice>
          <mc:Fallback xmlns="">
            <p:pic>
              <p:nvPicPr>
                <p:cNvPr id="43" name="Ink 42">
                  <a:extLst>
                    <a:ext uri="{FF2B5EF4-FFF2-40B4-BE49-F238E27FC236}">
                      <a16:creationId xmlns:a16="http://schemas.microsoft.com/office/drawing/2014/main" id="{F96F3EDE-6DED-88B1-9EA3-5AB81D8DD322}"/>
                    </a:ext>
                  </a:extLst>
                </p:cNvPr>
                <p:cNvPicPr/>
                <p:nvPr/>
              </p:nvPicPr>
              <p:blipFill>
                <a:blip r:embed="rId55"/>
                <a:stretch>
                  <a:fillRect/>
                </a:stretch>
              </p:blipFill>
              <p:spPr>
                <a:xfrm>
                  <a:off x="8268945" y="1951575"/>
                  <a:ext cx="2721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FABA0228-32E4-3F60-AA75-94E844E9F74B}"/>
                    </a:ext>
                  </a:extLst>
                </p14:cNvPr>
                <p14:cNvContentPartPr/>
                <p14:nvPr/>
              </p14:nvContentPartPr>
              <p14:xfrm>
                <a:off x="8696985" y="1599495"/>
                <a:ext cx="330120" cy="514800"/>
              </p14:xfrm>
            </p:contentPart>
          </mc:Choice>
          <mc:Fallback xmlns="">
            <p:pic>
              <p:nvPicPr>
                <p:cNvPr id="44" name="Ink 43">
                  <a:extLst>
                    <a:ext uri="{FF2B5EF4-FFF2-40B4-BE49-F238E27FC236}">
                      <a16:creationId xmlns:a16="http://schemas.microsoft.com/office/drawing/2014/main" id="{FABA0228-32E4-3F60-AA75-94E844E9F74B}"/>
                    </a:ext>
                  </a:extLst>
                </p:cNvPr>
                <p:cNvPicPr/>
                <p:nvPr/>
              </p:nvPicPr>
              <p:blipFill>
                <a:blip r:embed="rId57"/>
                <a:stretch>
                  <a:fillRect/>
                </a:stretch>
              </p:blipFill>
              <p:spPr>
                <a:xfrm>
                  <a:off x="8690865" y="1593375"/>
                  <a:ext cx="3423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1B1C09FC-DAFA-259B-3C16-05714239E1F1}"/>
                    </a:ext>
                  </a:extLst>
                </p14:cNvPr>
                <p14:cNvContentPartPr/>
                <p14:nvPr/>
              </p14:nvContentPartPr>
              <p14:xfrm>
                <a:off x="9056265" y="1980375"/>
                <a:ext cx="157320" cy="190800"/>
              </p14:xfrm>
            </p:contentPart>
          </mc:Choice>
          <mc:Fallback xmlns="">
            <p:pic>
              <p:nvPicPr>
                <p:cNvPr id="45" name="Ink 44">
                  <a:extLst>
                    <a:ext uri="{FF2B5EF4-FFF2-40B4-BE49-F238E27FC236}">
                      <a16:creationId xmlns:a16="http://schemas.microsoft.com/office/drawing/2014/main" id="{1B1C09FC-DAFA-259B-3C16-05714239E1F1}"/>
                    </a:ext>
                  </a:extLst>
                </p:cNvPr>
                <p:cNvPicPr/>
                <p:nvPr/>
              </p:nvPicPr>
              <p:blipFill>
                <a:blip r:embed="rId59"/>
                <a:stretch>
                  <a:fillRect/>
                </a:stretch>
              </p:blipFill>
              <p:spPr>
                <a:xfrm>
                  <a:off x="9050145" y="1974255"/>
                  <a:ext cx="1695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7AD69F7B-D33B-5F3D-8FFF-2047B76F2A09}"/>
                    </a:ext>
                  </a:extLst>
                </p14:cNvPr>
                <p14:cNvContentPartPr/>
                <p14:nvPr/>
              </p14:nvContentPartPr>
              <p14:xfrm>
                <a:off x="9515265" y="1769415"/>
                <a:ext cx="21960" cy="236880"/>
              </p14:xfrm>
            </p:contentPart>
          </mc:Choice>
          <mc:Fallback xmlns="">
            <p:pic>
              <p:nvPicPr>
                <p:cNvPr id="46" name="Ink 45">
                  <a:extLst>
                    <a:ext uri="{FF2B5EF4-FFF2-40B4-BE49-F238E27FC236}">
                      <a16:creationId xmlns:a16="http://schemas.microsoft.com/office/drawing/2014/main" id="{7AD69F7B-D33B-5F3D-8FFF-2047B76F2A09}"/>
                    </a:ext>
                  </a:extLst>
                </p:cNvPr>
                <p:cNvPicPr/>
                <p:nvPr/>
              </p:nvPicPr>
              <p:blipFill>
                <a:blip r:embed="rId61"/>
                <a:stretch>
                  <a:fillRect/>
                </a:stretch>
              </p:blipFill>
              <p:spPr>
                <a:xfrm>
                  <a:off x="9509145" y="1763295"/>
                  <a:ext cx="342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95146A5B-9D6F-6CEA-8E9C-DA908A6E163F}"/>
                    </a:ext>
                  </a:extLst>
                </p14:cNvPr>
                <p14:cNvContentPartPr/>
                <p14:nvPr/>
              </p14:nvContentPartPr>
              <p14:xfrm>
                <a:off x="9405465" y="1902255"/>
                <a:ext cx="240480" cy="105120"/>
              </p14:xfrm>
            </p:contentPart>
          </mc:Choice>
          <mc:Fallback xmlns="">
            <p:pic>
              <p:nvPicPr>
                <p:cNvPr id="47" name="Ink 46">
                  <a:extLst>
                    <a:ext uri="{FF2B5EF4-FFF2-40B4-BE49-F238E27FC236}">
                      <a16:creationId xmlns:a16="http://schemas.microsoft.com/office/drawing/2014/main" id="{95146A5B-9D6F-6CEA-8E9C-DA908A6E163F}"/>
                    </a:ext>
                  </a:extLst>
                </p:cNvPr>
                <p:cNvPicPr/>
                <p:nvPr/>
              </p:nvPicPr>
              <p:blipFill>
                <a:blip r:embed="rId63"/>
                <a:stretch>
                  <a:fillRect/>
                </a:stretch>
              </p:blipFill>
              <p:spPr>
                <a:xfrm>
                  <a:off x="9399345" y="1896135"/>
                  <a:ext cx="252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23ED6F94-1789-BBFB-8D15-978599D64B72}"/>
                    </a:ext>
                  </a:extLst>
                </p14:cNvPr>
                <p14:cNvContentPartPr/>
                <p14:nvPr/>
              </p14:nvContentPartPr>
              <p14:xfrm>
                <a:off x="9892185" y="1519215"/>
                <a:ext cx="367560" cy="565200"/>
              </p14:xfrm>
            </p:contentPart>
          </mc:Choice>
          <mc:Fallback xmlns="">
            <p:pic>
              <p:nvPicPr>
                <p:cNvPr id="48" name="Ink 47">
                  <a:extLst>
                    <a:ext uri="{FF2B5EF4-FFF2-40B4-BE49-F238E27FC236}">
                      <a16:creationId xmlns:a16="http://schemas.microsoft.com/office/drawing/2014/main" id="{23ED6F94-1789-BBFB-8D15-978599D64B72}"/>
                    </a:ext>
                  </a:extLst>
                </p:cNvPr>
                <p:cNvPicPr/>
                <p:nvPr/>
              </p:nvPicPr>
              <p:blipFill>
                <a:blip r:embed="rId65"/>
                <a:stretch>
                  <a:fillRect/>
                </a:stretch>
              </p:blipFill>
              <p:spPr>
                <a:xfrm>
                  <a:off x="9886065" y="1513095"/>
                  <a:ext cx="3798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9" name="Ink 48">
                  <a:extLst>
                    <a:ext uri="{FF2B5EF4-FFF2-40B4-BE49-F238E27FC236}">
                      <a16:creationId xmlns:a16="http://schemas.microsoft.com/office/drawing/2014/main" id="{CCEE0391-B567-8A72-C94D-036642863B14}"/>
                    </a:ext>
                  </a:extLst>
                </p14:cNvPr>
                <p14:cNvContentPartPr/>
                <p14:nvPr/>
              </p14:nvContentPartPr>
              <p14:xfrm>
                <a:off x="10271625" y="1916295"/>
                <a:ext cx="142560" cy="162360"/>
              </p14:xfrm>
            </p:contentPart>
          </mc:Choice>
          <mc:Fallback xmlns="">
            <p:pic>
              <p:nvPicPr>
                <p:cNvPr id="49" name="Ink 48">
                  <a:extLst>
                    <a:ext uri="{FF2B5EF4-FFF2-40B4-BE49-F238E27FC236}">
                      <a16:creationId xmlns:a16="http://schemas.microsoft.com/office/drawing/2014/main" id="{CCEE0391-B567-8A72-C94D-036642863B14}"/>
                    </a:ext>
                  </a:extLst>
                </p:cNvPr>
                <p:cNvPicPr/>
                <p:nvPr/>
              </p:nvPicPr>
              <p:blipFill>
                <a:blip r:embed="rId67"/>
                <a:stretch>
                  <a:fillRect/>
                </a:stretch>
              </p:blipFill>
              <p:spPr>
                <a:xfrm>
                  <a:off x="10265505" y="1910175"/>
                  <a:ext cx="1548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0" name="Ink 49">
                  <a:extLst>
                    <a:ext uri="{FF2B5EF4-FFF2-40B4-BE49-F238E27FC236}">
                      <a16:creationId xmlns:a16="http://schemas.microsoft.com/office/drawing/2014/main" id="{9A3D1CA3-7039-6F61-D201-3744B7A17D32}"/>
                    </a:ext>
                  </a:extLst>
                </p14:cNvPr>
                <p14:cNvContentPartPr/>
                <p14:nvPr/>
              </p14:nvContentPartPr>
              <p14:xfrm>
                <a:off x="10567905" y="1613535"/>
                <a:ext cx="322560" cy="341640"/>
              </p14:xfrm>
            </p:contentPart>
          </mc:Choice>
          <mc:Fallback xmlns="">
            <p:pic>
              <p:nvPicPr>
                <p:cNvPr id="50" name="Ink 49">
                  <a:extLst>
                    <a:ext uri="{FF2B5EF4-FFF2-40B4-BE49-F238E27FC236}">
                      <a16:creationId xmlns:a16="http://schemas.microsoft.com/office/drawing/2014/main" id="{9A3D1CA3-7039-6F61-D201-3744B7A17D32}"/>
                    </a:ext>
                  </a:extLst>
                </p:cNvPr>
                <p:cNvPicPr/>
                <p:nvPr/>
              </p:nvPicPr>
              <p:blipFill>
                <a:blip r:embed="rId69"/>
                <a:stretch>
                  <a:fillRect/>
                </a:stretch>
              </p:blipFill>
              <p:spPr>
                <a:xfrm>
                  <a:off x="10561785" y="1607415"/>
                  <a:ext cx="33480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 name="Ink 50">
                  <a:extLst>
                    <a:ext uri="{FF2B5EF4-FFF2-40B4-BE49-F238E27FC236}">
                      <a16:creationId xmlns:a16="http://schemas.microsoft.com/office/drawing/2014/main" id="{DDAAA0E9-DA26-F065-F38B-07A564A1610A}"/>
                    </a:ext>
                  </a:extLst>
                </p14:cNvPr>
                <p14:cNvContentPartPr/>
                <p14:nvPr/>
              </p14:nvContentPartPr>
              <p14:xfrm>
                <a:off x="10843305" y="1884615"/>
                <a:ext cx="74520" cy="165960"/>
              </p14:xfrm>
            </p:contentPart>
          </mc:Choice>
          <mc:Fallback xmlns="">
            <p:pic>
              <p:nvPicPr>
                <p:cNvPr id="51" name="Ink 50">
                  <a:extLst>
                    <a:ext uri="{FF2B5EF4-FFF2-40B4-BE49-F238E27FC236}">
                      <a16:creationId xmlns:a16="http://schemas.microsoft.com/office/drawing/2014/main" id="{DDAAA0E9-DA26-F065-F38B-07A564A1610A}"/>
                    </a:ext>
                  </a:extLst>
                </p:cNvPr>
                <p:cNvPicPr/>
                <p:nvPr/>
              </p:nvPicPr>
              <p:blipFill>
                <a:blip r:embed="rId71"/>
                <a:stretch>
                  <a:fillRect/>
                </a:stretch>
              </p:blipFill>
              <p:spPr>
                <a:xfrm>
                  <a:off x="10837185" y="1878495"/>
                  <a:ext cx="86760" cy="178200"/>
                </a:xfrm>
                <a:prstGeom prst="rect">
                  <a:avLst/>
                </a:prstGeom>
              </p:spPr>
            </p:pic>
          </mc:Fallback>
        </mc:AlternateContent>
      </p:grpSp>
      <p:grpSp>
        <p:nvGrpSpPr>
          <p:cNvPr id="108" name="Group 107">
            <a:extLst>
              <a:ext uri="{FF2B5EF4-FFF2-40B4-BE49-F238E27FC236}">
                <a16:creationId xmlns:a16="http://schemas.microsoft.com/office/drawing/2014/main" id="{67F44E01-C22C-AD92-ECE3-B97936F3736F}"/>
              </a:ext>
            </a:extLst>
          </p:cNvPr>
          <p:cNvGrpSpPr/>
          <p:nvPr/>
        </p:nvGrpSpPr>
        <p:grpSpPr>
          <a:xfrm>
            <a:off x="1126185" y="2612175"/>
            <a:ext cx="9503640" cy="3942720"/>
            <a:chOff x="1126185" y="2612175"/>
            <a:chExt cx="9503640" cy="3942720"/>
          </a:xfrm>
        </p:grpSpPr>
        <mc:AlternateContent xmlns:mc="http://schemas.openxmlformats.org/markup-compatibility/2006" xmlns:p14="http://schemas.microsoft.com/office/powerpoint/2010/main">
          <mc:Choice Requires="p14">
            <p:contentPart p14:bwMode="auto" r:id="rId72">
              <p14:nvContentPartPr>
                <p14:cNvPr id="30" name="Ink 29">
                  <a:extLst>
                    <a:ext uri="{FF2B5EF4-FFF2-40B4-BE49-F238E27FC236}">
                      <a16:creationId xmlns:a16="http://schemas.microsoft.com/office/drawing/2014/main" id="{AA485F87-E1C1-5AAD-F839-29B6FEC3E018}"/>
                    </a:ext>
                  </a:extLst>
                </p14:cNvPr>
                <p14:cNvContentPartPr/>
                <p14:nvPr/>
              </p14:nvContentPartPr>
              <p14:xfrm>
                <a:off x="2821785" y="2612175"/>
                <a:ext cx="74520" cy="492120"/>
              </p14:xfrm>
            </p:contentPart>
          </mc:Choice>
          <mc:Fallback xmlns="">
            <p:pic>
              <p:nvPicPr>
                <p:cNvPr id="30" name="Ink 29">
                  <a:extLst>
                    <a:ext uri="{FF2B5EF4-FFF2-40B4-BE49-F238E27FC236}">
                      <a16:creationId xmlns:a16="http://schemas.microsoft.com/office/drawing/2014/main" id="{AA485F87-E1C1-5AAD-F839-29B6FEC3E018}"/>
                    </a:ext>
                  </a:extLst>
                </p:cNvPr>
                <p:cNvPicPr/>
                <p:nvPr/>
              </p:nvPicPr>
              <p:blipFill>
                <a:blip r:embed="rId73"/>
                <a:stretch>
                  <a:fillRect/>
                </a:stretch>
              </p:blipFill>
              <p:spPr>
                <a:xfrm>
                  <a:off x="2815665" y="2606055"/>
                  <a:ext cx="8676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1" name="Ink 30">
                  <a:extLst>
                    <a:ext uri="{FF2B5EF4-FFF2-40B4-BE49-F238E27FC236}">
                      <a16:creationId xmlns:a16="http://schemas.microsoft.com/office/drawing/2014/main" id="{E70EFA67-FD10-936B-DB3E-56C97A663FBC}"/>
                    </a:ext>
                  </a:extLst>
                </p14:cNvPr>
                <p14:cNvContentPartPr/>
                <p14:nvPr/>
              </p14:nvContentPartPr>
              <p14:xfrm>
                <a:off x="1490865" y="3407055"/>
                <a:ext cx="3492360" cy="210960"/>
              </p14:xfrm>
            </p:contentPart>
          </mc:Choice>
          <mc:Fallback xmlns="">
            <p:pic>
              <p:nvPicPr>
                <p:cNvPr id="31" name="Ink 30">
                  <a:extLst>
                    <a:ext uri="{FF2B5EF4-FFF2-40B4-BE49-F238E27FC236}">
                      <a16:creationId xmlns:a16="http://schemas.microsoft.com/office/drawing/2014/main" id="{E70EFA67-FD10-936B-DB3E-56C97A663FBC}"/>
                    </a:ext>
                  </a:extLst>
                </p:cNvPr>
                <p:cNvPicPr/>
                <p:nvPr/>
              </p:nvPicPr>
              <p:blipFill>
                <a:blip r:embed="rId75"/>
                <a:stretch>
                  <a:fillRect/>
                </a:stretch>
              </p:blipFill>
              <p:spPr>
                <a:xfrm>
                  <a:off x="1484745" y="3400935"/>
                  <a:ext cx="3504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2" name="Ink 31">
                  <a:extLst>
                    <a:ext uri="{FF2B5EF4-FFF2-40B4-BE49-F238E27FC236}">
                      <a16:creationId xmlns:a16="http://schemas.microsoft.com/office/drawing/2014/main" id="{06C173EB-509F-4425-AE72-5159CB69C1CB}"/>
                    </a:ext>
                  </a:extLst>
                </p14:cNvPr>
                <p14:cNvContentPartPr/>
                <p14:nvPr/>
              </p14:nvContentPartPr>
              <p14:xfrm>
                <a:off x="2379705" y="3827895"/>
                <a:ext cx="43920" cy="349200"/>
              </p14:xfrm>
            </p:contentPart>
          </mc:Choice>
          <mc:Fallback xmlns="">
            <p:pic>
              <p:nvPicPr>
                <p:cNvPr id="32" name="Ink 31">
                  <a:extLst>
                    <a:ext uri="{FF2B5EF4-FFF2-40B4-BE49-F238E27FC236}">
                      <a16:creationId xmlns:a16="http://schemas.microsoft.com/office/drawing/2014/main" id="{06C173EB-509F-4425-AE72-5159CB69C1CB}"/>
                    </a:ext>
                  </a:extLst>
                </p:cNvPr>
                <p:cNvPicPr/>
                <p:nvPr/>
              </p:nvPicPr>
              <p:blipFill>
                <a:blip r:embed="rId77"/>
                <a:stretch>
                  <a:fillRect/>
                </a:stretch>
              </p:blipFill>
              <p:spPr>
                <a:xfrm>
                  <a:off x="2373585" y="3821775"/>
                  <a:ext cx="5616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3" name="Ink 32">
                  <a:extLst>
                    <a:ext uri="{FF2B5EF4-FFF2-40B4-BE49-F238E27FC236}">
                      <a16:creationId xmlns:a16="http://schemas.microsoft.com/office/drawing/2014/main" id="{7D47CC11-AF7B-8871-FFD2-9C43D06595D6}"/>
                    </a:ext>
                  </a:extLst>
                </p14:cNvPr>
                <p14:cNvContentPartPr/>
                <p14:nvPr/>
              </p14:nvContentPartPr>
              <p14:xfrm>
                <a:off x="2821785" y="3887655"/>
                <a:ext cx="21960" cy="337680"/>
              </p14:xfrm>
            </p:contentPart>
          </mc:Choice>
          <mc:Fallback xmlns="">
            <p:pic>
              <p:nvPicPr>
                <p:cNvPr id="33" name="Ink 32">
                  <a:extLst>
                    <a:ext uri="{FF2B5EF4-FFF2-40B4-BE49-F238E27FC236}">
                      <a16:creationId xmlns:a16="http://schemas.microsoft.com/office/drawing/2014/main" id="{7D47CC11-AF7B-8871-FFD2-9C43D06595D6}"/>
                    </a:ext>
                  </a:extLst>
                </p:cNvPr>
                <p:cNvPicPr/>
                <p:nvPr/>
              </p:nvPicPr>
              <p:blipFill>
                <a:blip r:embed="rId79"/>
                <a:stretch>
                  <a:fillRect/>
                </a:stretch>
              </p:blipFill>
              <p:spPr>
                <a:xfrm>
                  <a:off x="2815665" y="3881535"/>
                  <a:ext cx="342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4" name="Ink 33">
                  <a:extLst>
                    <a:ext uri="{FF2B5EF4-FFF2-40B4-BE49-F238E27FC236}">
                      <a16:creationId xmlns:a16="http://schemas.microsoft.com/office/drawing/2014/main" id="{0579A2F4-74E5-2F79-A083-B56412F2C9C3}"/>
                    </a:ext>
                  </a:extLst>
                </p14:cNvPr>
                <p14:cNvContentPartPr/>
                <p14:nvPr/>
              </p14:nvContentPartPr>
              <p14:xfrm>
                <a:off x="2655105" y="4049295"/>
                <a:ext cx="327240" cy="30240"/>
              </p14:xfrm>
            </p:contentPart>
          </mc:Choice>
          <mc:Fallback xmlns="">
            <p:pic>
              <p:nvPicPr>
                <p:cNvPr id="34" name="Ink 33">
                  <a:extLst>
                    <a:ext uri="{FF2B5EF4-FFF2-40B4-BE49-F238E27FC236}">
                      <a16:creationId xmlns:a16="http://schemas.microsoft.com/office/drawing/2014/main" id="{0579A2F4-74E5-2F79-A083-B56412F2C9C3}"/>
                    </a:ext>
                  </a:extLst>
                </p:cNvPr>
                <p:cNvPicPr/>
                <p:nvPr/>
              </p:nvPicPr>
              <p:blipFill>
                <a:blip r:embed="rId81"/>
                <a:stretch>
                  <a:fillRect/>
                </a:stretch>
              </p:blipFill>
              <p:spPr>
                <a:xfrm>
                  <a:off x="2648985" y="4043175"/>
                  <a:ext cx="3394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6" name="Ink 35">
                  <a:extLst>
                    <a:ext uri="{FF2B5EF4-FFF2-40B4-BE49-F238E27FC236}">
                      <a16:creationId xmlns:a16="http://schemas.microsoft.com/office/drawing/2014/main" id="{8AA32899-6EDD-558B-C61E-D625F1B249C9}"/>
                    </a:ext>
                  </a:extLst>
                </p14:cNvPr>
                <p14:cNvContentPartPr/>
                <p14:nvPr/>
              </p14:nvContentPartPr>
              <p14:xfrm>
                <a:off x="3253065" y="3904935"/>
                <a:ext cx="542880" cy="395640"/>
              </p14:xfrm>
            </p:contentPart>
          </mc:Choice>
          <mc:Fallback xmlns="">
            <p:pic>
              <p:nvPicPr>
                <p:cNvPr id="36" name="Ink 35">
                  <a:extLst>
                    <a:ext uri="{FF2B5EF4-FFF2-40B4-BE49-F238E27FC236}">
                      <a16:creationId xmlns:a16="http://schemas.microsoft.com/office/drawing/2014/main" id="{8AA32899-6EDD-558B-C61E-D625F1B249C9}"/>
                    </a:ext>
                  </a:extLst>
                </p:cNvPr>
                <p:cNvPicPr/>
                <p:nvPr/>
              </p:nvPicPr>
              <p:blipFill>
                <a:blip r:embed="rId83"/>
                <a:stretch>
                  <a:fillRect/>
                </a:stretch>
              </p:blipFill>
              <p:spPr>
                <a:xfrm>
                  <a:off x="3246945" y="3898815"/>
                  <a:ext cx="55512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7" name="Ink 36">
                  <a:extLst>
                    <a:ext uri="{FF2B5EF4-FFF2-40B4-BE49-F238E27FC236}">
                      <a16:creationId xmlns:a16="http://schemas.microsoft.com/office/drawing/2014/main" id="{A317B041-D25D-5197-5E2E-6B5576AFAE57}"/>
                    </a:ext>
                  </a:extLst>
                </p14:cNvPr>
                <p14:cNvContentPartPr/>
                <p14:nvPr/>
              </p14:nvContentPartPr>
              <p14:xfrm>
                <a:off x="3710985" y="3832215"/>
                <a:ext cx="131760" cy="40320"/>
              </p14:xfrm>
            </p:contentPart>
          </mc:Choice>
          <mc:Fallback xmlns="">
            <p:pic>
              <p:nvPicPr>
                <p:cNvPr id="37" name="Ink 36">
                  <a:extLst>
                    <a:ext uri="{FF2B5EF4-FFF2-40B4-BE49-F238E27FC236}">
                      <a16:creationId xmlns:a16="http://schemas.microsoft.com/office/drawing/2014/main" id="{A317B041-D25D-5197-5E2E-6B5576AFAE57}"/>
                    </a:ext>
                  </a:extLst>
                </p:cNvPr>
                <p:cNvPicPr/>
                <p:nvPr/>
              </p:nvPicPr>
              <p:blipFill>
                <a:blip r:embed="rId85"/>
                <a:stretch>
                  <a:fillRect/>
                </a:stretch>
              </p:blipFill>
              <p:spPr>
                <a:xfrm>
                  <a:off x="3704865" y="3826095"/>
                  <a:ext cx="144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8" name="Ink 37">
                  <a:extLst>
                    <a:ext uri="{FF2B5EF4-FFF2-40B4-BE49-F238E27FC236}">
                      <a16:creationId xmlns:a16="http://schemas.microsoft.com/office/drawing/2014/main" id="{BDAA650F-4098-B163-ACE3-811ABD3F7AEA}"/>
                    </a:ext>
                  </a:extLst>
                </p14:cNvPr>
                <p14:cNvContentPartPr/>
                <p14:nvPr/>
              </p14:nvContentPartPr>
              <p14:xfrm>
                <a:off x="4027785" y="3705495"/>
                <a:ext cx="156960" cy="208800"/>
              </p14:xfrm>
            </p:contentPart>
          </mc:Choice>
          <mc:Fallback xmlns="">
            <p:pic>
              <p:nvPicPr>
                <p:cNvPr id="38" name="Ink 37">
                  <a:extLst>
                    <a:ext uri="{FF2B5EF4-FFF2-40B4-BE49-F238E27FC236}">
                      <a16:creationId xmlns:a16="http://schemas.microsoft.com/office/drawing/2014/main" id="{BDAA650F-4098-B163-ACE3-811ABD3F7AEA}"/>
                    </a:ext>
                  </a:extLst>
                </p:cNvPr>
                <p:cNvPicPr/>
                <p:nvPr/>
              </p:nvPicPr>
              <p:blipFill>
                <a:blip r:embed="rId87"/>
                <a:stretch>
                  <a:fillRect/>
                </a:stretch>
              </p:blipFill>
              <p:spPr>
                <a:xfrm>
                  <a:off x="4021665" y="3699375"/>
                  <a:ext cx="1692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9" name="Ink 38">
                  <a:extLst>
                    <a:ext uri="{FF2B5EF4-FFF2-40B4-BE49-F238E27FC236}">
                      <a16:creationId xmlns:a16="http://schemas.microsoft.com/office/drawing/2014/main" id="{C36B70D5-29D3-B401-A239-112C103D9D95}"/>
                    </a:ext>
                  </a:extLst>
                </p14:cNvPr>
                <p14:cNvContentPartPr/>
                <p14:nvPr/>
              </p14:nvContentPartPr>
              <p14:xfrm>
                <a:off x="4297425" y="3801255"/>
                <a:ext cx="42480" cy="24120"/>
              </p14:xfrm>
            </p:contentPart>
          </mc:Choice>
          <mc:Fallback xmlns="">
            <p:pic>
              <p:nvPicPr>
                <p:cNvPr id="39" name="Ink 38">
                  <a:extLst>
                    <a:ext uri="{FF2B5EF4-FFF2-40B4-BE49-F238E27FC236}">
                      <a16:creationId xmlns:a16="http://schemas.microsoft.com/office/drawing/2014/main" id="{C36B70D5-29D3-B401-A239-112C103D9D95}"/>
                    </a:ext>
                  </a:extLst>
                </p:cNvPr>
                <p:cNvPicPr/>
                <p:nvPr/>
              </p:nvPicPr>
              <p:blipFill>
                <a:blip r:embed="rId89"/>
                <a:stretch>
                  <a:fillRect/>
                </a:stretch>
              </p:blipFill>
              <p:spPr>
                <a:xfrm>
                  <a:off x="4291305" y="3795135"/>
                  <a:ext cx="547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CF6E14BA-4808-6064-FA99-4B23D375A4F5}"/>
                    </a:ext>
                  </a:extLst>
                </p14:cNvPr>
                <p14:cNvContentPartPr/>
                <p14:nvPr/>
              </p14:nvContentPartPr>
              <p14:xfrm>
                <a:off x="6071505" y="3216975"/>
                <a:ext cx="172800" cy="120600"/>
              </p14:xfrm>
            </p:contentPart>
          </mc:Choice>
          <mc:Fallback xmlns="">
            <p:pic>
              <p:nvPicPr>
                <p:cNvPr id="54" name="Ink 53">
                  <a:extLst>
                    <a:ext uri="{FF2B5EF4-FFF2-40B4-BE49-F238E27FC236}">
                      <a16:creationId xmlns:a16="http://schemas.microsoft.com/office/drawing/2014/main" id="{CF6E14BA-4808-6064-FA99-4B23D375A4F5}"/>
                    </a:ext>
                  </a:extLst>
                </p:cNvPr>
                <p:cNvPicPr/>
                <p:nvPr/>
              </p:nvPicPr>
              <p:blipFill>
                <a:blip r:embed="rId91"/>
                <a:stretch>
                  <a:fillRect/>
                </a:stretch>
              </p:blipFill>
              <p:spPr>
                <a:xfrm>
                  <a:off x="6065385" y="3210855"/>
                  <a:ext cx="185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4FAFFE5E-4473-478A-BAFB-166BE72B4544}"/>
                    </a:ext>
                  </a:extLst>
                </p14:cNvPr>
                <p14:cNvContentPartPr/>
                <p14:nvPr/>
              </p14:nvContentPartPr>
              <p14:xfrm>
                <a:off x="6039465" y="3537735"/>
                <a:ext cx="381960" cy="185400"/>
              </p14:xfrm>
            </p:contentPart>
          </mc:Choice>
          <mc:Fallback xmlns="">
            <p:pic>
              <p:nvPicPr>
                <p:cNvPr id="55" name="Ink 54">
                  <a:extLst>
                    <a:ext uri="{FF2B5EF4-FFF2-40B4-BE49-F238E27FC236}">
                      <a16:creationId xmlns:a16="http://schemas.microsoft.com/office/drawing/2014/main" id="{4FAFFE5E-4473-478A-BAFB-166BE72B4544}"/>
                    </a:ext>
                  </a:extLst>
                </p:cNvPr>
                <p:cNvPicPr/>
                <p:nvPr/>
              </p:nvPicPr>
              <p:blipFill>
                <a:blip r:embed="rId93"/>
                <a:stretch>
                  <a:fillRect/>
                </a:stretch>
              </p:blipFill>
              <p:spPr>
                <a:xfrm>
                  <a:off x="6033345" y="3531615"/>
                  <a:ext cx="3942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0420AB8B-5605-5304-C0B1-D3035C451BB8}"/>
                    </a:ext>
                  </a:extLst>
                </p14:cNvPr>
                <p14:cNvContentPartPr/>
                <p14:nvPr/>
              </p14:nvContentPartPr>
              <p14:xfrm>
                <a:off x="6948825" y="2933655"/>
                <a:ext cx="1011240" cy="427680"/>
              </p14:xfrm>
            </p:contentPart>
          </mc:Choice>
          <mc:Fallback xmlns="">
            <p:pic>
              <p:nvPicPr>
                <p:cNvPr id="56" name="Ink 55">
                  <a:extLst>
                    <a:ext uri="{FF2B5EF4-FFF2-40B4-BE49-F238E27FC236}">
                      <a16:creationId xmlns:a16="http://schemas.microsoft.com/office/drawing/2014/main" id="{0420AB8B-5605-5304-C0B1-D3035C451BB8}"/>
                    </a:ext>
                  </a:extLst>
                </p:cNvPr>
                <p:cNvPicPr/>
                <p:nvPr/>
              </p:nvPicPr>
              <p:blipFill>
                <a:blip r:embed="rId95"/>
                <a:stretch>
                  <a:fillRect/>
                </a:stretch>
              </p:blipFill>
              <p:spPr>
                <a:xfrm>
                  <a:off x="6942705" y="2927535"/>
                  <a:ext cx="102348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A3B504AC-8875-16B1-AF66-C02C2D8A144E}"/>
                    </a:ext>
                  </a:extLst>
                </p14:cNvPr>
                <p14:cNvContentPartPr/>
                <p14:nvPr/>
              </p14:nvContentPartPr>
              <p14:xfrm>
                <a:off x="8248785" y="3262335"/>
                <a:ext cx="26640" cy="30240"/>
              </p14:xfrm>
            </p:contentPart>
          </mc:Choice>
          <mc:Fallback xmlns="">
            <p:pic>
              <p:nvPicPr>
                <p:cNvPr id="57" name="Ink 56">
                  <a:extLst>
                    <a:ext uri="{FF2B5EF4-FFF2-40B4-BE49-F238E27FC236}">
                      <a16:creationId xmlns:a16="http://schemas.microsoft.com/office/drawing/2014/main" id="{A3B504AC-8875-16B1-AF66-C02C2D8A144E}"/>
                    </a:ext>
                  </a:extLst>
                </p:cNvPr>
                <p:cNvPicPr/>
                <p:nvPr/>
              </p:nvPicPr>
              <p:blipFill>
                <a:blip r:embed="rId97"/>
                <a:stretch>
                  <a:fillRect/>
                </a:stretch>
              </p:blipFill>
              <p:spPr>
                <a:xfrm>
                  <a:off x="8242665" y="3256215"/>
                  <a:ext cx="38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77A7CAF8-F45D-F6D9-11FC-419B83AEA560}"/>
                    </a:ext>
                  </a:extLst>
                </p14:cNvPr>
                <p14:cNvContentPartPr/>
                <p14:nvPr/>
              </p14:nvContentPartPr>
              <p14:xfrm>
                <a:off x="7166265" y="3512175"/>
                <a:ext cx="257400" cy="77400"/>
              </p14:xfrm>
            </p:contentPart>
          </mc:Choice>
          <mc:Fallback xmlns="">
            <p:pic>
              <p:nvPicPr>
                <p:cNvPr id="59" name="Ink 58">
                  <a:extLst>
                    <a:ext uri="{FF2B5EF4-FFF2-40B4-BE49-F238E27FC236}">
                      <a16:creationId xmlns:a16="http://schemas.microsoft.com/office/drawing/2014/main" id="{77A7CAF8-F45D-F6D9-11FC-419B83AEA560}"/>
                    </a:ext>
                  </a:extLst>
                </p:cNvPr>
                <p:cNvPicPr/>
                <p:nvPr/>
              </p:nvPicPr>
              <p:blipFill>
                <a:blip r:embed="rId99"/>
                <a:stretch>
                  <a:fillRect/>
                </a:stretch>
              </p:blipFill>
              <p:spPr>
                <a:xfrm>
                  <a:off x="7160145" y="3506055"/>
                  <a:ext cx="2696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6876995D-6FCC-F95B-BCA4-C5E41398C603}"/>
                    </a:ext>
                  </a:extLst>
                </p14:cNvPr>
                <p14:cNvContentPartPr/>
                <p14:nvPr/>
              </p14:nvContentPartPr>
              <p14:xfrm>
                <a:off x="3984585" y="4829775"/>
                <a:ext cx="537480" cy="655920"/>
              </p14:xfrm>
            </p:contentPart>
          </mc:Choice>
          <mc:Fallback xmlns="">
            <p:pic>
              <p:nvPicPr>
                <p:cNvPr id="60" name="Ink 59">
                  <a:extLst>
                    <a:ext uri="{FF2B5EF4-FFF2-40B4-BE49-F238E27FC236}">
                      <a16:creationId xmlns:a16="http://schemas.microsoft.com/office/drawing/2014/main" id="{6876995D-6FCC-F95B-BCA4-C5E41398C603}"/>
                    </a:ext>
                  </a:extLst>
                </p:cNvPr>
                <p:cNvPicPr/>
                <p:nvPr/>
              </p:nvPicPr>
              <p:blipFill>
                <a:blip r:embed="rId101"/>
                <a:stretch>
                  <a:fillRect/>
                </a:stretch>
              </p:blipFill>
              <p:spPr>
                <a:xfrm>
                  <a:off x="3978465" y="4823655"/>
                  <a:ext cx="549720" cy="668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966BBE6C-F26D-6D1F-B90F-69A91A4B7210}"/>
                    </a:ext>
                  </a:extLst>
                </p14:cNvPr>
                <p14:cNvContentPartPr/>
                <p14:nvPr/>
              </p14:nvContentPartPr>
              <p14:xfrm>
                <a:off x="4748505" y="4650855"/>
                <a:ext cx="285480" cy="716760"/>
              </p14:xfrm>
            </p:contentPart>
          </mc:Choice>
          <mc:Fallback xmlns="">
            <p:pic>
              <p:nvPicPr>
                <p:cNvPr id="61" name="Ink 60">
                  <a:extLst>
                    <a:ext uri="{FF2B5EF4-FFF2-40B4-BE49-F238E27FC236}">
                      <a16:creationId xmlns:a16="http://schemas.microsoft.com/office/drawing/2014/main" id="{966BBE6C-F26D-6D1F-B90F-69A91A4B7210}"/>
                    </a:ext>
                  </a:extLst>
                </p:cNvPr>
                <p:cNvPicPr/>
                <p:nvPr/>
              </p:nvPicPr>
              <p:blipFill>
                <a:blip r:embed="rId103"/>
                <a:stretch>
                  <a:fillRect/>
                </a:stretch>
              </p:blipFill>
              <p:spPr>
                <a:xfrm>
                  <a:off x="4742385" y="4644735"/>
                  <a:ext cx="297720" cy="729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142460FC-9947-C5A2-A1B1-466D5FBBDA7E}"/>
                    </a:ext>
                  </a:extLst>
                </p14:cNvPr>
                <p14:cNvContentPartPr/>
                <p14:nvPr/>
              </p14:nvContentPartPr>
              <p14:xfrm>
                <a:off x="5229465" y="4710255"/>
                <a:ext cx="291240" cy="568800"/>
              </p14:xfrm>
            </p:contentPart>
          </mc:Choice>
          <mc:Fallback xmlns="">
            <p:pic>
              <p:nvPicPr>
                <p:cNvPr id="63" name="Ink 62">
                  <a:extLst>
                    <a:ext uri="{FF2B5EF4-FFF2-40B4-BE49-F238E27FC236}">
                      <a16:creationId xmlns:a16="http://schemas.microsoft.com/office/drawing/2014/main" id="{142460FC-9947-C5A2-A1B1-466D5FBBDA7E}"/>
                    </a:ext>
                  </a:extLst>
                </p:cNvPr>
                <p:cNvPicPr/>
                <p:nvPr/>
              </p:nvPicPr>
              <p:blipFill>
                <a:blip r:embed="rId105"/>
                <a:stretch>
                  <a:fillRect/>
                </a:stretch>
              </p:blipFill>
              <p:spPr>
                <a:xfrm>
                  <a:off x="5223345" y="4704135"/>
                  <a:ext cx="303480" cy="581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A448155A-B8EF-AFC8-FF72-D83734C355A5}"/>
                    </a:ext>
                  </a:extLst>
                </p14:cNvPr>
                <p14:cNvContentPartPr/>
                <p14:nvPr/>
              </p14:nvContentPartPr>
              <p14:xfrm>
                <a:off x="5599545" y="4826895"/>
                <a:ext cx="325080" cy="380160"/>
              </p14:xfrm>
            </p:contentPart>
          </mc:Choice>
          <mc:Fallback xmlns="">
            <p:pic>
              <p:nvPicPr>
                <p:cNvPr id="64" name="Ink 63">
                  <a:extLst>
                    <a:ext uri="{FF2B5EF4-FFF2-40B4-BE49-F238E27FC236}">
                      <a16:creationId xmlns:a16="http://schemas.microsoft.com/office/drawing/2014/main" id="{A448155A-B8EF-AFC8-FF72-D83734C355A5}"/>
                    </a:ext>
                  </a:extLst>
                </p:cNvPr>
                <p:cNvPicPr/>
                <p:nvPr/>
              </p:nvPicPr>
              <p:blipFill>
                <a:blip r:embed="rId107"/>
                <a:stretch>
                  <a:fillRect/>
                </a:stretch>
              </p:blipFill>
              <p:spPr>
                <a:xfrm>
                  <a:off x="5593425" y="4820775"/>
                  <a:ext cx="3373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FF5F57FB-6940-0212-3639-5EC5E6D3898B}"/>
                    </a:ext>
                  </a:extLst>
                </p14:cNvPr>
                <p14:cNvContentPartPr/>
                <p14:nvPr/>
              </p14:nvContentPartPr>
              <p14:xfrm>
                <a:off x="6189225" y="4788735"/>
                <a:ext cx="16200" cy="15840"/>
              </p14:xfrm>
            </p:contentPart>
          </mc:Choice>
          <mc:Fallback xmlns="">
            <p:pic>
              <p:nvPicPr>
                <p:cNvPr id="65" name="Ink 64">
                  <a:extLst>
                    <a:ext uri="{FF2B5EF4-FFF2-40B4-BE49-F238E27FC236}">
                      <a16:creationId xmlns:a16="http://schemas.microsoft.com/office/drawing/2014/main" id="{FF5F57FB-6940-0212-3639-5EC5E6D3898B}"/>
                    </a:ext>
                  </a:extLst>
                </p:cNvPr>
                <p:cNvPicPr/>
                <p:nvPr/>
              </p:nvPicPr>
              <p:blipFill>
                <a:blip r:embed="rId109"/>
                <a:stretch>
                  <a:fillRect/>
                </a:stretch>
              </p:blipFill>
              <p:spPr>
                <a:xfrm>
                  <a:off x="6183105" y="4782615"/>
                  <a:ext cx="284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445A4BD1-A2AD-23FF-5D7F-07DB2F8BBE62}"/>
                    </a:ext>
                  </a:extLst>
                </p14:cNvPr>
                <p14:cNvContentPartPr/>
                <p14:nvPr/>
              </p14:nvContentPartPr>
              <p14:xfrm>
                <a:off x="5846145" y="4634295"/>
                <a:ext cx="303120" cy="738000"/>
              </p14:xfrm>
            </p:contentPart>
          </mc:Choice>
          <mc:Fallback xmlns="">
            <p:pic>
              <p:nvPicPr>
                <p:cNvPr id="66" name="Ink 65">
                  <a:extLst>
                    <a:ext uri="{FF2B5EF4-FFF2-40B4-BE49-F238E27FC236}">
                      <a16:creationId xmlns:a16="http://schemas.microsoft.com/office/drawing/2014/main" id="{445A4BD1-A2AD-23FF-5D7F-07DB2F8BBE62}"/>
                    </a:ext>
                  </a:extLst>
                </p:cNvPr>
                <p:cNvPicPr/>
                <p:nvPr/>
              </p:nvPicPr>
              <p:blipFill>
                <a:blip r:embed="rId111"/>
                <a:stretch>
                  <a:fillRect/>
                </a:stretch>
              </p:blipFill>
              <p:spPr>
                <a:xfrm>
                  <a:off x="5840025" y="4628175"/>
                  <a:ext cx="31536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303B9B77-BBA3-D98D-3166-175A15638EB5}"/>
                    </a:ext>
                  </a:extLst>
                </p14:cNvPr>
                <p14:cNvContentPartPr/>
                <p14:nvPr/>
              </p14:nvContentPartPr>
              <p14:xfrm>
                <a:off x="6669105" y="4812495"/>
                <a:ext cx="161640" cy="61920"/>
              </p14:xfrm>
            </p:contentPart>
          </mc:Choice>
          <mc:Fallback xmlns="">
            <p:pic>
              <p:nvPicPr>
                <p:cNvPr id="67" name="Ink 66">
                  <a:extLst>
                    <a:ext uri="{FF2B5EF4-FFF2-40B4-BE49-F238E27FC236}">
                      <a16:creationId xmlns:a16="http://schemas.microsoft.com/office/drawing/2014/main" id="{303B9B77-BBA3-D98D-3166-175A15638EB5}"/>
                    </a:ext>
                  </a:extLst>
                </p:cNvPr>
                <p:cNvPicPr/>
                <p:nvPr/>
              </p:nvPicPr>
              <p:blipFill>
                <a:blip r:embed="rId113"/>
                <a:stretch>
                  <a:fillRect/>
                </a:stretch>
              </p:blipFill>
              <p:spPr>
                <a:xfrm>
                  <a:off x="6662985" y="4806375"/>
                  <a:ext cx="1738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E50DC629-B015-6579-5EB7-42ABAE96AEDD}"/>
                    </a:ext>
                  </a:extLst>
                </p14:cNvPr>
                <p14:cNvContentPartPr/>
                <p14:nvPr/>
              </p14:nvContentPartPr>
              <p14:xfrm>
                <a:off x="6712665" y="4921575"/>
                <a:ext cx="294120" cy="104400"/>
              </p14:xfrm>
            </p:contentPart>
          </mc:Choice>
          <mc:Fallback xmlns="">
            <p:pic>
              <p:nvPicPr>
                <p:cNvPr id="68" name="Ink 67">
                  <a:extLst>
                    <a:ext uri="{FF2B5EF4-FFF2-40B4-BE49-F238E27FC236}">
                      <a16:creationId xmlns:a16="http://schemas.microsoft.com/office/drawing/2014/main" id="{E50DC629-B015-6579-5EB7-42ABAE96AEDD}"/>
                    </a:ext>
                  </a:extLst>
                </p:cNvPr>
                <p:cNvPicPr/>
                <p:nvPr/>
              </p:nvPicPr>
              <p:blipFill>
                <a:blip r:embed="rId115"/>
                <a:stretch>
                  <a:fillRect/>
                </a:stretch>
              </p:blipFill>
              <p:spPr>
                <a:xfrm>
                  <a:off x="6706545" y="4915455"/>
                  <a:ext cx="3063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440BBB9E-4619-8AF5-C432-D1288EF91C30}"/>
                    </a:ext>
                  </a:extLst>
                </p14:cNvPr>
                <p14:cNvContentPartPr/>
                <p14:nvPr/>
              </p14:nvContentPartPr>
              <p14:xfrm>
                <a:off x="9266145" y="4031655"/>
                <a:ext cx="65520" cy="487080"/>
              </p14:xfrm>
            </p:contentPart>
          </mc:Choice>
          <mc:Fallback xmlns="">
            <p:pic>
              <p:nvPicPr>
                <p:cNvPr id="71" name="Ink 70">
                  <a:extLst>
                    <a:ext uri="{FF2B5EF4-FFF2-40B4-BE49-F238E27FC236}">
                      <a16:creationId xmlns:a16="http://schemas.microsoft.com/office/drawing/2014/main" id="{440BBB9E-4619-8AF5-C432-D1288EF91C30}"/>
                    </a:ext>
                  </a:extLst>
                </p:cNvPr>
                <p:cNvPicPr/>
                <p:nvPr/>
              </p:nvPicPr>
              <p:blipFill>
                <a:blip r:embed="rId117"/>
                <a:stretch>
                  <a:fillRect/>
                </a:stretch>
              </p:blipFill>
              <p:spPr>
                <a:xfrm>
                  <a:off x="9260025" y="4025535"/>
                  <a:ext cx="7776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115EE2BB-B8B7-40A4-261D-6EAC9DEBFDFB}"/>
                    </a:ext>
                  </a:extLst>
                </p14:cNvPr>
                <p14:cNvContentPartPr/>
                <p14:nvPr/>
              </p14:nvContentPartPr>
              <p14:xfrm>
                <a:off x="8526345" y="4581015"/>
                <a:ext cx="1596240" cy="126000"/>
              </p14:xfrm>
            </p:contentPart>
          </mc:Choice>
          <mc:Fallback xmlns="">
            <p:pic>
              <p:nvPicPr>
                <p:cNvPr id="72" name="Ink 71">
                  <a:extLst>
                    <a:ext uri="{FF2B5EF4-FFF2-40B4-BE49-F238E27FC236}">
                      <a16:creationId xmlns:a16="http://schemas.microsoft.com/office/drawing/2014/main" id="{115EE2BB-B8B7-40A4-261D-6EAC9DEBFDFB}"/>
                    </a:ext>
                  </a:extLst>
                </p:cNvPr>
                <p:cNvPicPr/>
                <p:nvPr/>
              </p:nvPicPr>
              <p:blipFill>
                <a:blip r:embed="rId119"/>
                <a:stretch>
                  <a:fillRect/>
                </a:stretch>
              </p:blipFill>
              <p:spPr>
                <a:xfrm>
                  <a:off x="8520225" y="4574895"/>
                  <a:ext cx="16084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FC3A1DAE-3CB4-EF3C-6FEF-168D6C902509}"/>
                    </a:ext>
                  </a:extLst>
                </p14:cNvPr>
                <p14:cNvContentPartPr/>
                <p14:nvPr/>
              </p14:nvContentPartPr>
              <p14:xfrm>
                <a:off x="8444625" y="4925175"/>
                <a:ext cx="101520" cy="510120"/>
              </p14:xfrm>
            </p:contentPart>
          </mc:Choice>
          <mc:Fallback xmlns="">
            <p:pic>
              <p:nvPicPr>
                <p:cNvPr id="73" name="Ink 72">
                  <a:extLst>
                    <a:ext uri="{FF2B5EF4-FFF2-40B4-BE49-F238E27FC236}">
                      <a16:creationId xmlns:a16="http://schemas.microsoft.com/office/drawing/2014/main" id="{FC3A1DAE-3CB4-EF3C-6FEF-168D6C902509}"/>
                    </a:ext>
                  </a:extLst>
                </p:cNvPr>
                <p:cNvPicPr/>
                <p:nvPr/>
              </p:nvPicPr>
              <p:blipFill>
                <a:blip r:embed="rId121"/>
                <a:stretch>
                  <a:fillRect/>
                </a:stretch>
              </p:blipFill>
              <p:spPr>
                <a:xfrm>
                  <a:off x="8438505" y="4919055"/>
                  <a:ext cx="113760" cy="522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E10AAB2E-A874-4911-7F99-595E67B50004}"/>
                    </a:ext>
                  </a:extLst>
                </p14:cNvPr>
                <p14:cNvContentPartPr/>
                <p14:nvPr/>
              </p14:nvContentPartPr>
              <p14:xfrm>
                <a:off x="8779065" y="5122095"/>
                <a:ext cx="55080" cy="258480"/>
              </p14:xfrm>
            </p:contentPart>
          </mc:Choice>
          <mc:Fallback xmlns="">
            <p:pic>
              <p:nvPicPr>
                <p:cNvPr id="74" name="Ink 73">
                  <a:extLst>
                    <a:ext uri="{FF2B5EF4-FFF2-40B4-BE49-F238E27FC236}">
                      <a16:creationId xmlns:a16="http://schemas.microsoft.com/office/drawing/2014/main" id="{E10AAB2E-A874-4911-7F99-595E67B50004}"/>
                    </a:ext>
                  </a:extLst>
                </p:cNvPr>
                <p:cNvPicPr/>
                <p:nvPr/>
              </p:nvPicPr>
              <p:blipFill>
                <a:blip r:embed="rId123"/>
                <a:stretch>
                  <a:fillRect/>
                </a:stretch>
              </p:blipFill>
              <p:spPr>
                <a:xfrm>
                  <a:off x="8772945" y="5115975"/>
                  <a:ext cx="673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F41C63BF-61D2-BCC5-A103-1FB83D633E93}"/>
                    </a:ext>
                  </a:extLst>
                </p14:cNvPr>
                <p14:cNvContentPartPr/>
                <p14:nvPr/>
              </p14:nvContentPartPr>
              <p14:xfrm>
                <a:off x="8620305" y="5242335"/>
                <a:ext cx="314640" cy="44640"/>
              </p14:xfrm>
            </p:contentPart>
          </mc:Choice>
          <mc:Fallback xmlns="">
            <p:pic>
              <p:nvPicPr>
                <p:cNvPr id="75" name="Ink 74">
                  <a:extLst>
                    <a:ext uri="{FF2B5EF4-FFF2-40B4-BE49-F238E27FC236}">
                      <a16:creationId xmlns:a16="http://schemas.microsoft.com/office/drawing/2014/main" id="{F41C63BF-61D2-BCC5-A103-1FB83D633E93}"/>
                    </a:ext>
                  </a:extLst>
                </p:cNvPr>
                <p:cNvPicPr/>
                <p:nvPr/>
              </p:nvPicPr>
              <p:blipFill>
                <a:blip r:embed="rId125"/>
                <a:stretch>
                  <a:fillRect/>
                </a:stretch>
              </p:blipFill>
              <p:spPr>
                <a:xfrm>
                  <a:off x="8614185" y="5236215"/>
                  <a:ext cx="3268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F64CD3FE-86C6-ECED-C6FB-991DBAF2A290}"/>
                    </a:ext>
                  </a:extLst>
                </p14:cNvPr>
                <p14:cNvContentPartPr/>
                <p14:nvPr/>
              </p14:nvContentPartPr>
              <p14:xfrm>
                <a:off x="9410145" y="5090775"/>
                <a:ext cx="447120" cy="268920"/>
              </p14:xfrm>
            </p:contentPart>
          </mc:Choice>
          <mc:Fallback xmlns="">
            <p:pic>
              <p:nvPicPr>
                <p:cNvPr id="76" name="Ink 75">
                  <a:extLst>
                    <a:ext uri="{FF2B5EF4-FFF2-40B4-BE49-F238E27FC236}">
                      <a16:creationId xmlns:a16="http://schemas.microsoft.com/office/drawing/2014/main" id="{F64CD3FE-86C6-ECED-C6FB-991DBAF2A290}"/>
                    </a:ext>
                  </a:extLst>
                </p:cNvPr>
                <p:cNvPicPr/>
                <p:nvPr/>
              </p:nvPicPr>
              <p:blipFill>
                <a:blip r:embed="rId127"/>
                <a:stretch>
                  <a:fillRect/>
                </a:stretch>
              </p:blipFill>
              <p:spPr>
                <a:xfrm>
                  <a:off x="9404025" y="5084655"/>
                  <a:ext cx="4593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E8AE477F-B752-D7FA-CCC4-6A39435A7948}"/>
                    </a:ext>
                  </a:extLst>
                </p14:cNvPr>
                <p14:cNvContentPartPr/>
                <p14:nvPr/>
              </p14:nvContentPartPr>
              <p14:xfrm>
                <a:off x="9874185" y="4992495"/>
                <a:ext cx="136440" cy="54000"/>
              </p14:xfrm>
            </p:contentPart>
          </mc:Choice>
          <mc:Fallback xmlns="">
            <p:pic>
              <p:nvPicPr>
                <p:cNvPr id="77" name="Ink 76">
                  <a:extLst>
                    <a:ext uri="{FF2B5EF4-FFF2-40B4-BE49-F238E27FC236}">
                      <a16:creationId xmlns:a16="http://schemas.microsoft.com/office/drawing/2014/main" id="{E8AE477F-B752-D7FA-CCC4-6A39435A7948}"/>
                    </a:ext>
                  </a:extLst>
                </p:cNvPr>
                <p:cNvPicPr/>
                <p:nvPr/>
              </p:nvPicPr>
              <p:blipFill>
                <a:blip r:embed="rId129"/>
                <a:stretch>
                  <a:fillRect/>
                </a:stretch>
              </p:blipFill>
              <p:spPr>
                <a:xfrm>
                  <a:off x="9868065" y="4986375"/>
                  <a:ext cx="148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5724F4D5-D43C-95B2-96F1-F4917489568F}"/>
                    </a:ext>
                  </a:extLst>
                </p14:cNvPr>
                <p14:cNvContentPartPr/>
                <p14:nvPr/>
              </p14:nvContentPartPr>
              <p14:xfrm>
                <a:off x="10092705" y="4859655"/>
                <a:ext cx="151200" cy="223920"/>
              </p14:xfrm>
            </p:contentPart>
          </mc:Choice>
          <mc:Fallback xmlns="">
            <p:pic>
              <p:nvPicPr>
                <p:cNvPr id="78" name="Ink 77">
                  <a:extLst>
                    <a:ext uri="{FF2B5EF4-FFF2-40B4-BE49-F238E27FC236}">
                      <a16:creationId xmlns:a16="http://schemas.microsoft.com/office/drawing/2014/main" id="{5724F4D5-D43C-95B2-96F1-F4917489568F}"/>
                    </a:ext>
                  </a:extLst>
                </p:cNvPr>
                <p:cNvPicPr/>
                <p:nvPr/>
              </p:nvPicPr>
              <p:blipFill>
                <a:blip r:embed="rId131"/>
                <a:stretch>
                  <a:fillRect/>
                </a:stretch>
              </p:blipFill>
              <p:spPr>
                <a:xfrm>
                  <a:off x="10086585" y="4853535"/>
                  <a:ext cx="1634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6E3363B3-BC2C-2EAB-4818-59AE1A68E2E8}"/>
                    </a:ext>
                  </a:extLst>
                </p14:cNvPr>
                <p14:cNvContentPartPr/>
                <p14:nvPr/>
              </p14:nvContentPartPr>
              <p14:xfrm>
                <a:off x="3694785" y="4561215"/>
                <a:ext cx="142200" cy="975960"/>
              </p14:xfrm>
            </p:contentPart>
          </mc:Choice>
          <mc:Fallback xmlns="">
            <p:pic>
              <p:nvPicPr>
                <p:cNvPr id="82" name="Ink 81">
                  <a:extLst>
                    <a:ext uri="{FF2B5EF4-FFF2-40B4-BE49-F238E27FC236}">
                      <a16:creationId xmlns:a16="http://schemas.microsoft.com/office/drawing/2014/main" id="{6E3363B3-BC2C-2EAB-4818-59AE1A68E2E8}"/>
                    </a:ext>
                  </a:extLst>
                </p:cNvPr>
                <p:cNvPicPr/>
                <p:nvPr/>
              </p:nvPicPr>
              <p:blipFill>
                <a:blip r:embed="rId133"/>
                <a:stretch>
                  <a:fillRect/>
                </a:stretch>
              </p:blipFill>
              <p:spPr>
                <a:xfrm>
                  <a:off x="3688665" y="4555095"/>
                  <a:ext cx="154440" cy="988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3" name="Ink 82">
                  <a:extLst>
                    <a:ext uri="{FF2B5EF4-FFF2-40B4-BE49-F238E27FC236}">
                      <a16:creationId xmlns:a16="http://schemas.microsoft.com/office/drawing/2014/main" id="{8352CD54-07B7-B60F-CBAC-993C1578C6F4}"/>
                    </a:ext>
                  </a:extLst>
                </p14:cNvPr>
                <p14:cNvContentPartPr/>
                <p14:nvPr/>
              </p14:nvContentPartPr>
              <p14:xfrm>
                <a:off x="3605865" y="3553935"/>
                <a:ext cx="7023960" cy="2493720"/>
              </p14:xfrm>
            </p:contentPart>
          </mc:Choice>
          <mc:Fallback xmlns="">
            <p:pic>
              <p:nvPicPr>
                <p:cNvPr id="83" name="Ink 82">
                  <a:extLst>
                    <a:ext uri="{FF2B5EF4-FFF2-40B4-BE49-F238E27FC236}">
                      <a16:creationId xmlns:a16="http://schemas.microsoft.com/office/drawing/2014/main" id="{8352CD54-07B7-B60F-CBAC-993C1578C6F4}"/>
                    </a:ext>
                  </a:extLst>
                </p:cNvPr>
                <p:cNvPicPr/>
                <p:nvPr/>
              </p:nvPicPr>
              <p:blipFill>
                <a:blip r:embed="rId135"/>
                <a:stretch>
                  <a:fillRect/>
                </a:stretch>
              </p:blipFill>
              <p:spPr>
                <a:xfrm>
                  <a:off x="3599745" y="3547815"/>
                  <a:ext cx="7036200" cy="2505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4" name="Ink 83">
                  <a:extLst>
                    <a:ext uri="{FF2B5EF4-FFF2-40B4-BE49-F238E27FC236}">
                      <a16:creationId xmlns:a16="http://schemas.microsoft.com/office/drawing/2014/main" id="{91203A99-BA4C-EEAB-825E-195A439E4570}"/>
                    </a:ext>
                  </a:extLst>
                </p14:cNvPr>
                <p14:cNvContentPartPr/>
                <p14:nvPr/>
              </p14:nvContentPartPr>
              <p14:xfrm>
                <a:off x="3657705" y="5452575"/>
                <a:ext cx="45720" cy="401400"/>
              </p14:xfrm>
            </p:contentPart>
          </mc:Choice>
          <mc:Fallback xmlns="">
            <p:pic>
              <p:nvPicPr>
                <p:cNvPr id="84" name="Ink 83">
                  <a:extLst>
                    <a:ext uri="{FF2B5EF4-FFF2-40B4-BE49-F238E27FC236}">
                      <a16:creationId xmlns:a16="http://schemas.microsoft.com/office/drawing/2014/main" id="{91203A99-BA4C-EEAB-825E-195A439E4570}"/>
                    </a:ext>
                  </a:extLst>
                </p:cNvPr>
                <p:cNvPicPr/>
                <p:nvPr/>
              </p:nvPicPr>
              <p:blipFill>
                <a:blip r:embed="rId137"/>
                <a:stretch>
                  <a:fillRect/>
                </a:stretch>
              </p:blipFill>
              <p:spPr>
                <a:xfrm>
                  <a:off x="3651585" y="5446455"/>
                  <a:ext cx="5796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683490A5-5B01-FED9-EEEB-256BEDDB384F}"/>
                    </a:ext>
                  </a:extLst>
                </p14:cNvPr>
                <p14:cNvContentPartPr/>
                <p14:nvPr/>
              </p14:nvContentPartPr>
              <p14:xfrm>
                <a:off x="1126185" y="4966575"/>
                <a:ext cx="496080" cy="596880"/>
              </p14:xfrm>
            </p:contentPart>
          </mc:Choice>
          <mc:Fallback xmlns="">
            <p:pic>
              <p:nvPicPr>
                <p:cNvPr id="86" name="Ink 85">
                  <a:extLst>
                    <a:ext uri="{FF2B5EF4-FFF2-40B4-BE49-F238E27FC236}">
                      <a16:creationId xmlns:a16="http://schemas.microsoft.com/office/drawing/2014/main" id="{683490A5-5B01-FED9-EEEB-256BEDDB384F}"/>
                    </a:ext>
                  </a:extLst>
                </p:cNvPr>
                <p:cNvPicPr/>
                <p:nvPr/>
              </p:nvPicPr>
              <p:blipFill>
                <a:blip r:embed="rId139"/>
                <a:stretch>
                  <a:fillRect/>
                </a:stretch>
              </p:blipFill>
              <p:spPr>
                <a:xfrm>
                  <a:off x="1120065" y="4960455"/>
                  <a:ext cx="508320" cy="609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BFDFC993-D6FB-89C0-2A76-EEB083D4B692}"/>
                    </a:ext>
                  </a:extLst>
                </p14:cNvPr>
                <p14:cNvContentPartPr/>
                <p14:nvPr/>
              </p14:nvContentPartPr>
              <p14:xfrm>
                <a:off x="1638465" y="5199855"/>
                <a:ext cx="297360" cy="169920"/>
              </p14:xfrm>
            </p:contentPart>
          </mc:Choice>
          <mc:Fallback xmlns="">
            <p:pic>
              <p:nvPicPr>
                <p:cNvPr id="87" name="Ink 86">
                  <a:extLst>
                    <a:ext uri="{FF2B5EF4-FFF2-40B4-BE49-F238E27FC236}">
                      <a16:creationId xmlns:a16="http://schemas.microsoft.com/office/drawing/2014/main" id="{BFDFC993-D6FB-89C0-2A76-EEB083D4B692}"/>
                    </a:ext>
                  </a:extLst>
                </p:cNvPr>
                <p:cNvPicPr/>
                <p:nvPr/>
              </p:nvPicPr>
              <p:blipFill>
                <a:blip r:embed="rId141"/>
                <a:stretch>
                  <a:fillRect/>
                </a:stretch>
              </p:blipFill>
              <p:spPr>
                <a:xfrm>
                  <a:off x="1632345" y="5193735"/>
                  <a:ext cx="3096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21E86B27-C636-954F-7326-BFDF35D74F4D}"/>
                    </a:ext>
                  </a:extLst>
                </p14:cNvPr>
                <p14:cNvContentPartPr/>
                <p14:nvPr/>
              </p14:nvContentPartPr>
              <p14:xfrm>
                <a:off x="1960305" y="5033175"/>
                <a:ext cx="305280" cy="366480"/>
              </p14:xfrm>
            </p:contentPart>
          </mc:Choice>
          <mc:Fallback xmlns="">
            <p:pic>
              <p:nvPicPr>
                <p:cNvPr id="88" name="Ink 87">
                  <a:extLst>
                    <a:ext uri="{FF2B5EF4-FFF2-40B4-BE49-F238E27FC236}">
                      <a16:creationId xmlns:a16="http://schemas.microsoft.com/office/drawing/2014/main" id="{21E86B27-C636-954F-7326-BFDF35D74F4D}"/>
                    </a:ext>
                  </a:extLst>
                </p:cNvPr>
                <p:cNvPicPr/>
                <p:nvPr/>
              </p:nvPicPr>
              <p:blipFill>
                <a:blip r:embed="rId143"/>
                <a:stretch>
                  <a:fillRect/>
                </a:stretch>
              </p:blipFill>
              <p:spPr>
                <a:xfrm>
                  <a:off x="1954185" y="5027055"/>
                  <a:ext cx="31752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2CD72677-CE0A-C234-AAEF-4FFCCD8EB5B6}"/>
                    </a:ext>
                  </a:extLst>
                </p14:cNvPr>
                <p14:cNvContentPartPr/>
                <p14:nvPr/>
              </p14:nvContentPartPr>
              <p14:xfrm>
                <a:off x="2442345" y="4816455"/>
                <a:ext cx="6120" cy="28080"/>
              </p14:xfrm>
            </p:contentPart>
          </mc:Choice>
          <mc:Fallback xmlns="">
            <p:pic>
              <p:nvPicPr>
                <p:cNvPr id="89" name="Ink 88">
                  <a:extLst>
                    <a:ext uri="{FF2B5EF4-FFF2-40B4-BE49-F238E27FC236}">
                      <a16:creationId xmlns:a16="http://schemas.microsoft.com/office/drawing/2014/main" id="{2CD72677-CE0A-C234-AAEF-4FFCCD8EB5B6}"/>
                    </a:ext>
                  </a:extLst>
                </p:cNvPr>
                <p:cNvPicPr/>
                <p:nvPr/>
              </p:nvPicPr>
              <p:blipFill>
                <a:blip r:embed="rId145"/>
                <a:stretch>
                  <a:fillRect/>
                </a:stretch>
              </p:blipFill>
              <p:spPr>
                <a:xfrm>
                  <a:off x="2436225" y="4810335"/>
                  <a:ext cx="183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17A7A5B3-7AA0-F51D-0A7F-7E0250902BA8}"/>
                    </a:ext>
                  </a:extLst>
                </p14:cNvPr>
                <p14:cNvContentPartPr/>
                <p14:nvPr/>
              </p14:nvContentPartPr>
              <p14:xfrm>
                <a:off x="2329305" y="4914375"/>
                <a:ext cx="201240" cy="345960"/>
              </p14:xfrm>
            </p:contentPart>
          </mc:Choice>
          <mc:Fallback xmlns="">
            <p:pic>
              <p:nvPicPr>
                <p:cNvPr id="90" name="Ink 89">
                  <a:extLst>
                    <a:ext uri="{FF2B5EF4-FFF2-40B4-BE49-F238E27FC236}">
                      <a16:creationId xmlns:a16="http://schemas.microsoft.com/office/drawing/2014/main" id="{17A7A5B3-7AA0-F51D-0A7F-7E0250902BA8}"/>
                    </a:ext>
                  </a:extLst>
                </p:cNvPr>
                <p:cNvPicPr/>
                <p:nvPr/>
              </p:nvPicPr>
              <p:blipFill>
                <a:blip r:embed="rId147"/>
                <a:stretch>
                  <a:fillRect/>
                </a:stretch>
              </p:blipFill>
              <p:spPr>
                <a:xfrm>
                  <a:off x="2323185" y="4908255"/>
                  <a:ext cx="2134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138DB802-29DC-D9F2-592D-C01C3F5BE447}"/>
                    </a:ext>
                  </a:extLst>
                </p14:cNvPr>
                <p14:cNvContentPartPr/>
                <p14:nvPr/>
              </p14:nvContentPartPr>
              <p14:xfrm>
                <a:off x="2742225" y="4892775"/>
                <a:ext cx="21960" cy="267840"/>
              </p14:xfrm>
            </p:contentPart>
          </mc:Choice>
          <mc:Fallback xmlns="">
            <p:pic>
              <p:nvPicPr>
                <p:cNvPr id="91" name="Ink 90">
                  <a:extLst>
                    <a:ext uri="{FF2B5EF4-FFF2-40B4-BE49-F238E27FC236}">
                      <a16:creationId xmlns:a16="http://schemas.microsoft.com/office/drawing/2014/main" id="{138DB802-29DC-D9F2-592D-C01C3F5BE447}"/>
                    </a:ext>
                  </a:extLst>
                </p:cNvPr>
                <p:cNvPicPr/>
                <p:nvPr/>
              </p:nvPicPr>
              <p:blipFill>
                <a:blip r:embed="rId149"/>
                <a:stretch>
                  <a:fillRect/>
                </a:stretch>
              </p:blipFill>
              <p:spPr>
                <a:xfrm>
                  <a:off x="2736105" y="4886655"/>
                  <a:ext cx="342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E2FC1B0C-09B2-E190-3F9B-CE6D08D95405}"/>
                    </a:ext>
                  </a:extLst>
                </p14:cNvPr>
                <p14:cNvContentPartPr/>
                <p14:nvPr/>
              </p14:nvContentPartPr>
              <p14:xfrm>
                <a:off x="2668785" y="4988535"/>
                <a:ext cx="383400" cy="95760"/>
              </p14:xfrm>
            </p:contentPart>
          </mc:Choice>
          <mc:Fallback xmlns="">
            <p:pic>
              <p:nvPicPr>
                <p:cNvPr id="92" name="Ink 91">
                  <a:extLst>
                    <a:ext uri="{FF2B5EF4-FFF2-40B4-BE49-F238E27FC236}">
                      <a16:creationId xmlns:a16="http://schemas.microsoft.com/office/drawing/2014/main" id="{E2FC1B0C-09B2-E190-3F9B-CE6D08D95405}"/>
                    </a:ext>
                  </a:extLst>
                </p:cNvPr>
                <p:cNvPicPr/>
                <p:nvPr/>
              </p:nvPicPr>
              <p:blipFill>
                <a:blip r:embed="rId151"/>
                <a:stretch>
                  <a:fillRect/>
                </a:stretch>
              </p:blipFill>
              <p:spPr>
                <a:xfrm>
                  <a:off x="2662665" y="4982415"/>
                  <a:ext cx="3956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8991A462-C1A3-C474-B70F-B0C2A2A0098A}"/>
                    </a:ext>
                  </a:extLst>
                </p14:cNvPr>
                <p14:cNvContentPartPr/>
                <p14:nvPr/>
              </p14:nvContentPartPr>
              <p14:xfrm>
                <a:off x="3105465" y="4771095"/>
                <a:ext cx="20880" cy="19800"/>
              </p14:xfrm>
            </p:contentPart>
          </mc:Choice>
          <mc:Fallback xmlns="">
            <p:pic>
              <p:nvPicPr>
                <p:cNvPr id="93" name="Ink 92">
                  <a:extLst>
                    <a:ext uri="{FF2B5EF4-FFF2-40B4-BE49-F238E27FC236}">
                      <a16:creationId xmlns:a16="http://schemas.microsoft.com/office/drawing/2014/main" id="{8991A462-C1A3-C474-B70F-B0C2A2A0098A}"/>
                    </a:ext>
                  </a:extLst>
                </p:cNvPr>
                <p:cNvPicPr/>
                <p:nvPr/>
              </p:nvPicPr>
              <p:blipFill>
                <a:blip r:embed="rId153"/>
                <a:stretch>
                  <a:fillRect/>
                </a:stretch>
              </p:blipFill>
              <p:spPr>
                <a:xfrm>
                  <a:off x="3099345" y="4764975"/>
                  <a:ext cx="331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B68E4D5B-2615-436A-B75C-13DF2CE3535E}"/>
                    </a:ext>
                  </a:extLst>
                </p14:cNvPr>
                <p14:cNvContentPartPr/>
                <p14:nvPr/>
              </p14:nvContentPartPr>
              <p14:xfrm>
                <a:off x="3219945" y="4866855"/>
                <a:ext cx="181800" cy="226440"/>
              </p14:xfrm>
            </p:contentPart>
          </mc:Choice>
          <mc:Fallback xmlns="">
            <p:pic>
              <p:nvPicPr>
                <p:cNvPr id="94" name="Ink 93">
                  <a:extLst>
                    <a:ext uri="{FF2B5EF4-FFF2-40B4-BE49-F238E27FC236}">
                      <a16:creationId xmlns:a16="http://schemas.microsoft.com/office/drawing/2014/main" id="{B68E4D5B-2615-436A-B75C-13DF2CE3535E}"/>
                    </a:ext>
                  </a:extLst>
                </p:cNvPr>
                <p:cNvPicPr/>
                <p:nvPr/>
              </p:nvPicPr>
              <p:blipFill>
                <a:blip r:embed="rId155"/>
                <a:stretch>
                  <a:fillRect/>
                </a:stretch>
              </p:blipFill>
              <p:spPr>
                <a:xfrm>
                  <a:off x="3213825" y="4860735"/>
                  <a:ext cx="1940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AB29209D-93ED-D530-5782-8CF3235EB070}"/>
                    </a:ext>
                  </a:extLst>
                </p14:cNvPr>
                <p14:cNvContentPartPr/>
                <p14:nvPr/>
              </p14:nvContentPartPr>
              <p14:xfrm>
                <a:off x="1360185" y="5775135"/>
                <a:ext cx="95040" cy="321480"/>
              </p14:xfrm>
            </p:contentPart>
          </mc:Choice>
          <mc:Fallback xmlns="">
            <p:pic>
              <p:nvPicPr>
                <p:cNvPr id="96" name="Ink 95">
                  <a:extLst>
                    <a:ext uri="{FF2B5EF4-FFF2-40B4-BE49-F238E27FC236}">
                      <a16:creationId xmlns:a16="http://schemas.microsoft.com/office/drawing/2014/main" id="{AB29209D-93ED-D530-5782-8CF3235EB070}"/>
                    </a:ext>
                  </a:extLst>
                </p:cNvPr>
                <p:cNvPicPr/>
                <p:nvPr/>
              </p:nvPicPr>
              <p:blipFill>
                <a:blip r:embed="rId157"/>
                <a:stretch>
                  <a:fillRect/>
                </a:stretch>
              </p:blipFill>
              <p:spPr>
                <a:xfrm>
                  <a:off x="1354065" y="5769015"/>
                  <a:ext cx="10728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A2037CFC-7D09-88F0-8F62-771140549927}"/>
                    </a:ext>
                  </a:extLst>
                </p14:cNvPr>
                <p14:cNvContentPartPr/>
                <p14:nvPr/>
              </p14:nvContentPartPr>
              <p14:xfrm>
                <a:off x="1373505" y="5645535"/>
                <a:ext cx="406080" cy="430560"/>
              </p14:xfrm>
            </p:contentPart>
          </mc:Choice>
          <mc:Fallback xmlns="">
            <p:pic>
              <p:nvPicPr>
                <p:cNvPr id="97" name="Ink 96">
                  <a:extLst>
                    <a:ext uri="{FF2B5EF4-FFF2-40B4-BE49-F238E27FC236}">
                      <a16:creationId xmlns:a16="http://schemas.microsoft.com/office/drawing/2014/main" id="{A2037CFC-7D09-88F0-8F62-771140549927}"/>
                    </a:ext>
                  </a:extLst>
                </p:cNvPr>
                <p:cNvPicPr/>
                <p:nvPr/>
              </p:nvPicPr>
              <p:blipFill>
                <a:blip r:embed="rId159"/>
                <a:stretch>
                  <a:fillRect/>
                </a:stretch>
              </p:blipFill>
              <p:spPr>
                <a:xfrm>
                  <a:off x="1367385" y="5639415"/>
                  <a:ext cx="41832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4BD07806-9FC8-E827-C133-96118943E209}"/>
                    </a:ext>
                  </a:extLst>
                </p14:cNvPr>
                <p14:cNvContentPartPr/>
                <p14:nvPr/>
              </p14:nvContentPartPr>
              <p14:xfrm>
                <a:off x="1893705" y="5837055"/>
                <a:ext cx="447480" cy="423360"/>
              </p14:xfrm>
            </p:contentPart>
          </mc:Choice>
          <mc:Fallback xmlns="">
            <p:pic>
              <p:nvPicPr>
                <p:cNvPr id="98" name="Ink 97">
                  <a:extLst>
                    <a:ext uri="{FF2B5EF4-FFF2-40B4-BE49-F238E27FC236}">
                      <a16:creationId xmlns:a16="http://schemas.microsoft.com/office/drawing/2014/main" id="{4BD07806-9FC8-E827-C133-96118943E209}"/>
                    </a:ext>
                  </a:extLst>
                </p:cNvPr>
                <p:cNvPicPr/>
                <p:nvPr/>
              </p:nvPicPr>
              <p:blipFill>
                <a:blip r:embed="rId161"/>
                <a:stretch>
                  <a:fillRect/>
                </a:stretch>
              </p:blipFill>
              <p:spPr>
                <a:xfrm>
                  <a:off x="1887585" y="5830935"/>
                  <a:ext cx="45972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A123B40B-03A2-19BF-1EDA-777D324B0C6B}"/>
                    </a:ext>
                  </a:extLst>
                </p14:cNvPr>
                <p14:cNvContentPartPr/>
                <p14:nvPr/>
              </p14:nvContentPartPr>
              <p14:xfrm>
                <a:off x="2564385" y="5652735"/>
                <a:ext cx="132120" cy="169200"/>
              </p14:xfrm>
            </p:contentPart>
          </mc:Choice>
          <mc:Fallback xmlns="">
            <p:pic>
              <p:nvPicPr>
                <p:cNvPr id="99" name="Ink 98">
                  <a:extLst>
                    <a:ext uri="{FF2B5EF4-FFF2-40B4-BE49-F238E27FC236}">
                      <a16:creationId xmlns:a16="http://schemas.microsoft.com/office/drawing/2014/main" id="{A123B40B-03A2-19BF-1EDA-777D324B0C6B}"/>
                    </a:ext>
                  </a:extLst>
                </p:cNvPr>
                <p:cNvPicPr/>
                <p:nvPr/>
              </p:nvPicPr>
              <p:blipFill>
                <a:blip r:embed="rId163"/>
                <a:stretch>
                  <a:fillRect/>
                </a:stretch>
              </p:blipFill>
              <p:spPr>
                <a:xfrm>
                  <a:off x="2558265" y="5646615"/>
                  <a:ext cx="14436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B1C2292F-57AF-43A5-C6A6-2F369CBAF3D8}"/>
                    </a:ext>
                  </a:extLst>
                </p14:cNvPr>
                <p14:cNvContentPartPr/>
                <p14:nvPr/>
              </p14:nvContentPartPr>
              <p14:xfrm>
                <a:off x="2747625" y="5935695"/>
                <a:ext cx="999360" cy="619200"/>
              </p14:xfrm>
            </p:contentPart>
          </mc:Choice>
          <mc:Fallback xmlns="">
            <p:pic>
              <p:nvPicPr>
                <p:cNvPr id="100" name="Ink 99">
                  <a:extLst>
                    <a:ext uri="{FF2B5EF4-FFF2-40B4-BE49-F238E27FC236}">
                      <a16:creationId xmlns:a16="http://schemas.microsoft.com/office/drawing/2014/main" id="{B1C2292F-57AF-43A5-C6A6-2F369CBAF3D8}"/>
                    </a:ext>
                  </a:extLst>
                </p:cNvPr>
                <p:cNvPicPr/>
                <p:nvPr/>
              </p:nvPicPr>
              <p:blipFill>
                <a:blip r:embed="rId165"/>
                <a:stretch>
                  <a:fillRect/>
                </a:stretch>
              </p:blipFill>
              <p:spPr>
                <a:xfrm>
                  <a:off x="2741505" y="5929575"/>
                  <a:ext cx="101160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DB476C75-6189-50DB-E2D2-1E55A1B683A5}"/>
                    </a:ext>
                  </a:extLst>
                </p14:cNvPr>
                <p14:cNvContentPartPr/>
                <p14:nvPr/>
              </p14:nvContentPartPr>
              <p14:xfrm>
                <a:off x="3734025" y="6182655"/>
                <a:ext cx="117720" cy="167760"/>
              </p14:xfrm>
            </p:contentPart>
          </mc:Choice>
          <mc:Fallback xmlns="">
            <p:pic>
              <p:nvPicPr>
                <p:cNvPr id="101" name="Ink 100">
                  <a:extLst>
                    <a:ext uri="{FF2B5EF4-FFF2-40B4-BE49-F238E27FC236}">
                      <a16:creationId xmlns:a16="http://schemas.microsoft.com/office/drawing/2014/main" id="{DB476C75-6189-50DB-E2D2-1E55A1B683A5}"/>
                    </a:ext>
                  </a:extLst>
                </p:cNvPr>
                <p:cNvPicPr/>
                <p:nvPr/>
              </p:nvPicPr>
              <p:blipFill>
                <a:blip r:embed="rId167"/>
                <a:stretch>
                  <a:fillRect/>
                </a:stretch>
              </p:blipFill>
              <p:spPr>
                <a:xfrm>
                  <a:off x="3727905" y="6176535"/>
                  <a:ext cx="1299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A7EE1AA7-36F5-BB02-4A0E-9ED4D4F46E1C}"/>
                    </a:ext>
                  </a:extLst>
                </p14:cNvPr>
                <p14:cNvContentPartPr/>
                <p14:nvPr/>
              </p14:nvContentPartPr>
              <p14:xfrm>
                <a:off x="3882705" y="6254655"/>
                <a:ext cx="212760" cy="157680"/>
              </p14:xfrm>
            </p:contentPart>
          </mc:Choice>
          <mc:Fallback xmlns="">
            <p:pic>
              <p:nvPicPr>
                <p:cNvPr id="102" name="Ink 101">
                  <a:extLst>
                    <a:ext uri="{FF2B5EF4-FFF2-40B4-BE49-F238E27FC236}">
                      <a16:creationId xmlns:a16="http://schemas.microsoft.com/office/drawing/2014/main" id="{A7EE1AA7-36F5-BB02-4A0E-9ED4D4F46E1C}"/>
                    </a:ext>
                  </a:extLst>
                </p:cNvPr>
                <p:cNvPicPr/>
                <p:nvPr/>
              </p:nvPicPr>
              <p:blipFill>
                <a:blip r:embed="rId169"/>
                <a:stretch>
                  <a:fillRect/>
                </a:stretch>
              </p:blipFill>
              <p:spPr>
                <a:xfrm>
                  <a:off x="3876585" y="6248535"/>
                  <a:ext cx="2250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3" name="Ink 102">
                  <a:extLst>
                    <a:ext uri="{FF2B5EF4-FFF2-40B4-BE49-F238E27FC236}">
                      <a16:creationId xmlns:a16="http://schemas.microsoft.com/office/drawing/2014/main" id="{878EE522-6E28-B0C4-E23B-9E19F479B5D3}"/>
                    </a:ext>
                  </a:extLst>
                </p14:cNvPr>
                <p14:cNvContentPartPr/>
                <p14:nvPr/>
              </p14:nvContentPartPr>
              <p14:xfrm>
                <a:off x="4387785" y="6097335"/>
                <a:ext cx="59760" cy="337680"/>
              </p14:xfrm>
            </p:contentPart>
          </mc:Choice>
          <mc:Fallback xmlns="">
            <p:pic>
              <p:nvPicPr>
                <p:cNvPr id="103" name="Ink 102">
                  <a:extLst>
                    <a:ext uri="{FF2B5EF4-FFF2-40B4-BE49-F238E27FC236}">
                      <a16:creationId xmlns:a16="http://schemas.microsoft.com/office/drawing/2014/main" id="{878EE522-6E28-B0C4-E23B-9E19F479B5D3}"/>
                    </a:ext>
                  </a:extLst>
                </p:cNvPr>
                <p:cNvPicPr/>
                <p:nvPr/>
              </p:nvPicPr>
              <p:blipFill>
                <a:blip r:embed="rId171"/>
                <a:stretch>
                  <a:fillRect/>
                </a:stretch>
              </p:blipFill>
              <p:spPr>
                <a:xfrm>
                  <a:off x="4381665" y="6091215"/>
                  <a:ext cx="720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CDAB0813-E6D5-37F8-FE5A-539DBA70108B}"/>
                    </a:ext>
                  </a:extLst>
                </p14:cNvPr>
                <p14:cNvContentPartPr/>
                <p14:nvPr/>
              </p14:nvContentPartPr>
              <p14:xfrm>
                <a:off x="4340985" y="6173295"/>
                <a:ext cx="1188720" cy="285480"/>
              </p14:xfrm>
            </p:contentPart>
          </mc:Choice>
          <mc:Fallback xmlns="">
            <p:pic>
              <p:nvPicPr>
                <p:cNvPr id="104" name="Ink 103">
                  <a:extLst>
                    <a:ext uri="{FF2B5EF4-FFF2-40B4-BE49-F238E27FC236}">
                      <a16:creationId xmlns:a16="http://schemas.microsoft.com/office/drawing/2014/main" id="{CDAB0813-E6D5-37F8-FE5A-539DBA70108B}"/>
                    </a:ext>
                  </a:extLst>
                </p:cNvPr>
                <p:cNvPicPr/>
                <p:nvPr/>
              </p:nvPicPr>
              <p:blipFill>
                <a:blip r:embed="rId173"/>
                <a:stretch>
                  <a:fillRect/>
                </a:stretch>
              </p:blipFill>
              <p:spPr>
                <a:xfrm>
                  <a:off x="4334865" y="6167175"/>
                  <a:ext cx="12009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E7C516C9-F79C-5039-DB62-A38768687EAF}"/>
                    </a:ext>
                  </a:extLst>
                </p14:cNvPr>
                <p14:cNvContentPartPr/>
                <p14:nvPr/>
              </p14:nvContentPartPr>
              <p14:xfrm>
                <a:off x="5635905" y="6127215"/>
                <a:ext cx="63360" cy="75600"/>
              </p14:xfrm>
            </p:contentPart>
          </mc:Choice>
          <mc:Fallback xmlns="">
            <p:pic>
              <p:nvPicPr>
                <p:cNvPr id="105" name="Ink 104">
                  <a:extLst>
                    <a:ext uri="{FF2B5EF4-FFF2-40B4-BE49-F238E27FC236}">
                      <a16:creationId xmlns:a16="http://schemas.microsoft.com/office/drawing/2014/main" id="{E7C516C9-F79C-5039-DB62-A38768687EAF}"/>
                    </a:ext>
                  </a:extLst>
                </p:cNvPr>
                <p:cNvPicPr/>
                <p:nvPr/>
              </p:nvPicPr>
              <p:blipFill>
                <a:blip r:embed="rId175"/>
                <a:stretch>
                  <a:fillRect/>
                </a:stretch>
              </p:blipFill>
              <p:spPr>
                <a:xfrm>
                  <a:off x="5629785" y="6121095"/>
                  <a:ext cx="756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157F37D6-78D4-AC22-0AE5-E0CFF7DF2A00}"/>
                    </a:ext>
                  </a:extLst>
                </p14:cNvPr>
                <p14:cNvContentPartPr/>
                <p14:nvPr/>
              </p14:nvContentPartPr>
              <p14:xfrm>
                <a:off x="5692065" y="6298575"/>
                <a:ext cx="107640" cy="155520"/>
              </p14:xfrm>
            </p:contentPart>
          </mc:Choice>
          <mc:Fallback xmlns="">
            <p:pic>
              <p:nvPicPr>
                <p:cNvPr id="106" name="Ink 105">
                  <a:extLst>
                    <a:ext uri="{FF2B5EF4-FFF2-40B4-BE49-F238E27FC236}">
                      <a16:creationId xmlns:a16="http://schemas.microsoft.com/office/drawing/2014/main" id="{157F37D6-78D4-AC22-0AE5-E0CFF7DF2A00}"/>
                    </a:ext>
                  </a:extLst>
                </p:cNvPr>
                <p:cNvPicPr/>
                <p:nvPr/>
              </p:nvPicPr>
              <p:blipFill>
                <a:blip r:embed="rId177"/>
                <a:stretch>
                  <a:fillRect/>
                </a:stretch>
              </p:blipFill>
              <p:spPr>
                <a:xfrm>
                  <a:off x="5685945" y="6292455"/>
                  <a:ext cx="11988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7C186727-9A80-841B-81C0-7422EE0F1848}"/>
                    </a:ext>
                  </a:extLst>
                </p14:cNvPr>
                <p14:cNvContentPartPr/>
                <p14:nvPr/>
              </p14:nvContentPartPr>
              <p14:xfrm>
                <a:off x="5930745" y="6336015"/>
                <a:ext cx="27720" cy="30240"/>
              </p14:xfrm>
            </p:contentPart>
          </mc:Choice>
          <mc:Fallback xmlns="">
            <p:pic>
              <p:nvPicPr>
                <p:cNvPr id="107" name="Ink 106">
                  <a:extLst>
                    <a:ext uri="{FF2B5EF4-FFF2-40B4-BE49-F238E27FC236}">
                      <a16:creationId xmlns:a16="http://schemas.microsoft.com/office/drawing/2014/main" id="{7C186727-9A80-841B-81C0-7422EE0F1848}"/>
                    </a:ext>
                  </a:extLst>
                </p:cNvPr>
                <p:cNvPicPr/>
                <p:nvPr/>
              </p:nvPicPr>
              <p:blipFill>
                <a:blip r:embed="rId179"/>
                <a:stretch>
                  <a:fillRect/>
                </a:stretch>
              </p:blipFill>
              <p:spPr>
                <a:xfrm>
                  <a:off x="5924625" y="6329895"/>
                  <a:ext cx="39960" cy="42480"/>
                </a:xfrm>
                <a:prstGeom prst="rect">
                  <a:avLst/>
                </a:prstGeom>
              </p:spPr>
            </p:pic>
          </mc:Fallback>
        </mc:AlternateContent>
      </p:grpSp>
    </p:spTree>
    <p:extLst>
      <p:ext uri="{BB962C8B-B14F-4D97-AF65-F5344CB8AC3E}">
        <p14:creationId xmlns:p14="http://schemas.microsoft.com/office/powerpoint/2010/main" val="66098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38C6228-B969-F1AD-C2A4-7F02172D703F}"/>
                  </a:ext>
                </a:extLst>
              </p14:cNvPr>
              <p14:cNvContentPartPr/>
              <p14:nvPr/>
            </p14:nvContentPartPr>
            <p14:xfrm>
              <a:off x="5845065" y="231495"/>
              <a:ext cx="720" cy="5787720"/>
            </p14:xfrm>
          </p:contentPart>
        </mc:Choice>
        <mc:Fallback xmlns="">
          <p:pic>
            <p:nvPicPr>
              <p:cNvPr id="4" name="Ink 3">
                <a:extLst>
                  <a:ext uri="{FF2B5EF4-FFF2-40B4-BE49-F238E27FC236}">
                    <a16:creationId xmlns:a16="http://schemas.microsoft.com/office/drawing/2014/main" id="{838C6228-B969-F1AD-C2A4-7F02172D703F}"/>
                  </a:ext>
                </a:extLst>
              </p:cNvPr>
              <p:cNvPicPr/>
              <p:nvPr/>
            </p:nvPicPr>
            <p:blipFill>
              <a:blip r:embed="rId3"/>
              <a:stretch>
                <a:fillRect/>
              </a:stretch>
            </p:blipFill>
            <p:spPr>
              <a:xfrm>
                <a:off x="5832825" y="225375"/>
                <a:ext cx="25200" cy="5799960"/>
              </a:xfrm>
              <a:prstGeom prst="rect">
                <a:avLst/>
              </a:prstGeom>
            </p:spPr>
          </p:pic>
        </mc:Fallback>
      </mc:AlternateContent>
      <p:grpSp>
        <p:nvGrpSpPr>
          <p:cNvPr id="31" name="Group 30">
            <a:extLst>
              <a:ext uri="{FF2B5EF4-FFF2-40B4-BE49-F238E27FC236}">
                <a16:creationId xmlns:a16="http://schemas.microsoft.com/office/drawing/2014/main" id="{6ABB7AF0-8353-BD60-6F65-65518C2FE884}"/>
              </a:ext>
            </a:extLst>
          </p:cNvPr>
          <p:cNvGrpSpPr/>
          <p:nvPr/>
        </p:nvGrpSpPr>
        <p:grpSpPr>
          <a:xfrm>
            <a:off x="8254185" y="13920"/>
            <a:ext cx="2157480" cy="705960"/>
            <a:chOff x="8254185" y="13920"/>
            <a:chExt cx="2157480" cy="705960"/>
          </a:xfrm>
        </p:grpSpPr>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B59C03EB-0FF2-73E7-2839-0007D60C320A}"/>
                    </a:ext>
                  </a:extLst>
                </p14:cNvPr>
                <p14:cNvContentPartPr/>
                <p14:nvPr/>
              </p14:nvContentPartPr>
              <p14:xfrm>
                <a:off x="8254185" y="160800"/>
                <a:ext cx="480960" cy="353160"/>
              </p14:xfrm>
            </p:contentPart>
          </mc:Choice>
          <mc:Fallback xmlns="">
            <p:pic>
              <p:nvPicPr>
                <p:cNvPr id="22" name="Ink 21">
                  <a:extLst>
                    <a:ext uri="{FF2B5EF4-FFF2-40B4-BE49-F238E27FC236}">
                      <a16:creationId xmlns:a16="http://schemas.microsoft.com/office/drawing/2014/main" id="{B59C03EB-0FF2-73E7-2839-0007D60C320A}"/>
                    </a:ext>
                  </a:extLst>
                </p:cNvPr>
                <p:cNvPicPr/>
                <p:nvPr/>
              </p:nvPicPr>
              <p:blipFill>
                <a:blip r:embed="rId5"/>
                <a:stretch>
                  <a:fillRect/>
                </a:stretch>
              </p:blipFill>
              <p:spPr>
                <a:xfrm>
                  <a:off x="8248065" y="154680"/>
                  <a:ext cx="4932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0B19A184-9984-DF2B-024D-9501C6E84252}"/>
                    </a:ext>
                  </a:extLst>
                </p14:cNvPr>
                <p14:cNvContentPartPr/>
                <p14:nvPr/>
              </p14:nvContentPartPr>
              <p14:xfrm>
                <a:off x="8260665" y="13920"/>
                <a:ext cx="624240" cy="534600"/>
              </p14:xfrm>
            </p:contentPart>
          </mc:Choice>
          <mc:Fallback xmlns="">
            <p:pic>
              <p:nvPicPr>
                <p:cNvPr id="23" name="Ink 22">
                  <a:extLst>
                    <a:ext uri="{FF2B5EF4-FFF2-40B4-BE49-F238E27FC236}">
                      <a16:creationId xmlns:a16="http://schemas.microsoft.com/office/drawing/2014/main" id="{0B19A184-9984-DF2B-024D-9501C6E84252}"/>
                    </a:ext>
                  </a:extLst>
                </p:cNvPr>
                <p:cNvPicPr/>
                <p:nvPr/>
              </p:nvPicPr>
              <p:blipFill>
                <a:blip r:embed="rId7"/>
                <a:stretch>
                  <a:fillRect/>
                </a:stretch>
              </p:blipFill>
              <p:spPr>
                <a:xfrm>
                  <a:off x="8254545" y="7800"/>
                  <a:ext cx="63648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CBEC1E7D-40AC-FDF2-1336-F88CB007B8F8}"/>
                    </a:ext>
                  </a:extLst>
                </p14:cNvPr>
                <p14:cNvContentPartPr/>
                <p14:nvPr/>
              </p14:nvContentPartPr>
              <p14:xfrm>
                <a:off x="8974905" y="260520"/>
                <a:ext cx="322560" cy="459360"/>
              </p14:xfrm>
            </p:contentPart>
          </mc:Choice>
          <mc:Fallback xmlns="">
            <p:pic>
              <p:nvPicPr>
                <p:cNvPr id="24" name="Ink 23">
                  <a:extLst>
                    <a:ext uri="{FF2B5EF4-FFF2-40B4-BE49-F238E27FC236}">
                      <a16:creationId xmlns:a16="http://schemas.microsoft.com/office/drawing/2014/main" id="{CBEC1E7D-40AC-FDF2-1336-F88CB007B8F8}"/>
                    </a:ext>
                  </a:extLst>
                </p:cNvPr>
                <p:cNvPicPr/>
                <p:nvPr/>
              </p:nvPicPr>
              <p:blipFill>
                <a:blip r:embed="rId9"/>
                <a:stretch>
                  <a:fillRect/>
                </a:stretch>
              </p:blipFill>
              <p:spPr>
                <a:xfrm>
                  <a:off x="8968785" y="254400"/>
                  <a:ext cx="334800" cy="471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FD1CE06E-9AE6-6639-BCF7-C6D9FEFDC9B9}"/>
                    </a:ext>
                  </a:extLst>
                </p14:cNvPr>
                <p14:cNvContentPartPr/>
                <p14:nvPr/>
              </p14:nvContentPartPr>
              <p14:xfrm>
                <a:off x="9508425" y="172320"/>
                <a:ext cx="28800" cy="32400"/>
              </p14:xfrm>
            </p:contentPart>
          </mc:Choice>
          <mc:Fallback xmlns="">
            <p:pic>
              <p:nvPicPr>
                <p:cNvPr id="25" name="Ink 24">
                  <a:extLst>
                    <a:ext uri="{FF2B5EF4-FFF2-40B4-BE49-F238E27FC236}">
                      <a16:creationId xmlns:a16="http://schemas.microsoft.com/office/drawing/2014/main" id="{FD1CE06E-9AE6-6639-BCF7-C6D9FEFDC9B9}"/>
                    </a:ext>
                  </a:extLst>
                </p:cNvPr>
                <p:cNvPicPr/>
                <p:nvPr/>
              </p:nvPicPr>
              <p:blipFill>
                <a:blip r:embed="rId11"/>
                <a:stretch>
                  <a:fillRect/>
                </a:stretch>
              </p:blipFill>
              <p:spPr>
                <a:xfrm>
                  <a:off x="9502305" y="166200"/>
                  <a:ext cx="410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915E2171-19C6-3685-2663-3D2BCB6444BD}"/>
                    </a:ext>
                  </a:extLst>
                </p14:cNvPr>
                <p14:cNvContentPartPr/>
                <p14:nvPr/>
              </p14:nvContentPartPr>
              <p14:xfrm>
                <a:off x="9440025" y="451320"/>
                <a:ext cx="174240" cy="181080"/>
              </p14:xfrm>
            </p:contentPart>
          </mc:Choice>
          <mc:Fallback xmlns="">
            <p:pic>
              <p:nvPicPr>
                <p:cNvPr id="26" name="Ink 25">
                  <a:extLst>
                    <a:ext uri="{FF2B5EF4-FFF2-40B4-BE49-F238E27FC236}">
                      <a16:creationId xmlns:a16="http://schemas.microsoft.com/office/drawing/2014/main" id="{915E2171-19C6-3685-2663-3D2BCB6444BD}"/>
                    </a:ext>
                  </a:extLst>
                </p:cNvPr>
                <p:cNvPicPr/>
                <p:nvPr/>
              </p:nvPicPr>
              <p:blipFill>
                <a:blip r:embed="rId13"/>
                <a:stretch>
                  <a:fillRect/>
                </a:stretch>
              </p:blipFill>
              <p:spPr>
                <a:xfrm>
                  <a:off x="9433905" y="445200"/>
                  <a:ext cx="1864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FD7EA99C-34C9-D748-8836-A05BB4A781A1}"/>
                    </a:ext>
                  </a:extLst>
                </p14:cNvPr>
                <p14:cNvContentPartPr/>
                <p14:nvPr/>
              </p14:nvContentPartPr>
              <p14:xfrm>
                <a:off x="9814785" y="201840"/>
                <a:ext cx="31320" cy="307800"/>
              </p14:xfrm>
            </p:contentPart>
          </mc:Choice>
          <mc:Fallback xmlns="">
            <p:pic>
              <p:nvPicPr>
                <p:cNvPr id="27" name="Ink 26">
                  <a:extLst>
                    <a:ext uri="{FF2B5EF4-FFF2-40B4-BE49-F238E27FC236}">
                      <a16:creationId xmlns:a16="http://schemas.microsoft.com/office/drawing/2014/main" id="{FD7EA99C-34C9-D748-8836-A05BB4A781A1}"/>
                    </a:ext>
                  </a:extLst>
                </p:cNvPr>
                <p:cNvPicPr/>
                <p:nvPr/>
              </p:nvPicPr>
              <p:blipFill>
                <a:blip r:embed="rId15"/>
                <a:stretch>
                  <a:fillRect/>
                </a:stretch>
              </p:blipFill>
              <p:spPr>
                <a:xfrm>
                  <a:off x="9808665" y="195720"/>
                  <a:ext cx="4356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E966F8E9-850B-2B31-E200-113098BDDB3D}"/>
                    </a:ext>
                  </a:extLst>
                </p14:cNvPr>
                <p14:cNvContentPartPr/>
                <p14:nvPr/>
              </p14:nvContentPartPr>
              <p14:xfrm>
                <a:off x="9712905" y="454560"/>
                <a:ext cx="270000" cy="78840"/>
              </p14:xfrm>
            </p:contentPart>
          </mc:Choice>
          <mc:Fallback xmlns="">
            <p:pic>
              <p:nvPicPr>
                <p:cNvPr id="28" name="Ink 27">
                  <a:extLst>
                    <a:ext uri="{FF2B5EF4-FFF2-40B4-BE49-F238E27FC236}">
                      <a16:creationId xmlns:a16="http://schemas.microsoft.com/office/drawing/2014/main" id="{E966F8E9-850B-2B31-E200-113098BDDB3D}"/>
                    </a:ext>
                  </a:extLst>
                </p:cNvPr>
                <p:cNvPicPr/>
                <p:nvPr/>
              </p:nvPicPr>
              <p:blipFill>
                <a:blip r:embed="rId17"/>
                <a:stretch>
                  <a:fillRect/>
                </a:stretch>
              </p:blipFill>
              <p:spPr>
                <a:xfrm>
                  <a:off x="9706785" y="448440"/>
                  <a:ext cx="2822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B2BF9D56-BDAE-2335-8859-BF6C8637E451}"/>
                    </a:ext>
                  </a:extLst>
                </p14:cNvPr>
                <p14:cNvContentPartPr/>
                <p14:nvPr/>
              </p14:nvContentPartPr>
              <p14:xfrm>
                <a:off x="10086945" y="226680"/>
                <a:ext cx="19800" cy="13680"/>
              </p14:xfrm>
            </p:contentPart>
          </mc:Choice>
          <mc:Fallback xmlns="">
            <p:pic>
              <p:nvPicPr>
                <p:cNvPr id="29" name="Ink 28">
                  <a:extLst>
                    <a:ext uri="{FF2B5EF4-FFF2-40B4-BE49-F238E27FC236}">
                      <a16:creationId xmlns:a16="http://schemas.microsoft.com/office/drawing/2014/main" id="{B2BF9D56-BDAE-2335-8859-BF6C8637E451}"/>
                    </a:ext>
                  </a:extLst>
                </p:cNvPr>
                <p:cNvPicPr/>
                <p:nvPr/>
              </p:nvPicPr>
              <p:blipFill>
                <a:blip r:embed="rId19"/>
                <a:stretch>
                  <a:fillRect/>
                </a:stretch>
              </p:blipFill>
              <p:spPr>
                <a:xfrm>
                  <a:off x="10080825" y="220560"/>
                  <a:ext cx="32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Ink 29">
                  <a:extLst>
                    <a:ext uri="{FF2B5EF4-FFF2-40B4-BE49-F238E27FC236}">
                      <a16:creationId xmlns:a16="http://schemas.microsoft.com/office/drawing/2014/main" id="{BCBC3003-9BD6-9DFD-5AA3-1DCF34CE0FCE}"/>
                    </a:ext>
                  </a:extLst>
                </p14:cNvPr>
                <p14:cNvContentPartPr/>
                <p14:nvPr/>
              </p14:nvContentPartPr>
              <p14:xfrm>
                <a:off x="10259745" y="342240"/>
                <a:ext cx="151920" cy="256320"/>
              </p14:xfrm>
            </p:contentPart>
          </mc:Choice>
          <mc:Fallback xmlns="">
            <p:pic>
              <p:nvPicPr>
                <p:cNvPr id="30" name="Ink 29">
                  <a:extLst>
                    <a:ext uri="{FF2B5EF4-FFF2-40B4-BE49-F238E27FC236}">
                      <a16:creationId xmlns:a16="http://schemas.microsoft.com/office/drawing/2014/main" id="{BCBC3003-9BD6-9DFD-5AA3-1DCF34CE0FCE}"/>
                    </a:ext>
                  </a:extLst>
                </p:cNvPr>
                <p:cNvPicPr/>
                <p:nvPr/>
              </p:nvPicPr>
              <p:blipFill>
                <a:blip r:embed="rId21"/>
                <a:stretch>
                  <a:fillRect/>
                </a:stretch>
              </p:blipFill>
              <p:spPr>
                <a:xfrm>
                  <a:off x="10253625" y="336120"/>
                  <a:ext cx="164160" cy="26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7C9A71FD-D031-5098-7BB0-6419194DE03C}"/>
                  </a:ext>
                </a:extLst>
              </p14:cNvPr>
              <p14:cNvContentPartPr/>
              <p14:nvPr/>
            </p14:nvContentPartPr>
            <p14:xfrm>
              <a:off x="11044905" y="137040"/>
              <a:ext cx="594360" cy="380520"/>
            </p14:xfrm>
          </p:contentPart>
        </mc:Choice>
        <mc:Fallback xmlns="">
          <p:pic>
            <p:nvPicPr>
              <p:cNvPr id="32" name="Ink 31">
                <a:extLst>
                  <a:ext uri="{FF2B5EF4-FFF2-40B4-BE49-F238E27FC236}">
                    <a16:creationId xmlns:a16="http://schemas.microsoft.com/office/drawing/2014/main" id="{7C9A71FD-D031-5098-7BB0-6419194DE03C}"/>
                  </a:ext>
                </a:extLst>
              </p:cNvPr>
              <p:cNvPicPr/>
              <p:nvPr/>
            </p:nvPicPr>
            <p:blipFill>
              <a:blip r:embed="rId23"/>
              <a:stretch>
                <a:fillRect/>
              </a:stretch>
            </p:blipFill>
            <p:spPr>
              <a:xfrm>
                <a:off x="11038785" y="130920"/>
                <a:ext cx="606600" cy="392760"/>
              </a:xfrm>
              <a:prstGeom prst="rect">
                <a:avLst/>
              </a:prstGeom>
            </p:spPr>
          </p:pic>
        </mc:Fallback>
      </mc:AlternateContent>
      <p:grpSp>
        <p:nvGrpSpPr>
          <p:cNvPr id="94" name="Group 93">
            <a:extLst>
              <a:ext uri="{FF2B5EF4-FFF2-40B4-BE49-F238E27FC236}">
                <a16:creationId xmlns:a16="http://schemas.microsoft.com/office/drawing/2014/main" id="{2E8429AA-F7EE-1EB9-D874-15D8585BE6C9}"/>
              </a:ext>
            </a:extLst>
          </p:cNvPr>
          <p:cNvGrpSpPr/>
          <p:nvPr/>
        </p:nvGrpSpPr>
        <p:grpSpPr>
          <a:xfrm>
            <a:off x="202065" y="-22305"/>
            <a:ext cx="5589720" cy="2982465"/>
            <a:chOff x="202065" y="-22305"/>
            <a:chExt cx="5589720" cy="2982465"/>
          </a:xfrm>
        </p:grpSpPr>
        <mc:AlternateContent xmlns:mc="http://schemas.openxmlformats.org/markup-compatibility/2006" xmlns:p14="http://schemas.microsoft.com/office/powerpoint/2010/main">
          <mc:Choice Requires="p14">
            <p:contentPart p14:bwMode="auto" r:id="rId24">
              <p14:nvContentPartPr>
                <p14:cNvPr id="9" name="Ink 8">
                  <a:extLst>
                    <a:ext uri="{FF2B5EF4-FFF2-40B4-BE49-F238E27FC236}">
                      <a16:creationId xmlns:a16="http://schemas.microsoft.com/office/drawing/2014/main" id="{CA913C44-B3A6-CB25-EF5B-C65B7E13C577}"/>
                    </a:ext>
                  </a:extLst>
                </p14:cNvPr>
                <p14:cNvContentPartPr/>
                <p14:nvPr/>
              </p14:nvContentPartPr>
              <p14:xfrm>
                <a:off x="2642505" y="108015"/>
                <a:ext cx="35640" cy="475560"/>
              </p14:xfrm>
            </p:contentPart>
          </mc:Choice>
          <mc:Fallback xmlns="">
            <p:pic>
              <p:nvPicPr>
                <p:cNvPr id="9" name="Ink 8">
                  <a:extLst>
                    <a:ext uri="{FF2B5EF4-FFF2-40B4-BE49-F238E27FC236}">
                      <a16:creationId xmlns:a16="http://schemas.microsoft.com/office/drawing/2014/main" id="{CA913C44-B3A6-CB25-EF5B-C65B7E13C577}"/>
                    </a:ext>
                  </a:extLst>
                </p:cNvPr>
                <p:cNvPicPr/>
                <p:nvPr/>
              </p:nvPicPr>
              <p:blipFill>
                <a:blip r:embed="rId25"/>
                <a:stretch>
                  <a:fillRect/>
                </a:stretch>
              </p:blipFill>
              <p:spPr>
                <a:xfrm>
                  <a:off x="2636385" y="101895"/>
                  <a:ext cx="4788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Ink 9">
                  <a:extLst>
                    <a:ext uri="{FF2B5EF4-FFF2-40B4-BE49-F238E27FC236}">
                      <a16:creationId xmlns:a16="http://schemas.microsoft.com/office/drawing/2014/main" id="{A2A08FCC-4966-A0B4-079E-09166C5469FB}"/>
                    </a:ext>
                  </a:extLst>
                </p14:cNvPr>
                <p14:cNvContentPartPr/>
                <p14:nvPr/>
              </p14:nvContentPartPr>
              <p14:xfrm>
                <a:off x="2736105" y="-22305"/>
                <a:ext cx="142200" cy="52920"/>
              </p14:xfrm>
            </p:contentPart>
          </mc:Choice>
          <mc:Fallback xmlns="">
            <p:pic>
              <p:nvPicPr>
                <p:cNvPr id="10" name="Ink 9">
                  <a:extLst>
                    <a:ext uri="{FF2B5EF4-FFF2-40B4-BE49-F238E27FC236}">
                      <a16:creationId xmlns:a16="http://schemas.microsoft.com/office/drawing/2014/main" id="{A2A08FCC-4966-A0B4-079E-09166C5469FB}"/>
                    </a:ext>
                  </a:extLst>
                </p:cNvPr>
                <p:cNvPicPr/>
                <p:nvPr/>
              </p:nvPicPr>
              <p:blipFill>
                <a:blip r:embed="rId27"/>
                <a:stretch>
                  <a:fillRect/>
                </a:stretch>
              </p:blipFill>
              <p:spPr>
                <a:xfrm>
                  <a:off x="2729985" y="-28425"/>
                  <a:ext cx="1544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 name="Ink 10">
                  <a:extLst>
                    <a:ext uri="{FF2B5EF4-FFF2-40B4-BE49-F238E27FC236}">
                      <a16:creationId xmlns:a16="http://schemas.microsoft.com/office/drawing/2014/main" id="{68A5E402-2DB5-45EC-801B-13EE8B7CC513}"/>
                    </a:ext>
                  </a:extLst>
                </p14:cNvPr>
                <p14:cNvContentPartPr/>
                <p14:nvPr/>
              </p14:nvContentPartPr>
              <p14:xfrm>
                <a:off x="2755545" y="323520"/>
                <a:ext cx="135360" cy="23040"/>
              </p14:xfrm>
            </p:contentPart>
          </mc:Choice>
          <mc:Fallback xmlns="">
            <p:pic>
              <p:nvPicPr>
                <p:cNvPr id="11" name="Ink 10">
                  <a:extLst>
                    <a:ext uri="{FF2B5EF4-FFF2-40B4-BE49-F238E27FC236}">
                      <a16:creationId xmlns:a16="http://schemas.microsoft.com/office/drawing/2014/main" id="{68A5E402-2DB5-45EC-801B-13EE8B7CC513}"/>
                    </a:ext>
                  </a:extLst>
                </p:cNvPr>
                <p:cNvPicPr/>
                <p:nvPr/>
              </p:nvPicPr>
              <p:blipFill>
                <a:blip r:embed="rId29"/>
                <a:stretch>
                  <a:fillRect/>
                </a:stretch>
              </p:blipFill>
              <p:spPr>
                <a:xfrm>
                  <a:off x="2749425" y="317400"/>
                  <a:ext cx="1476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Ink 11">
                  <a:extLst>
                    <a:ext uri="{FF2B5EF4-FFF2-40B4-BE49-F238E27FC236}">
                      <a16:creationId xmlns:a16="http://schemas.microsoft.com/office/drawing/2014/main" id="{39572A86-E9FE-CFD6-B8DE-CAA3C1F01AEF}"/>
                    </a:ext>
                  </a:extLst>
                </p14:cNvPr>
                <p14:cNvContentPartPr/>
                <p14:nvPr/>
              </p14:nvContentPartPr>
              <p14:xfrm>
                <a:off x="3016185" y="263760"/>
                <a:ext cx="162720" cy="185400"/>
              </p14:xfrm>
            </p:contentPart>
          </mc:Choice>
          <mc:Fallback xmlns="">
            <p:pic>
              <p:nvPicPr>
                <p:cNvPr id="12" name="Ink 11">
                  <a:extLst>
                    <a:ext uri="{FF2B5EF4-FFF2-40B4-BE49-F238E27FC236}">
                      <a16:creationId xmlns:a16="http://schemas.microsoft.com/office/drawing/2014/main" id="{39572A86-E9FE-CFD6-B8DE-CAA3C1F01AEF}"/>
                    </a:ext>
                  </a:extLst>
                </p:cNvPr>
                <p:cNvPicPr/>
                <p:nvPr/>
              </p:nvPicPr>
              <p:blipFill>
                <a:blip r:embed="rId31"/>
                <a:stretch>
                  <a:fillRect/>
                </a:stretch>
              </p:blipFill>
              <p:spPr>
                <a:xfrm>
                  <a:off x="3010065" y="257640"/>
                  <a:ext cx="1749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3" name="Ink 12">
                  <a:extLst>
                    <a:ext uri="{FF2B5EF4-FFF2-40B4-BE49-F238E27FC236}">
                      <a16:creationId xmlns:a16="http://schemas.microsoft.com/office/drawing/2014/main" id="{9CEA1AC0-F87F-EEDD-DCED-507D6DE43D50}"/>
                    </a:ext>
                  </a:extLst>
                </p14:cNvPr>
                <p14:cNvContentPartPr/>
                <p14:nvPr/>
              </p14:nvContentPartPr>
              <p14:xfrm>
                <a:off x="3271065" y="341880"/>
                <a:ext cx="167400" cy="174240"/>
              </p14:xfrm>
            </p:contentPart>
          </mc:Choice>
          <mc:Fallback xmlns="">
            <p:pic>
              <p:nvPicPr>
                <p:cNvPr id="13" name="Ink 12">
                  <a:extLst>
                    <a:ext uri="{FF2B5EF4-FFF2-40B4-BE49-F238E27FC236}">
                      <a16:creationId xmlns:a16="http://schemas.microsoft.com/office/drawing/2014/main" id="{9CEA1AC0-F87F-EEDD-DCED-507D6DE43D50}"/>
                    </a:ext>
                  </a:extLst>
                </p:cNvPr>
                <p:cNvPicPr/>
                <p:nvPr/>
              </p:nvPicPr>
              <p:blipFill>
                <a:blip r:embed="rId33"/>
                <a:stretch>
                  <a:fillRect/>
                </a:stretch>
              </p:blipFill>
              <p:spPr>
                <a:xfrm>
                  <a:off x="3264945" y="335760"/>
                  <a:ext cx="1796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4" name="Ink 13">
                  <a:extLst>
                    <a:ext uri="{FF2B5EF4-FFF2-40B4-BE49-F238E27FC236}">
                      <a16:creationId xmlns:a16="http://schemas.microsoft.com/office/drawing/2014/main" id="{87B72BDD-9859-E77D-65DF-4545FCA676F4}"/>
                    </a:ext>
                  </a:extLst>
                </p14:cNvPr>
                <p14:cNvContentPartPr/>
                <p14:nvPr/>
              </p14:nvContentPartPr>
              <p14:xfrm>
                <a:off x="3628185" y="189600"/>
                <a:ext cx="105120" cy="279000"/>
              </p14:xfrm>
            </p:contentPart>
          </mc:Choice>
          <mc:Fallback xmlns="">
            <p:pic>
              <p:nvPicPr>
                <p:cNvPr id="14" name="Ink 13">
                  <a:extLst>
                    <a:ext uri="{FF2B5EF4-FFF2-40B4-BE49-F238E27FC236}">
                      <a16:creationId xmlns:a16="http://schemas.microsoft.com/office/drawing/2014/main" id="{87B72BDD-9859-E77D-65DF-4545FCA676F4}"/>
                    </a:ext>
                  </a:extLst>
                </p:cNvPr>
                <p:cNvPicPr/>
                <p:nvPr/>
              </p:nvPicPr>
              <p:blipFill>
                <a:blip r:embed="rId35"/>
                <a:stretch>
                  <a:fillRect/>
                </a:stretch>
              </p:blipFill>
              <p:spPr>
                <a:xfrm>
                  <a:off x="3622065" y="183480"/>
                  <a:ext cx="1173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5" name="Ink 14">
                  <a:extLst>
                    <a:ext uri="{FF2B5EF4-FFF2-40B4-BE49-F238E27FC236}">
                      <a16:creationId xmlns:a16="http://schemas.microsoft.com/office/drawing/2014/main" id="{55892D59-5580-0DF5-D4FE-B1714A08FB3D}"/>
                    </a:ext>
                  </a:extLst>
                </p14:cNvPr>
                <p14:cNvContentPartPr/>
                <p14:nvPr/>
              </p14:nvContentPartPr>
              <p14:xfrm>
                <a:off x="3897465" y="236040"/>
                <a:ext cx="34920" cy="247320"/>
              </p14:xfrm>
            </p:contentPart>
          </mc:Choice>
          <mc:Fallback xmlns="">
            <p:pic>
              <p:nvPicPr>
                <p:cNvPr id="15" name="Ink 14">
                  <a:extLst>
                    <a:ext uri="{FF2B5EF4-FFF2-40B4-BE49-F238E27FC236}">
                      <a16:creationId xmlns:a16="http://schemas.microsoft.com/office/drawing/2014/main" id="{55892D59-5580-0DF5-D4FE-B1714A08FB3D}"/>
                    </a:ext>
                  </a:extLst>
                </p:cNvPr>
                <p:cNvPicPr/>
                <p:nvPr/>
              </p:nvPicPr>
              <p:blipFill>
                <a:blip r:embed="rId37"/>
                <a:stretch>
                  <a:fillRect/>
                </a:stretch>
              </p:blipFill>
              <p:spPr>
                <a:xfrm>
                  <a:off x="3891345" y="229920"/>
                  <a:ext cx="471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6" name="Ink 15">
                  <a:extLst>
                    <a:ext uri="{FF2B5EF4-FFF2-40B4-BE49-F238E27FC236}">
                      <a16:creationId xmlns:a16="http://schemas.microsoft.com/office/drawing/2014/main" id="{F4001B4A-85BA-523F-D11E-658D912B6315}"/>
                    </a:ext>
                  </a:extLst>
                </p14:cNvPr>
                <p14:cNvContentPartPr/>
                <p14:nvPr/>
              </p14:nvContentPartPr>
              <p14:xfrm>
                <a:off x="3865425" y="353040"/>
                <a:ext cx="133920" cy="125280"/>
              </p14:xfrm>
            </p:contentPart>
          </mc:Choice>
          <mc:Fallback xmlns="">
            <p:pic>
              <p:nvPicPr>
                <p:cNvPr id="16" name="Ink 15">
                  <a:extLst>
                    <a:ext uri="{FF2B5EF4-FFF2-40B4-BE49-F238E27FC236}">
                      <a16:creationId xmlns:a16="http://schemas.microsoft.com/office/drawing/2014/main" id="{F4001B4A-85BA-523F-D11E-658D912B6315}"/>
                    </a:ext>
                  </a:extLst>
                </p:cNvPr>
                <p:cNvPicPr/>
                <p:nvPr/>
              </p:nvPicPr>
              <p:blipFill>
                <a:blip r:embed="rId39"/>
                <a:stretch>
                  <a:fillRect/>
                </a:stretch>
              </p:blipFill>
              <p:spPr>
                <a:xfrm>
                  <a:off x="3859305" y="346920"/>
                  <a:ext cx="146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 name="Ink 16">
                  <a:extLst>
                    <a:ext uri="{FF2B5EF4-FFF2-40B4-BE49-F238E27FC236}">
                      <a16:creationId xmlns:a16="http://schemas.microsoft.com/office/drawing/2014/main" id="{B5A31795-039D-BA1E-DFF0-7FDAB8FC2A15}"/>
                    </a:ext>
                  </a:extLst>
                </p14:cNvPr>
                <p14:cNvContentPartPr/>
                <p14:nvPr/>
              </p14:nvContentPartPr>
              <p14:xfrm>
                <a:off x="4179705" y="279240"/>
                <a:ext cx="61200" cy="129960"/>
              </p14:xfrm>
            </p:contentPart>
          </mc:Choice>
          <mc:Fallback xmlns="">
            <p:pic>
              <p:nvPicPr>
                <p:cNvPr id="17" name="Ink 16">
                  <a:extLst>
                    <a:ext uri="{FF2B5EF4-FFF2-40B4-BE49-F238E27FC236}">
                      <a16:creationId xmlns:a16="http://schemas.microsoft.com/office/drawing/2014/main" id="{B5A31795-039D-BA1E-DFF0-7FDAB8FC2A15}"/>
                    </a:ext>
                  </a:extLst>
                </p:cNvPr>
                <p:cNvPicPr/>
                <p:nvPr/>
              </p:nvPicPr>
              <p:blipFill>
                <a:blip r:embed="rId41"/>
                <a:stretch>
                  <a:fillRect/>
                </a:stretch>
              </p:blipFill>
              <p:spPr>
                <a:xfrm>
                  <a:off x="4173585" y="273120"/>
                  <a:ext cx="73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8" name="Ink 17">
                  <a:extLst>
                    <a:ext uri="{FF2B5EF4-FFF2-40B4-BE49-F238E27FC236}">
                      <a16:creationId xmlns:a16="http://schemas.microsoft.com/office/drawing/2014/main" id="{4E92880A-FC05-67E5-5B81-A4E103255D76}"/>
                    </a:ext>
                  </a:extLst>
                </p14:cNvPr>
                <p14:cNvContentPartPr/>
                <p14:nvPr/>
              </p14:nvContentPartPr>
              <p14:xfrm>
                <a:off x="4379505" y="325320"/>
                <a:ext cx="180000" cy="124920"/>
              </p14:xfrm>
            </p:contentPart>
          </mc:Choice>
          <mc:Fallback xmlns="">
            <p:pic>
              <p:nvPicPr>
                <p:cNvPr id="18" name="Ink 17">
                  <a:extLst>
                    <a:ext uri="{FF2B5EF4-FFF2-40B4-BE49-F238E27FC236}">
                      <a16:creationId xmlns:a16="http://schemas.microsoft.com/office/drawing/2014/main" id="{4E92880A-FC05-67E5-5B81-A4E103255D76}"/>
                    </a:ext>
                  </a:extLst>
                </p:cNvPr>
                <p:cNvPicPr/>
                <p:nvPr/>
              </p:nvPicPr>
              <p:blipFill>
                <a:blip r:embed="rId43"/>
                <a:stretch>
                  <a:fillRect/>
                </a:stretch>
              </p:blipFill>
              <p:spPr>
                <a:xfrm>
                  <a:off x="4373385" y="319200"/>
                  <a:ext cx="1922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 name="Ink 4">
                  <a:extLst>
                    <a:ext uri="{FF2B5EF4-FFF2-40B4-BE49-F238E27FC236}">
                      <a16:creationId xmlns:a16="http://schemas.microsoft.com/office/drawing/2014/main" id="{ED8F67F4-5A1D-29CD-5A45-C14F5DDA980F}"/>
                    </a:ext>
                  </a:extLst>
                </p14:cNvPr>
                <p14:cNvContentPartPr/>
                <p14:nvPr/>
              </p14:nvContentPartPr>
              <p14:xfrm>
                <a:off x="1273065" y="136095"/>
                <a:ext cx="488520" cy="485280"/>
              </p14:xfrm>
            </p:contentPart>
          </mc:Choice>
          <mc:Fallback xmlns="">
            <p:pic>
              <p:nvPicPr>
                <p:cNvPr id="5" name="Ink 4">
                  <a:extLst>
                    <a:ext uri="{FF2B5EF4-FFF2-40B4-BE49-F238E27FC236}">
                      <a16:creationId xmlns:a16="http://schemas.microsoft.com/office/drawing/2014/main" id="{ED8F67F4-5A1D-29CD-5A45-C14F5DDA980F}"/>
                    </a:ext>
                  </a:extLst>
                </p:cNvPr>
                <p:cNvPicPr/>
                <p:nvPr/>
              </p:nvPicPr>
              <p:blipFill>
                <a:blip r:embed="rId45"/>
                <a:stretch>
                  <a:fillRect/>
                </a:stretch>
              </p:blipFill>
              <p:spPr>
                <a:xfrm>
                  <a:off x="1266945" y="129975"/>
                  <a:ext cx="50076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 name="Ink 5">
                  <a:extLst>
                    <a:ext uri="{FF2B5EF4-FFF2-40B4-BE49-F238E27FC236}">
                      <a16:creationId xmlns:a16="http://schemas.microsoft.com/office/drawing/2014/main" id="{CD875A80-862C-683F-CA8C-2F614DCE09B8}"/>
                    </a:ext>
                  </a:extLst>
                </p14:cNvPr>
                <p14:cNvContentPartPr/>
                <p14:nvPr/>
              </p14:nvContentPartPr>
              <p14:xfrm>
                <a:off x="1875345" y="397095"/>
                <a:ext cx="75960" cy="220680"/>
              </p14:xfrm>
            </p:contentPart>
          </mc:Choice>
          <mc:Fallback xmlns="">
            <p:pic>
              <p:nvPicPr>
                <p:cNvPr id="6" name="Ink 5">
                  <a:extLst>
                    <a:ext uri="{FF2B5EF4-FFF2-40B4-BE49-F238E27FC236}">
                      <a16:creationId xmlns:a16="http://schemas.microsoft.com/office/drawing/2014/main" id="{CD875A80-862C-683F-CA8C-2F614DCE09B8}"/>
                    </a:ext>
                  </a:extLst>
                </p:cNvPr>
                <p:cNvPicPr/>
                <p:nvPr/>
              </p:nvPicPr>
              <p:blipFill>
                <a:blip r:embed="rId47"/>
                <a:stretch>
                  <a:fillRect/>
                </a:stretch>
              </p:blipFill>
              <p:spPr>
                <a:xfrm>
                  <a:off x="1869225" y="390975"/>
                  <a:ext cx="882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 name="Ink 6">
                  <a:extLst>
                    <a:ext uri="{FF2B5EF4-FFF2-40B4-BE49-F238E27FC236}">
                      <a16:creationId xmlns:a16="http://schemas.microsoft.com/office/drawing/2014/main" id="{5F90B147-945A-A20F-5D32-FB69FC5287AC}"/>
                    </a:ext>
                  </a:extLst>
                </p14:cNvPr>
                <p14:cNvContentPartPr/>
                <p14:nvPr/>
              </p14:nvContentPartPr>
              <p14:xfrm>
                <a:off x="2085225" y="182175"/>
                <a:ext cx="46800" cy="333720"/>
              </p14:xfrm>
            </p:contentPart>
          </mc:Choice>
          <mc:Fallback xmlns="">
            <p:pic>
              <p:nvPicPr>
                <p:cNvPr id="7" name="Ink 6">
                  <a:extLst>
                    <a:ext uri="{FF2B5EF4-FFF2-40B4-BE49-F238E27FC236}">
                      <a16:creationId xmlns:a16="http://schemas.microsoft.com/office/drawing/2014/main" id="{5F90B147-945A-A20F-5D32-FB69FC5287AC}"/>
                    </a:ext>
                  </a:extLst>
                </p:cNvPr>
                <p:cNvPicPr/>
                <p:nvPr/>
              </p:nvPicPr>
              <p:blipFill>
                <a:blip r:embed="rId49"/>
                <a:stretch>
                  <a:fillRect/>
                </a:stretch>
              </p:blipFill>
              <p:spPr>
                <a:xfrm>
                  <a:off x="2079105" y="176055"/>
                  <a:ext cx="5904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 name="Ink 7">
                  <a:extLst>
                    <a:ext uri="{FF2B5EF4-FFF2-40B4-BE49-F238E27FC236}">
                      <a16:creationId xmlns:a16="http://schemas.microsoft.com/office/drawing/2014/main" id="{AED0227B-EC0B-22BD-4BEA-6836E803C1FA}"/>
                    </a:ext>
                  </a:extLst>
                </p14:cNvPr>
                <p14:cNvContentPartPr/>
                <p14:nvPr/>
              </p14:nvContentPartPr>
              <p14:xfrm>
                <a:off x="2044545" y="389175"/>
                <a:ext cx="110160" cy="25920"/>
              </p14:xfrm>
            </p:contentPart>
          </mc:Choice>
          <mc:Fallback xmlns="">
            <p:pic>
              <p:nvPicPr>
                <p:cNvPr id="8" name="Ink 7">
                  <a:extLst>
                    <a:ext uri="{FF2B5EF4-FFF2-40B4-BE49-F238E27FC236}">
                      <a16:creationId xmlns:a16="http://schemas.microsoft.com/office/drawing/2014/main" id="{AED0227B-EC0B-22BD-4BEA-6836E803C1FA}"/>
                    </a:ext>
                  </a:extLst>
                </p:cNvPr>
                <p:cNvPicPr/>
                <p:nvPr/>
              </p:nvPicPr>
              <p:blipFill>
                <a:blip r:embed="rId51"/>
                <a:stretch>
                  <a:fillRect/>
                </a:stretch>
              </p:blipFill>
              <p:spPr>
                <a:xfrm>
                  <a:off x="2038425" y="383055"/>
                  <a:ext cx="122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EC72E23E-36A5-7D1C-92D5-285B11137D5B}"/>
                    </a:ext>
                  </a:extLst>
                </p14:cNvPr>
                <p14:cNvContentPartPr/>
                <p14:nvPr/>
              </p14:nvContentPartPr>
              <p14:xfrm>
                <a:off x="202065" y="938400"/>
                <a:ext cx="585360" cy="111960"/>
              </p14:xfrm>
            </p:contentPart>
          </mc:Choice>
          <mc:Fallback xmlns="">
            <p:pic>
              <p:nvPicPr>
                <p:cNvPr id="33" name="Ink 32">
                  <a:extLst>
                    <a:ext uri="{FF2B5EF4-FFF2-40B4-BE49-F238E27FC236}">
                      <a16:creationId xmlns:a16="http://schemas.microsoft.com/office/drawing/2014/main" id="{EC72E23E-36A5-7D1C-92D5-285B11137D5B}"/>
                    </a:ext>
                  </a:extLst>
                </p:cNvPr>
                <p:cNvPicPr/>
                <p:nvPr/>
              </p:nvPicPr>
              <p:blipFill>
                <a:blip r:embed="rId53"/>
                <a:stretch>
                  <a:fillRect/>
                </a:stretch>
              </p:blipFill>
              <p:spPr>
                <a:xfrm>
                  <a:off x="195945" y="932280"/>
                  <a:ext cx="5976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A20CCA25-B1DA-5D79-7774-06DA2BC2B53A}"/>
                    </a:ext>
                  </a:extLst>
                </p14:cNvPr>
                <p14:cNvContentPartPr/>
                <p14:nvPr/>
              </p14:nvContentPartPr>
              <p14:xfrm>
                <a:off x="301785" y="1013640"/>
                <a:ext cx="208080" cy="421920"/>
              </p14:xfrm>
            </p:contentPart>
          </mc:Choice>
          <mc:Fallback xmlns="">
            <p:pic>
              <p:nvPicPr>
                <p:cNvPr id="34" name="Ink 33">
                  <a:extLst>
                    <a:ext uri="{FF2B5EF4-FFF2-40B4-BE49-F238E27FC236}">
                      <a16:creationId xmlns:a16="http://schemas.microsoft.com/office/drawing/2014/main" id="{A20CCA25-B1DA-5D79-7774-06DA2BC2B53A}"/>
                    </a:ext>
                  </a:extLst>
                </p:cNvPr>
                <p:cNvPicPr/>
                <p:nvPr/>
              </p:nvPicPr>
              <p:blipFill>
                <a:blip r:embed="rId55"/>
                <a:stretch>
                  <a:fillRect/>
                </a:stretch>
              </p:blipFill>
              <p:spPr>
                <a:xfrm>
                  <a:off x="295665" y="1007520"/>
                  <a:ext cx="22032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8B98BED6-6233-1203-BDD2-58CABB6002CF}"/>
                    </a:ext>
                  </a:extLst>
                </p14:cNvPr>
                <p14:cNvContentPartPr/>
                <p14:nvPr/>
              </p14:nvContentPartPr>
              <p14:xfrm>
                <a:off x="658905" y="940560"/>
                <a:ext cx="412200" cy="678960"/>
              </p14:xfrm>
            </p:contentPart>
          </mc:Choice>
          <mc:Fallback xmlns="">
            <p:pic>
              <p:nvPicPr>
                <p:cNvPr id="36" name="Ink 35">
                  <a:extLst>
                    <a:ext uri="{FF2B5EF4-FFF2-40B4-BE49-F238E27FC236}">
                      <a16:creationId xmlns:a16="http://schemas.microsoft.com/office/drawing/2014/main" id="{8B98BED6-6233-1203-BDD2-58CABB6002CF}"/>
                    </a:ext>
                  </a:extLst>
                </p:cNvPr>
                <p:cNvPicPr/>
                <p:nvPr/>
              </p:nvPicPr>
              <p:blipFill>
                <a:blip r:embed="rId57"/>
                <a:stretch>
                  <a:fillRect/>
                </a:stretch>
              </p:blipFill>
              <p:spPr>
                <a:xfrm>
                  <a:off x="652785" y="934440"/>
                  <a:ext cx="424440" cy="691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91F01256-71C5-CD07-DC7D-E02DDEC1BB96}"/>
                    </a:ext>
                  </a:extLst>
                </p14:cNvPr>
                <p14:cNvContentPartPr/>
                <p14:nvPr/>
              </p14:nvContentPartPr>
              <p14:xfrm>
                <a:off x="996945" y="892680"/>
                <a:ext cx="217080" cy="505080"/>
              </p14:xfrm>
            </p:contentPart>
          </mc:Choice>
          <mc:Fallback xmlns="">
            <p:pic>
              <p:nvPicPr>
                <p:cNvPr id="37" name="Ink 36">
                  <a:extLst>
                    <a:ext uri="{FF2B5EF4-FFF2-40B4-BE49-F238E27FC236}">
                      <a16:creationId xmlns:a16="http://schemas.microsoft.com/office/drawing/2014/main" id="{91F01256-71C5-CD07-DC7D-E02DDEC1BB96}"/>
                    </a:ext>
                  </a:extLst>
                </p:cNvPr>
                <p:cNvPicPr/>
                <p:nvPr/>
              </p:nvPicPr>
              <p:blipFill>
                <a:blip r:embed="rId59"/>
                <a:stretch>
                  <a:fillRect/>
                </a:stretch>
              </p:blipFill>
              <p:spPr>
                <a:xfrm>
                  <a:off x="990825" y="886560"/>
                  <a:ext cx="22932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55FA027E-5992-8FD8-9B40-8618550267FF}"/>
                    </a:ext>
                  </a:extLst>
                </p14:cNvPr>
                <p14:cNvContentPartPr/>
                <p14:nvPr/>
              </p14:nvContentPartPr>
              <p14:xfrm>
                <a:off x="1319865" y="1284360"/>
                <a:ext cx="125280" cy="160920"/>
              </p14:xfrm>
            </p:contentPart>
          </mc:Choice>
          <mc:Fallback xmlns="">
            <p:pic>
              <p:nvPicPr>
                <p:cNvPr id="38" name="Ink 37">
                  <a:extLst>
                    <a:ext uri="{FF2B5EF4-FFF2-40B4-BE49-F238E27FC236}">
                      <a16:creationId xmlns:a16="http://schemas.microsoft.com/office/drawing/2014/main" id="{55FA027E-5992-8FD8-9B40-8618550267FF}"/>
                    </a:ext>
                  </a:extLst>
                </p:cNvPr>
                <p:cNvPicPr/>
                <p:nvPr/>
              </p:nvPicPr>
              <p:blipFill>
                <a:blip r:embed="rId61"/>
                <a:stretch>
                  <a:fillRect/>
                </a:stretch>
              </p:blipFill>
              <p:spPr>
                <a:xfrm>
                  <a:off x="1313745" y="1278240"/>
                  <a:ext cx="1375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6C72A78A-2BA1-4487-5365-8C81E88966E9}"/>
                    </a:ext>
                  </a:extLst>
                </p14:cNvPr>
                <p14:cNvContentPartPr/>
                <p14:nvPr/>
              </p14:nvContentPartPr>
              <p14:xfrm>
                <a:off x="1562145" y="1321440"/>
                <a:ext cx="55440" cy="113040"/>
              </p14:xfrm>
            </p:contentPart>
          </mc:Choice>
          <mc:Fallback xmlns="">
            <p:pic>
              <p:nvPicPr>
                <p:cNvPr id="39" name="Ink 38">
                  <a:extLst>
                    <a:ext uri="{FF2B5EF4-FFF2-40B4-BE49-F238E27FC236}">
                      <a16:creationId xmlns:a16="http://schemas.microsoft.com/office/drawing/2014/main" id="{6C72A78A-2BA1-4487-5365-8C81E88966E9}"/>
                    </a:ext>
                  </a:extLst>
                </p:cNvPr>
                <p:cNvPicPr/>
                <p:nvPr/>
              </p:nvPicPr>
              <p:blipFill>
                <a:blip r:embed="rId63"/>
                <a:stretch>
                  <a:fillRect/>
                </a:stretch>
              </p:blipFill>
              <p:spPr>
                <a:xfrm>
                  <a:off x="1556025" y="1315320"/>
                  <a:ext cx="676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E46EA0BE-0A1C-0995-E5B5-9E05EC3D757A}"/>
                    </a:ext>
                  </a:extLst>
                </p14:cNvPr>
                <p14:cNvContentPartPr/>
                <p14:nvPr/>
              </p14:nvContentPartPr>
              <p14:xfrm>
                <a:off x="1896585" y="818880"/>
                <a:ext cx="212400" cy="430560"/>
              </p14:xfrm>
            </p:contentPart>
          </mc:Choice>
          <mc:Fallback xmlns="">
            <p:pic>
              <p:nvPicPr>
                <p:cNvPr id="40" name="Ink 39">
                  <a:extLst>
                    <a:ext uri="{FF2B5EF4-FFF2-40B4-BE49-F238E27FC236}">
                      <a16:creationId xmlns:a16="http://schemas.microsoft.com/office/drawing/2014/main" id="{E46EA0BE-0A1C-0995-E5B5-9E05EC3D757A}"/>
                    </a:ext>
                  </a:extLst>
                </p:cNvPr>
                <p:cNvPicPr/>
                <p:nvPr/>
              </p:nvPicPr>
              <p:blipFill>
                <a:blip r:embed="rId65"/>
                <a:stretch>
                  <a:fillRect/>
                </a:stretch>
              </p:blipFill>
              <p:spPr>
                <a:xfrm>
                  <a:off x="1890465" y="812760"/>
                  <a:ext cx="22464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1A20CB90-E9D5-FE11-9433-E0B9B7A344A6}"/>
                    </a:ext>
                  </a:extLst>
                </p14:cNvPr>
                <p14:cNvContentPartPr/>
                <p14:nvPr/>
              </p14:nvContentPartPr>
              <p14:xfrm>
                <a:off x="2159025" y="1138200"/>
                <a:ext cx="79200" cy="131040"/>
              </p14:xfrm>
            </p:contentPart>
          </mc:Choice>
          <mc:Fallback xmlns="">
            <p:pic>
              <p:nvPicPr>
                <p:cNvPr id="41" name="Ink 40">
                  <a:extLst>
                    <a:ext uri="{FF2B5EF4-FFF2-40B4-BE49-F238E27FC236}">
                      <a16:creationId xmlns:a16="http://schemas.microsoft.com/office/drawing/2014/main" id="{1A20CB90-E9D5-FE11-9433-E0B9B7A344A6}"/>
                    </a:ext>
                  </a:extLst>
                </p:cNvPr>
                <p:cNvPicPr/>
                <p:nvPr/>
              </p:nvPicPr>
              <p:blipFill>
                <a:blip r:embed="rId67"/>
                <a:stretch>
                  <a:fillRect/>
                </a:stretch>
              </p:blipFill>
              <p:spPr>
                <a:xfrm>
                  <a:off x="2152905" y="1132080"/>
                  <a:ext cx="914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9C3ED05D-1934-3D96-287D-E1FB4D7AF80A}"/>
                    </a:ext>
                  </a:extLst>
                </p14:cNvPr>
                <p14:cNvContentPartPr/>
                <p14:nvPr/>
              </p14:nvContentPartPr>
              <p14:xfrm>
                <a:off x="2139585" y="704400"/>
                <a:ext cx="291240" cy="845640"/>
              </p14:xfrm>
            </p:contentPart>
          </mc:Choice>
          <mc:Fallback xmlns="">
            <p:pic>
              <p:nvPicPr>
                <p:cNvPr id="42" name="Ink 41">
                  <a:extLst>
                    <a:ext uri="{FF2B5EF4-FFF2-40B4-BE49-F238E27FC236}">
                      <a16:creationId xmlns:a16="http://schemas.microsoft.com/office/drawing/2014/main" id="{9C3ED05D-1934-3D96-287D-E1FB4D7AF80A}"/>
                    </a:ext>
                  </a:extLst>
                </p:cNvPr>
                <p:cNvPicPr/>
                <p:nvPr/>
              </p:nvPicPr>
              <p:blipFill>
                <a:blip r:embed="rId69"/>
                <a:stretch>
                  <a:fillRect/>
                </a:stretch>
              </p:blipFill>
              <p:spPr>
                <a:xfrm>
                  <a:off x="2133465" y="698280"/>
                  <a:ext cx="303480" cy="857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1E1B696B-A7FC-F705-03BC-C2632FEE3E24}"/>
                    </a:ext>
                  </a:extLst>
                </p14:cNvPr>
                <p14:cNvContentPartPr/>
                <p14:nvPr/>
              </p14:nvContentPartPr>
              <p14:xfrm>
                <a:off x="2721345" y="977640"/>
                <a:ext cx="135360" cy="45720"/>
              </p14:xfrm>
            </p:contentPart>
          </mc:Choice>
          <mc:Fallback xmlns="">
            <p:pic>
              <p:nvPicPr>
                <p:cNvPr id="43" name="Ink 42">
                  <a:extLst>
                    <a:ext uri="{FF2B5EF4-FFF2-40B4-BE49-F238E27FC236}">
                      <a16:creationId xmlns:a16="http://schemas.microsoft.com/office/drawing/2014/main" id="{1E1B696B-A7FC-F705-03BC-C2632FEE3E24}"/>
                    </a:ext>
                  </a:extLst>
                </p:cNvPr>
                <p:cNvPicPr/>
                <p:nvPr/>
              </p:nvPicPr>
              <p:blipFill>
                <a:blip r:embed="rId71"/>
                <a:stretch>
                  <a:fillRect/>
                </a:stretch>
              </p:blipFill>
              <p:spPr>
                <a:xfrm>
                  <a:off x="2715225" y="971520"/>
                  <a:ext cx="1476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30A95602-7DF2-E5F5-CFB1-312EF6EF28A0}"/>
                    </a:ext>
                  </a:extLst>
                </p14:cNvPr>
                <p14:cNvContentPartPr/>
                <p14:nvPr/>
              </p14:nvContentPartPr>
              <p14:xfrm>
                <a:off x="2732865" y="1245120"/>
                <a:ext cx="126000" cy="31320"/>
              </p14:xfrm>
            </p:contentPart>
          </mc:Choice>
          <mc:Fallback xmlns="">
            <p:pic>
              <p:nvPicPr>
                <p:cNvPr id="44" name="Ink 43">
                  <a:extLst>
                    <a:ext uri="{FF2B5EF4-FFF2-40B4-BE49-F238E27FC236}">
                      <a16:creationId xmlns:a16="http://schemas.microsoft.com/office/drawing/2014/main" id="{30A95602-7DF2-E5F5-CFB1-312EF6EF28A0}"/>
                    </a:ext>
                  </a:extLst>
                </p:cNvPr>
                <p:cNvPicPr/>
                <p:nvPr/>
              </p:nvPicPr>
              <p:blipFill>
                <a:blip r:embed="rId73"/>
                <a:stretch>
                  <a:fillRect/>
                </a:stretch>
              </p:blipFill>
              <p:spPr>
                <a:xfrm>
                  <a:off x="2726745" y="1239000"/>
                  <a:ext cx="138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A185D5BC-A8CB-3A61-8CCD-D15DBF0EB488}"/>
                    </a:ext>
                  </a:extLst>
                </p14:cNvPr>
                <p14:cNvContentPartPr/>
                <p14:nvPr/>
              </p14:nvContentPartPr>
              <p14:xfrm>
                <a:off x="3203745" y="656880"/>
                <a:ext cx="57240" cy="394200"/>
              </p14:xfrm>
            </p:contentPart>
          </mc:Choice>
          <mc:Fallback xmlns="">
            <p:pic>
              <p:nvPicPr>
                <p:cNvPr id="46" name="Ink 45">
                  <a:extLst>
                    <a:ext uri="{FF2B5EF4-FFF2-40B4-BE49-F238E27FC236}">
                      <a16:creationId xmlns:a16="http://schemas.microsoft.com/office/drawing/2014/main" id="{A185D5BC-A8CB-3A61-8CCD-D15DBF0EB488}"/>
                    </a:ext>
                  </a:extLst>
                </p:cNvPr>
                <p:cNvPicPr/>
                <p:nvPr/>
              </p:nvPicPr>
              <p:blipFill>
                <a:blip r:embed="rId75"/>
                <a:stretch>
                  <a:fillRect/>
                </a:stretch>
              </p:blipFill>
              <p:spPr>
                <a:xfrm>
                  <a:off x="3197625" y="650760"/>
                  <a:ext cx="6948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1D437805-3C41-94E4-F412-8B047B853858}"/>
                    </a:ext>
                  </a:extLst>
                </p14:cNvPr>
                <p14:cNvContentPartPr/>
                <p14:nvPr/>
              </p14:nvContentPartPr>
              <p14:xfrm>
                <a:off x="3048225" y="1167000"/>
                <a:ext cx="506880" cy="54000"/>
              </p14:xfrm>
            </p:contentPart>
          </mc:Choice>
          <mc:Fallback xmlns="">
            <p:pic>
              <p:nvPicPr>
                <p:cNvPr id="47" name="Ink 46">
                  <a:extLst>
                    <a:ext uri="{FF2B5EF4-FFF2-40B4-BE49-F238E27FC236}">
                      <a16:creationId xmlns:a16="http://schemas.microsoft.com/office/drawing/2014/main" id="{1D437805-3C41-94E4-F412-8B047B853858}"/>
                    </a:ext>
                  </a:extLst>
                </p:cNvPr>
                <p:cNvPicPr/>
                <p:nvPr/>
              </p:nvPicPr>
              <p:blipFill>
                <a:blip r:embed="rId77"/>
                <a:stretch>
                  <a:fillRect/>
                </a:stretch>
              </p:blipFill>
              <p:spPr>
                <a:xfrm>
                  <a:off x="3042105" y="1160880"/>
                  <a:ext cx="51912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3E318F15-8D50-B317-79E9-1640C2AC84A3}"/>
                    </a:ext>
                  </a:extLst>
                </p14:cNvPr>
                <p14:cNvContentPartPr/>
                <p14:nvPr/>
              </p14:nvContentPartPr>
              <p14:xfrm>
                <a:off x="3102585" y="1384080"/>
                <a:ext cx="259200" cy="336240"/>
              </p14:xfrm>
            </p:contentPart>
          </mc:Choice>
          <mc:Fallback xmlns="">
            <p:pic>
              <p:nvPicPr>
                <p:cNvPr id="48" name="Ink 47">
                  <a:extLst>
                    <a:ext uri="{FF2B5EF4-FFF2-40B4-BE49-F238E27FC236}">
                      <a16:creationId xmlns:a16="http://schemas.microsoft.com/office/drawing/2014/main" id="{3E318F15-8D50-B317-79E9-1640C2AC84A3}"/>
                    </a:ext>
                  </a:extLst>
                </p:cNvPr>
                <p:cNvPicPr/>
                <p:nvPr/>
              </p:nvPicPr>
              <p:blipFill>
                <a:blip r:embed="rId79"/>
                <a:stretch>
                  <a:fillRect/>
                </a:stretch>
              </p:blipFill>
              <p:spPr>
                <a:xfrm>
                  <a:off x="3096465" y="1377960"/>
                  <a:ext cx="27144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4F200D28-3082-EAA6-29C2-74B712165FEB}"/>
                    </a:ext>
                  </a:extLst>
                </p14:cNvPr>
                <p14:cNvContentPartPr/>
                <p14:nvPr/>
              </p14:nvContentPartPr>
              <p14:xfrm>
                <a:off x="3439185" y="1373280"/>
                <a:ext cx="414000" cy="237240"/>
              </p14:xfrm>
            </p:contentPart>
          </mc:Choice>
          <mc:Fallback xmlns="">
            <p:pic>
              <p:nvPicPr>
                <p:cNvPr id="49" name="Ink 48">
                  <a:extLst>
                    <a:ext uri="{FF2B5EF4-FFF2-40B4-BE49-F238E27FC236}">
                      <a16:creationId xmlns:a16="http://schemas.microsoft.com/office/drawing/2014/main" id="{4F200D28-3082-EAA6-29C2-74B712165FEB}"/>
                    </a:ext>
                  </a:extLst>
                </p:cNvPr>
                <p:cNvPicPr/>
                <p:nvPr/>
              </p:nvPicPr>
              <p:blipFill>
                <a:blip r:embed="rId81"/>
                <a:stretch>
                  <a:fillRect/>
                </a:stretch>
              </p:blipFill>
              <p:spPr>
                <a:xfrm>
                  <a:off x="3433065" y="1367160"/>
                  <a:ext cx="4262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A756E65E-F55C-4C96-CEB7-2F3BABF680C2}"/>
                    </a:ext>
                  </a:extLst>
                </p14:cNvPr>
                <p14:cNvContentPartPr/>
                <p14:nvPr/>
              </p14:nvContentPartPr>
              <p14:xfrm>
                <a:off x="3986745" y="767760"/>
                <a:ext cx="407160" cy="26280"/>
              </p14:xfrm>
            </p:contentPart>
          </mc:Choice>
          <mc:Fallback xmlns="">
            <p:pic>
              <p:nvPicPr>
                <p:cNvPr id="52" name="Ink 51">
                  <a:extLst>
                    <a:ext uri="{FF2B5EF4-FFF2-40B4-BE49-F238E27FC236}">
                      <a16:creationId xmlns:a16="http://schemas.microsoft.com/office/drawing/2014/main" id="{A756E65E-F55C-4C96-CEB7-2F3BABF680C2}"/>
                    </a:ext>
                  </a:extLst>
                </p:cNvPr>
                <p:cNvPicPr/>
                <p:nvPr/>
              </p:nvPicPr>
              <p:blipFill>
                <a:blip r:embed="rId83"/>
                <a:stretch>
                  <a:fillRect/>
                </a:stretch>
              </p:blipFill>
              <p:spPr>
                <a:xfrm>
                  <a:off x="3980625" y="761640"/>
                  <a:ext cx="4194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34CDCA17-ED4C-A373-0E62-1EA423AF2306}"/>
                    </a:ext>
                  </a:extLst>
                </p14:cNvPr>
                <p14:cNvContentPartPr/>
                <p14:nvPr/>
              </p14:nvContentPartPr>
              <p14:xfrm>
                <a:off x="3985665" y="829320"/>
                <a:ext cx="203400" cy="259920"/>
              </p14:xfrm>
            </p:contentPart>
          </mc:Choice>
          <mc:Fallback xmlns="">
            <p:pic>
              <p:nvPicPr>
                <p:cNvPr id="55" name="Ink 54">
                  <a:extLst>
                    <a:ext uri="{FF2B5EF4-FFF2-40B4-BE49-F238E27FC236}">
                      <a16:creationId xmlns:a16="http://schemas.microsoft.com/office/drawing/2014/main" id="{34CDCA17-ED4C-A373-0E62-1EA423AF2306}"/>
                    </a:ext>
                  </a:extLst>
                </p:cNvPr>
                <p:cNvPicPr/>
                <p:nvPr/>
              </p:nvPicPr>
              <p:blipFill>
                <a:blip r:embed="rId85"/>
                <a:stretch>
                  <a:fillRect/>
                </a:stretch>
              </p:blipFill>
              <p:spPr>
                <a:xfrm>
                  <a:off x="3979545" y="823200"/>
                  <a:ext cx="2156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2CA262A6-184C-560B-1A4C-76CE0F5799CB}"/>
                    </a:ext>
                  </a:extLst>
                </p14:cNvPr>
                <p14:cNvContentPartPr/>
                <p14:nvPr/>
              </p14:nvContentPartPr>
              <p14:xfrm>
                <a:off x="3982065" y="1084560"/>
                <a:ext cx="225360" cy="129960"/>
              </p14:xfrm>
            </p:contentPart>
          </mc:Choice>
          <mc:Fallback xmlns="">
            <p:pic>
              <p:nvPicPr>
                <p:cNvPr id="58" name="Ink 57">
                  <a:extLst>
                    <a:ext uri="{FF2B5EF4-FFF2-40B4-BE49-F238E27FC236}">
                      <a16:creationId xmlns:a16="http://schemas.microsoft.com/office/drawing/2014/main" id="{2CA262A6-184C-560B-1A4C-76CE0F5799CB}"/>
                    </a:ext>
                  </a:extLst>
                </p:cNvPr>
                <p:cNvPicPr/>
                <p:nvPr/>
              </p:nvPicPr>
              <p:blipFill>
                <a:blip r:embed="rId87"/>
                <a:stretch>
                  <a:fillRect/>
                </a:stretch>
              </p:blipFill>
              <p:spPr>
                <a:xfrm>
                  <a:off x="3975945" y="1078440"/>
                  <a:ext cx="237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804CAEFC-6125-FCE7-A5D3-63A01E5D5274}"/>
                    </a:ext>
                  </a:extLst>
                </p14:cNvPr>
                <p14:cNvContentPartPr/>
                <p14:nvPr/>
              </p14:nvContentPartPr>
              <p14:xfrm>
                <a:off x="3989625" y="1244040"/>
                <a:ext cx="655560" cy="27360"/>
              </p14:xfrm>
            </p:contentPart>
          </mc:Choice>
          <mc:Fallback xmlns="">
            <p:pic>
              <p:nvPicPr>
                <p:cNvPr id="59" name="Ink 58">
                  <a:extLst>
                    <a:ext uri="{FF2B5EF4-FFF2-40B4-BE49-F238E27FC236}">
                      <a16:creationId xmlns:a16="http://schemas.microsoft.com/office/drawing/2014/main" id="{804CAEFC-6125-FCE7-A5D3-63A01E5D5274}"/>
                    </a:ext>
                  </a:extLst>
                </p:cNvPr>
                <p:cNvPicPr/>
                <p:nvPr/>
              </p:nvPicPr>
              <p:blipFill>
                <a:blip r:embed="rId89"/>
                <a:stretch>
                  <a:fillRect/>
                </a:stretch>
              </p:blipFill>
              <p:spPr>
                <a:xfrm>
                  <a:off x="3983505" y="1237920"/>
                  <a:ext cx="6678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AD4CFF9E-19DE-AC87-CFFA-729C75E5E642}"/>
                    </a:ext>
                  </a:extLst>
                </p14:cNvPr>
                <p14:cNvContentPartPr/>
                <p14:nvPr/>
              </p14:nvContentPartPr>
              <p14:xfrm>
                <a:off x="3996825" y="1409640"/>
                <a:ext cx="104400" cy="140400"/>
              </p14:xfrm>
            </p:contentPart>
          </mc:Choice>
          <mc:Fallback xmlns="">
            <p:pic>
              <p:nvPicPr>
                <p:cNvPr id="61" name="Ink 60">
                  <a:extLst>
                    <a:ext uri="{FF2B5EF4-FFF2-40B4-BE49-F238E27FC236}">
                      <a16:creationId xmlns:a16="http://schemas.microsoft.com/office/drawing/2014/main" id="{AD4CFF9E-19DE-AC87-CFFA-729C75E5E642}"/>
                    </a:ext>
                  </a:extLst>
                </p:cNvPr>
                <p:cNvPicPr/>
                <p:nvPr/>
              </p:nvPicPr>
              <p:blipFill>
                <a:blip r:embed="rId91"/>
                <a:stretch>
                  <a:fillRect/>
                </a:stretch>
              </p:blipFill>
              <p:spPr>
                <a:xfrm>
                  <a:off x="3990705" y="1403520"/>
                  <a:ext cx="1166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CB323C0B-D285-F374-662D-1CD1F0AFA0E0}"/>
                    </a:ext>
                  </a:extLst>
                </p14:cNvPr>
                <p14:cNvContentPartPr/>
                <p14:nvPr/>
              </p14:nvContentPartPr>
              <p14:xfrm>
                <a:off x="4097625" y="1273920"/>
                <a:ext cx="18720" cy="8640"/>
              </p14:xfrm>
            </p:contentPart>
          </mc:Choice>
          <mc:Fallback xmlns="">
            <p:pic>
              <p:nvPicPr>
                <p:cNvPr id="62" name="Ink 61">
                  <a:extLst>
                    <a:ext uri="{FF2B5EF4-FFF2-40B4-BE49-F238E27FC236}">
                      <a16:creationId xmlns:a16="http://schemas.microsoft.com/office/drawing/2014/main" id="{CB323C0B-D285-F374-662D-1CD1F0AFA0E0}"/>
                    </a:ext>
                  </a:extLst>
                </p:cNvPr>
                <p:cNvPicPr/>
                <p:nvPr/>
              </p:nvPicPr>
              <p:blipFill>
                <a:blip r:embed="rId93"/>
                <a:stretch>
                  <a:fillRect/>
                </a:stretch>
              </p:blipFill>
              <p:spPr>
                <a:xfrm>
                  <a:off x="4091505" y="1267800"/>
                  <a:ext cx="309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6092CF3D-4062-5B2D-3EFC-E0F76097F7D5}"/>
                    </a:ext>
                  </a:extLst>
                </p14:cNvPr>
                <p14:cNvContentPartPr/>
                <p14:nvPr/>
              </p14:nvContentPartPr>
              <p14:xfrm>
                <a:off x="4201665" y="1413960"/>
                <a:ext cx="190080" cy="109800"/>
              </p14:xfrm>
            </p:contentPart>
          </mc:Choice>
          <mc:Fallback xmlns="">
            <p:pic>
              <p:nvPicPr>
                <p:cNvPr id="63" name="Ink 62">
                  <a:extLst>
                    <a:ext uri="{FF2B5EF4-FFF2-40B4-BE49-F238E27FC236}">
                      <a16:creationId xmlns:a16="http://schemas.microsoft.com/office/drawing/2014/main" id="{6092CF3D-4062-5B2D-3EFC-E0F76097F7D5}"/>
                    </a:ext>
                  </a:extLst>
                </p:cNvPr>
                <p:cNvPicPr/>
                <p:nvPr/>
              </p:nvPicPr>
              <p:blipFill>
                <a:blip r:embed="rId95"/>
                <a:stretch>
                  <a:fillRect/>
                </a:stretch>
              </p:blipFill>
              <p:spPr>
                <a:xfrm>
                  <a:off x="4195545" y="1407840"/>
                  <a:ext cx="2023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6AF7AAAC-2BE0-2048-0401-D6E5CB23151B}"/>
                    </a:ext>
                  </a:extLst>
                </p14:cNvPr>
                <p14:cNvContentPartPr/>
                <p14:nvPr/>
              </p14:nvContentPartPr>
              <p14:xfrm>
                <a:off x="4527105" y="1449960"/>
                <a:ext cx="37080" cy="50760"/>
              </p14:xfrm>
            </p:contentPart>
          </mc:Choice>
          <mc:Fallback xmlns="">
            <p:pic>
              <p:nvPicPr>
                <p:cNvPr id="64" name="Ink 63">
                  <a:extLst>
                    <a:ext uri="{FF2B5EF4-FFF2-40B4-BE49-F238E27FC236}">
                      <a16:creationId xmlns:a16="http://schemas.microsoft.com/office/drawing/2014/main" id="{6AF7AAAC-2BE0-2048-0401-D6E5CB23151B}"/>
                    </a:ext>
                  </a:extLst>
                </p:cNvPr>
                <p:cNvPicPr/>
                <p:nvPr/>
              </p:nvPicPr>
              <p:blipFill>
                <a:blip r:embed="rId97"/>
                <a:stretch>
                  <a:fillRect/>
                </a:stretch>
              </p:blipFill>
              <p:spPr>
                <a:xfrm>
                  <a:off x="4520985" y="1443840"/>
                  <a:ext cx="49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89A27D50-3ADF-D0F5-8B32-ADC940ECF28C}"/>
                    </a:ext>
                  </a:extLst>
                </p14:cNvPr>
                <p14:cNvContentPartPr/>
                <p14:nvPr/>
              </p14:nvContentPartPr>
              <p14:xfrm>
                <a:off x="4568505" y="1367520"/>
                <a:ext cx="37080" cy="182520"/>
              </p14:xfrm>
            </p:contentPart>
          </mc:Choice>
          <mc:Fallback xmlns="">
            <p:pic>
              <p:nvPicPr>
                <p:cNvPr id="65" name="Ink 64">
                  <a:extLst>
                    <a:ext uri="{FF2B5EF4-FFF2-40B4-BE49-F238E27FC236}">
                      <a16:creationId xmlns:a16="http://schemas.microsoft.com/office/drawing/2014/main" id="{89A27D50-3ADF-D0F5-8B32-ADC940ECF28C}"/>
                    </a:ext>
                  </a:extLst>
                </p:cNvPr>
                <p:cNvPicPr/>
                <p:nvPr/>
              </p:nvPicPr>
              <p:blipFill>
                <a:blip r:embed="rId99"/>
                <a:stretch>
                  <a:fillRect/>
                </a:stretch>
              </p:blipFill>
              <p:spPr>
                <a:xfrm>
                  <a:off x="4562385" y="1361400"/>
                  <a:ext cx="49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729F0E99-AB1D-FC79-036F-6F36EA6AF949}"/>
                    </a:ext>
                  </a:extLst>
                </p14:cNvPr>
                <p14:cNvContentPartPr/>
                <p14:nvPr/>
              </p14:nvContentPartPr>
              <p14:xfrm>
                <a:off x="4166025" y="1355640"/>
                <a:ext cx="184320" cy="21600"/>
              </p14:xfrm>
            </p:contentPart>
          </mc:Choice>
          <mc:Fallback xmlns="">
            <p:pic>
              <p:nvPicPr>
                <p:cNvPr id="66" name="Ink 65">
                  <a:extLst>
                    <a:ext uri="{FF2B5EF4-FFF2-40B4-BE49-F238E27FC236}">
                      <a16:creationId xmlns:a16="http://schemas.microsoft.com/office/drawing/2014/main" id="{729F0E99-AB1D-FC79-036F-6F36EA6AF949}"/>
                    </a:ext>
                  </a:extLst>
                </p:cNvPr>
                <p:cNvPicPr/>
                <p:nvPr/>
              </p:nvPicPr>
              <p:blipFill>
                <a:blip r:embed="rId101"/>
                <a:stretch>
                  <a:fillRect/>
                </a:stretch>
              </p:blipFill>
              <p:spPr>
                <a:xfrm>
                  <a:off x="4159905" y="1349520"/>
                  <a:ext cx="1965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7" name="Ink 66">
                  <a:extLst>
                    <a:ext uri="{FF2B5EF4-FFF2-40B4-BE49-F238E27FC236}">
                      <a16:creationId xmlns:a16="http://schemas.microsoft.com/office/drawing/2014/main" id="{166CB430-4589-7C47-B73D-605F11E65716}"/>
                    </a:ext>
                  </a:extLst>
                </p14:cNvPr>
                <p14:cNvContentPartPr/>
                <p14:nvPr/>
              </p14:nvContentPartPr>
              <p14:xfrm>
                <a:off x="4178625" y="1576320"/>
                <a:ext cx="127080" cy="16920"/>
              </p14:xfrm>
            </p:contentPart>
          </mc:Choice>
          <mc:Fallback xmlns="">
            <p:pic>
              <p:nvPicPr>
                <p:cNvPr id="67" name="Ink 66">
                  <a:extLst>
                    <a:ext uri="{FF2B5EF4-FFF2-40B4-BE49-F238E27FC236}">
                      <a16:creationId xmlns:a16="http://schemas.microsoft.com/office/drawing/2014/main" id="{166CB430-4589-7C47-B73D-605F11E65716}"/>
                    </a:ext>
                  </a:extLst>
                </p:cNvPr>
                <p:cNvPicPr/>
                <p:nvPr/>
              </p:nvPicPr>
              <p:blipFill>
                <a:blip r:embed="rId103"/>
                <a:stretch>
                  <a:fillRect/>
                </a:stretch>
              </p:blipFill>
              <p:spPr>
                <a:xfrm>
                  <a:off x="4172505" y="1570200"/>
                  <a:ext cx="1393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8" name="Ink 67">
                  <a:extLst>
                    <a:ext uri="{FF2B5EF4-FFF2-40B4-BE49-F238E27FC236}">
                      <a16:creationId xmlns:a16="http://schemas.microsoft.com/office/drawing/2014/main" id="{2067CDEF-EC56-8CD8-5C83-ECA8C0F467B6}"/>
                    </a:ext>
                  </a:extLst>
                </p14:cNvPr>
                <p14:cNvContentPartPr/>
                <p14:nvPr/>
              </p14:nvContentPartPr>
              <p14:xfrm>
                <a:off x="4027425" y="663360"/>
                <a:ext cx="241200" cy="210600"/>
              </p14:xfrm>
            </p:contentPart>
          </mc:Choice>
          <mc:Fallback xmlns="">
            <p:pic>
              <p:nvPicPr>
                <p:cNvPr id="68" name="Ink 67">
                  <a:extLst>
                    <a:ext uri="{FF2B5EF4-FFF2-40B4-BE49-F238E27FC236}">
                      <a16:creationId xmlns:a16="http://schemas.microsoft.com/office/drawing/2014/main" id="{2067CDEF-EC56-8CD8-5C83-ECA8C0F467B6}"/>
                    </a:ext>
                  </a:extLst>
                </p:cNvPr>
                <p:cNvPicPr/>
                <p:nvPr/>
              </p:nvPicPr>
              <p:blipFill>
                <a:blip r:embed="rId105"/>
                <a:stretch>
                  <a:fillRect/>
                </a:stretch>
              </p:blipFill>
              <p:spPr>
                <a:xfrm>
                  <a:off x="4021305" y="657240"/>
                  <a:ext cx="25344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7A8AF789-7EAE-3A2F-D4CE-B45451B4259A}"/>
                    </a:ext>
                  </a:extLst>
                </p14:cNvPr>
                <p14:cNvContentPartPr/>
                <p14:nvPr/>
              </p14:nvContentPartPr>
              <p14:xfrm>
                <a:off x="4667865" y="829680"/>
                <a:ext cx="19800" cy="5400"/>
              </p14:xfrm>
            </p:contentPart>
          </mc:Choice>
          <mc:Fallback xmlns="">
            <p:pic>
              <p:nvPicPr>
                <p:cNvPr id="70" name="Ink 69">
                  <a:extLst>
                    <a:ext uri="{FF2B5EF4-FFF2-40B4-BE49-F238E27FC236}">
                      <a16:creationId xmlns:a16="http://schemas.microsoft.com/office/drawing/2014/main" id="{7A8AF789-7EAE-3A2F-D4CE-B45451B4259A}"/>
                    </a:ext>
                  </a:extLst>
                </p:cNvPr>
                <p:cNvPicPr/>
                <p:nvPr/>
              </p:nvPicPr>
              <p:blipFill>
                <a:blip r:embed="rId107"/>
                <a:stretch>
                  <a:fillRect/>
                </a:stretch>
              </p:blipFill>
              <p:spPr>
                <a:xfrm>
                  <a:off x="4661745" y="823560"/>
                  <a:ext cx="320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9" name="Ink 78">
                  <a:extLst>
                    <a:ext uri="{FF2B5EF4-FFF2-40B4-BE49-F238E27FC236}">
                      <a16:creationId xmlns:a16="http://schemas.microsoft.com/office/drawing/2014/main" id="{0E86383C-F0F7-3FB0-91C3-24E3F5556D06}"/>
                    </a:ext>
                  </a:extLst>
                </p14:cNvPr>
                <p14:cNvContentPartPr/>
                <p14:nvPr/>
              </p14:nvContentPartPr>
              <p14:xfrm>
                <a:off x="4032465" y="627360"/>
                <a:ext cx="215280" cy="262080"/>
              </p14:xfrm>
            </p:contentPart>
          </mc:Choice>
          <mc:Fallback xmlns="">
            <p:pic>
              <p:nvPicPr>
                <p:cNvPr id="79" name="Ink 78">
                  <a:extLst>
                    <a:ext uri="{FF2B5EF4-FFF2-40B4-BE49-F238E27FC236}">
                      <a16:creationId xmlns:a16="http://schemas.microsoft.com/office/drawing/2014/main" id="{0E86383C-F0F7-3FB0-91C3-24E3F5556D06}"/>
                    </a:ext>
                  </a:extLst>
                </p:cNvPr>
                <p:cNvPicPr/>
                <p:nvPr/>
              </p:nvPicPr>
              <p:blipFill>
                <a:blip r:embed="rId109"/>
                <a:stretch>
                  <a:fillRect/>
                </a:stretch>
              </p:blipFill>
              <p:spPr>
                <a:xfrm>
                  <a:off x="4026345" y="621240"/>
                  <a:ext cx="2275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3" name="Ink 82">
                  <a:extLst>
                    <a:ext uri="{FF2B5EF4-FFF2-40B4-BE49-F238E27FC236}">
                      <a16:creationId xmlns:a16="http://schemas.microsoft.com/office/drawing/2014/main" id="{3C2A7735-2589-08AE-968B-01403EF39F1C}"/>
                    </a:ext>
                  </a:extLst>
                </p14:cNvPr>
                <p14:cNvContentPartPr/>
                <p14:nvPr/>
              </p14:nvContentPartPr>
              <p14:xfrm>
                <a:off x="4464465" y="1579560"/>
                <a:ext cx="40320" cy="46800"/>
              </p14:xfrm>
            </p:contentPart>
          </mc:Choice>
          <mc:Fallback xmlns="">
            <p:pic>
              <p:nvPicPr>
                <p:cNvPr id="83" name="Ink 82">
                  <a:extLst>
                    <a:ext uri="{FF2B5EF4-FFF2-40B4-BE49-F238E27FC236}">
                      <a16:creationId xmlns:a16="http://schemas.microsoft.com/office/drawing/2014/main" id="{3C2A7735-2589-08AE-968B-01403EF39F1C}"/>
                    </a:ext>
                  </a:extLst>
                </p:cNvPr>
                <p:cNvPicPr/>
                <p:nvPr/>
              </p:nvPicPr>
              <p:blipFill>
                <a:blip r:embed="rId111"/>
                <a:stretch>
                  <a:fillRect/>
                </a:stretch>
              </p:blipFill>
              <p:spPr>
                <a:xfrm>
                  <a:off x="4458345" y="1573440"/>
                  <a:ext cx="525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BA100FB5-48B9-D64E-9E6F-288D95C3C040}"/>
                    </a:ext>
                  </a:extLst>
                </p14:cNvPr>
                <p14:cNvContentPartPr/>
                <p14:nvPr/>
              </p14:nvContentPartPr>
              <p14:xfrm>
                <a:off x="2431185" y="2035680"/>
                <a:ext cx="236520" cy="694440"/>
              </p14:xfrm>
            </p:contentPart>
          </mc:Choice>
          <mc:Fallback xmlns="">
            <p:pic>
              <p:nvPicPr>
                <p:cNvPr id="71" name="Ink 70">
                  <a:extLst>
                    <a:ext uri="{FF2B5EF4-FFF2-40B4-BE49-F238E27FC236}">
                      <a16:creationId xmlns:a16="http://schemas.microsoft.com/office/drawing/2014/main" id="{BA100FB5-48B9-D64E-9E6F-288D95C3C040}"/>
                    </a:ext>
                  </a:extLst>
                </p:cNvPr>
                <p:cNvPicPr/>
                <p:nvPr/>
              </p:nvPicPr>
              <p:blipFill>
                <a:blip r:embed="rId113"/>
                <a:stretch>
                  <a:fillRect/>
                </a:stretch>
              </p:blipFill>
              <p:spPr>
                <a:xfrm>
                  <a:off x="2425065" y="2029560"/>
                  <a:ext cx="248760" cy="706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ED254322-CB48-BC51-34D4-07EAB49CC0C2}"/>
                    </a:ext>
                  </a:extLst>
                </p14:cNvPr>
                <p14:cNvContentPartPr/>
                <p14:nvPr/>
              </p14:nvContentPartPr>
              <p14:xfrm>
                <a:off x="2841225" y="2065920"/>
                <a:ext cx="419760" cy="425160"/>
              </p14:xfrm>
            </p:contentPart>
          </mc:Choice>
          <mc:Fallback xmlns="">
            <p:pic>
              <p:nvPicPr>
                <p:cNvPr id="72" name="Ink 71">
                  <a:extLst>
                    <a:ext uri="{FF2B5EF4-FFF2-40B4-BE49-F238E27FC236}">
                      <a16:creationId xmlns:a16="http://schemas.microsoft.com/office/drawing/2014/main" id="{ED254322-CB48-BC51-34D4-07EAB49CC0C2}"/>
                    </a:ext>
                  </a:extLst>
                </p:cNvPr>
                <p:cNvPicPr/>
                <p:nvPr/>
              </p:nvPicPr>
              <p:blipFill>
                <a:blip r:embed="rId115"/>
                <a:stretch>
                  <a:fillRect/>
                </a:stretch>
              </p:blipFill>
              <p:spPr>
                <a:xfrm>
                  <a:off x="2835105" y="2059800"/>
                  <a:ext cx="43200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52DF8A97-7257-B517-CFB6-37D758486AF4}"/>
                    </a:ext>
                  </a:extLst>
                </p14:cNvPr>
                <p14:cNvContentPartPr/>
                <p14:nvPr/>
              </p14:nvContentPartPr>
              <p14:xfrm>
                <a:off x="3342345" y="2142600"/>
                <a:ext cx="228600" cy="378000"/>
              </p14:xfrm>
            </p:contentPart>
          </mc:Choice>
          <mc:Fallback xmlns="">
            <p:pic>
              <p:nvPicPr>
                <p:cNvPr id="74" name="Ink 73">
                  <a:extLst>
                    <a:ext uri="{FF2B5EF4-FFF2-40B4-BE49-F238E27FC236}">
                      <a16:creationId xmlns:a16="http://schemas.microsoft.com/office/drawing/2014/main" id="{52DF8A97-7257-B517-CFB6-37D758486AF4}"/>
                    </a:ext>
                  </a:extLst>
                </p:cNvPr>
                <p:cNvPicPr/>
                <p:nvPr/>
              </p:nvPicPr>
              <p:blipFill>
                <a:blip r:embed="rId117"/>
                <a:stretch>
                  <a:fillRect/>
                </a:stretch>
              </p:blipFill>
              <p:spPr>
                <a:xfrm>
                  <a:off x="3336225" y="2136480"/>
                  <a:ext cx="24084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97BE82ED-4331-A89D-7C14-60C31ED1B843}"/>
                    </a:ext>
                  </a:extLst>
                </p14:cNvPr>
                <p14:cNvContentPartPr/>
                <p14:nvPr/>
              </p14:nvContentPartPr>
              <p14:xfrm>
                <a:off x="3668145" y="2043960"/>
                <a:ext cx="433080" cy="294120"/>
              </p14:xfrm>
            </p:contentPart>
          </mc:Choice>
          <mc:Fallback xmlns="">
            <p:pic>
              <p:nvPicPr>
                <p:cNvPr id="75" name="Ink 74">
                  <a:extLst>
                    <a:ext uri="{FF2B5EF4-FFF2-40B4-BE49-F238E27FC236}">
                      <a16:creationId xmlns:a16="http://schemas.microsoft.com/office/drawing/2014/main" id="{97BE82ED-4331-A89D-7C14-60C31ED1B843}"/>
                    </a:ext>
                  </a:extLst>
                </p:cNvPr>
                <p:cNvPicPr/>
                <p:nvPr/>
              </p:nvPicPr>
              <p:blipFill>
                <a:blip r:embed="rId119"/>
                <a:stretch>
                  <a:fillRect/>
                </a:stretch>
              </p:blipFill>
              <p:spPr>
                <a:xfrm>
                  <a:off x="3662025" y="2037840"/>
                  <a:ext cx="44532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09A1FEC3-AAF6-B59B-559E-AE9C33526D78}"/>
                    </a:ext>
                  </a:extLst>
                </p14:cNvPr>
                <p14:cNvContentPartPr/>
                <p14:nvPr/>
              </p14:nvContentPartPr>
              <p14:xfrm>
                <a:off x="3567705" y="1974840"/>
                <a:ext cx="234000" cy="441000"/>
              </p14:xfrm>
            </p:contentPart>
          </mc:Choice>
          <mc:Fallback xmlns="">
            <p:pic>
              <p:nvPicPr>
                <p:cNvPr id="76" name="Ink 75">
                  <a:extLst>
                    <a:ext uri="{FF2B5EF4-FFF2-40B4-BE49-F238E27FC236}">
                      <a16:creationId xmlns:a16="http://schemas.microsoft.com/office/drawing/2014/main" id="{09A1FEC3-AAF6-B59B-559E-AE9C33526D78}"/>
                    </a:ext>
                  </a:extLst>
                </p:cNvPr>
                <p:cNvPicPr/>
                <p:nvPr/>
              </p:nvPicPr>
              <p:blipFill>
                <a:blip r:embed="rId121"/>
                <a:stretch>
                  <a:fillRect/>
                </a:stretch>
              </p:blipFill>
              <p:spPr>
                <a:xfrm>
                  <a:off x="3561585" y="1968720"/>
                  <a:ext cx="2462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160109C6-E55F-3649-A80B-2028591630DE}"/>
                    </a:ext>
                  </a:extLst>
                </p14:cNvPr>
                <p14:cNvContentPartPr/>
                <p14:nvPr/>
              </p14:nvContentPartPr>
              <p14:xfrm>
                <a:off x="3959025" y="1943160"/>
                <a:ext cx="268560" cy="492120"/>
              </p14:xfrm>
            </p:contentPart>
          </mc:Choice>
          <mc:Fallback xmlns="">
            <p:pic>
              <p:nvPicPr>
                <p:cNvPr id="77" name="Ink 76">
                  <a:extLst>
                    <a:ext uri="{FF2B5EF4-FFF2-40B4-BE49-F238E27FC236}">
                      <a16:creationId xmlns:a16="http://schemas.microsoft.com/office/drawing/2014/main" id="{160109C6-E55F-3649-A80B-2028591630DE}"/>
                    </a:ext>
                  </a:extLst>
                </p:cNvPr>
                <p:cNvPicPr/>
                <p:nvPr/>
              </p:nvPicPr>
              <p:blipFill>
                <a:blip r:embed="rId123"/>
                <a:stretch>
                  <a:fillRect/>
                </a:stretch>
              </p:blipFill>
              <p:spPr>
                <a:xfrm>
                  <a:off x="3952905" y="1937040"/>
                  <a:ext cx="2808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0541ED6B-637A-94A8-D90A-362E8F6D3D84}"/>
                    </a:ext>
                  </a:extLst>
                </p14:cNvPr>
                <p14:cNvContentPartPr/>
                <p14:nvPr/>
              </p14:nvContentPartPr>
              <p14:xfrm>
                <a:off x="4171785" y="1835160"/>
                <a:ext cx="232560" cy="228960"/>
              </p14:xfrm>
            </p:contentPart>
          </mc:Choice>
          <mc:Fallback xmlns="">
            <p:pic>
              <p:nvPicPr>
                <p:cNvPr id="80" name="Ink 79">
                  <a:extLst>
                    <a:ext uri="{FF2B5EF4-FFF2-40B4-BE49-F238E27FC236}">
                      <a16:creationId xmlns:a16="http://schemas.microsoft.com/office/drawing/2014/main" id="{0541ED6B-637A-94A8-D90A-362E8F6D3D84}"/>
                    </a:ext>
                  </a:extLst>
                </p:cNvPr>
                <p:cNvPicPr/>
                <p:nvPr/>
              </p:nvPicPr>
              <p:blipFill>
                <a:blip r:embed="rId125"/>
                <a:stretch>
                  <a:fillRect/>
                </a:stretch>
              </p:blipFill>
              <p:spPr>
                <a:xfrm>
                  <a:off x="4165665" y="1829040"/>
                  <a:ext cx="2448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3B24ACB1-36C8-B74F-92B2-C214941F418A}"/>
                    </a:ext>
                  </a:extLst>
                </p14:cNvPr>
                <p14:cNvContentPartPr/>
                <p14:nvPr/>
              </p14:nvContentPartPr>
              <p14:xfrm>
                <a:off x="4239105" y="1804560"/>
                <a:ext cx="177480" cy="223560"/>
              </p14:xfrm>
            </p:contentPart>
          </mc:Choice>
          <mc:Fallback xmlns="">
            <p:pic>
              <p:nvPicPr>
                <p:cNvPr id="82" name="Ink 81">
                  <a:extLst>
                    <a:ext uri="{FF2B5EF4-FFF2-40B4-BE49-F238E27FC236}">
                      <a16:creationId xmlns:a16="http://schemas.microsoft.com/office/drawing/2014/main" id="{3B24ACB1-36C8-B74F-92B2-C214941F418A}"/>
                    </a:ext>
                  </a:extLst>
                </p:cNvPr>
                <p:cNvPicPr/>
                <p:nvPr/>
              </p:nvPicPr>
              <p:blipFill>
                <a:blip r:embed="rId127"/>
                <a:stretch>
                  <a:fillRect/>
                </a:stretch>
              </p:blipFill>
              <p:spPr>
                <a:xfrm>
                  <a:off x="4232985" y="1798440"/>
                  <a:ext cx="1897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4" name="Ink 83">
                  <a:extLst>
                    <a:ext uri="{FF2B5EF4-FFF2-40B4-BE49-F238E27FC236}">
                      <a16:creationId xmlns:a16="http://schemas.microsoft.com/office/drawing/2014/main" id="{B4073171-8E4A-2871-F541-F0B9FB8CDC07}"/>
                    </a:ext>
                  </a:extLst>
                </p14:cNvPr>
                <p14:cNvContentPartPr/>
                <p14:nvPr/>
              </p14:nvContentPartPr>
              <p14:xfrm>
                <a:off x="4492905" y="2222520"/>
                <a:ext cx="399240" cy="67320"/>
              </p14:xfrm>
            </p:contentPart>
          </mc:Choice>
          <mc:Fallback xmlns="">
            <p:pic>
              <p:nvPicPr>
                <p:cNvPr id="84" name="Ink 83">
                  <a:extLst>
                    <a:ext uri="{FF2B5EF4-FFF2-40B4-BE49-F238E27FC236}">
                      <a16:creationId xmlns:a16="http://schemas.microsoft.com/office/drawing/2014/main" id="{B4073171-8E4A-2871-F541-F0B9FB8CDC07}"/>
                    </a:ext>
                  </a:extLst>
                </p:cNvPr>
                <p:cNvPicPr/>
                <p:nvPr/>
              </p:nvPicPr>
              <p:blipFill>
                <a:blip r:embed="rId129"/>
                <a:stretch>
                  <a:fillRect/>
                </a:stretch>
              </p:blipFill>
              <p:spPr>
                <a:xfrm>
                  <a:off x="4486785" y="2216400"/>
                  <a:ext cx="4114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6" name="Ink 85">
                  <a:extLst>
                    <a:ext uri="{FF2B5EF4-FFF2-40B4-BE49-F238E27FC236}">
                      <a16:creationId xmlns:a16="http://schemas.microsoft.com/office/drawing/2014/main" id="{11AF8D11-87C4-4157-A224-29074C8162DC}"/>
                    </a:ext>
                  </a:extLst>
                </p14:cNvPr>
                <p14:cNvContentPartPr/>
                <p14:nvPr/>
              </p14:nvContentPartPr>
              <p14:xfrm>
                <a:off x="4884945" y="1938480"/>
                <a:ext cx="379800" cy="1021680"/>
              </p14:xfrm>
            </p:contentPart>
          </mc:Choice>
          <mc:Fallback xmlns="">
            <p:pic>
              <p:nvPicPr>
                <p:cNvPr id="86" name="Ink 85">
                  <a:extLst>
                    <a:ext uri="{FF2B5EF4-FFF2-40B4-BE49-F238E27FC236}">
                      <a16:creationId xmlns:a16="http://schemas.microsoft.com/office/drawing/2014/main" id="{11AF8D11-87C4-4157-A224-29074C8162DC}"/>
                    </a:ext>
                  </a:extLst>
                </p:cNvPr>
                <p:cNvPicPr/>
                <p:nvPr/>
              </p:nvPicPr>
              <p:blipFill>
                <a:blip r:embed="rId131"/>
                <a:stretch>
                  <a:fillRect/>
                </a:stretch>
              </p:blipFill>
              <p:spPr>
                <a:xfrm>
                  <a:off x="4878825" y="1932360"/>
                  <a:ext cx="392040" cy="1033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42F4BCE3-DA19-B7BF-7F45-680E3A8B18E2}"/>
                    </a:ext>
                  </a:extLst>
                </p14:cNvPr>
                <p14:cNvContentPartPr/>
                <p14:nvPr/>
              </p14:nvContentPartPr>
              <p14:xfrm>
                <a:off x="5226585" y="1799520"/>
                <a:ext cx="102240" cy="138240"/>
              </p14:xfrm>
            </p:contentPart>
          </mc:Choice>
          <mc:Fallback xmlns="">
            <p:pic>
              <p:nvPicPr>
                <p:cNvPr id="88" name="Ink 87">
                  <a:extLst>
                    <a:ext uri="{FF2B5EF4-FFF2-40B4-BE49-F238E27FC236}">
                      <a16:creationId xmlns:a16="http://schemas.microsoft.com/office/drawing/2014/main" id="{42F4BCE3-DA19-B7BF-7F45-680E3A8B18E2}"/>
                    </a:ext>
                  </a:extLst>
                </p:cNvPr>
                <p:cNvPicPr/>
                <p:nvPr/>
              </p:nvPicPr>
              <p:blipFill>
                <a:blip r:embed="rId133"/>
                <a:stretch>
                  <a:fillRect/>
                </a:stretch>
              </p:blipFill>
              <p:spPr>
                <a:xfrm>
                  <a:off x="5220465" y="1793400"/>
                  <a:ext cx="114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9" name="Ink 88">
                  <a:extLst>
                    <a:ext uri="{FF2B5EF4-FFF2-40B4-BE49-F238E27FC236}">
                      <a16:creationId xmlns:a16="http://schemas.microsoft.com/office/drawing/2014/main" id="{3D32051B-C3BF-DC69-8CEA-19944CE0CD67}"/>
                    </a:ext>
                  </a:extLst>
                </p14:cNvPr>
                <p14:cNvContentPartPr/>
                <p14:nvPr/>
              </p14:nvContentPartPr>
              <p14:xfrm>
                <a:off x="5301105" y="1551840"/>
                <a:ext cx="20880" cy="65160"/>
              </p14:xfrm>
            </p:contentPart>
          </mc:Choice>
          <mc:Fallback xmlns="">
            <p:pic>
              <p:nvPicPr>
                <p:cNvPr id="89" name="Ink 88">
                  <a:extLst>
                    <a:ext uri="{FF2B5EF4-FFF2-40B4-BE49-F238E27FC236}">
                      <a16:creationId xmlns:a16="http://schemas.microsoft.com/office/drawing/2014/main" id="{3D32051B-C3BF-DC69-8CEA-19944CE0CD67}"/>
                    </a:ext>
                  </a:extLst>
                </p:cNvPr>
                <p:cNvPicPr/>
                <p:nvPr/>
              </p:nvPicPr>
              <p:blipFill>
                <a:blip r:embed="rId135"/>
                <a:stretch>
                  <a:fillRect/>
                </a:stretch>
              </p:blipFill>
              <p:spPr>
                <a:xfrm>
                  <a:off x="5294985" y="1545720"/>
                  <a:ext cx="331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CB6F41E5-B4B7-55D8-5058-917D084F7656}"/>
                    </a:ext>
                  </a:extLst>
                </p14:cNvPr>
                <p14:cNvContentPartPr/>
                <p14:nvPr/>
              </p14:nvContentPartPr>
              <p14:xfrm>
                <a:off x="5177265" y="1753440"/>
                <a:ext cx="104760" cy="272880"/>
              </p14:xfrm>
            </p:contentPart>
          </mc:Choice>
          <mc:Fallback xmlns="">
            <p:pic>
              <p:nvPicPr>
                <p:cNvPr id="90" name="Ink 89">
                  <a:extLst>
                    <a:ext uri="{FF2B5EF4-FFF2-40B4-BE49-F238E27FC236}">
                      <a16:creationId xmlns:a16="http://schemas.microsoft.com/office/drawing/2014/main" id="{CB6F41E5-B4B7-55D8-5058-917D084F7656}"/>
                    </a:ext>
                  </a:extLst>
                </p:cNvPr>
                <p:cNvPicPr/>
                <p:nvPr/>
              </p:nvPicPr>
              <p:blipFill>
                <a:blip r:embed="rId137"/>
                <a:stretch>
                  <a:fillRect/>
                </a:stretch>
              </p:blipFill>
              <p:spPr>
                <a:xfrm>
                  <a:off x="5171145" y="1747320"/>
                  <a:ext cx="1170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FEDEDB81-5400-5E12-7A24-B24F0904698D}"/>
                    </a:ext>
                  </a:extLst>
                </p14:cNvPr>
                <p14:cNvContentPartPr/>
                <p14:nvPr/>
              </p14:nvContentPartPr>
              <p14:xfrm>
                <a:off x="5366265" y="1686480"/>
                <a:ext cx="124560" cy="347040"/>
              </p14:xfrm>
            </p:contentPart>
          </mc:Choice>
          <mc:Fallback xmlns="">
            <p:pic>
              <p:nvPicPr>
                <p:cNvPr id="91" name="Ink 90">
                  <a:extLst>
                    <a:ext uri="{FF2B5EF4-FFF2-40B4-BE49-F238E27FC236}">
                      <a16:creationId xmlns:a16="http://schemas.microsoft.com/office/drawing/2014/main" id="{FEDEDB81-5400-5E12-7A24-B24F0904698D}"/>
                    </a:ext>
                  </a:extLst>
                </p:cNvPr>
                <p:cNvPicPr/>
                <p:nvPr/>
              </p:nvPicPr>
              <p:blipFill>
                <a:blip r:embed="rId139"/>
                <a:stretch>
                  <a:fillRect/>
                </a:stretch>
              </p:blipFill>
              <p:spPr>
                <a:xfrm>
                  <a:off x="5360145" y="1680360"/>
                  <a:ext cx="13680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2" name="Ink 91">
                  <a:extLst>
                    <a:ext uri="{FF2B5EF4-FFF2-40B4-BE49-F238E27FC236}">
                      <a16:creationId xmlns:a16="http://schemas.microsoft.com/office/drawing/2014/main" id="{11006AF4-2D90-FB12-E8D2-D7031EBFD6E3}"/>
                    </a:ext>
                  </a:extLst>
                </p14:cNvPr>
                <p14:cNvContentPartPr/>
                <p14:nvPr/>
              </p14:nvContentPartPr>
              <p14:xfrm>
                <a:off x="5347905" y="1700520"/>
                <a:ext cx="210960" cy="777240"/>
              </p14:xfrm>
            </p:contentPart>
          </mc:Choice>
          <mc:Fallback xmlns="">
            <p:pic>
              <p:nvPicPr>
                <p:cNvPr id="92" name="Ink 91">
                  <a:extLst>
                    <a:ext uri="{FF2B5EF4-FFF2-40B4-BE49-F238E27FC236}">
                      <a16:creationId xmlns:a16="http://schemas.microsoft.com/office/drawing/2014/main" id="{11006AF4-2D90-FB12-E8D2-D7031EBFD6E3}"/>
                    </a:ext>
                  </a:extLst>
                </p:cNvPr>
                <p:cNvPicPr/>
                <p:nvPr/>
              </p:nvPicPr>
              <p:blipFill>
                <a:blip r:embed="rId141"/>
                <a:stretch>
                  <a:fillRect/>
                </a:stretch>
              </p:blipFill>
              <p:spPr>
                <a:xfrm>
                  <a:off x="5341785" y="1694400"/>
                  <a:ext cx="223200" cy="789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3" name="Ink 92">
                  <a:extLst>
                    <a:ext uri="{FF2B5EF4-FFF2-40B4-BE49-F238E27FC236}">
                      <a16:creationId xmlns:a16="http://schemas.microsoft.com/office/drawing/2014/main" id="{F3AE30AC-4CDA-95D7-A541-667C4F4AC782}"/>
                    </a:ext>
                  </a:extLst>
                </p14:cNvPr>
                <p14:cNvContentPartPr/>
                <p14:nvPr/>
              </p14:nvContentPartPr>
              <p14:xfrm>
                <a:off x="5499825" y="1547520"/>
                <a:ext cx="291960" cy="184680"/>
              </p14:xfrm>
            </p:contentPart>
          </mc:Choice>
          <mc:Fallback xmlns="">
            <p:pic>
              <p:nvPicPr>
                <p:cNvPr id="93" name="Ink 92">
                  <a:extLst>
                    <a:ext uri="{FF2B5EF4-FFF2-40B4-BE49-F238E27FC236}">
                      <a16:creationId xmlns:a16="http://schemas.microsoft.com/office/drawing/2014/main" id="{F3AE30AC-4CDA-95D7-A541-667C4F4AC782}"/>
                    </a:ext>
                  </a:extLst>
                </p:cNvPr>
                <p:cNvPicPr/>
                <p:nvPr/>
              </p:nvPicPr>
              <p:blipFill>
                <a:blip r:embed="rId143"/>
                <a:stretch>
                  <a:fillRect/>
                </a:stretch>
              </p:blipFill>
              <p:spPr>
                <a:xfrm>
                  <a:off x="5493705" y="1541400"/>
                  <a:ext cx="304200" cy="19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95" name="Ink 94">
                <a:extLst>
                  <a:ext uri="{FF2B5EF4-FFF2-40B4-BE49-F238E27FC236}">
                    <a16:creationId xmlns:a16="http://schemas.microsoft.com/office/drawing/2014/main" id="{C5F894E6-A3CC-E880-224E-5F838C700405}"/>
                  </a:ext>
                </a:extLst>
              </p14:cNvPr>
              <p14:cNvContentPartPr/>
              <p14:nvPr/>
            </p14:nvContentPartPr>
            <p14:xfrm>
              <a:off x="2858145" y="1765680"/>
              <a:ext cx="493560" cy="69120"/>
            </p14:xfrm>
          </p:contentPart>
        </mc:Choice>
        <mc:Fallback xmlns="">
          <p:pic>
            <p:nvPicPr>
              <p:cNvPr id="95" name="Ink 94">
                <a:extLst>
                  <a:ext uri="{FF2B5EF4-FFF2-40B4-BE49-F238E27FC236}">
                    <a16:creationId xmlns:a16="http://schemas.microsoft.com/office/drawing/2014/main" id="{C5F894E6-A3CC-E880-224E-5F838C700405}"/>
                  </a:ext>
                </a:extLst>
              </p:cNvPr>
              <p:cNvPicPr/>
              <p:nvPr/>
            </p:nvPicPr>
            <p:blipFill>
              <a:blip r:embed="rId145"/>
              <a:stretch>
                <a:fillRect/>
              </a:stretch>
            </p:blipFill>
            <p:spPr>
              <a:xfrm>
                <a:off x="2852025" y="1759560"/>
                <a:ext cx="5058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6" name="Ink 95">
                <a:extLst>
                  <a:ext uri="{FF2B5EF4-FFF2-40B4-BE49-F238E27FC236}">
                    <a16:creationId xmlns:a16="http://schemas.microsoft.com/office/drawing/2014/main" id="{0FD78CA7-75C0-54F5-43CF-D6117C97F5BB}"/>
                  </a:ext>
                </a:extLst>
              </p14:cNvPr>
              <p14:cNvContentPartPr/>
              <p14:nvPr/>
            </p14:nvContentPartPr>
            <p14:xfrm>
              <a:off x="3986745" y="1725720"/>
              <a:ext cx="114840" cy="73440"/>
            </p14:xfrm>
          </p:contentPart>
        </mc:Choice>
        <mc:Fallback xmlns="">
          <p:pic>
            <p:nvPicPr>
              <p:cNvPr id="96" name="Ink 95">
                <a:extLst>
                  <a:ext uri="{FF2B5EF4-FFF2-40B4-BE49-F238E27FC236}">
                    <a16:creationId xmlns:a16="http://schemas.microsoft.com/office/drawing/2014/main" id="{0FD78CA7-75C0-54F5-43CF-D6117C97F5BB}"/>
                  </a:ext>
                </a:extLst>
              </p:cNvPr>
              <p:cNvPicPr/>
              <p:nvPr/>
            </p:nvPicPr>
            <p:blipFill>
              <a:blip r:embed="rId147"/>
              <a:stretch>
                <a:fillRect/>
              </a:stretch>
            </p:blipFill>
            <p:spPr>
              <a:xfrm>
                <a:off x="3980625" y="1719600"/>
                <a:ext cx="127080" cy="85680"/>
              </a:xfrm>
              <a:prstGeom prst="rect">
                <a:avLst/>
              </a:prstGeom>
            </p:spPr>
          </p:pic>
        </mc:Fallback>
      </mc:AlternateContent>
      <p:grpSp>
        <p:nvGrpSpPr>
          <p:cNvPr id="150" name="Group 149">
            <a:extLst>
              <a:ext uri="{FF2B5EF4-FFF2-40B4-BE49-F238E27FC236}">
                <a16:creationId xmlns:a16="http://schemas.microsoft.com/office/drawing/2014/main" id="{A13AE4CC-A71B-13DD-36D0-5B3B2BB33586}"/>
              </a:ext>
            </a:extLst>
          </p:cNvPr>
          <p:cNvGrpSpPr/>
          <p:nvPr/>
        </p:nvGrpSpPr>
        <p:grpSpPr>
          <a:xfrm>
            <a:off x="6041265" y="955680"/>
            <a:ext cx="4543200" cy="2535840"/>
            <a:chOff x="6041265" y="955680"/>
            <a:chExt cx="4543200" cy="2535840"/>
          </a:xfrm>
        </p:grpSpPr>
        <mc:AlternateContent xmlns:mc="http://schemas.openxmlformats.org/markup-compatibility/2006" xmlns:p14="http://schemas.microsoft.com/office/powerpoint/2010/main">
          <mc:Choice Requires="p14">
            <p:contentPart p14:bwMode="auto" r:id="rId148">
              <p14:nvContentPartPr>
                <p14:cNvPr id="97" name="Ink 96">
                  <a:extLst>
                    <a:ext uri="{FF2B5EF4-FFF2-40B4-BE49-F238E27FC236}">
                      <a16:creationId xmlns:a16="http://schemas.microsoft.com/office/drawing/2014/main" id="{9565CB7F-DE6B-27F3-4B83-61197D4C1E1D}"/>
                    </a:ext>
                  </a:extLst>
                </p14:cNvPr>
                <p14:cNvContentPartPr/>
                <p14:nvPr/>
              </p14:nvContentPartPr>
              <p14:xfrm>
                <a:off x="6041265" y="1042440"/>
                <a:ext cx="615600" cy="43560"/>
              </p14:xfrm>
            </p:contentPart>
          </mc:Choice>
          <mc:Fallback xmlns="">
            <p:pic>
              <p:nvPicPr>
                <p:cNvPr id="97" name="Ink 96">
                  <a:extLst>
                    <a:ext uri="{FF2B5EF4-FFF2-40B4-BE49-F238E27FC236}">
                      <a16:creationId xmlns:a16="http://schemas.microsoft.com/office/drawing/2014/main" id="{9565CB7F-DE6B-27F3-4B83-61197D4C1E1D}"/>
                    </a:ext>
                  </a:extLst>
                </p:cNvPr>
                <p:cNvPicPr/>
                <p:nvPr/>
              </p:nvPicPr>
              <p:blipFill>
                <a:blip r:embed="rId149"/>
                <a:stretch>
                  <a:fillRect/>
                </a:stretch>
              </p:blipFill>
              <p:spPr>
                <a:xfrm>
                  <a:off x="6035145" y="1036320"/>
                  <a:ext cx="6278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8" name="Ink 97">
                  <a:extLst>
                    <a:ext uri="{FF2B5EF4-FFF2-40B4-BE49-F238E27FC236}">
                      <a16:creationId xmlns:a16="http://schemas.microsoft.com/office/drawing/2014/main" id="{2553ED76-0B16-DA8E-662D-9A438DD2A15B}"/>
                    </a:ext>
                  </a:extLst>
                </p14:cNvPr>
                <p14:cNvContentPartPr/>
                <p14:nvPr/>
              </p14:nvContentPartPr>
              <p14:xfrm>
                <a:off x="6128025" y="1068360"/>
                <a:ext cx="200880" cy="480960"/>
              </p14:xfrm>
            </p:contentPart>
          </mc:Choice>
          <mc:Fallback xmlns="">
            <p:pic>
              <p:nvPicPr>
                <p:cNvPr id="98" name="Ink 97">
                  <a:extLst>
                    <a:ext uri="{FF2B5EF4-FFF2-40B4-BE49-F238E27FC236}">
                      <a16:creationId xmlns:a16="http://schemas.microsoft.com/office/drawing/2014/main" id="{2553ED76-0B16-DA8E-662D-9A438DD2A15B}"/>
                    </a:ext>
                  </a:extLst>
                </p:cNvPr>
                <p:cNvPicPr/>
                <p:nvPr/>
              </p:nvPicPr>
              <p:blipFill>
                <a:blip r:embed="rId151"/>
                <a:stretch>
                  <a:fillRect/>
                </a:stretch>
              </p:blipFill>
              <p:spPr>
                <a:xfrm>
                  <a:off x="6121905" y="1062240"/>
                  <a:ext cx="21312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9" name="Ink 98">
                  <a:extLst>
                    <a:ext uri="{FF2B5EF4-FFF2-40B4-BE49-F238E27FC236}">
                      <a16:creationId xmlns:a16="http://schemas.microsoft.com/office/drawing/2014/main" id="{4CBD19C0-25FF-95F8-4433-E15262F0E1FE}"/>
                    </a:ext>
                  </a:extLst>
                </p14:cNvPr>
                <p14:cNvContentPartPr/>
                <p14:nvPr/>
              </p14:nvContentPartPr>
              <p14:xfrm>
                <a:off x="6484425" y="1074840"/>
                <a:ext cx="202320" cy="461160"/>
              </p14:xfrm>
            </p:contentPart>
          </mc:Choice>
          <mc:Fallback xmlns="">
            <p:pic>
              <p:nvPicPr>
                <p:cNvPr id="99" name="Ink 98">
                  <a:extLst>
                    <a:ext uri="{FF2B5EF4-FFF2-40B4-BE49-F238E27FC236}">
                      <a16:creationId xmlns:a16="http://schemas.microsoft.com/office/drawing/2014/main" id="{4CBD19C0-25FF-95F8-4433-E15262F0E1FE}"/>
                    </a:ext>
                  </a:extLst>
                </p:cNvPr>
                <p:cNvPicPr/>
                <p:nvPr/>
              </p:nvPicPr>
              <p:blipFill>
                <a:blip r:embed="rId153"/>
                <a:stretch>
                  <a:fillRect/>
                </a:stretch>
              </p:blipFill>
              <p:spPr>
                <a:xfrm>
                  <a:off x="6478305" y="1068720"/>
                  <a:ext cx="21456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D0E96994-3397-79BD-E2F1-16EBA1770380}"/>
                    </a:ext>
                  </a:extLst>
                </p14:cNvPr>
                <p14:cNvContentPartPr/>
                <p14:nvPr/>
              </p14:nvContentPartPr>
              <p14:xfrm>
                <a:off x="6379305" y="1159440"/>
                <a:ext cx="191160" cy="472680"/>
              </p14:xfrm>
            </p:contentPart>
          </mc:Choice>
          <mc:Fallback xmlns="">
            <p:pic>
              <p:nvPicPr>
                <p:cNvPr id="101" name="Ink 100">
                  <a:extLst>
                    <a:ext uri="{FF2B5EF4-FFF2-40B4-BE49-F238E27FC236}">
                      <a16:creationId xmlns:a16="http://schemas.microsoft.com/office/drawing/2014/main" id="{D0E96994-3397-79BD-E2F1-16EBA1770380}"/>
                    </a:ext>
                  </a:extLst>
                </p:cNvPr>
                <p:cNvPicPr/>
                <p:nvPr/>
              </p:nvPicPr>
              <p:blipFill>
                <a:blip r:embed="rId155"/>
                <a:stretch>
                  <a:fillRect/>
                </a:stretch>
              </p:blipFill>
              <p:spPr>
                <a:xfrm>
                  <a:off x="6373185" y="1153320"/>
                  <a:ext cx="2034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3" name="Ink 102">
                  <a:extLst>
                    <a:ext uri="{FF2B5EF4-FFF2-40B4-BE49-F238E27FC236}">
                      <a16:creationId xmlns:a16="http://schemas.microsoft.com/office/drawing/2014/main" id="{3AE515DE-4509-853F-70C9-3814B260F285}"/>
                    </a:ext>
                  </a:extLst>
                </p14:cNvPr>
                <p14:cNvContentPartPr/>
                <p14:nvPr/>
              </p14:nvContentPartPr>
              <p14:xfrm>
                <a:off x="6734265" y="1349160"/>
                <a:ext cx="102240" cy="219960"/>
              </p14:xfrm>
            </p:contentPart>
          </mc:Choice>
          <mc:Fallback xmlns="">
            <p:pic>
              <p:nvPicPr>
                <p:cNvPr id="103" name="Ink 102">
                  <a:extLst>
                    <a:ext uri="{FF2B5EF4-FFF2-40B4-BE49-F238E27FC236}">
                      <a16:creationId xmlns:a16="http://schemas.microsoft.com/office/drawing/2014/main" id="{3AE515DE-4509-853F-70C9-3814B260F285}"/>
                    </a:ext>
                  </a:extLst>
                </p:cNvPr>
                <p:cNvPicPr/>
                <p:nvPr/>
              </p:nvPicPr>
              <p:blipFill>
                <a:blip r:embed="rId157"/>
                <a:stretch>
                  <a:fillRect/>
                </a:stretch>
              </p:blipFill>
              <p:spPr>
                <a:xfrm>
                  <a:off x="6728145" y="1343040"/>
                  <a:ext cx="11448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4" name="Ink 103">
                  <a:extLst>
                    <a:ext uri="{FF2B5EF4-FFF2-40B4-BE49-F238E27FC236}">
                      <a16:creationId xmlns:a16="http://schemas.microsoft.com/office/drawing/2014/main" id="{1964915E-F7E4-31E2-0B24-38A773DB7833}"/>
                    </a:ext>
                  </a:extLst>
                </p14:cNvPr>
                <p14:cNvContentPartPr/>
                <p14:nvPr/>
              </p14:nvContentPartPr>
              <p14:xfrm>
                <a:off x="6980145" y="1518360"/>
                <a:ext cx="87840" cy="77040"/>
              </p14:xfrm>
            </p:contentPart>
          </mc:Choice>
          <mc:Fallback xmlns="">
            <p:pic>
              <p:nvPicPr>
                <p:cNvPr id="104" name="Ink 103">
                  <a:extLst>
                    <a:ext uri="{FF2B5EF4-FFF2-40B4-BE49-F238E27FC236}">
                      <a16:creationId xmlns:a16="http://schemas.microsoft.com/office/drawing/2014/main" id="{1964915E-F7E4-31E2-0B24-38A773DB7833}"/>
                    </a:ext>
                  </a:extLst>
                </p:cNvPr>
                <p:cNvPicPr/>
                <p:nvPr/>
              </p:nvPicPr>
              <p:blipFill>
                <a:blip r:embed="rId159"/>
                <a:stretch>
                  <a:fillRect/>
                </a:stretch>
              </p:blipFill>
              <p:spPr>
                <a:xfrm>
                  <a:off x="6974025" y="1512240"/>
                  <a:ext cx="10008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5" name="Ink 104">
                  <a:extLst>
                    <a:ext uri="{FF2B5EF4-FFF2-40B4-BE49-F238E27FC236}">
                      <a16:creationId xmlns:a16="http://schemas.microsoft.com/office/drawing/2014/main" id="{67978189-9B41-5F1B-4904-15C489C3E5EF}"/>
                    </a:ext>
                  </a:extLst>
                </p14:cNvPr>
                <p14:cNvContentPartPr/>
                <p14:nvPr/>
              </p14:nvContentPartPr>
              <p14:xfrm>
                <a:off x="7291905" y="980160"/>
                <a:ext cx="226800" cy="477360"/>
              </p14:xfrm>
            </p:contentPart>
          </mc:Choice>
          <mc:Fallback xmlns="">
            <p:pic>
              <p:nvPicPr>
                <p:cNvPr id="105" name="Ink 104">
                  <a:extLst>
                    <a:ext uri="{FF2B5EF4-FFF2-40B4-BE49-F238E27FC236}">
                      <a16:creationId xmlns:a16="http://schemas.microsoft.com/office/drawing/2014/main" id="{67978189-9B41-5F1B-4904-15C489C3E5EF}"/>
                    </a:ext>
                  </a:extLst>
                </p:cNvPr>
                <p:cNvPicPr/>
                <p:nvPr/>
              </p:nvPicPr>
              <p:blipFill>
                <a:blip r:embed="rId161"/>
                <a:stretch>
                  <a:fillRect/>
                </a:stretch>
              </p:blipFill>
              <p:spPr>
                <a:xfrm>
                  <a:off x="7285785" y="974040"/>
                  <a:ext cx="23904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6" name="Ink 105">
                  <a:extLst>
                    <a:ext uri="{FF2B5EF4-FFF2-40B4-BE49-F238E27FC236}">
                      <a16:creationId xmlns:a16="http://schemas.microsoft.com/office/drawing/2014/main" id="{0254C7D1-B171-A95C-9F77-65AF19B2D10F}"/>
                    </a:ext>
                  </a:extLst>
                </p14:cNvPr>
                <p14:cNvContentPartPr/>
                <p14:nvPr/>
              </p14:nvContentPartPr>
              <p14:xfrm>
                <a:off x="7544625" y="1385880"/>
                <a:ext cx="72360" cy="180360"/>
              </p14:xfrm>
            </p:contentPart>
          </mc:Choice>
          <mc:Fallback xmlns="">
            <p:pic>
              <p:nvPicPr>
                <p:cNvPr id="106" name="Ink 105">
                  <a:extLst>
                    <a:ext uri="{FF2B5EF4-FFF2-40B4-BE49-F238E27FC236}">
                      <a16:creationId xmlns:a16="http://schemas.microsoft.com/office/drawing/2014/main" id="{0254C7D1-B171-A95C-9F77-65AF19B2D10F}"/>
                    </a:ext>
                  </a:extLst>
                </p:cNvPr>
                <p:cNvPicPr/>
                <p:nvPr/>
              </p:nvPicPr>
              <p:blipFill>
                <a:blip r:embed="rId163"/>
                <a:stretch>
                  <a:fillRect/>
                </a:stretch>
              </p:blipFill>
              <p:spPr>
                <a:xfrm>
                  <a:off x="7538505" y="1379760"/>
                  <a:ext cx="846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7" name="Ink 106">
                  <a:extLst>
                    <a:ext uri="{FF2B5EF4-FFF2-40B4-BE49-F238E27FC236}">
                      <a16:creationId xmlns:a16="http://schemas.microsoft.com/office/drawing/2014/main" id="{F876B409-14C6-146A-B3FE-5AF7363A0351}"/>
                    </a:ext>
                  </a:extLst>
                </p14:cNvPr>
                <p14:cNvContentPartPr/>
                <p14:nvPr/>
              </p14:nvContentPartPr>
              <p14:xfrm>
                <a:off x="7714905" y="956040"/>
                <a:ext cx="207720" cy="638280"/>
              </p14:xfrm>
            </p:contentPart>
          </mc:Choice>
          <mc:Fallback xmlns="">
            <p:pic>
              <p:nvPicPr>
                <p:cNvPr id="107" name="Ink 106">
                  <a:extLst>
                    <a:ext uri="{FF2B5EF4-FFF2-40B4-BE49-F238E27FC236}">
                      <a16:creationId xmlns:a16="http://schemas.microsoft.com/office/drawing/2014/main" id="{F876B409-14C6-146A-B3FE-5AF7363A0351}"/>
                    </a:ext>
                  </a:extLst>
                </p:cNvPr>
                <p:cNvPicPr/>
                <p:nvPr/>
              </p:nvPicPr>
              <p:blipFill>
                <a:blip r:embed="rId165"/>
                <a:stretch>
                  <a:fillRect/>
                </a:stretch>
              </p:blipFill>
              <p:spPr>
                <a:xfrm>
                  <a:off x="7708785" y="949920"/>
                  <a:ext cx="21996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CE648866-F387-0CB7-BAF5-F9080F21F484}"/>
                    </a:ext>
                  </a:extLst>
                </p14:cNvPr>
                <p14:cNvContentPartPr/>
                <p14:nvPr/>
              </p14:nvContentPartPr>
              <p14:xfrm>
                <a:off x="8273985" y="1192560"/>
                <a:ext cx="165960" cy="67320"/>
              </p14:xfrm>
            </p:contentPart>
          </mc:Choice>
          <mc:Fallback xmlns="">
            <p:pic>
              <p:nvPicPr>
                <p:cNvPr id="108" name="Ink 107">
                  <a:extLst>
                    <a:ext uri="{FF2B5EF4-FFF2-40B4-BE49-F238E27FC236}">
                      <a16:creationId xmlns:a16="http://schemas.microsoft.com/office/drawing/2014/main" id="{CE648866-F387-0CB7-BAF5-F9080F21F484}"/>
                    </a:ext>
                  </a:extLst>
                </p:cNvPr>
                <p:cNvPicPr/>
                <p:nvPr/>
              </p:nvPicPr>
              <p:blipFill>
                <a:blip r:embed="rId167"/>
                <a:stretch>
                  <a:fillRect/>
                </a:stretch>
              </p:blipFill>
              <p:spPr>
                <a:xfrm>
                  <a:off x="8267865" y="1186440"/>
                  <a:ext cx="1782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9" name="Ink 108">
                  <a:extLst>
                    <a:ext uri="{FF2B5EF4-FFF2-40B4-BE49-F238E27FC236}">
                      <a16:creationId xmlns:a16="http://schemas.microsoft.com/office/drawing/2014/main" id="{9AB4B0EA-70F9-C16D-2A91-38FAF953344D}"/>
                    </a:ext>
                  </a:extLst>
                </p14:cNvPr>
                <p14:cNvContentPartPr/>
                <p14:nvPr/>
              </p14:nvContentPartPr>
              <p14:xfrm>
                <a:off x="8356425" y="1407480"/>
                <a:ext cx="121680" cy="78480"/>
              </p14:xfrm>
            </p:contentPart>
          </mc:Choice>
          <mc:Fallback xmlns="">
            <p:pic>
              <p:nvPicPr>
                <p:cNvPr id="109" name="Ink 108">
                  <a:extLst>
                    <a:ext uri="{FF2B5EF4-FFF2-40B4-BE49-F238E27FC236}">
                      <a16:creationId xmlns:a16="http://schemas.microsoft.com/office/drawing/2014/main" id="{9AB4B0EA-70F9-C16D-2A91-38FAF953344D}"/>
                    </a:ext>
                  </a:extLst>
                </p:cNvPr>
                <p:cNvPicPr/>
                <p:nvPr/>
              </p:nvPicPr>
              <p:blipFill>
                <a:blip r:embed="rId169"/>
                <a:stretch>
                  <a:fillRect/>
                </a:stretch>
              </p:blipFill>
              <p:spPr>
                <a:xfrm>
                  <a:off x="8350305" y="1401360"/>
                  <a:ext cx="1339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3" name="Ink 112">
                  <a:extLst>
                    <a:ext uri="{FF2B5EF4-FFF2-40B4-BE49-F238E27FC236}">
                      <a16:creationId xmlns:a16="http://schemas.microsoft.com/office/drawing/2014/main" id="{1DB6E913-9398-F9D0-30CF-2E71BA588C7F}"/>
                    </a:ext>
                  </a:extLst>
                </p14:cNvPr>
                <p14:cNvContentPartPr/>
                <p14:nvPr/>
              </p14:nvContentPartPr>
              <p14:xfrm>
                <a:off x="9021345" y="970440"/>
                <a:ext cx="48240" cy="326520"/>
              </p14:xfrm>
            </p:contentPart>
          </mc:Choice>
          <mc:Fallback xmlns="">
            <p:pic>
              <p:nvPicPr>
                <p:cNvPr id="113" name="Ink 112">
                  <a:extLst>
                    <a:ext uri="{FF2B5EF4-FFF2-40B4-BE49-F238E27FC236}">
                      <a16:creationId xmlns:a16="http://schemas.microsoft.com/office/drawing/2014/main" id="{1DB6E913-9398-F9D0-30CF-2E71BA588C7F}"/>
                    </a:ext>
                  </a:extLst>
                </p:cNvPr>
                <p:cNvPicPr/>
                <p:nvPr/>
              </p:nvPicPr>
              <p:blipFill>
                <a:blip r:embed="rId171"/>
                <a:stretch>
                  <a:fillRect/>
                </a:stretch>
              </p:blipFill>
              <p:spPr>
                <a:xfrm>
                  <a:off x="9015225" y="964320"/>
                  <a:ext cx="6048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Ink 113">
                  <a:extLst>
                    <a:ext uri="{FF2B5EF4-FFF2-40B4-BE49-F238E27FC236}">
                      <a16:creationId xmlns:a16="http://schemas.microsoft.com/office/drawing/2014/main" id="{46BD1DEE-3938-C1E3-DB6F-D6FE76070D4D}"/>
                    </a:ext>
                  </a:extLst>
                </p14:cNvPr>
                <p14:cNvContentPartPr/>
                <p14:nvPr/>
              </p14:nvContentPartPr>
              <p14:xfrm>
                <a:off x="8619225" y="1544640"/>
                <a:ext cx="841680" cy="98640"/>
              </p14:xfrm>
            </p:contentPart>
          </mc:Choice>
          <mc:Fallback xmlns="">
            <p:pic>
              <p:nvPicPr>
                <p:cNvPr id="114" name="Ink 113">
                  <a:extLst>
                    <a:ext uri="{FF2B5EF4-FFF2-40B4-BE49-F238E27FC236}">
                      <a16:creationId xmlns:a16="http://schemas.microsoft.com/office/drawing/2014/main" id="{46BD1DEE-3938-C1E3-DB6F-D6FE76070D4D}"/>
                    </a:ext>
                  </a:extLst>
                </p:cNvPr>
                <p:cNvPicPr/>
                <p:nvPr/>
              </p:nvPicPr>
              <p:blipFill>
                <a:blip r:embed="rId173"/>
                <a:stretch>
                  <a:fillRect/>
                </a:stretch>
              </p:blipFill>
              <p:spPr>
                <a:xfrm>
                  <a:off x="8613105" y="1538520"/>
                  <a:ext cx="8539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5" name="Ink 114">
                  <a:extLst>
                    <a:ext uri="{FF2B5EF4-FFF2-40B4-BE49-F238E27FC236}">
                      <a16:creationId xmlns:a16="http://schemas.microsoft.com/office/drawing/2014/main" id="{A14AE80F-444D-D919-6E95-1591A5A022A3}"/>
                    </a:ext>
                  </a:extLst>
                </p14:cNvPr>
                <p14:cNvContentPartPr/>
                <p14:nvPr/>
              </p14:nvContentPartPr>
              <p14:xfrm>
                <a:off x="8720025" y="1842360"/>
                <a:ext cx="191160" cy="312120"/>
              </p14:xfrm>
            </p:contentPart>
          </mc:Choice>
          <mc:Fallback xmlns="">
            <p:pic>
              <p:nvPicPr>
                <p:cNvPr id="115" name="Ink 114">
                  <a:extLst>
                    <a:ext uri="{FF2B5EF4-FFF2-40B4-BE49-F238E27FC236}">
                      <a16:creationId xmlns:a16="http://schemas.microsoft.com/office/drawing/2014/main" id="{A14AE80F-444D-D919-6E95-1591A5A022A3}"/>
                    </a:ext>
                  </a:extLst>
                </p:cNvPr>
                <p:cNvPicPr/>
                <p:nvPr/>
              </p:nvPicPr>
              <p:blipFill>
                <a:blip r:embed="rId175"/>
                <a:stretch>
                  <a:fillRect/>
                </a:stretch>
              </p:blipFill>
              <p:spPr>
                <a:xfrm>
                  <a:off x="8713905" y="1836240"/>
                  <a:ext cx="2034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6" name="Ink 115">
                  <a:extLst>
                    <a:ext uri="{FF2B5EF4-FFF2-40B4-BE49-F238E27FC236}">
                      <a16:creationId xmlns:a16="http://schemas.microsoft.com/office/drawing/2014/main" id="{FAEEA853-8203-B38D-A549-BFEBF6520488}"/>
                    </a:ext>
                  </a:extLst>
                </p14:cNvPr>
                <p14:cNvContentPartPr/>
                <p14:nvPr/>
              </p14:nvContentPartPr>
              <p14:xfrm>
                <a:off x="9127185" y="1805640"/>
                <a:ext cx="66240" cy="105120"/>
              </p14:xfrm>
            </p:contentPart>
          </mc:Choice>
          <mc:Fallback xmlns="">
            <p:pic>
              <p:nvPicPr>
                <p:cNvPr id="116" name="Ink 115">
                  <a:extLst>
                    <a:ext uri="{FF2B5EF4-FFF2-40B4-BE49-F238E27FC236}">
                      <a16:creationId xmlns:a16="http://schemas.microsoft.com/office/drawing/2014/main" id="{FAEEA853-8203-B38D-A549-BFEBF6520488}"/>
                    </a:ext>
                  </a:extLst>
                </p:cNvPr>
                <p:cNvPicPr/>
                <p:nvPr/>
              </p:nvPicPr>
              <p:blipFill>
                <a:blip r:embed="rId177"/>
                <a:stretch>
                  <a:fillRect/>
                </a:stretch>
              </p:blipFill>
              <p:spPr>
                <a:xfrm>
                  <a:off x="9121065" y="1799520"/>
                  <a:ext cx="784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7" name="Ink 116">
                  <a:extLst>
                    <a:ext uri="{FF2B5EF4-FFF2-40B4-BE49-F238E27FC236}">
                      <a16:creationId xmlns:a16="http://schemas.microsoft.com/office/drawing/2014/main" id="{33C542F9-9E10-8341-AE4A-3CD24FA3C2B5}"/>
                    </a:ext>
                  </a:extLst>
                </p14:cNvPr>
                <p14:cNvContentPartPr/>
                <p14:nvPr/>
              </p14:nvContentPartPr>
              <p14:xfrm>
                <a:off x="9081105" y="1753080"/>
                <a:ext cx="423360" cy="192960"/>
              </p14:xfrm>
            </p:contentPart>
          </mc:Choice>
          <mc:Fallback xmlns="">
            <p:pic>
              <p:nvPicPr>
                <p:cNvPr id="117" name="Ink 116">
                  <a:extLst>
                    <a:ext uri="{FF2B5EF4-FFF2-40B4-BE49-F238E27FC236}">
                      <a16:creationId xmlns:a16="http://schemas.microsoft.com/office/drawing/2014/main" id="{33C542F9-9E10-8341-AE4A-3CD24FA3C2B5}"/>
                    </a:ext>
                  </a:extLst>
                </p:cNvPr>
                <p:cNvPicPr/>
                <p:nvPr/>
              </p:nvPicPr>
              <p:blipFill>
                <a:blip r:embed="rId179"/>
                <a:stretch>
                  <a:fillRect/>
                </a:stretch>
              </p:blipFill>
              <p:spPr>
                <a:xfrm>
                  <a:off x="9074985" y="1746960"/>
                  <a:ext cx="4356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8" name="Ink 117">
                  <a:extLst>
                    <a:ext uri="{FF2B5EF4-FFF2-40B4-BE49-F238E27FC236}">
                      <a16:creationId xmlns:a16="http://schemas.microsoft.com/office/drawing/2014/main" id="{8B03C71D-7210-BEE9-B5B8-202C5AB3AE41}"/>
                    </a:ext>
                  </a:extLst>
                </p14:cNvPr>
                <p14:cNvContentPartPr/>
                <p14:nvPr/>
              </p14:nvContentPartPr>
              <p14:xfrm>
                <a:off x="9164265" y="1793760"/>
                <a:ext cx="35640" cy="263520"/>
              </p14:xfrm>
            </p:contentPart>
          </mc:Choice>
          <mc:Fallback xmlns="">
            <p:pic>
              <p:nvPicPr>
                <p:cNvPr id="118" name="Ink 117">
                  <a:extLst>
                    <a:ext uri="{FF2B5EF4-FFF2-40B4-BE49-F238E27FC236}">
                      <a16:creationId xmlns:a16="http://schemas.microsoft.com/office/drawing/2014/main" id="{8B03C71D-7210-BEE9-B5B8-202C5AB3AE41}"/>
                    </a:ext>
                  </a:extLst>
                </p:cNvPr>
                <p:cNvPicPr/>
                <p:nvPr/>
              </p:nvPicPr>
              <p:blipFill>
                <a:blip r:embed="rId181"/>
                <a:stretch>
                  <a:fillRect/>
                </a:stretch>
              </p:blipFill>
              <p:spPr>
                <a:xfrm>
                  <a:off x="9158145" y="1787640"/>
                  <a:ext cx="478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9" name="Ink 118">
                  <a:extLst>
                    <a:ext uri="{FF2B5EF4-FFF2-40B4-BE49-F238E27FC236}">
                      <a16:creationId xmlns:a16="http://schemas.microsoft.com/office/drawing/2014/main" id="{75B5BC1C-B649-2155-8D5E-DCB0B995771D}"/>
                    </a:ext>
                  </a:extLst>
                </p14:cNvPr>
                <p14:cNvContentPartPr/>
                <p14:nvPr/>
              </p14:nvContentPartPr>
              <p14:xfrm>
                <a:off x="9819465" y="1154760"/>
                <a:ext cx="608760" cy="92880"/>
              </p14:xfrm>
            </p:contentPart>
          </mc:Choice>
          <mc:Fallback xmlns="">
            <p:pic>
              <p:nvPicPr>
                <p:cNvPr id="119" name="Ink 118">
                  <a:extLst>
                    <a:ext uri="{FF2B5EF4-FFF2-40B4-BE49-F238E27FC236}">
                      <a16:creationId xmlns:a16="http://schemas.microsoft.com/office/drawing/2014/main" id="{75B5BC1C-B649-2155-8D5E-DCB0B995771D}"/>
                    </a:ext>
                  </a:extLst>
                </p:cNvPr>
                <p:cNvPicPr/>
                <p:nvPr/>
              </p:nvPicPr>
              <p:blipFill>
                <a:blip r:embed="rId183"/>
                <a:stretch>
                  <a:fillRect/>
                </a:stretch>
              </p:blipFill>
              <p:spPr>
                <a:xfrm>
                  <a:off x="9813345" y="1148640"/>
                  <a:ext cx="6210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0" name="Ink 119">
                  <a:extLst>
                    <a:ext uri="{FF2B5EF4-FFF2-40B4-BE49-F238E27FC236}">
                      <a16:creationId xmlns:a16="http://schemas.microsoft.com/office/drawing/2014/main" id="{F299E3D7-7961-62C6-5E01-251E4ECCF4FE}"/>
                    </a:ext>
                  </a:extLst>
                </p14:cNvPr>
                <p14:cNvContentPartPr/>
                <p14:nvPr/>
              </p14:nvContentPartPr>
              <p14:xfrm>
                <a:off x="9752505" y="1277160"/>
                <a:ext cx="439560" cy="185400"/>
              </p14:xfrm>
            </p:contentPart>
          </mc:Choice>
          <mc:Fallback xmlns="">
            <p:pic>
              <p:nvPicPr>
                <p:cNvPr id="120" name="Ink 119">
                  <a:extLst>
                    <a:ext uri="{FF2B5EF4-FFF2-40B4-BE49-F238E27FC236}">
                      <a16:creationId xmlns:a16="http://schemas.microsoft.com/office/drawing/2014/main" id="{F299E3D7-7961-62C6-5E01-251E4ECCF4FE}"/>
                    </a:ext>
                  </a:extLst>
                </p:cNvPr>
                <p:cNvPicPr/>
                <p:nvPr/>
              </p:nvPicPr>
              <p:blipFill>
                <a:blip r:embed="rId185"/>
                <a:stretch>
                  <a:fillRect/>
                </a:stretch>
              </p:blipFill>
              <p:spPr>
                <a:xfrm>
                  <a:off x="9746385" y="1271040"/>
                  <a:ext cx="4518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1" name="Ink 120">
                  <a:extLst>
                    <a:ext uri="{FF2B5EF4-FFF2-40B4-BE49-F238E27FC236}">
                      <a16:creationId xmlns:a16="http://schemas.microsoft.com/office/drawing/2014/main" id="{3A911D45-4B76-AC83-F521-233EC22F65A1}"/>
                    </a:ext>
                  </a:extLst>
                </p14:cNvPr>
                <p14:cNvContentPartPr/>
                <p14:nvPr/>
              </p14:nvContentPartPr>
              <p14:xfrm>
                <a:off x="9802905" y="1451400"/>
                <a:ext cx="781560" cy="423720"/>
              </p14:xfrm>
            </p:contentPart>
          </mc:Choice>
          <mc:Fallback xmlns="">
            <p:pic>
              <p:nvPicPr>
                <p:cNvPr id="121" name="Ink 120">
                  <a:extLst>
                    <a:ext uri="{FF2B5EF4-FFF2-40B4-BE49-F238E27FC236}">
                      <a16:creationId xmlns:a16="http://schemas.microsoft.com/office/drawing/2014/main" id="{3A911D45-4B76-AC83-F521-233EC22F65A1}"/>
                    </a:ext>
                  </a:extLst>
                </p:cNvPr>
                <p:cNvPicPr/>
                <p:nvPr/>
              </p:nvPicPr>
              <p:blipFill>
                <a:blip r:embed="rId187"/>
                <a:stretch>
                  <a:fillRect/>
                </a:stretch>
              </p:blipFill>
              <p:spPr>
                <a:xfrm>
                  <a:off x="9796785" y="1445280"/>
                  <a:ext cx="79380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3" name="Ink 122">
                  <a:extLst>
                    <a:ext uri="{FF2B5EF4-FFF2-40B4-BE49-F238E27FC236}">
                      <a16:creationId xmlns:a16="http://schemas.microsoft.com/office/drawing/2014/main" id="{8EBFC5C0-DA1E-0EE0-3BB1-560B5B0D321B}"/>
                    </a:ext>
                  </a:extLst>
                </p14:cNvPr>
                <p14:cNvContentPartPr/>
                <p14:nvPr/>
              </p14:nvContentPartPr>
              <p14:xfrm>
                <a:off x="9806865" y="2079960"/>
                <a:ext cx="103680" cy="188640"/>
              </p14:xfrm>
            </p:contentPart>
          </mc:Choice>
          <mc:Fallback xmlns="">
            <p:pic>
              <p:nvPicPr>
                <p:cNvPr id="123" name="Ink 122">
                  <a:extLst>
                    <a:ext uri="{FF2B5EF4-FFF2-40B4-BE49-F238E27FC236}">
                      <a16:creationId xmlns:a16="http://schemas.microsoft.com/office/drawing/2014/main" id="{8EBFC5C0-DA1E-0EE0-3BB1-560B5B0D321B}"/>
                    </a:ext>
                  </a:extLst>
                </p:cNvPr>
                <p:cNvPicPr/>
                <p:nvPr/>
              </p:nvPicPr>
              <p:blipFill>
                <a:blip r:embed="rId189"/>
                <a:stretch>
                  <a:fillRect/>
                </a:stretch>
              </p:blipFill>
              <p:spPr>
                <a:xfrm>
                  <a:off x="9800745" y="2073840"/>
                  <a:ext cx="1159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4" name="Ink 123">
                  <a:extLst>
                    <a:ext uri="{FF2B5EF4-FFF2-40B4-BE49-F238E27FC236}">
                      <a16:creationId xmlns:a16="http://schemas.microsoft.com/office/drawing/2014/main" id="{E2540C3F-8843-9DC6-3894-BEB42686000A}"/>
                    </a:ext>
                  </a:extLst>
                </p14:cNvPr>
                <p14:cNvContentPartPr/>
                <p14:nvPr/>
              </p14:nvContentPartPr>
              <p14:xfrm>
                <a:off x="9828465" y="1966200"/>
                <a:ext cx="127080" cy="85680"/>
              </p14:xfrm>
            </p:contentPart>
          </mc:Choice>
          <mc:Fallback xmlns="">
            <p:pic>
              <p:nvPicPr>
                <p:cNvPr id="124" name="Ink 123">
                  <a:extLst>
                    <a:ext uri="{FF2B5EF4-FFF2-40B4-BE49-F238E27FC236}">
                      <a16:creationId xmlns:a16="http://schemas.microsoft.com/office/drawing/2014/main" id="{E2540C3F-8843-9DC6-3894-BEB42686000A}"/>
                    </a:ext>
                  </a:extLst>
                </p:cNvPr>
                <p:cNvPicPr/>
                <p:nvPr/>
              </p:nvPicPr>
              <p:blipFill>
                <a:blip r:embed="rId191"/>
                <a:stretch>
                  <a:fillRect/>
                </a:stretch>
              </p:blipFill>
              <p:spPr>
                <a:xfrm>
                  <a:off x="9822345" y="1960080"/>
                  <a:ext cx="139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5" name="Ink 124">
                  <a:extLst>
                    <a:ext uri="{FF2B5EF4-FFF2-40B4-BE49-F238E27FC236}">
                      <a16:creationId xmlns:a16="http://schemas.microsoft.com/office/drawing/2014/main" id="{34AB3B16-84FB-8888-5547-91E218035FDF}"/>
                    </a:ext>
                  </a:extLst>
                </p14:cNvPr>
                <p14:cNvContentPartPr/>
                <p14:nvPr/>
              </p14:nvContentPartPr>
              <p14:xfrm>
                <a:off x="10134825" y="2118480"/>
                <a:ext cx="58680" cy="11520"/>
              </p14:xfrm>
            </p:contentPart>
          </mc:Choice>
          <mc:Fallback xmlns="">
            <p:pic>
              <p:nvPicPr>
                <p:cNvPr id="125" name="Ink 124">
                  <a:extLst>
                    <a:ext uri="{FF2B5EF4-FFF2-40B4-BE49-F238E27FC236}">
                      <a16:creationId xmlns:a16="http://schemas.microsoft.com/office/drawing/2014/main" id="{34AB3B16-84FB-8888-5547-91E218035FDF}"/>
                    </a:ext>
                  </a:extLst>
                </p:cNvPr>
                <p:cNvPicPr/>
                <p:nvPr/>
              </p:nvPicPr>
              <p:blipFill>
                <a:blip r:embed="rId193"/>
                <a:stretch>
                  <a:fillRect/>
                </a:stretch>
              </p:blipFill>
              <p:spPr>
                <a:xfrm>
                  <a:off x="10128705" y="2112360"/>
                  <a:ext cx="709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6" name="Ink 125">
                  <a:extLst>
                    <a:ext uri="{FF2B5EF4-FFF2-40B4-BE49-F238E27FC236}">
                      <a16:creationId xmlns:a16="http://schemas.microsoft.com/office/drawing/2014/main" id="{98AFB92B-4C03-C297-9718-DAC8581A573C}"/>
                    </a:ext>
                  </a:extLst>
                </p14:cNvPr>
                <p14:cNvContentPartPr/>
                <p14:nvPr/>
              </p14:nvContentPartPr>
              <p14:xfrm>
                <a:off x="10060665" y="2226480"/>
                <a:ext cx="168480" cy="101160"/>
              </p14:xfrm>
            </p:contentPart>
          </mc:Choice>
          <mc:Fallback xmlns="">
            <p:pic>
              <p:nvPicPr>
                <p:cNvPr id="126" name="Ink 125">
                  <a:extLst>
                    <a:ext uri="{FF2B5EF4-FFF2-40B4-BE49-F238E27FC236}">
                      <a16:creationId xmlns:a16="http://schemas.microsoft.com/office/drawing/2014/main" id="{98AFB92B-4C03-C297-9718-DAC8581A573C}"/>
                    </a:ext>
                  </a:extLst>
                </p:cNvPr>
                <p:cNvPicPr/>
                <p:nvPr/>
              </p:nvPicPr>
              <p:blipFill>
                <a:blip r:embed="rId195"/>
                <a:stretch>
                  <a:fillRect/>
                </a:stretch>
              </p:blipFill>
              <p:spPr>
                <a:xfrm>
                  <a:off x="10054545" y="2220360"/>
                  <a:ext cx="1807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7" name="Ink 126">
                  <a:extLst>
                    <a:ext uri="{FF2B5EF4-FFF2-40B4-BE49-F238E27FC236}">
                      <a16:creationId xmlns:a16="http://schemas.microsoft.com/office/drawing/2014/main" id="{F22DB18F-D4FF-0AE4-58FB-407A5FF73E1E}"/>
                    </a:ext>
                  </a:extLst>
                </p14:cNvPr>
                <p14:cNvContentPartPr/>
                <p14:nvPr/>
              </p14:nvContentPartPr>
              <p14:xfrm>
                <a:off x="10435785" y="2104440"/>
                <a:ext cx="9000" cy="103680"/>
              </p14:xfrm>
            </p:contentPart>
          </mc:Choice>
          <mc:Fallback xmlns="">
            <p:pic>
              <p:nvPicPr>
                <p:cNvPr id="127" name="Ink 126">
                  <a:extLst>
                    <a:ext uri="{FF2B5EF4-FFF2-40B4-BE49-F238E27FC236}">
                      <a16:creationId xmlns:a16="http://schemas.microsoft.com/office/drawing/2014/main" id="{F22DB18F-D4FF-0AE4-58FB-407A5FF73E1E}"/>
                    </a:ext>
                  </a:extLst>
                </p:cNvPr>
                <p:cNvPicPr/>
                <p:nvPr/>
              </p:nvPicPr>
              <p:blipFill>
                <a:blip r:embed="rId197"/>
                <a:stretch>
                  <a:fillRect/>
                </a:stretch>
              </p:blipFill>
              <p:spPr>
                <a:xfrm>
                  <a:off x="10429665" y="2098320"/>
                  <a:ext cx="212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9" name="Ink 128">
                  <a:extLst>
                    <a:ext uri="{FF2B5EF4-FFF2-40B4-BE49-F238E27FC236}">
                      <a16:creationId xmlns:a16="http://schemas.microsoft.com/office/drawing/2014/main" id="{9BF8875A-F9B1-3A6C-2053-6105909274F4}"/>
                    </a:ext>
                  </a:extLst>
                </p14:cNvPr>
                <p14:cNvContentPartPr/>
                <p14:nvPr/>
              </p14:nvContentPartPr>
              <p14:xfrm>
                <a:off x="9867345" y="955680"/>
                <a:ext cx="311040" cy="243360"/>
              </p14:xfrm>
            </p:contentPart>
          </mc:Choice>
          <mc:Fallback xmlns="">
            <p:pic>
              <p:nvPicPr>
                <p:cNvPr id="129" name="Ink 128">
                  <a:extLst>
                    <a:ext uri="{FF2B5EF4-FFF2-40B4-BE49-F238E27FC236}">
                      <a16:creationId xmlns:a16="http://schemas.microsoft.com/office/drawing/2014/main" id="{9BF8875A-F9B1-3A6C-2053-6105909274F4}"/>
                    </a:ext>
                  </a:extLst>
                </p:cNvPr>
                <p:cNvPicPr/>
                <p:nvPr/>
              </p:nvPicPr>
              <p:blipFill>
                <a:blip r:embed="rId199"/>
                <a:stretch>
                  <a:fillRect/>
                </a:stretch>
              </p:blipFill>
              <p:spPr>
                <a:xfrm>
                  <a:off x="9861225" y="949560"/>
                  <a:ext cx="32328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1" name="Ink 130">
                  <a:extLst>
                    <a:ext uri="{FF2B5EF4-FFF2-40B4-BE49-F238E27FC236}">
                      <a16:creationId xmlns:a16="http://schemas.microsoft.com/office/drawing/2014/main" id="{173C33F9-14B3-28F4-94AF-3472CDF790A3}"/>
                    </a:ext>
                  </a:extLst>
                </p14:cNvPr>
                <p14:cNvContentPartPr/>
                <p14:nvPr/>
              </p14:nvContentPartPr>
              <p14:xfrm>
                <a:off x="6372105" y="2699880"/>
                <a:ext cx="463320" cy="753480"/>
              </p14:xfrm>
            </p:contentPart>
          </mc:Choice>
          <mc:Fallback xmlns="">
            <p:pic>
              <p:nvPicPr>
                <p:cNvPr id="131" name="Ink 130">
                  <a:extLst>
                    <a:ext uri="{FF2B5EF4-FFF2-40B4-BE49-F238E27FC236}">
                      <a16:creationId xmlns:a16="http://schemas.microsoft.com/office/drawing/2014/main" id="{173C33F9-14B3-28F4-94AF-3472CDF790A3}"/>
                    </a:ext>
                  </a:extLst>
                </p:cNvPr>
                <p:cNvPicPr/>
                <p:nvPr/>
              </p:nvPicPr>
              <p:blipFill>
                <a:blip r:embed="rId201"/>
                <a:stretch>
                  <a:fillRect/>
                </a:stretch>
              </p:blipFill>
              <p:spPr>
                <a:xfrm>
                  <a:off x="6365985" y="2693760"/>
                  <a:ext cx="475560" cy="765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Ink 131">
                  <a:extLst>
                    <a:ext uri="{FF2B5EF4-FFF2-40B4-BE49-F238E27FC236}">
                      <a16:creationId xmlns:a16="http://schemas.microsoft.com/office/drawing/2014/main" id="{B6A251A2-BD0E-2FE1-824E-DF5B8BB7D1AB}"/>
                    </a:ext>
                  </a:extLst>
                </p14:cNvPr>
                <p14:cNvContentPartPr/>
                <p14:nvPr/>
              </p14:nvContentPartPr>
              <p14:xfrm>
                <a:off x="6916785" y="2641920"/>
                <a:ext cx="430560" cy="618480"/>
              </p14:xfrm>
            </p:contentPart>
          </mc:Choice>
          <mc:Fallback xmlns="">
            <p:pic>
              <p:nvPicPr>
                <p:cNvPr id="132" name="Ink 131">
                  <a:extLst>
                    <a:ext uri="{FF2B5EF4-FFF2-40B4-BE49-F238E27FC236}">
                      <a16:creationId xmlns:a16="http://schemas.microsoft.com/office/drawing/2014/main" id="{B6A251A2-BD0E-2FE1-824E-DF5B8BB7D1AB}"/>
                    </a:ext>
                  </a:extLst>
                </p:cNvPr>
                <p:cNvPicPr/>
                <p:nvPr/>
              </p:nvPicPr>
              <p:blipFill>
                <a:blip r:embed="rId203"/>
                <a:stretch>
                  <a:fillRect/>
                </a:stretch>
              </p:blipFill>
              <p:spPr>
                <a:xfrm>
                  <a:off x="6910665" y="2635800"/>
                  <a:ext cx="442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 name="Ink 132">
                  <a:extLst>
                    <a:ext uri="{FF2B5EF4-FFF2-40B4-BE49-F238E27FC236}">
                      <a16:creationId xmlns:a16="http://schemas.microsoft.com/office/drawing/2014/main" id="{6C00E6ED-02F3-25A4-F952-7326B3119DB8}"/>
                    </a:ext>
                  </a:extLst>
                </p14:cNvPr>
                <p14:cNvContentPartPr/>
                <p14:nvPr/>
              </p14:nvContentPartPr>
              <p14:xfrm>
                <a:off x="7325745" y="2923440"/>
                <a:ext cx="282240" cy="419400"/>
              </p14:xfrm>
            </p:contentPart>
          </mc:Choice>
          <mc:Fallback xmlns="">
            <p:pic>
              <p:nvPicPr>
                <p:cNvPr id="133" name="Ink 132">
                  <a:extLst>
                    <a:ext uri="{FF2B5EF4-FFF2-40B4-BE49-F238E27FC236}">
                      <a16:creationId xmlns:a16="http://schemas.microsoft.com/office/drawing/2014/main" id="{6C00E6ED-02F3-25A4-F952-7326B3119DB8}"/>
                    </a:ext>
                  </a:extLst>
                </p:cNvPr>
                <p:cNvPicPr/>
                <p:nvPr/>
              </p:nvPicPr>
              <p:blipFill>
                <a:blip r:embed="rId205"/>
                <a:stretch>
                  <a:fillRect/>
                </a:stretch>
              </p:blipFill>
              <p:spPr>
                <a:xfrm>
                  <a:off x="7319625" y="2917320"/>
                  <a:ext cx="29448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5" name="Ink 134">
                  <a:extLst>
                    <a:ext uri="{FF2B5EF4-FFF2-40B4-BE49-F238E27FC236}">
                      <a16:creationId xmlns:a16="http://schemas.microsoft.com/office/drawing/2014/main" id="{628B6794-CFEE-472F-2993-7AFAE143D0FD}"/>
                    </a:ext>
                  </a:extLst>
                </p14:cNvPr>
                <p14:cNvContentPartPr/>
                <p14:nvPr/>
              </p14:nvContentPartPr>
              <p14:xfrm>
                <a:off x="7706985" y="2681880"/>
                <a:ext cx="328680" cy="324720"/>
              </p14:xfrm>
            </p:contentPart>
          </mc:Choice>
          <mc:Fallback xmlns="">
            <p:pic>
              <p:nvPicPr>
                <p:cNvPr id="135" name="Ink 134">
                  <a:extLst>
                    <a:ext uri="{FF2B5EF4-FFF2-40B4-BE49-F238E27FC236}">
                      <a16:creationId xmlns:a16="http://schemas.microsoft.com/office/drawing/2014/main" id="{628B6794-CFEE-472F-2993-7AFAE143D0FD}"/>
                    </a:ext>
                  </a:extLst>
                </p:cNvPr>
                <p:cNvPicPr/>
                <p:nvPr/>
              </p:nvPicPr>
              <p:blipFill>
                <a:blip r:embed="rId207"/>
                <a:stretch>
                  <a:fillRect/>
                </a:stretch>
              </p:blipFill>
              <p:spPr>
                <a:xfrm>
                  <a:off x="7700865" y="2675760"/>
                  <a:ext cx="34092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6" name="Ink 135">
                  <a:extLst>
                    <a:ext uri="{FF2B5EF4-FFF2-40B4-BE49-F238E27FC236}">
                      <a16:creationId xmlns:a16="http://schemas.microsoft.com/office/drawing/2014/main" id="{2A6F6DF7-1D39-78B4-2889-AD9DBF1DA552}"/>
                    </a:ext>
                  </a:extLst>
                </p14:cNvPr>
                <p14:cNvContentPartPr/>
                <p14:nvPr/>
              </p14:nvContentPartPr>
              <p14:xfrm>
                <a:off x="7489905" y="2594400"/>
                <a:ext cx="202680" cy="437760"/>
              </p14:xfrm>
            </p:contentPart>
          </mc:Choice>
          <mc:Fallback xmlns="">
            <p:pic>
              <p:nvPicPr>
                <p:cNvPr id="136" name="Ink 135">
                  <a:extLst>
                    <a:ext uri="{FF2B5EF4-FFF2-40B4-BE49-F238E27FC236}">
                      <a16:creationId xmlns:a16="http://schemas.microsoft.com/office/drawing/2014/main" id="{2A6F6DF7-1D39-78B4-2889-AD9DBF1DA552}"/>
                    </a:ext>
                  </a:extLst>
                </p:cNvPr>
                <p:cNvPicPr/>
                <p:nvPr/>
              </p:nvPicPr>
              <p:blipFill>
                <a:blip r:embed="rId209"/>
                <a:stretch>
                  <a:fillRect/>
                </a:stretch>
              </p:blipFill>
              <p:spPr>
                <a:xfrm>
                  <a:off x="7483785" y="2588280"/>
                  <a:ext cx="214920" cy="450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7" name="Ink 136">
                  <a:extLst>
                    <a:ext uri="{FF2B5EF4-FFF2-40B4-BE49-F238E27FC236}">
                      <a16:creationId xmlns:a16="http://schemas.microsoft.com/office/drawing/2014/main" id="{4D7977A3-6826-E891-E7AC-E62F747D6F3A}"/>
                    </a:ext>
                  </a:extLst>
                </p14:cNvPr>
                <p14:cNvContentPartPr/>
                <p14:nvPr/>
              </p14:nvContentPartPr>
              <p14:xfrm>
                <a:off x="7950705" y="2553360"/>
                <a:ext cx="161640" cy="521280"/>
              </p14:xfrm>
            </p:contentPart>
          </mc:Choice>
          <mc:Fallback xmlns="">
            <p:pic>
              <p:nvPicPr>
                <p:cNvPr id="137" name="Ink 136">
                  <a:extLst>
                    <a:ext uri="{FF2B5EF4-FFF2-40B4-BE49-F238E27FC236}">
                      <a16:creationId xmlns:a16="http://schemas.microsoft.com/office/drawing/2014/main" id="{4D7977A3-6826-E891-E7AC-E62F747D6F3A}"/>
                    </a:ext>
                  </a:extLst>
                </p:cNvPr>
                <p:cNvPicPr/>
                <p:nvPr/>
              </p:nvPicPr>
              <p:blipFill>
                <a:blip r:embed="rId211"/>
                <a:stretch>
                  <a:fillRect/>
                </a:stretch>
              </p:blipFill>
              <p:spPr>
                <a:xfrm>
                  <a:off x="7944585" y="2547240"/>
                  <a:ext cx="17388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8" name="Ink 137">
                  <a:extLst>
                    <a:ext uri="{FF2B5EF4-FFF2-40B4-BE49-F238E27FC236}">
                      <a16:creationId xmlns:a16="http://schemas.microsoft.com/office/drawing/2014/main" id="{E545CAFF-B6FD-A91E-2DA3-6BA5DBD36DD4}"/>
                    </a:ext>
                  </a:extLst>
                </p14:cNvPr>
                <p14:cNvContentPartPr/>
                <p14:nvPr/>
              </p14:nvContentPartPr>
              <p14:xfrm>
                <a:off x="8136825" y="2423760"/>
                <a:ext cx="64440" cy="180720"/>
              </p14:xfrm>
            </p:contentPart>
          </mc:Choice>
          <mc:Fallback xmlns="">
            <p:pic>
              <p:nvPicPr>
                <p:cNvPr id="138" name="Ink 137">
                  <a:extLst>
                    <a:ext uri="{FF2B5EF4-FFF2-40B4-BE49-F238E27FC236}">
                      <a16:creationId xmlns:a16="http://schemas.microsoft.com/office/drawing/2014/main" id="{E545CAFF-B6FD-A91E-2DA3-6BA5DBD36DD4}"/>
                    </a:ext>
                  </a:extLst>
                </p:cNvPr>
                <p:cNvPicPr/>
                <p:nvPr/>
              </p:nvPicPr>
              <p:blipFill>
                <a:blip r:embed="rId213"/>
                <a:stretch>
                  <a:fillRect/>
                </a:stretch>
              </p:blipFill>
              <p:spPr>
                <a:xfrm>
                  <a:off x="8130705" y="2417640"/>
                  <a:ext cx="76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9" name="Ink 138">
                  <a:extLst>
                    <a:ext uri="{FF2B5EF4-FFF2-40B4-BE49-F238E27FC236}">
                      <a16:creationId xmlns:a16="http://schemas.microsoft.com/office/drawing/2014/main" id="{56849051-0C65-5CEE-F23D-327C21CC7028}"/>
                    </a:ext>
                  </a:extLst>
                </p14:cNvPr>
                <p14:cNvContentPartPr/>
                <p14:nvPr/>
              </p14:nvContentPartPr>
              <p14:xfrm>
                <a:off x="8189385" y="2293440"/>
                <a:ext cx="26640" cy="21960"/>
              </p14:xfrm>
            </p:contentPart>
          </mc:Choice>
          <mc:Fallback xmlns="">
            <p:pic>
              <p:nvPicPr>
                <p:cNvPr id="139" name="Ink 138">
                  <a:extLst>
                    <a:ext uri="{FF2B5EF4-FFF2-40B4-BE49-F238E27FC236}">
                      <a16:creationId xmlns:a16="http://schemas.microsoft.com/office/drawing/2014/main" id="{56849051-0C65-5CEE-F23D-327C21CC7028}"/>
                    </a:ext>
                  </a:extLst>
                </p:cNvPr>
                <p:cNvPicPr/>
                <p:nvPr/>
              </p:nvPicPr>
              <p:blipFill>
                <a:blip r:embed="rId215"/>
                <a:stretch>
                  <a:fillRect/>
                </a:stretch>
              </p:blipFill>
              <p:spPr>
                <a:xfrm>
                  <a:off x="8183265" y="2287320"/>
                  <a:ext cx="38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0" name="Ink 139">
                  <a:extLst>
                    <a:ext uri="{FF2B5EF4-FFF2-40B4-BE49-F238E27FC236}">
                      <a16:creationId xmlns:a16="http://schemas.microsoft.com/office/drawing/2014/main" id="{EB4A97B4-AF80-E4FB-EB11-4F8C457051D0}"/>
                    </a:ext>
                  </a:extLst>
                </p14:cNvPr>
                <p14:cNvContentPartPr/>
                <p14:nvPr/>
              </p14:nvContentPartPr>
              <p14:xfrm>
                <a:off x="8366505" y="2791320"/>
                <a:ext cx="255240" cy="81720"/>
              </p14:xfrm>
            </p:contentPart>
          </mc:Choice>
          <mc:Fallback xmlns="">
            <p:pic>
              <p:nvPicPr>
                <p:cNvPr id="140" name="Ink 139">
                  <a:extLst>
                    <a:ext uri="{FF2B5EF4-FFF2-40B4-BE49-F238E27FC236}">
                      <a16:creationId xmlns:a16="http://schemas.microsoft.com/office/drawing/2014/main" id="{EB4A97B4-AF80-E4FB-EB11-4F8C457051D0}"/>
                    </a:ext>
                  </a:extLst>
                </p:cNvPr>
                <p:cNvPicPr/>
                <p:nvPr/>
              </p:nvPicPr>
              <p:blipFill>
                <a:blip r:embed="rId217"/>
                <a:stretch>
                  <a:fillRect/>
                </a:stretch>
              </p:blipFill>
              <p:spPr>
                <a:xfrm>
                  <a:off x="8360385" y="2785200"/>
                  <a:ext cx="2674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2" name="Ink 141">
                  <a:extLst>
                    <a:ext uri="{FF2B5EF4-FFF2-40B4-BE49-F238E27FC236}">
                      <a16:creationId xmlns:a16="http://schemas.microsoft.com/office/drawing/2014/main" id="{943615EA-C38D-741A-098A-7025BE0F694F}"/>
                    </a:ext>
                  </a:extLst>
                </p14:cNvPr>
                <p14:cNvContentPartPr/>
                <p14:nvPr/>
              </p14:nvContentPartPr>
              <p14:xfrm>
                <a:off x="8893905" y="2597280"/>
                <a:ext cx="393120" cy="894240"/>
              </p14:xfrm>
            </p:contentPart>
          </mc:Choice>
          <mc:Fallback xmlns="">
            <p:pic>
              <p:nvPicPr>
                <p:cNvPr id="142" name="Ink 141">
                  <a:extLst>
                    <a:ext uri="{FF2B5EF4-FFF2-40B4-BE49-F238E27FC236}">
                      <a16:creationId xmlns:a16="http://schemas.microsoft.com/office/drawing/2014/main" id="{943615EA-C38D-741A-098A-7025BE0F694F}"/>
                    </a:ext>
                  </a:extLst>
                </p:cNvPr>
                <p:cNvPicPr/>
                <p:nvPr/>
              </p:nvPicPr>
              <p:blipFill>
                <a:blip r:embed="rId219"/>
                <a:stretch>
                  <a:fillRect/>
                </a:stretch>
              </p:blipFill>
              <p:spPr>
                <a:xfrm>
                  <a:off x="8887785" y="2591160"/>
                  <a:ext cx="405360" cy="9064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3" name="Ink 142">
                  <a:extLst>
                    <a:ext uri="{FF2B5EF4-FFF2-40B4-BE49-F238E27FC236}">
                      <a16:creationId xmlns:a16="http://schemas.microsoft.com/office/drawing/2014/main" id="{6BF6A7DD-19DE-C7A1-95A5-5E1700DF9D99}"/>
                    </a:ext>
                  </a:extLst>
                </p14:cNvPr>
                <p14:cNvContentPartPr/>
                <p14:nvPr/>
              </p14:nvContentPartPr>
              <p14:xfrm>
                <a:off x="9401145" y="2562000"/>
                <a:ext cx="82800" cy="145440"/>
              </p14:xfrm>
            </p:contentPart>
          </mc:Choice>
          <mc:Fallback xmlns="">
            <p:pic>
              <p:nvPicPr>
                <p:cNvPr id="143" name="Ink 142">
                  <a:extLst>
                    <a:ext uri="{FF2B5EF4-FFF2-40B4-BE49-F238E27FC236}">
                      <a16:creationId xmlns:a16="http://schemas.microsoft.com/office/drawing/2014/main" id="{6BF6A7DD-19DE-C7A1-95A5-5E1700DF9D99}"/>
                    </a:ext>
                  </a:extLst>
                </p:cNvPr>
                <p:cNvPicPr/>
                <p:nvPr/>
              </p:nvPicPr>
              <p:blipFill>
                <a:blip r:embed="rId221"/>
                <a:stretch>
                  <a:fillRect/>
                </a:stretch>
              </p:blipFill>
              <p:spPr>
                <a:xfrm>
                  <a:off x="9395025" y="2555880"/>
                  <a:ext cx="950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4" name="Ink 143">
                  <a:extLst>
                    <a:ext uri="{FF2B5EF4-FFF2-40B4-BE49-F238E27FC236}">
                      <a16:creationId xmlns:a16="http://schemas.microsoft.com/office/drawing/2014/main" id="{57D92ED7-FC58-1F72-B9D3-DFD938E28B8B}"/>
                    </a:ext>
                  </a:extLst>
                </p14:cNvPr>
                <p14:cNvContentPartPr/>
                <p14:nvPr/>
              </p14:nvContentPartPr>
              <p14:xfrm>
                <a:off x="9388545" y="2461920"/>
                <a:ext cx="31320" cy="97920"/>
              </p14:xfrm>
            </p:contentPart>
          </mc:Choice>
          <mc:Fallback xmlns="">
            <p:pic>
              <p:nvPicPr>
                <p:cNvPr id="144" name="Ink 143">
                  <a:extLst>
                    <a:ext uri="{FF2B5EF4-FFF2-40B4-BE49-F238E27FC236}">
                      <a16:creationId xmlns:a16="http://schemas.microsoft.com/office/drawing/2014/main" id="{57D92ED7-FC58-1F72-B9D3-DFD938E28B8B}"/>
                    </a:ext>
                  </a:extLst>
                </p:cNvPr>
                <p:cNvPicPr/>
                <p:nvPr/>
              </p:nvPicPr>
              <p:blipFill>
                <a:blip r:embed="rId223"/>
                <a:stretch>
                  <a:fillRect/>
                </a:stretch>
              </p:blipFill>
              <p:spPr>
                <a:xfrm>
                  <a:off x="9382425" y="2455800"/>
                  <a:ext cx="435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5" name="Ink 144">
                  <a:extLst>
                    <a:ext uri="{FF2B5EF4-FFF2-40B4-BE49-F238E27FC236}">
                      <a16:creationId xmlns:a16="http://schemas.microsoft.com/office/drawing/2014/main" id="{A41F9A1B-20E0-F28C-2CD7-0D68768B2E03}"/>
                    </a:ext>
                  </a:extLst>
                </p14:cNvPr>
                <p14:cNvContentPartPr/>
                <p14:nvPr/>
              </p14:nvContentPartPr>
              <p14:xfrm>
                <a:off x="9197385" y="2469120"/>
                <a:ext cx="171000" cy="251280"/>
              </p14:xfrm>
            </p:contentPart>
          </mc:Choice>
          <mc:Fallback xmlns="">
            <p:pic>
              <p:nvPicPr>
                <p:cNvPr id="145" name="Ink 144">
                  <a:extLst>
                    <a:ext uri="{FF2B5EF4-FFF2-40B4-BE49-F238E27FC236}">
                      <a16:creationId xmlns:a16="http://schemas.microsoft.com/office/drawing/2014/main" id="{A41F9A1B-20E0-F28C-2CD7-0D68768B2E03}"/>
                    </a:ext>
                  </a:extLst>
                </p:cNvPr>
                <p:cNvPicPr/>
                <p:nvPr/>
              </p:nvPicPr>
              <p:blipFill>
                <a:blip r:embed="rId225"/>
                <a:stretch>
                  <a:fillRect/>
                </a:stretch>
              </p:blipFill>
              <p:spPr>
                <a:xfrm>
                  <a:off x="9191265" y="2463000"/>
                  <a:ext cx="1832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6" name="Ink 145">
                  <a:extLst>
                    <a:ext uri="{FF2B5EF4-FFF2-40B4-BE49-F238E27FC236}">
                      <a16:creationId xmlns:a16="http://schemas.microsoft.com/office/drawing/2014/main" id="{808A880C-C6B0-3FA4-14AC-7A1BC0A918F8}"/>
                    </a:ext>
                  </a:extLst>
                </p14:cNvPr>
                <p14:cNvContentPartPr/>
                <p14:nvPr/>
              </p14:nvContentPartPr>
              <p14:xfrm>
                <a:off x="9571425" y="2423040"/>
                <a:ext cx="160920" cy="489960"/>
              </p14:xfrm>
            </p:contentPart>
          </mc:Choice>
          <mc:Fallback xmlns="">
            <p:pic>
              <p:nvPicPr>
                <p:cNvPr id="146" name="Ink 145">
                  <a:extLst>
                    <a:ext uri="{FF2B5EF4-FFF2-40B4-BE49-F238E27FC236}">
                      <a16:creationId xmlns:a16="http://schemas.microsoft.com/office/drawing/2014/main" id="{808A880C-C6B0-3FA4-14AC-7A1BC0A918F8}"/>
                    </a:ext>
                  </a:extLst>
                </p:cNvPr>
                <p:cNvPicPr/>
                <p:nvPr/>
              </p:nvPicPr>
              <p:blipFill>
                <a:blip r:embed="rId227"/>
                <a:stretch>
                  <a:fillRect/>
                </a:stretch>
              </p:blipFill>
              <p:spPr>
                <a:xfrm>
                  <a:off x="9565305" y="2416920"/>
                  <a:ext cx="17316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7" name="Ink 146">
                  <a:extLst>
                    <a:ext uri="{FF2B5EF4-FFF2-40B4-BE49-F238E27FC236}">
                      <a16:creationId xmlns:a16="http://schemas.microsoft.com/office/drawing/2014/main" id="{F9768FC7-917A-D4FC-DFD4-F4E574266EA7}"/>
                    </a:ext>
                  </a:extLst>
                </p14:cNvPr>
                <p14:cNvContentPartPr/>
                <p14:nvPr/>
              </p14:nvContentPartPr>
              <p14:xfrm>
                <a:off x="9679785" y="2406480"/>
                <a:ext cx="319680" cy="810000"/>
              </p14:xfrm>
            </p:contentPart>
          </mc:Choice>
          <mc:Fallback xmlns="">
            <p:pic>
              <p:nvPicPr>
                <p:cNvPr id="147" name="Ink 146">
                  <a:extLst>
                    <a:ext uri="{FF2B5EF4-FFF2-40B4-BE49-F238E27FC236}">
                      <a16:creationId xmlns:a16="http://schemas.microsoft.com/office/drawing/2014/main" id="{F9768FC7-917A-D4FC-DFD4-F4E574266EA7}"/>
                    </a:ext>
                  </a:extLst>
                </p:cNvPr>
                <p:cNvPicPr/>
                <p:nvPr/>
              </p:nvPicPr>
              <p:blipFill>
                <a:blip r:embed="rId229"/>
                <a:stretch>
                  <a:fillRect/>
                </a:stretch>
              </p:blipFill>
              <p:spPr>
                <a:xfrm>
                  <a:off x="9673665" y="2400360"/>
                  <a:ext cx="331920" cy="8222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8" name="Ink 147">
                  <a:extLst>
                    <a:ext uri="{FF2B5EF4-FFF2-40B4-BE49-F238E27FC236}">
                      <a16:creationId xmlns:a16="http://schemas.microsoft.com/office/drawing/2014/main" id="{C44B9586-CDB7-7DE0-7BA0-A68AC155D5F4}"/>
                    </a:ext>
                  </a:extLst>
                </p14:cNvPr>
                <p14:cNvContentPartPr/>
                <p14:nvPr/>
              </p14:nvContentPartPr>
              <p14:xfrm>
                <a:off x="9989745" y="2351040"/>
                <a:ext cx="210600" cy="128880"/>
              </p14:xfrm>
            </p:contentPart>
          </mc:Choice>
          <mc:Fallback xmlns="">
            <p:pic>
              <p:nvPicPr>
                <p:cNvPr id="148" name="Ink 147">
                  <a:extLst>
                    <a:ext uri="{FF2B5EF4-FFF2-40B4-BE49-F238E27FC236}">
                      <a16:creationId xmlns:a16="http://schemas.microsoft.com/office/drawing/2014/main" id="{C44B9586-CDB7-7DE0-7BA0-A68AC155D5F4}"/>
                    </a:ext>
                  </a:extLst>
                </p:cNvPr>
                <p:cNvPicPr/>
                <p:nvPr/>
              </p:nvPicPr>
              <p:blipFill>
                <a:blip r:embed="rId231"/>
                <a:stretch>
                  <a:fillRect/>
                </a:stretch>
              </p:blipFill>
              <p:spPr>
                <a:xfrm>
                  <a:off x="9983625" y="2344920"/>
                  <a:ext cx="222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9" name="Ink 148">
                  <a:extLst>
                    <a:ext uri="{FF2B5EF4-FFF2-40B4-BE49-F238E27FC236}">
                      <a16:creationId xmlns:a16="http://schemas.microsoft.com/office/drawing/2014/main" id="{94FF4F5C-D8FB-C76A-3874-29CAC04B2B9D}"/>
                    </a:ext>
                  </a:extLst>
                </p14:cNvPr>
                <p14:cNvContentPartPr/>
                <p14:nvPr/>
              </p14:nvContentPartPr>
              <p14:xfrm>
                <a:off x="10316625" y="2540400"/>
                <a:ext cx="14040" cy="60120"/>
              </p14:xfrm>
            </p:contentPart>
          </mc:Choice>
          <mc:Fallback xmlns="">
            <p:pic>
              <p:nvPicPr>
                <p:cNvPr id="149" name="Ink 148">
                  <a:extLst>
                    <a:ext uri="{FF2B5EF4-FFF2-40B4-BE49-F238E27FC236}">
                      <a16:creationId xmlns:a16="http://schemas.microsoft.com/office/drawing/2014/main" id="{94FF4F5C-D8FB-C76A-3874-29CAC04B2B9D}"/>
                    </a:ext>
                  </a:extLst>
                </p:cNvPr>
                <p:cNvPicPr/>
                <p:nvPr/>
              </p:nvPicPr>
              <p:blipFill>
                <a:blip r:embed="rId233"/>
                <a:stretch>
                  <a:fillRect/>
                </a:stretch>
              </p:blipFill>
              <p:spPr>
                <a:xfrm>
                  <a:off x="10310505" y="2534280"/>
                  <a:ext cx="26280" cy="72360"/>
                </a:xfrm>
                <a:prstGeom prst="rect">
                  <a:avLst/>
                </a:prstGeom>
              </p:spPr>
            </p:pic>
          </mc:Fallback>
        </mc:AlternateContent>
      </p:grpSp>
      <p:grpSp>
        <p:nvGrpSpPr>
          <p:cNvPr id="155" name="Group 154">
            <a:extLst>
              <a:ext uri="{FF2B5EF4-FFF2-40B4-BE49-F238E27FC236}">
                <a16:creationId xmlns:a16="http://schemas.microsoft.com/office/drawing/2014/main" id="{C2415DB4-DF05-0DB3-245F-6DD27A1A8DC5}"/>
              </a:ext>
            </a:extLst>
          </p:cNvPr>
          <p:cNvGrpSpPr/>
          <p:nvPr/>
        </p:nvGrpSpPr>
        <p:grpSpPr>
          <a:xfrm>
            <a:off x="7106865" y="3411600"/>
            <a:ext cx="339120" cy="221400"/>
            <a:chOff x="7106865" y="3411600"/>
            <a:chExt cx="339120" cy="221400"/>
          </a:xfrm>
        </p:grpSpPr>
        <mc:AlternateContent xmlns:mc="http://schemas.openxmlformats.org/markup-compatibility/2006" xmlns:p14="http://schemas.microsoft.com/office/powerpoint/2010/main">
          <mc:Choice Requires="p14">
            <p:contentPart p14:bwMode="auto" r:id="rId234">
              <p14:nvContentPartPr>
                <p14:cNvPr id="151" name="Ink 150">
                  <a:extLst>
                    <a:ext uri="{FF2B5EF4-FFF2-40B4-BE49-F238E27FC236}">
                      <a16:creationId xmlns:a16="http://schemas.microsoft.com/office/drawing/2014/main" id="{8934BB24-22CC-557A-56EA-887B3FFED076}"/>
                    </a:ext>
                  </a:extLst>
                </p14:cNvPr>
                <p14:cNvContentPartPr/>
                <p14:nvPr/>
              </p14:nvContentPartPr>
              <p14:xfrm>
                <a:off x="7106865" y="3411600"/>
                <a:ext cx="283680" cy="119520"/>
              </p14:xfrm>
            </p:contentPart>
          </mc:Choice>
          <mc:Fallback xmlns="">
            <p:pic>
              <p:nvPicPr>
                <p:cNvPr id="151" name="Ink 150">
                  <a:extLst>
                    <a:ext uri="{FF2B5EF4-FFF2-40B4-BE49-F238E27FC236}">
                      <a16:creationId xmlns:a16="http://schemas.microsoft.com/office/drawing/2014/main" id="{8934BB24-22CC-557A-56EA-887B3FFED076}"/>
                    </a:ext>
                  </a:extLst>
                </p:cNvPr>
                <p:cNvPicPr/>
                <p:nvPr/>
              </p:nvPicPr>
              <p:blipFill>
                <a:blip r:embed="rId235"/>
                <a:stretch>
                  <a:fillRect/>
                </a:stretch>
              </p:blipFill>
              <p:spPr>
                <a:xfrm>
                  <a:off x="7100745" y="3405480"/>
                  <a:ext cx="2959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2" name="Ink 151">
                  <a:extLst>
                    <a:ext uri="{FF2B5EF4-FFF2-40B4-BE49-F238E27FC236}">
                      <a16:creationId xmlns:a16="http://schemas.microsoft.com/office/drawing/2014/main" id="{07AFDBD3-99BE-7F19-6339-957433A9FAF9}"/>
                    </a:ext>
                  </a:extLst>
                </p14:cNvPr>
                <p14:cNvContentPartPr/>
                <p14:nvPr/>
              </p14:nvContentPartPr>
              <p14:xfrm>
                <a:off x="7128825" y="3486480"/>
                <a:ext cx="288360" cy="84600"/>
              </p14:xfrm>
            </p:contentPart>
          </mc:Choice>
          <mc:Fallback xmlns="">
            <p:pic>
              <p:nvPicPr>
                <p:cNvPr id="152" name="Ink 151">
                  <a:extLst>
                    <a:ext uri="{FF2B5EF4-FFF2-40B4-BE49-F238E27FC236}">
                      <a16:creationId xmlns:a16="http://schemas.microsoft.com/office/drawing/2014/main" id="{07AFDBD3-99BE-7F19-6339-957433A9FAF9}"/>
                    </a:ext>
                  </a:extLst>
                </p:cNvPr>
                <p:cNvPicPr/>
                <p:nvPr/>
              </p:nvPicPr>
              <p:blipFill>
                <a:blip r:embed="rId237"/>
                <a:stretch>
                  <a:fillRect/>
                </a:stretch>
              </p:blipFill>
              <p:spPr>
                <a:xfrm>
                  <a:off x="7122705" y="3480360"/>
                  <a:ext cx="3006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3" name="Ink 152">
                  <a:extLst>
                    <a:ext uri="{FF2B5EF4-FFF2-40B4-BE49-F238E27FC236}">
                      <a16:creationId xmlns:a16="http://schemas.microsoft.com/office/drawing/2014/main" id="{75289505-1B40-5BB5-A1BE-7CA43FDB099C}"/>
                    </a:ext>
                  </a:extLst>
                </p14:cNvPr>
                <p14:cNvContentPartPr/>
                <p14:nvPr/>
              </p14:nvContentPartPr>
              <p14:xfrm>
                <a:off x="7115145" y="3552360"/>
                <a:ext cx="330840" cy="80640"/>
              </p14:xfrm>
            </p:contentPart>
          </mc:Choice>
          <mc:Fallback xmlns="">
            <p:pic>
              <p:nvPicPr>
                <p:cNvPr id="153" name="Ink 152">
                  <a:extLst>
                    <a:ext uri="{FF2B5EF4-FFF2-40B4-BE49-F238E27FC236}">
                      <a16:creationId xmlns:a16="http://schemas.microsoft.com/office/drawing/2014/main" id="{75289505-1B40-5BB5-A1BE-7CA43FDB099C}"/>
                    </a:ext>
                  </a:extLst>
                </p:cNvPr>
                <p:cNvPicPr/>
                <p:nvPr/>
              </p:nvPicPr>
              <p:blipFill>
                <a:blip r:embed="rId239"/>
                <a:stretch>
                  <a:fillRect/>
                </a:stretch>
              </p:blipFill>
              <p:spPr>
                <a:xfrm>
                  <a:off x="7109025" y="3546240"/>
                  <a:ext cx="3430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4" name="Ink 153">
                  <a:extLst>
                    <a:ext uri="{FF2B5EF4-FFF2-40B4-BE49-F238E27FC236}">
                      <a16:creationId xmlns:a16="http://schemas.microsoft.com/office/drawing/2014/main" id="{178D13A7-1C8A-2568-40E3-EE19ED4F91DF}"/>
                    </a:ext>
                  </a:extLst>
                </p14:cNvPr>
                <p14:cNvContentPartPr/>
                <p14:nvPr/>
              </p14:nvContentPartPr>
              <p14:xfrm>
                <a:off x="7160865" y="3540120"/>
                <a:ext cx="222120" cy="24120"/>
              </p14:xfrm>
            </p:contentPart>
          </mc:Choice>
          <mc:Fallback xmlns="">
            <p:pic>
              <p:nvPicPr>
                <p:cNvPr id="154" name="Ink 153">
                  <a:extLst>
                    <a:ext uri="{FF2B5EF4-FFF2-40B4-BE49-F238E27FC236}">
                      <a16:creationId xmlns:a16="http://schemas.microsoft.com/office/drawing/2014/main" id="{178D13A7-1C8A-2568-40E3-EE19ED4F91DF}"/>
                    </a:ext>
                  </a:extLst>
                </p:cNvPr>
                <p:cNvPicPr/>
                <p:nvPr/>
              </p:nvPicPr>
              <p:blipFill>
                <a:blip r:embed="rId241"/>
                <a:stretch>
                  <a:fillRect/>
                </a:stretch>
              </p:blipFill>
              <p:spPr>
                <a:xfrm>
                  <a:off x="7154745" y="3534000"/>
                  <a:ext cx="234360" cy="36360"/>
                </a:xfrm>
                <a:prstGeom prst="rect">
                  <a:avLst/>
                </a:prstGeom>
              </p:spPr>
            </p:pic>
          </mc:Fallback>
        </mc:AlternateContent>
      </p:grpSp>
      <p:grpSp>
        <p:nvGrpSpPr>
          <p:cNvPr id="163" name="Group 162">
            <a:extLst>
              <a:ext uri="{FF2B5EF4-FFF2-40B4-BE49-F238E27FC236}">
                <a16:creationId xmlns:a16="http://schemas.microsoft.com/office/drawing/2014/main" id="{B09ED8EF-0049-6CE5-2B58-FD37164AD6FF}"/>
              </a:ext>
            </a:extLst>
          </p:cNvPr>
          <p:cNvGrpSpPr/>
          <p:nvPr/>
        </p:nvGrpSpPr>
        <p:grpSpPr>
          <a:xfrm>
            <a:off x="6106065" y="4432200"/>
            <a:ext cx="1370520" cy="726480"/>
            <a:chOff x="6106065" y="4432200"/>
            <a:chExt cx="1370520" cy="726480"/>
          </a:xfrm>
        </p:grpSpPr>
        <mc:AlternateContent xmlns:mc="http://schemas.openxmlformats.org/markup-compatibility/2006" xmlns:p14="http://schemas.microsoft.com/office/powerpoint/2010/main">
          <mc:Choice Requires="p14">
            <p:contentPart p14:bwMode="auto" r:id="rId242">
              <p14:nvContentPartPr>
                <p14:cNvPr id="156" name="Ink 155">
                  <a:extLst>
                    <a:ext uri="{FF2B5EF4-FFF2-40B4-BE49-F238E27FC236}">
                      <a16:creationId xmlns:a16="http://schemas.microsoft.com/office/drawing/2014/main" id="{07076597-368F-2BED-DCCE-5F69F84DD211}"/>
                    </a:ext>
                  </a:extLst>
                </p14:cNvPr>
                <p14:cNvContentPartPr/>
                <p14:nvPr/>
              </p14:nvContentPartPr>
              <p14:xfrm>
                <a:off x="6106065" y="4532280"/>
                <a:ext cx="380160" cy="626400"/>
              </p14:xfrm>
            </p:contentPart>
          </mc:Choice>
          <mc:Fallback xmlns="">
            <p:pic>
              <p:nvPicPr>
                <p:cNvPr id="156" name="Ink 155">
                  <a:extLst>
                    <a:ext uri="{FF2B5EF4-FFF2-40B4-BE49-F238E27FC236}">
                      <a16:creationId xmlns:a16="http://schemas.microsoft.com/office/drawing/2014/main" id="{07076597-368F-2BED-DCCE-5F69F84DD211}"/>
                    </a:ext>
                  </a:extLst>
                </p:cNvPr>
                <p:cNvPicPr/>
                <p:nvPr/>
              </p:nvPicPr>
              <p:blipFill>
                <a:blip r:embed="rId243"/>
                <a:stretch>
                  <a:fillRect/>
                </a:stretch>
              </p:blipFill>
              <p:spPr>
                <a:xfrm>
                  <a:off x="6099945" y="4526160"/>
                  <a:ext cx="392400" cy="6386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7" name="Ink 156">
                  <a:extLst>
                    <a:ext uri="{FF2B5EF4-FFF2-40B4-BE49-F238E27FC236}">
                      <a16:creationId xmlns:a16="http://schemas.microsoft.com/office/drawing/2014/main" id="{6C971858-FCE1-CA3A-9EBD-55D80B66068F}"/>
                    </a:ext>
                  </a:extLst>
                </p14:cNvPr>
                <p14:cNvContentPartPr/>
                <p14:nvPr/>
              </p14:nvContentPartPr>
              <p14:xfrm>
                <a:off x="6476505" y="4484400"/>
                <a:ext cx="284400" cy="636840"/>
              </p14:xfrm>
            </p:contentPart>
          </mc:Choice>
          <mc:Fallback xmlns="">
            <p:pic>
              <p:nvPicPr>
                <p:cNvPr id="157" name="Ink 156">
                  <a:extLst>
                    <a:ext uri="{FF2B5EF4-FFF2-40B4-BE49-F238E27FC236}">
                      <a16:creationId xmlns:a16="http://schemas.microsoft.com/office/drawing/2014/main" id="{6C971858-FCE1-CA3A-9EBD-55D80B66068F}"/>
                    </a:ext>
                  </a:extLst>
                </p:cNvPr>
                <p:cNvPicPr/>
                <p:nvPr/>
              </p:nvPicPr>
              <p:blipFill>
                <a:blip r:embed="rId245"/>
                <a:stretch>
                  <a:fillRect/>
                </a:stretch>
              </p:blipFill>
              <p:spPr>
                <a:xfrm>
                  <a:off x="6470385" y="4478280"/>
                  <a:ext cx="296640" cy="6490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8" name="Ink 157">
                  <a:extLst>
                    <a:ext uri="{FF2B5EF4-FFF2-40B4-BE49-F238E27FC236}">
                      <a16:creationId xmlns:a16="http://schemas.microsoft.com/office/drawing/2014/main" id="{AD6BEDA3-B6D3-BFDB-9F5F-04EE1BFAE65D}"/>
                    </a:ext>
                  </a:extLst>
                </p14:cNvPr>
                <p14:cNvContentPartPr/>
                <p14:nvPr/>
              </p14:nvContentPartPr>
              <p14:xfrm>
                <a:off x="7000665" y="4572600"/>
                <a:ext cx="392400" cy="304200"/>
              </p14:xfrm>
            </p:contentPart>
          </mc:Choice>
          <mc:Fallback xmlns="">
            <p:pic>
              <p:nvPicPr>
                <p:cNvPr id="158" name="Ink 157">
                  <a:extLst>
                    <a:ext uri="{FF2B5EF4-FFF2-40B4-BE49-F238E27FC236}">
                      <a16:creationId xmlns:a16="http://schemas.microsoft.com/office/drawing/2014/main" id="{AD6BEDA3-B6D3-BFDB-9F5F-04EE1BFAE65D}"/>
                    </a:ext>
                  </a:extLst>
                </p:cNvPr>
                <p:cNvPicPr/>
                <p:nvPr/>
              </p:nvPicPr>
              <p:blipFill>
                <a:blip r:embed="rId247"/>
                <a:stretch>
                  <a:fillRect/>
                </a:stretch>
              </p:blipFill>
              <p:spPr>
                <a:xfrm>
                  <a:off x="6994545" y="4566480"/>
                  <a:ext cx="4046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9" name="Ink 158">
                  <a:extLst>
                    <a:ext uri="{FF2B5EF4-FFF2-40B4-BE49-F238E27FC236}">
                      <a16:creationId xmlns:a16="http://schemas.microsoft.com/office/drawing/2014/main" id="{FF4CB040-F394-0CE3-677D-57781AE1886F}"/>
                    </a:ext>
                  </a:extLst>
                </p14:cNvPr>
                <p14:cNvContentPartPr/>
                <p14:nvPr/>
              </p14:nvContentPartPr>
              <p14:xfrm>
                <a:off x="6873585" y="4633800"/>
                <a:ext cx="284040" cy="406800"/>
              </p14:xfrm>
            </p:contentPart>
          </mc:Choice>
          <mc:Fallback xmlns="">
            <p:pic>
              <p:nvPicPr>
                <p:cNvPr id="159" name="Ink 158">
                  <a:extLst>
                    <a:ext uri="{FF2B5EF4-FFF2-40B4-BE49-F238E27FC236}">
                      <a16:creationId xmlns:a16="http://schemas.microsoft.com/office/drawing/2014/main" id="{FF4CB040-F394-0CE3-677D-57781AE1886F}"/>
                    </a:ext>
                  </a:extLst>
                </p:cNvPr>
                <p:cNvPicPr/>
                <p:nvPr/>
              </p:nvPicPr>
              <p:blipFill>
                <a:blip r:embed="rId249"/>
                <a:stretch>
                  <a:fillRect/>
                </a:stretch>
              </p:blipFill>
              <p:spPr>
                <a:xfrm>
                  <a:off x="6867465" y="4627680"/>
                  <a:ext cx="29628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0" name="Ink 159">
                  <a:extLst>
                    <a:ext uri="{FF2B5EF4-FFF2-40B4-BE49-F238E27FC236}">
                      <a16:creationId xmlns:a16="http://schemas.microsoft.com/office/drawing/2014/main" id="{F575A9DA-3365-997E-CBF8-A8AFA50FBDB2}"/>
                    </a:ext>
                  </a:extLst>
                </p14:cNvPr>
                <p14:cNvContentPartPr/>
                <p14:nvPr/>
              </p14:nvContentPartPr>
              <p14:xfrm>
                <a:off x="7271745" y="4432200"/>
                <a:ext cx="204840" cy="670680"/>
              </p14:xfrm>
            </p:contentPart>
          </mc:Choice>
          <mc:Fallback xmlns="">
            <p:pic>
              <p:nvPicPr>
                <p:cNvPr id="160" name="Ink 159">
                  <a:extLst>
                    <a:ext uri="{FF2B5EF4-FFF2-40B4-BE49-F238E27FC236}">
                      <a16:creationId xmlns:a16="http://schemas.microsoft.com/office/drawing/2014/main" id="{F575A9DA-3365-997E-CBF8-A8AFA50FBDB2}"/>
                    </a:ext>
                  </a:extLst>
                </p:cNvPr>
                <p:cNvPicPr/>
                <p:nvPr/>
              </p:nvPicPr>
              <p:blipFill>
                <a:blip r:embed="rId251"/>
                <a:stretch>
                  <a:fillRect/>
                </a:stretch>
              </p:blipFill>
              <p:spPr>
                <a:xfrm>
                  <a:off x="7265625" y="4426080"/>
                  <a:ext cx="217080" cy="68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2">
            <p14:nvContentPartPr>
              <p14:cNvPr id="164" name="Ink 163">
                <a:extLst>
                  <a:ext uri="{FF2B5EF4-FFF2-40B4-BE49-F238E27FC236}">
                    <a16:creationId xmlns:a16="http://schemas.microsoft.com/office/drawing/2014/main" id="{059204D5-EBC3-584C-3E73-93B4096A6B21}"/>
                  </a:ext>
                </a:extLst>
              </p14:cNvPr>
              <p14:cNvContentPartPr/>
              <p14:nvPr/>
            </p14:nvContentPartPr>
            <p14:xfrm>
              <a:off x="8651985" y="4002000"/>
              <a:ext cx="74160" cy="323280"/>
            </p14:xfrm>
          </p:contentPart>
        </mc:Choice>
        <mc:Fallback xmlns="">
          <p:pic>
            <p:nvPicPr>
              <p:cNvPr id="164" name="Ink 163">
                <a:extLst>
                  <a:ext uri="{FF2B5EF4-FFF2-40B4-BE49-F238E27FC236}">
                    <a16:creationId xmlns:a16="http://schemas.microsoft.com/office/drawing/2014/main" id="{059204D5-EBC3-584C-3E73-93B4096A6B21}"/>
                  </a:ext>
                </a:extLst>
              </p:cNvPr>
              <p:cNvPicPr/>
              <p:nvPr/>
            </p:nvPicPr>
            <p:blipFill>
              <a:blip r:embed="rId253"/>
              <a:stretch>
                <a:fillRect/>
              </a:stretch>
            </p:blipFill>
            <p:spPr>
              <a:xfrm>
                <a:off x="8645865" y="3995880"/>
                <a:ext cx="864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3" name="Ink 172">
                <a:extLst>
                  <a:ext uri="{FF2B5EF4-FFF2-40B4-BE49-F238E27FC236}">
                    <a16:creationId xmlns:a16="http://schemas.microsoft.com/office/drawing/2014/main" id="{EF4E6048-AA54-BC65-3698-ACB29809D332}"/>
                  </a:ext>
                </a:extLst>
              </p14:cNvPr>
              <p14:cNvContentPartPr/>
              <p14:nvPr/>
            </p14:nvContentPartPr>
            <p14:xfrm>
              <a:off x="6602145" y="6253080"/>
              <a:ext cx="600120" cy="316800"/>
            </p14:xfrm>
          </p:contentPart>
        </mc:Choice>
        <mc:Fallback xmlns="">
          <p:pic>
            <p:nvPicPr>
              <p:cNvPr id="173" name="Ink 172">
                <a:extLst>
                  <a:ext uri="{FF2B5EF4-FFF2-40B4-BE49-F238E27FC236}">
                    <a16:creationId xmlns:a16="http://schemas.microsoft.com/office/drawing/2014/main" id="{EF4E6048-AA54-BC65-3698-ACB29809D332}"/>
                  </a:ext>
                </a:extLst>
              </p:cNvPr>
              <p:cNvPicPr/>
              <p:nvPr/>
            </p:nvPicPr>
            <p:blipFill>
              <a:blip r:embed="rId255"/>
              <a:stretch>
                <a:fillRect/>
              </a:stretch>
            </p:blipFill>
            <p:spPr>
              <a:xfrm>
                <a:off x="6596025" y="6246960"/>
                <a:ext cx="612360" cy="329040"/>
              </a:xfrm>
              <a:prstGeom prst="rect">
                <a:avLst/>
              </a:prstGeom>
            </p:spPr>
          </p:pic>
        </mc:Fallback>
      </mc:AlternateContent>
      <p:grpSp>
        <p:nvGrpSpPr>
          <p:cNvPr id="186" name="Group 185">
            <a:extLst>
              <a:ext uri="{FF2B5EF4-FFF2-40B4-BE49-F238E27FC236}">
                <a16:creationId xmlns:a16="http://schemas.microsoft.com/office/drawing/2014/main" id="{25C0A8B6-3CAB-3A29-6AB7-B461536D5628}"/>
              </a:ext>
            </a:extLst>
          </p:cNvPr>
          <p:cNvGrpSpPr/>
          <p:nvPr/>
        </p:nvGrpSpPr>
        <p:grpSpPr>
          <a:xfrm>
            <a:off x="7533465" y="5759880"/>
            <a:ext cx="1225440" cy="624600"/>
            <a:chOff x="7533465" y="5759880"/>
            <a:chExt cx="1225440" cy="624600"/>
          </a:xfrm>
        </p:grpSpPr>
        <mc:AlternateContent xmlns:mc="http://schemas.openxmlformats.org/markup-compatibility/2006" xmlns:p14="http://schemas.microsoft.com/office/powerpoint/2010/main">
          <mc:Choice Requires="p14">
            <p:contentPart p14:bwMode="auto" r:id="rId256">
              <p14:nvContentPartPr>
                <p14:cNvPr id="174" name="Ink 173">
                  <a:extLst>
                    <a:ext uri="{FF2B5EF4-FFF2-40B4-BE49-F238E27FC236}">
                      <a16:creationId xmlns:a16="http://schemas.microsoft.com/office/drawing/2014/main" id="{D667342B-D785-F01D-6916-D69240BC547F}"/>
                    </a:ext>
                  </a:extLst>
                </p14:cNvPr>
                <p14:cNvContentPartPr/>
                <p14:nvPr/>
              </p14:nvContentPartPr>
              <p14:xfrm>
                <a:off x="7536705" y="6098640"/>
                <a:ext cx="121680" cy="36360"/>
              </p14:xfrm>
            </p:contentPart>
          </mc:Choice>
          <mc:Fallback xmlns="">
            <p:pic>
              <p:nvPicPr>
                <p:cNvPr id="174" name="Ink 173">
                  <a:extLst>
                    <a:ext uri="{FF2B5EF4-FFF2-40B4-BE49-F238E27FC236}">
                      <a16:creationId xmlns:a16="http://schemas.microsoft.com/office/drawing/2014/main" id="{D667342B-D785-F01D-6916-D69240BC547F}"/>
                    </a:ext>
                  </a:extLst>
                </p:cNvPr>
                <p:cNvPicPr/>
                <p:nvPr/>
              </p:nvPicPr>
              <p:blipFill>
                <a:blip r:embed="rId257"/>
                <a:stretch>
                  <a:fillRect/>
                </a:stretch>
              </p:blipFill>
              <p:spPr>
                <a:xfrm>
                  <a:off x="7530585" y="6092520"/>
                  <a:ext cx="1339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5" name="Ink 174">
                  <a:extLst>
                    <a:ext uri="{FF2B5EF4-FFF2-40B4-BE49-F238E27FC236}">
                      <a16:creationId xmlns:a16="http://schemas.microsoft.com/office/drawing/2014/main" id="{7EA2E6A1-3D0A-D564-D6E4-B8A6EE09E4C7}"/>
                    </a:ext>
                  </a:extLst>
                </p14:cNvPr>
                <p14:cNvContentPartPr/>
                <p14:nvPr/>
              </p14:nvContentPartPr>
              <p14:xfrm>
                <a:off x="7533465" y="6222840"/>
                <a:ext cx="276840" cy="126720"/>
              </p14:xfrm>
            </p:contentPart>
          </mc:Choice>
          <mc:Fallback xmlns="">
            <p:pic>
              <p:nvPicPr>
                <p:cNvPr id="175" name="Ink 174">
                  <a:extLst>
                    <a:ext uri="{FF2B5EF4-FFF2-40B4-BE49-F238E27FC236}">
                      <a16:creationId xmlns:a16="http://schemas.microsoft.com/office/drawing/2014/main" id="{7EA2E6A1-3D0A-D564-D6E4-B8A6EE09E4C7}"/>
                    </a:ext>
                  </a:extLst>
                </p:cNvPr>
                <p:cNvPicPr/>
                <p:nvPr/>
              </p:nvPicPr>
              <p:blipFill>
                <a:blip r:embed="rId259"/>
                <a:stretch>
                  <a:fillRect/>
                </a:stretch>
              </p:blipFill>
              <p:spPr>
                <a:xfrm>
                  <a:off x="7527345" y="6216720"/>
                  <a:ext cx="289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6" name="Ink 175">
                  <a:extLst>
                    <a:ext uri="{FF2B5EF4-FFF2-40B4-BE49-F238E27FC236}">
                      <a16:creationId xmlns:a16="http://schemas.microsoft.com/office/drawing/2014/main" id="{12360CC7-9387-79DC-1AA9-E843AD411894}"/>
                    </a:ext>
                  </a:extLst>
                </p14:cNvPr>
                <p14:cNvContentPartPr/>
                <p14:nvPr/>
              </p14:nvContentPartPr>
              <p14:xfrm>
                <a:off x="8065185" y="5759880"/>
                <a:ext cx="379800" cy="624600"/>
              </p14:xfrm>
            </p:contentPart>
          </mc:Choice>
          <mc:Fallback xmlns="">
            <p:pic>
              <p:nvPicPr>
                <p:cNvPr id="176" name="Ink 175">
                  <a:extLst>
                    <a:ext uri="{FF2B5EF4-FFF2-40B4-BE49-F238E27FC236}">
                      <a16:creationId xmlns:a16="http://schemas.microsoft.com/office/drawing/2014/main" id="{12360CC7-9387-79DC-1AA9-E843AD411894}"/>
                    </a:ext>
                  </a:extLst>
                </p:cNvPr>
                <p:cNvPicPr/>
                <p:nvPr/>
              </p:nvPicPr>
              <p:blipFill>
                <a:blip r:embed="rId261"/>
                <a:stretch>
                  <a:fillRect/>
                </a:stretch>
              </p:blipFill>
              <p:spPr>
                <a:xfrm>
                  <a:off x="8059065" y="5753760"/>
                  <a:ext cx="39204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7" name="Ink 176">
                  <a:extLst>
                    <a:ext uri="{FF2B5EF4-FFF2-40B4-BE49-F238E27FC236}">
                      <a16:creationId xmlns:a16="http://schemas.microsoft.com/office/drawing/2014/main" id="{8BEA676C-D26A-BC25-264D-FC0BF56DC585}"/>
                    </a:ext>
                  </a:extLst>
                </p14:cNvPr>
                <p14:cNvContentPartPr/>
                <p14:nvPr/>
              </p14:nvContentPartPr>
              <p14:xfrm>
                <a:off x="8580345" y="6033840"/>
                <a:ext cx="178560" cy="264960"/>
              </p14:xfrm>
            </p:contentPart>
          </mc:Choice>
          <mc:Fallback xmlns="">
            <p:pic>
              <p:nvPicPr>
                <p:cNvPr id="177" name="Ink 176">
                  <a:extLst>
                    <a:ext uri="{FF2B5EF4-FFF2-40B4-BE49-F238E27FC236}">
                      <a16:creationId xmlns:a16="http://schemas.microsoft.com/office/drawing/2014/main" id="{8BEA676C-D26A-BC25-264D-FC0BF56DC585}"/>
                    </a:ext>
                  </a:extLst>
                </p:cNvPr>
                <p:cNvPicPr/>
                <p:nvPr/>
              </p:nvPicPr>
              <p:blipFill>
                <a:blip r:embed="rId263"/>
                <a:stretch>
                  <a:fillRect/>
                </a:stretch>
              </p:blipFill>
              <p:spPr>
                <a:xfrm>
                  <a:off x="8574225" y="6027720"/>
                  <a:ext cx="190800" cy="277200"/>
                </a:xfrm>
                <a:prstGeom prst="rect">
                  <a:avLst/>
                </a:prstGeom>
              </p:spPr>
            </p:pic>
          </mc:Fallback>
        </mc:AlternateContent>
      </p:grpSp>
      <p:grpSp>
        <p:nvGrpSpPr>
          <p:cNvPr id="185" name="Group 184">
            <a:extLst>
              <a:ext uri="{FF2B5EF4-FFF2-40B4-BE49-F238E27FC236}">
                <a16:creationId xmlns:a16="http://schemas.microsoft.com/office/drawing/2014/main" id="{AE37A5D8-36AE-AE2E-058E-8DED311C975F}"/>
              </a:ext>
            </a:extLst>
          </p:cNvPr>
          <p:cNvGrpSpPr/>
          <p:nvPr/>
        </p:nvGrpSpPr>
        <p:grpSpPr>
          <a:xfrm>
            <a:off x="9100185" y="5574840"/>
            <a:ext cx="1862640" cy="636120"/>
            <a:chOff x="9100185" y="5574840"/>
            <a:chExt cx="1862640" cy="636120"/>
          </a:xfrm>
        </p:grpSpPr>
        <mc:AlternateContent xmlns:mc="http://schemas.openxmlformats.org/markup-compatibility/2006" xmlns:p14="http://schemas.microsoft.com/office/powerpoint/2010/main">
          <mc:Choice Requires="p14">
            <p:contentPart p14:bwMode="auto" r:id="rId264">
              <p14:nvContentPartPr>
                <p14:cNvPr id="178" name="Ink 177">
                  <a:extLst>
                    <a:ext uri="{FF2B5EF4-FFF2-40B4-BE49-F238E27FC236}">
                      <a16:creationId xmlns:a16="http://schemas.microsoft.com/office/drawing/2014/main" id="{AC0D226B-C198-7B80-0B39-36E8799AB084}"/>
                    </a:ext>
                  </a:extLst>
                </p14:cNvPr>
                <p14:cNvContentPartPr/>
                <p14:nvPr/>
              </p14:nvContentPartPr>
              <p14:xfrm>
                <a:off x="9311505" y="5751960"/>
                <a:ext cx="27000" cy="459000"/>
              </p14:xfrm>
            </p:contentPart>
          </mc:Choice>
          <mc:Fallback xmlns="">
            <p:pic>
              <p:nvPicPr>
                <p:cNvPr id="178" name="Ink 177">
                  <a:extLst>
                    <a:ext uri="{FF2B5EF4-FFF2-40B4-BE49-F238E27FC236}">
                      <a16:creationId xmlns:a16="http://schemas.microsoft.com/office/drawing/2014/main" id="{AC0D226B-C198-7B80-0B39-36E8799AB084}"/>
                    </a:ext>
                  </a:extLst>
                </p:cNvPr>
                <p:cNvPicPr/>
                <p:nvPr/>
              </p:nvPicPr>
              <p:blipFill>
                <a:blip r:embed="rId265"/>
                <a:stretch>
                  <a:fillRect/>
                </a:stretch>
              </p:blipFill>
              <p:spPr>
                <a:xfrm>
                  <a:off x="9305385" y="5745840"/>
                  <a:ext cx="3924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9" name="Ink 178">
                  <a:extLst>
                    <a:ext uri="{FF2B5EF4-FFF2-40B4-BE49-F238E27FC236}">
                      <a16:creationId xmlns:a16="http://schemas.microsoft.com/office/drawing/2014/main" id="{CD8ED2E9-3D11-F470-0AF2-DEEC6EDB74B7}"/>
                    </a:ext>
                  </a:extLst>
                </p14:cNvPr>
                <p14:cNvContentPartPr/>
                <p14:nvPr/>
              </p14:nvContentPartPr>
              <p14:xfrm>
                <a:off x="9100185" y="5986320"/>
                <a:ext cx="435240" cy="61200"/>
              </p14:xfrm>
            </p:contentPart>
          </mc:Choice>
          <mc:Fallback xmlns="">
            <p:pic>
              <p:nvPicPr>
                <p:cNvPr id="179" name="Ink 178">
                  <a:extLst>
                    <a:ext uri="{FF2B5EF4-FFF2-40B4-BE49-F238E27FC236}">
                      <a16:creationId xmlns:a16="http://schemas.microsoft.com/office/drawing/2014/main" id="{CD8ED2E9-3D11-F470-0AF2-DEEC6EDB74B7}"/>
                    </a:ext>
                  </a:extLst>
                </p:cNvPr>
                <p:cNvPicPr/>
                <p:nvPr/>
              </p:nvPicPr>
              <p:blipFill>
                <a:blip r:embed="rId267"/>
                <a:stretch>
                  <a:fillRect/>
                </a:stretch>
              </p:blipFill>
              <p:spPr>
                <a:xfrm>
                  <a:off x="9093705" y="5980200"/>
                  <a:ext cx="4474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0" name="Ink 179">
                  <a:extLst>
                    <a:ext uri="{FF2B5EF4-FFF2-40B4-BE49-F238E27FC236}">
                      <a16:creationId xmlns:a16="http://schemas.microsoft.com/office/drawing/2014/main" id="{498DB841-DF53-FEE3-A269-743FBDE84E84}"/>
                    </a:ext>
                  </a:extLst>
                </p14:cNvPr>
                <p14:cNvContentPartPr/>
                <p14:nvPr/>
              </p14:nvContentPartPr>
              <p14:xfrm>
                <a:off x="9652785" y="5576280"/>
                <a:ext cx="371520" cy="478800"/>
              </p14:xfrm>
            </p:contentPart>
          </mc:Choice>
          <mc:Fallback xmlns="">
            <p:pic>
              <p:nvPicPr>
                <p:cNvPr id="180" name="Ink 179">
                  <a:extLst>
                    <a:ext uri="{FF2B5EF4-FFF2-40B4-BE49-F238E27FC236}">
                      <a16:creationId xmlns:a16="http://schemas.microsoft.com/office/drawing/2014/main" id="{498DB841-DF53-FEE3-A269-743FBDE84E84}"/>
                    </a:ext>
                  </a:extLst>
                </p:cNvPr>
                <p:cNvPicPr/>
                <p:nvPr/>
              </p:nvPicPr>
              <p:blipFill>
                <a:blip r:embed="rId269"/>
                <a:stretch>
                  <a:fillRect/>
                </a:stretch>
              </p:blipFill>
              <p:spPr>
                <a:xfrm>
                  <a:off x="9646665" y="5570160"/>
                  <a:ext cx="383760" cy="4910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1" name="Ink 180">
                  <a:extLst>
                    <a:ext uri="{FF2B5EF4-FFF2-40B4-BE49-F238E27FC236}">
                      <a16:creationId xmlns:a16="http://schemas.microsoft.com/office/drawing/2014/main" id="{BCA85858-9C6A-A50F-3B83-177C99856DB4}"/>
                    </a:ext>
                  </a:extLst>
                </p14:cNvPr>
                <p14:cNvContentPartPr/>
                <p14:nvPr/>
              </p14:nvContentPartPr>
              <p14:xfrm>
                <a:off x="10230945" y="5918640"/>
                <a:ext cx="34560" cy="114480"/>
              </p14:xfrm>
            </p:contentPart>
          </mc:Choice>
          <mc:Fallback xmlns="">
            <p:pic>
              <p:nvPicPr>
                <p:cNvPr id="181" name="Ink 180">
                  <a:extLst>
                    <a:ext uri="{FF2B5EF4-FFF2-40B4-BE49-F238E27FC236}">
                      <a16:creationId xmlns:a16="http://schemas.microsoft.com/office/drawing/2014/main" id="{BCA85858-9C6A-A50F-3B83-177C99856DB4}"/>
                    </a:ext>
                  </a:extLst>
                </p:cNvPr>
                <p:cNvPicPr/>
                <p:nvPr/>
              </p:nvPicPr>
              <p:blipFill>
                <a:blip r:embed="rId271"/>
                <a:stretch>
                  <a:fillRect/>
                </a:stretch>
              </p:blipFill>
              <p:spPr>
                <a:xfrm>
                  <a:off x="10224825" y="5912520"/>
                  <a:ext cx="468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2" name="Ink 181">
                  <a:extLst>
                    <a:ext uri="{FF2B5EF4-FFF2-40B4-BE49-F238E27FC236}">
                      <a16:creationId xmlns:a16="http://schemas.microsoft.com/office/drawing/2014/main" id="{7469AE64-1374-6C84-CE4C-24DC02A8AB09}"/>
                    </a:ext>
                  </a:extLst>
                </p14:cNvPr>
                <p14:cNvContentPartPr/>
                <p14:nvPr/>
              </p14:nvContentPartPr>
              <p14:xfrm>
                <a:off x="10414905" y="5574840"/>
                <a:ext cx="520560" cy="321840"/>
              </p14:xfrm>
            </p:contentPart>
          </mc:Choice>
          <mc:Fallback xmlns="">
            <p:pic>
              <p:nvPicPr>
                <p:cNvPr id="182" name="Ink 181">
                  <a:extLst>
                    <a:ext uri="{FF2B5EF4-FFF2-40B4-BE49-F238E27FC236}">
                      <a16:creationId xmlns:a16="http://schemas.microsoft.com/office/drawing/2014/main" id="{7469AE64-1374-6C84-CE4C-24DC02A8AB09}"/>
                    </a:ext>
                  </a:extLst>
                </p:cNvPr>
                <p:cNvPicPr/>
                <p:nvPr/>
              </p:nvPicPr>
              <p:blipFill>
                <a:blip r:embed="rId273"/>
                <a:stretch>
                  <a:fillRect/>
                </a:stretch>
              </p:blipFill>
              <p:spPr>
                <a:xfrm>
                  <a:off x="10408785" y="5568720"/>
                  <a:ext cx="5328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3" name="Ink 182">
                  <a:extLst>
                    <a:ext uri="{FF2B5EF4-FFF2-40B4-BE49-F238E27FC236}">
                      <a16:creationId xmlns:a16="http://schemas.microsoft.com/office/drawing/2014/main" id="{65A49208-853D-AF60-E63F-BB68D0969F10}"/>
                    </a:ext>
                  </a:extLst>
                </p14:cNvPr>
                <p14:cNvContentPartPr/>
                <p14:nvPr/>
              </p14:nvContentPartPr>
              <p14:xfrm>
                <a:off x="10943025" y="5814600"/>
                <a:ext cx="19800" cy="16920"/>
              </p14:xfrm>
            </p:contentPart>
          </mc:Choice>
          <mc:Fallback xmlns="">
            <p:pic>
              <p:nvPicPr>
                <p:cNvPr id="183" name="Ink 182">
                  <a:extLst>
                    <a:ext uri="{FF2B5EF4-FFF2-40B4-BE49-F238E27FC236}">
                      <a16:creationId xmlns:a16="http://schemas.microsoft.com/office/drawing/2014/main" id="{65A49208-853D-AF60-E63F-BB68D0969F10}"/>
                    </a:ext>
                  </a:extLst>
                </p:cNvPr>
                <p:cNvPicPr/>
                <p:nvPr/>
              </p:nvPicPr>
              <p:blipFill>
                <a:blip r:embed="rId275"/>
                <a:stretch>
                  <a:fillRect/>
                </a:stretch>
              </p:blipFill>
              <p:spPr>
                <a:xfrm>
                  <a:off x="10936905" y="5808480"/>
                  <a:ext cx="32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4" name="Ink 183">
                  <a:extLst>
                    <a:ext uri="{FF2B5EF4-FFF2-40B4-BE49-F238E27FC236}">
                      <a16:creationId xmlns:a16="http://schemas.microsoft.com/office/drawing/2014/main" id="{95E3D36C-BEB1-81B5-A1B4-D0FC1C955407}"/>
                    </a:ext>
                  </a:extLst>
                </p14:cNvPr>
                <p14:cNvContentPartPr/>
                <p14:nvPr/>
              </p14:nvContentPartPr>
              <p14:xfrm>
                <a:off x="10907385" y="5796240"/>
                <a:ext cx="41040" cy="132120"/>
              </p14:xfrm>
            </p:contentPart>
          </mc:Choice>
          <mc:Fallback xmlns="">
            <p:pic>
              <p:nvPicPr>
                <p:cNvPr id="184" name="Ink 183">
                  <a:extLst>
                    <a:ext uri="{FF2B5EF4-FFF2-40B4-BE49-F238E27FC236}">
                      <a16:creationId xmlns:a16="http://schemas.microsoft.com/office/drawing/2014/main" id="{95E3D36C-BEB1-81B5-A1B4-D0FC1C955407}"/>
                    </a:ext>
                  </a:extLst>
                </p:cNvPr>
                <p:cNvPicPr/>
                <p:nvPr/>
              </p:nvPicPr>
              <p:blipFill>
                <a:blip r:embed="rId277"/>
                <a:stretch>
                  <a:fillRect/>
                </a:stretch>
              </p:blipFill>
              <p:spPr>
                <a:xfrm>
                  <a:off x="10901265" y="5790120"/>
                  <a:ext cx="5328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8">
            <p14:nvContentPartPr>
              <p14:cNvPr id="187" name="Ink 186">
                <a:extLst>
                  <a:ext uri="{FF2B5EF4-FFF2-40B4-BE49-F238E27FC236}">
                    <a16:creationId xmlns:a16="http://schemas.microsoft.com/office/drawing/2014/main" id="{3B983AAF-8A97-559A-514C-8E5746FAF20C}"/>
                  </a:ext>
                </a:extLst>
              </p14:cNvPr>
              <p14:cNvContentPartPr/>
              <p14:nvPr/>
            </p14:nvContentPartPr>
            <p14:xfrm>
              <a:off x="7374345" y="6538920"/>
              <a:ext cx="1304640" cy="153720"/>
            </p14:xfrm>
          </p:contentPart>
        </mc:Choice>
        <mc:Fallback xmlns="">
          <p:pic>
            <p:nvPicPr>
              <p:cNvPr id="187" name="Ink 186">
                <a:extLst>
                  <a:ext uri="{FF2B5EF4-FFF2-40B4-BE49-F238E27FC236}">
                    <a16:creationId xmlns:a16="http://schemas.microsoft.com/office/drawing/2014/main" id="{3B983AAF-8A97-559A-514C-8E5746FAF20C}"/>
                  </a:ext>
                </a:extLst>
              </p:cNvPr>
              <p:cNvPicPr/>
              <p:nvPr/>
            </p:nvPicPr>
            <p:blipFill>
              <a:blip r:embed="rId279"/>
              <a:stretch>
                <a:fillRect/>
              </a:stretch>
            </p:blipFill>
            <p:spPr>
              <a:xfrm>
                <a:off x="7368225" y="6532800"/>
                <a:ext cx="1316880" cy="165960"/>
              </a:xfrm>
              <a:prstGeom prst="rect">
                <a:avLst/>
              </a:prstGeom>
            </p:spPr>
          </p:pic>
        </mc:Fallback>
      </mc:AlternateContent>
      <p:grpSp>
        <p:nvGrpSpPr>
          <p:cNvPr id="189" name="Group 188">
            <a:extLst>
              <a:ext uri="{FF2B5EF4-FFF2-40B4-BE49-F238E27FC236}">
                <a16:creationId xmlns:a16="http://schemas.microsoft.com/office/drawing/2014/main" id="{9961B682-3457-831B-DBFE-F4A0D3C1F909}"/>
              </a:ext>
            </a:extLst>
          </p:cNvPr>
          <p:cNvGrpSpPr/>
          <p:nvPr/>
        </p:nvGrpSpPr>
        <p:grpSpPr>
          <a:xfrm>
            <a:off x="7804185" y="4487640"/>
            <a:ext cx="2136600" cy="923760"/>
            <a:chOff x="7804185" y="4487640"/>
            <a:chExt cx="2136600" cy="923760"/>
          </a:xfrm>
        </p:grpSpPr>
        <mc:AlternateContent xmlns:mc="http://schemas.openxmlformats.org/markup-compatibility/2006" xmlns:p14="http://schemas.microsoft.com/office/powerpoint/2010/main">
          <mc:Choice Requires="p14">
            <p:contentPart p14:bwMode="auto" r:id="rId280">
              <p14:nvContentPartPr>
                <p14:cNvPr id="161" name="Ink 160">
                  <a:extLst>
                    <a:ext uri="{FF2B5EF4-FFF2-40B4-BE49-F238E27FC236}">
                      <a16:creationId xmlns:a16="http://schemas.microsoft.com/office/drawing/2014/main" id="{23CF49C0-E369-1EC8-8F1E-7E91FB82668D}"/>
                    </a:ext>
                  </a:extLst>
                </p14:cNvPr>
                <p14:cNvContentPartPr/>
                <p14:nvPr/>
              </p14:nvContentPartPr>
              <p14:xfrm>
                <a:off x="7804185" y="4487640"/>
                <a:ext cx="35640" cy="46800"/>
              </p14:xfrm>
            </p:contentPart>
          </mc:Choice>
          <mc:Fallback xmlns="">
            <p:pic>
              <p:nvPicPr>
                <p:cNvPr id="161" name="Ink 160">
                  <a:extLst>
                    <a:ext uri="{FF2B5EF4-FFF2-40B4-BE49-F238E27FC236}">
                      <a16:creationId xmlns:a16="http://schemas.microsoft.com/office/drawing/2014/main" id="{23CF49C0-E369-1EC8-8F1E-7E91FB82668D}"/>
                    </a:ext>
                  </a:extLst>
                </p:cNvPr>
                <p:cNvPicPr/>
                <p:nvPr/>
              </p:nvPicPr>
              <p:blipFill>
                <a:blip r:embed="rId281"/>
                <a:stretch>
                  <a:fillRect/>
                </a:stretch>
              </p:blipFill>
              <p:spPr>
                <a:xfrm>
                  <a:off x="7798065" y="4481520"/>
                  <a:ext cx="478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2" name="Ink 161">
                  <a:extLst>
                    <a:ext uri="{FF2B5EF4-FFF2-40B4-BE49-F238E27FC236}">
                      <a16:creationId xmlns:a16="http://schemas.microsoft.com/office/drawing/2014/main" id="{B0FD0284-FA5E-21AD-4B77-FF0C95265C60}"/>
                    </a:ext>
                  </a:extLst>
                </p14:cNvPr>
                <p14:cNvContentPartPr/>
                <p14:nvPr/>
              </p14:nvContentPartPr>
              <p14:xfrm>
                <a:off x="7806345" y="4812720"/>
                <a:ext cx="145440" cy="76320"/>
              </p14:xfrm>
            </p:contentPart>
          </mc:Choice>
          <mc:Fallback xmlns="">
            <p:pic>
              <p:nvPicPr>
                <p:cNvPr id="162" name="Ink 161">
                  <a:extLst>
                    <a:ext uri="{FF2B5EF4-FFF2-40B4-BE49-F238E27FC236}">
                      <a16:creationId xmlns:a16="http://schemas.microsoft.com/office/drawing/2014/main" id="{B0FD0284-FA5E-21AD-4B77-FF0C95265C60}"/>
                    </a:ext>
                  </a:extLst>
                </p:cNvPr>
                <p:cNvPicPr/>
                <p:nvPr/>
              </p:nvPicPr>
              <p:blipFill>
                <a:blip r:embed="rId283"/>
                <a:stretch>
                  <a:fillRect/>
                </a:stretch>
              </p:blipFill>
              <p:spPr>
                <a:xfrm>
                  <a:off x="7800225" y="4806600"/>
                  <a:ext cx="1576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5" name="Ink 164">
                  <a:extLst>
                    <a:ext uri="{FF2B5EF4-FFF2-40B4-BE49-F238E27FC236}">
                      <a16:creationId xmlns:a16="http://schemas.microsoft.com/office/drawing/2014/main" id="{E424FB90-003D-60AF-5878-35CDF1B8FCAB}"/>
                    </a:ext>
                  </a:extLst>
                </p14:cNvPr>
                <p14:cNvContentPartPr/>
                <p14:nvPr/>
              </p14:nvContentPartPr>
              <p14:xfrm>
                <a:off x="8175705" y="4563600"/>
                <a:ext cx="1380960" cy="227880"/>
              </p14:xfrm>
            </p:contentPart>
          </mc:Choice>
          <mc:Fallback xmlns="">
            <p:pic>
              <p:nvPicPr>
                <p:cNvPr id="165" name="Ink 164">
                  <a:extLst>
                    <a:ext uri="{FF2B5EF4-FFF2-40B4-BE49-F238E27FC236}">
                      <a16:creationId xmlns:a16="http://schemas.microsoft.com/office/drawing/2014/main" id="{E424FB90-003D-60AF-5878-35CDF1B8FCAB}"/>
                    </a:ext>
                  </a:extLst>
                </p:cNvPr>
                <p:cNvPicPr/>
                <p:nvPr/>
              </p:nvPicPr>
              <p:blipFill>
                <a:blip r:embed="rId285"/>
                <a:stretch>
                  <a:fillRect/>
                </a:stretch>
              </p:blipFill>
              <p:spPr>
                <a:xfrm>
                  <a:off x="8169585" y="4557480"/>
                  <a:ext cx="13932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6" name="Ink 165">
                  <a:extLst>
                    <a:ext uri="{FF2B5EF4-FFF2-40B4-BE49-F238E27FC236}">
                      <a16:creationId xmlns:a16="http://schemas.microsoft.com/office/drawing/2014/main" id="{9390D346-EFC8-9A7F-B2F4-BA83C4817DDC}"/>
                    </a:ext>
                  </a:extLst>
                </p14:cNvPr>
                <p14:cNvContentPartPr/>
                <p14:nvPr/>
              </p14:nvContentPartPr>
              <p14:xfrm>
                <a:off x="8489985" y="4939080"/>
                <a:ext cx="77040" cy="338760"/>
              </p14:xfrm>
            </p:contentPart>
          </mc:Choice>
          <mc:Fallback xmlns="">
            <p:pic>
              <p:nvPicPr>
                <p:cNvPr id="166" name="Ink 165">
                  <a:extLst>
                    <a:ext uri="{FF2B5EF4-FFF2-40B4-BE49-F238E27FC236}">
                      <a16:creationId xmlns:a16="http://schemas.microsoft.com/office/drawing/2014/main" id="{9390D346-EFC8-9A7F-B2F4-BA83C4817DDC}"/>
                    </a:ext>
                  </a:extLst>
                </p:cNvPr>
                <p:cNvPicPr/>
                <p:nvPr/>
              </p:nvPicPr>
              <p:blipFill>
                <a:blip r:embed="rId287"/>
                <a:stretch>
                  <a:fillRect/>
                </a:stretch>
              </p:blipFill>
              <p:spPr>
                <a:xfrm>
                  <a:off x="8483865" y="4932960"/>
                  <a:ext cx="892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7" name="Ink 166">
                  <a:extLst>
                    <a:ext uri="{FF2B5EF4-FFF2-40B4-BE49-F238E27FC236}">
                      <a16:creationId xmlns:a16="http://schemas.microsoft.com/office/drawing/2014/main" id="{D9F61C32-A901-DF51-0E53-9EA23A83B5C4}"/>
                    </a:ext>
                  </a:extLst>
                </p14:cNvPr>
                <p14:cNvContentPartPr/>
                <p14:nvPr/>
              </p14:nvContentPartPr>
              <p14:xfrm>
                <a:off x="8870505" y="4981200"/>
                <a:ext cx="40320" cy="298800"/>
              </p14:xfrm>
            </p:contentPart>
          </mc:Choice>
          <mc:Fallback xmlns="">
            <p:pic>
              <p:nvPicPr>
                <p:cNvPr id="167" name="Ink 166">
                  <a:extLst>
                    <a:ext uri="{FF2B5EF4-FFF2-40B4-BE49-F238E27FC236}">
                      <a16:creationId xmlns:a16="http://schemas.microsoft.com/office/drawing/2014/main" id="{D9F61C32-A901-DF51-0E53-9EA23A83B5C4}"/>
                    </a:ext>
                  </a:extLst>
                </p:cNvPr>
                <p:cNvPicPr/>
                <p:nvPr/>
              </p:nvPicPr>
              <p:blipFill>
                <a:blip r:embed="rId289"/>
                <a:stretch>
                  <a:fillRect/>
                </a:stretch>
              </p:blipFill>
              <p:spPr>
                <a:xfrm>
                  <a:off x="8864385" y="4975080"/>
                  <a:ext cx="525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8" name="Ink 167">
                  <a:extLst>
                    <a:ext uri="{FF2B5EF4-FFF2-40B4-BE49-F238E27FC236}">
                      <a16:creationId xmlns:a16="http://schemas.microsoft.com/office/drawing/2014/main" id="{57DCFDDA-58D7-B410-98BC-501A8C487ED1}"/>
                    </a:ext>
                  </a:extLst>
                </p14:cNvPr>
                <p14:cNvContentPartPr/>
                <p14:nvPr/>
              </p14:nvContentPartPr>
              <p14:xfrm>
                <a:off x="8720745" y="5143920"/>
                <a:ext cx="327240" cy="92880"/>
              </p14:xfrm>
            </p:contentPart>
          </mc:Choice>
          <mc:Fallback xmlns="">
            <p:pic>
              <p:nvPicPr>
                <p:cNvPr id="168" name="Ink 167">
                  <a:extLst>
                    <a:ext uri="{FF2B5EF4-FFF2-40B4-BE49-F238E27FC236}">
                      <a16:creationId xmlns:a16="http://schemas.microsoft.com/office/drawing/2014/main" id="{57DCFDDA-58D7-B410-98BC-501A8C487ED1}"/>
                    </a:ext>
                  </a:extLst>
                </p:cNvPr>
                <p:cNvPicPr/>
                <p:nvPr/>
              </p:nvPicPr>
              <p:blipFill>
                <a:blip r:embed="rId291"/>
                <a:stretch>
                  <a:fillRect/>
                </a:stretch>
              </p:blipFill>
              <p:spPr>
                <a:xfrm>
                  <a:off x="8714625" y="5137800"/>
                  <a:ext cx="3394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9" name="Ink 168">
                  <a:extLst>
                    <a:ext uri="{FF2B5EF4-FFF2-40B4-BE49-F238E27FC236}">
                      <a16:creationId xmlns:a16="http://schemas.microsoft.com/office/drawing/2014/main" id="{357FBE47-911A-9168-1BF9-B09B98778005}"/>
                    </a:ext>
                  </a:extLst>
                </p14:cNvPr>
                <p14:cNvContentPartPr/>
                <p14:nvPr/>
              </p14:nvContentPartPr>
              <p14:xfrm>
                <a:off x="9166785" y="4921080"/>
                <a:ext cx="448560" cy="331920"/>
              </p14:xfrm>
            </p:contentPart>
          </mc:Choice>
          <mc:Fallback xmlns="">
            <p:pic>
              <p:nvPicPr>
                <p:cNvPr id="169" name="Ink 168">
                  <a:extLst>
                    <a:ext uri="{FF2B5EF4-FFF2-40B4-BE49-F238E27FC236}">
                      <a16:creationId xmlns:a16="http://schemas.microsoft.com/office/drawing/2014/main" id="{357FBE47-911A-9168-1BF9-B09B98778005}"/>
                    </a:ext>
                  </a:extLst>
                </p:cNvPr>
                <p:cNvPicPr/>
                <p:nvPr/>
              </p:nvPicPr>
              <p:blipFill>
                <a:blip r:embed="rId293"/>
                <a:stretch>
                  <a:fillRect/>
                </a:stretch>
              </p:blipFill>
              <p:spPr>
                <a:xfrm>
                  <a:off x="9160665" y="4914960"/>
                  <a:ext cx="46080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0" name="Ink 169">
                  <a:extLst>
                    <a:ext uri="{FF2B5EF4-FFF2-40B4-BE49-F238E27FC236}">
                      <a16:creationId xmlns:a16="http://schemas.microsoft.com/office/drawing/2014/main" id="{23329B19-28FD-9E5F-2108-8747D396C812}"/>
                    </a:ext>
                  </a:extLst>
                </p14:cNvPr>
                <p14:cNvContentPartPr/>
                <p14:nvPr/>
              </p14:nvContentPartPr>
              <p14:xfrm>
                <a:off x="9508425" y="4761240"/>
                <a:ext cx="113400" cy="45720"/>
              </p14:xfrm>
            </p:contentPart>
          </mc:Choice>
          <mc:Fallback xmlns="">
            <p:pic>
              <p:nvPicPr>
                <p:cNvPr id="170" name="Ink 169">
                  <a:extLst>
                    <a:ext uri="{FF2B5EF4-FFF2-40B4-BE49-F238E27FC236}">
                      <a16:creationId xmlns:a16="http://schemas.microsoft.com/office/drawing/2014/main" id="{23329B19-28FD-9E5F-2108-8747D396C812}"/>
                    </a:ext>
                  </a:extLst>
                </p:cNvPr>
                <p:cNvPicPr/>
                <p:nvPr/>
              </p:nvPicPr>
              <p:blipFill>
                <a:blip r:embed="rId295"/>
                <a:stretch>
                  <a:fillRect/>
                </a:stretch>
              </p:blipFill>
              <p:spPr>
                <a:xfrm>
                  <a:off x="9502305" y="4755120"/>
                  <a:ext cx="125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1" name="Ink 170">
                  <a:extLst>
                    <a:ext uri="{FF2B5EF4-FFF2-40B4-BE49-F238E27FC236}">
                      <a16:creationId xmlns:a16="http://schemas.microsoft.com/office/drawing/2014/main" id="{C2781F65-3443-6E82-C07D-111724B013F9}"/>
                    </a:ext>
                  </a:extLst>
                </p14:cNvPr>
                <p14:cNvContentPartPr/>
                <p14:nvPr/>
              </p14:nvContentPartPr>
              <p14:xfrm>
                <a:off x="9712905" y="4635600"/>
                <a:ext cx="227880" cy="208080"/>
              </p14:xfrm>
            </p:contentPart>
          </mc:Choice>
          <mc:Fallback xmlns="">
            <p:pic>
              <p:nvPicPr>
                <p:cNvPr id="171" name="Ink 170">
                  <a:extLst>
                    <a:ext uri="{FF2B5EF4-FFF2-40B4-BE49-F238E27FC236}">
                      <a16:creationId xmlns:a16="http://schemas.microsoft.com/office/drawing/2014/main" id="{C2781F65-3443-6E82-C07D-111724B013F9}"/>
                    </a:ext>
                  </a:extLst>
                </p:cNvPr>
                <p:cNvPicPr/>
                <p:nvPr/>
              </p:nvPicPr>
              <p:blipFill>
                <a:blip r:embed="rId297"/>
                <a:stretch>
                  <a:fillRect/>
                </a:stretch>
              </p:blipFill>
              <p:spPr>
                <a:xfrm>
                  <a:off x="9706785" y="4629480"/>
                  <a:ext cx="240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8" name="Ink 187">
                  <a:extLst>
                    <a:ext uri="{FF2B5EF4-FFF2-40B4-BE49-F238E27FC236}">
                      <a16:creationId xmlns:a16="http://schemas.microsoft.com/office/drawing/2014/main" id="{F923ED38-1F82-D1AB-388D-35233DC349D2}"/>
                    </a:ext>
                  </a:extLst>
                </p14:cNvPr>
                <p14:cNvContentPartPr/>
                <p14:nvPr/>
              </p14:nvContentPartPr>
              <p14:xfrm>
                <a:off x="8531745" y="5375400"/>
                <a:ext cx="598680" cy="36000"/>
              </p14:xfrm>
            </p:contentPart>
          </mc:Choice>
          <mc:Fallback xmlns="">
            <p:pic>
              <p:nvPicPr>
                <p:cNvPr id="188" name="Ink 187">
                  <a:extLst>
                    <a:ext uri="{FF2B5EF4-FFF2-40B4-BE49-F238E27FC236}">
                      <a16:creationId xmlns:a16="http://schemas.microsoft.com/office/drawing/2014/main" id="{F923ED38-1F82-D1AB-388D-35233DC349D2}"/>
                    </a:ext>
                  </a:extLst>
                </p:cNvPr>
                <p:cNvPicPr/>
                <p:nvPr/>
              </p:nvPicPr>
              <p:blipFill>
                <a:blip r:embed="rId299"/>
                <a:stretch>
                  <a:fillRect/>
                </a:stretch>
              </p:blipFill>
              <p:spPr>
                <a:xfrm>
                  <a:off x="8525625" y="5369280"/>
                  <a:ext cx="610920" cy="4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0">
            <p14:nvContentPartPr>
              <p14:cNvPr id="206" name="Ink 205">
                <a:extLst>
                  <a:ext uri="{FF2B5EF4-FFF2-40B4-BE49-F238E27FC236}">
                    <a16:creationId xmlns:a16="http://schemas.microsoft.com/office/drawing/2014/main" id="{A728883A-94A3-40A0-0F44-FE3C62291CD6}"/>
                  </a:ext>
                </a:extLst>
              </p14:cNvPr>
              <p14:cNvContentPartPr/>
              <p14:nvPr/>
            </p14:nvContentPartPr>
            <p14:xfrm>
              <a:off x="6061065" y="1959000"/>
              <a:ext cx="7920" cy="33120"/>
            </p14:xfrm>
          </p:contentPart>
        </mc:Choice>
        <mc:Fallback xmlns="">
          <p:pic>
            <p:nvPicPr>
              <p:cNvPr id="206" name="Ink 205">
                <a:extLst>
                  <a:ext uri="{FF2B5EF4-FFF2-40B4-BE49-F238E27FC236}">
                    <a16:creationId xmlns:a16="http://schemas.microsoft.com/office/drawing/2014/main" id="{A728883A-94A3-40A0-0F44-FE3C62291CD6}"/>
                  </a:ext>
                </a:extLst>
              </p:cNvPr>
              <p:cNvPicPr/>
              <p:nvPr/>
            </p:nvPicPr>
            <p:blipFill>
              <a:blip r:embed="rId301"/>
              <a:stretch>
                <a:fillRect/>
              </a:stretch>
            </p:blipFill>
            <p:spPr>
              <a:xfrm>
                <a:off x="6054945" y="1952880"/>
                <a:ext cx="20160" cy="45360"/>
              </a:xfrm>
              <a:prstGeom prst="rect">
                <a:avLst/>
              </a:prstGeom>
            </p:spPr>
          </p:pic>
        </mc:Fallback>
      </mc:AlternateContent>
      <p:grpSp>
        <p:nvGrpSpPr>
          <p:cNvPr id="217" name="Group 216">
            <a:extLst>
              <a:ext uri="{FF2B5EF4-FFF2-40B4-BE49-F238E27FC236}">
                <a16:creationId xmlns:a16="http://schemas.microsoft.com/office/drawing/2014/main" id="{831AFA41-6139-45CF-2AE0-269C6A1663A3}"/>
              </a:ext>
            </a:extLst>
          </p:cNvPr>
          <p:cNvGrpSpPr/>
          <p:nvPr/>
        </p:nvGrpSpPr>
        <p:grpSpPr>
          <a:xfrm>
            <a:off x="970305" y="2992920"/>
            <a:ext cx="4780080" cy="3467880"/>
            <a:chOff x="970305" y="2992920"/>
            <a:chExt cx="4780080" cy="3467880"/>
          </a:xfrm>
        </p:grpSpPr>
        <mc:AlternateContent xmlns:mc="http://schemas.openxmlformats.org/markup-compatibility/2006" xmlns:p14="http://schemas.microsoft.com/office/powerpoint/2010/main">
          <mc:Choice Requires="p14">
            <p:contentPart p14:bwMode="auto" r:id="rId302">
              <p14:nvContentPartPr>
                <p14:cNvPr id="190" name="Ink 189">
                  <a:extLst>
                    <a:ext uri="{FF2B5EF4-FFF2-40B4-BE49-F238E27FC236}">
                      <a16:creationId xmlns:a16="http://schemas.microsoft.com/office/drawing/2014/main" id="{64B7174C-8575-F4D9-12BC-B90CDBCDB70A}"/>
                    </a:ext>
                  </a:extLst>
                </p14:cNvPr>
                <p14:cNvContentPartPr/>
                <p14:nvPr/>
              </p14:nvContentPartPr>
              <p14:xfrm>
                <a:off x="970305" y="3023880"/>
                <a:ext cx="3524040" cy="2756880"/>
              </p14:xfrm>
            </p:contentPart>
          </mc:Choice>
          <mc:Fallback xmlns="">
            <p:pic>
              <p:nvPicPr>
                <p:cNvPr id="190" name="Ink 189">
                  <a:extLst>
                    <a:ext uri="{FF2B5EF4-FFF2-40B4-BE49-F238E27FC236}">
                      <a16:creationId xmlns:a16="http://schemas.microsoft.com/office/drawing/2014/main" id="{64B7174C-8575-F4D9-12BC-B90CDBCDB70A}"/>
                    </a:ext>
                  </a:extLst>
                </p:cNvPr>
                <p:cNvPicPr/>
                <p:nvPr/>
              </p:nvPicPr>
              <p:blipFill>
                <a:blip r:embed="rId303"/>
                <a:stretch>
                  <a:fillRect/>
                </a:stretch>
              </p:blipFill>
              <p:spPr>
                <a:xfrm>
                  <a:off x="964185" y="3017760"/>
                  <a:ext cx="3536280" cy="2769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1" name="Ink 190">
                  <a:extLst>
                    <a:ext uri="{FF2B5EF4-FFF2-40B4-BE49-F238E27FC236}">
                      <a16:creationId xmlns:a16="http://schemas.microsoft.com/office/drawing/2014/main" id="{EC76FB65-B656-B817-8D4D-12D64CA903B1}"/>
                    </a:ext>
                  </a:extLst>
                </p14:cNvPr>
                <p14:cNvContentPartPr/>
                <p14:nvPr/>
              </p14:nvContentPartPr>
              <p14:xfrm>
                <a:off x="1159305" y="2992920"/>
                <a:ext cx="2193480" cy="2265120"/>
              </p14:xfrm>
            </p:contentPart>
          </mc:Choice>
          <mc:Fallback xmlns="">
            <p:pic>
              <p:nvPicPr>
                <p:cNvPr id="191" name="Ink 190">
                  <a:extLst>
                    <a:ext uri="{FF2B5EF4-FFF2-40B4-BE49-F238E27FC236}">
                      <a16:creationId xmlns:a16="http://schemas.microsoft.com/office/drawing/2014/main" id="{EC76FB65-B656-B817-8D4D-12D64CA903B1}"/>
                    </a:ext>
                  </a:extLst>
                </p:cNvPr>
                <p:cNvPicPr/>
                <p:nvPr/>
              </p:nvPicPr>
              <p:blipFill>
                <a:blip r:embed="rId305"/>
                <a:stretch>
                  <a:fillRect/>
                </a:stretch>
              </p:blipFill>
              <p:spPr>
                <a:xfrm>
                  <a:off x="1153185" y="2986800"/>
                  <a:ext cx="2205720" cy="22773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2" name="Ink 191">
                  <a:extLst>
                    <a:ext uri="{FF2B5EF4-FFF2-40B4-BE49-F238E27FC236}">
                      <a16:creationId xmlns:a16="http://schemas.microsoft.com/office/drawing/2014/main" id="{CB427E20-A31F-C665-F1DB-9EB3F5B9F5AE}"/>
                    </a:ext>
                  </a:extLst>
                </p14:cNvPr>
                <p14:cNvContentPartPr/>
                <p14:nvPr/>
              </p14:nvContentPartPr>
              <p14:xfrm>
                <a:off x="2560785" y="5277840"/>
                <a:ext cx="88560" cy="59040"/>
              </p14:xfrm>
            </p:contentPart>
          </mc:Choice>
          <mc:Fallback xmlns="">
            <p:pic>
              <p:nvPicPr>
                <p:cNvPr id="192" name="Ink 191">
                  <a:extLst>
                    <a:ext uri="{FF2B5EF4-FFF2-40B4-BE49-F238E27FC236}">
                      <a16:creationId xmlns:a16="http://schemas.microsoft.com/office/drawing/2014/main" id="{CB427E20-A31F-C665-F1DB-9EB3F5B9F5AE}"/>
                    </a:ext>
                  </a:extLst>
                </p:cNvPr>
                <p:cNvPicPr/>
                <p:nvPr/>
              </p:nvPicPr>
              <p:blipFill>
                <a:blip r:embed="rId307"/>
                <a:stretch>
                  <a:fillRect/>
                </a:stretch>
              </p:blipFill>
              <p:spPr>
                <a:xfrm>
                  <a:off x="2554665" y="5271720"/>
                  <a:ext cx="1008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3" name="Ink 192">
                  <a:extLst>
                    <a:ext uri="{FF2B5EF4-FFF2-40B4-BE49-F238E27FC236}">
                      <a16:creationId xmlns:a16="http://schemas.microsoft.com/office/drawing/2014/main" id="{7EB2F121-21E8-73BB-78FC-A6DFE65F4ECA}"/>
                    </a:ext>
                  </a:extLst>
                </p14:cNvPr>
                <p14:cNvContentPartPr/>
                <p14:nvPr/>
              </p14:nvContentPartPr>
              <p14:xfrm>
                <a:off x="2373945" y="5569800"/>
                <a:ext cx="1243800" cy="891000"/>
              </p14:xfrm>
            </p:contentPart>
          </mc:Choice>
          <mc:Fallback xmlns="">
            <p:pic>
              <p:nvPicPr>
                <p:cNvPr id="193" name="Ink 192">
                  <a:extLst>
                    <a:ext uri="{FF2B5EF4-FFF2-40B4-BE49-F238E27FC236}">
                      <a16:creationId xmlns:a16="http://schemas.microsoft.com/office/drawing/2014/main" id="{7EB2F121-21E8-73BB-78FC-A6DFE65F4ECA}"/>
                    </a:ext>
                  </a:extLst>
                </p:cNvPr>
                <p:cNvPicPr/>
                <p:nvPr/>
              </p:nvPicPr>
              <p:blipFill>
                <a:blip r:embed="rId309"/>
                <a:stretch>
                  <a:fillRect/>
                </a:stretch>
              </p:blipFill>
              <p:spPr>
                <a:xfrm>
                  <a:off x="2367825" y="5563680"/>
                  <a:ext cx="1256040" cy="9032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4" name="Ink 193">
                  <a:extLst>
                    <a:ext uri="{FF2B5EF4-FFF2-40B4-BE49-F238E27FC236}">
                      <a16:creationId xmlns:a16="http://schemas.microsoft.com/office/drawing/2014/main" id="{FA5F5894-DF35-41AC-5A3A-29822FE76354}"/>
                    </a:ext>
                  </a:extLst>
                </p14:cNvPr>
                <p14:cNvContentPartPr/>
                <p14:nvPr/>
              </p14:nvContentPartPr>
              <p14:xfrm>
                <a:off x="3810705" y="5776440"/>
                <a:ext cx="27720" cy="35280"/>
              </p14:xfrm>
            </p:contentPart>
          </mc:Choice>
          <mc:Fallback xmlns="">
            <p:pic>
              <p:nvPicPr>
                <p:cNvPr id="194" name="Ink 193">
                  <a:extLst>
                    <a:ext uri="{FF2B5EF4-FFF2-40B4-BE49-F238E27FC236}">
                      <a16:creationId xmlns:a16="http://schemas.microsoft.com/office/drawing/2014/main" id="{FA5F5894-DF35-41AC-5A3A-29822FE76354}"/>
                    </a:ext>
                  </a:extLst>
                </p:cNvPr>
                <p:cNvPicPr/>
                <p:nvPr/>
              </p:nvPicPr>
              <p:blipFill>
                <a:blip r:embed="rId311"/>
                <a:stretch>
                  <a:fillRect/>
                </a:stretch>
              </p:blipFill>
              <p:spPr>
                <a:xfrm>
                  <a:off x="3804585" y="5770320"/>
                  <a:ext cx="399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6" name="Ink 195">
                  <a:extLst>
                    <a:ext uri="{FF2B5EF4-FFF2-40B4-BE49-F238E27FC236}">
                      <a16:creationId xmlns:a16="http://schemas.microsoft.com/office/drawing/2014/main" id="{EFEFC634-67A6-3B1D-91AD-8AB65976EF18}"/>
                    </a:ext>
                  </a:extLst>
                </p14:cNvPr>
                <p14:cNvContentPartPr/>
                <p14:nvPr/>
              </p14:nvContentPartPr>
              <p14:xfrm>
                <a:off x="3232905" y="5485560"/>
                <a:ext cx="446040" cy="396360"/>
              </p14:xfrm>
            </p:contentPart>
          </mc:Choice>
          <mc:Fallback xmlns="">
            <p:pic>
              <p:nvPicPr>
                <p:cNvPr id="196" name="Ink 195">
                  <a:extLst>
                    <a:ext uri="{FF2B5EF4-FFF2-40B4-BE49-F238E27FC236}">
                      <a16:creationId xmlns:a16="http://schemas.microsoft.com/office/drawing/2014/main" id="{EFEFC634-67A6-3B1D-91AD-8AB65976EF18}"/>
                    </a:ext>
                  </a:extLst>
                </p:cNvPr>
                <p:cNvPicPr/>
                <p:nvPr/>
              </p:nvPicPr>
              <p:blipFill>
                <a:blip r:embed="rId313"/>
                <a:stretch>
                  <a:fillRect/>
                </a:stretch>
              </p:blipFill>
              <p:spPr>
                <a:xfrm>
                  <a:off x="3226785" y="5479440"/>
                  <a:ext cx="45828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7" name="Ink 196">
                  <a:extLst>
                    <a:ext uri="{FF2B5EF4-FFF2-40B4-BE49-F238E27FC236}">
                      <a16:creationId xmlns:a16="http://schemas.microsoft.com/office/drawing/2014/main" id="{70552594-F045-5DC4-6A04-A6A9380E1147}"/>
                    </a:ext>
                  </a:extLst>
                </p14:cNvPr>
                <p14:cNvContentPartPr/>
                <p14:nvPr/>
              </p14:nvContentPartPr>
              <p14:xfrm>
                <a:off x="3755985" y="5524440"/>
                <a:ext cx="209160" cy="498960"/>
              </p14:xfrm>
            </p:contentPart>
          </mc:Choice>
          <mc:Fallback xmlns="">
            <p:pic>
              <p:nvPicPr>
                <p:cNvPr id="197" name="Ink 196">
                  <a:extLst>
                    <a:ext uri="{FF2B5EF4-FFF2-40B4-BE49-F238E27FC236}">
                      <a16:creationId xmlns:a16="http://schemas.microsoft.com/office/drawing/2014/main" id="{70552594-F045-5DC4-6A04-A6A9380E1147}"/>
                    </a:ext>
                  </a:extLst>
                </p:cNvPr>
                <p:cNvPicPr/>
                <p:nvPr/>
              </p:nvPicPr>
              <p:blipFill>
                <a:blip r:embed="rId315"/>
                <a:stretch>
                  <a:fillRect/>
                </a:stretch>
              </p:blipFill>
              <p:spPr>
                <a:xfrm>
                  <a:off x="3749865" y="5518320"/>
                  <a:ext cx="22140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8" name="Ink 197">
                  <a:extLst>
                    <a:ext uri="{FF2B5EF4-FFF2-40B4-BE49-F238E27FC236}">
                      <a16:creationId xmlns:a16="http://schemas.microsoft.com/office/drawing/2014/main" id="{92A9154E-96C7-D8A2-77FC-A68A95C34C4A}"/>
                    </a:ext>
                  </a:extLst>
                </p14:cNvPr>
                <p14:cNvContentPartPr/>
                <p14:nvPr/>
              </p14:nvContentPartPr>
              <p14:xfrm>
                <a:off x="4054425" y="5483400"/>
                <a:ext cx="291600" cy="461160"/>
              </p14:xfrm>
            </p:contentPart>
          </mc:Choice>
          <mc:Fallback xmlns="">
            <p:pic>
              <p:nvPicPr>
                <p:cNvPr id="198" name="Ink 197">
                  <a:extLst>
                    <a:ext uri="{FF2B5EF4-FFF2-40B4-BE49-F238E27FC236}">
                      <a16:creationId xmlns:a16="http://schemas.microsoft.com/office/drawing/2014/main" id="{92A9154E-96C7-D8A2-77FC-A68A95C34C4A}"/>
                    </a:ext>
                  </a:extLst>
                </p:cNvPr>
                <p:cNvPicPr/>
                <p:nvPr/>
              </p:nvPicPr>
              <p:blipFill>
                <a:blip r:embed="rId317"/>
                <a:stretch>
                  <a:fillRect/>
                </a:stretch>
              </p:blipFill>
              <p:spPr>
                <a:xfrm>
                  <a:off x="4048305" y="5477280"/>
                  <a:ext cx="30384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0" name="Ink 199">
                  <a:extLst>
                    <a:ext uri="{FF2B5EF4-FFF2-40B4-BE49-F238E27FC236}">
                      <a16:creationId xmlns:a16="http://schemas.microsoft.com/office/drawing/2014/main" id="{C79B399B-4A71-055F-DEEC-4950A6DBFFB9}"/>
                    </a:ext>
                  </a:extLst>
                </p14:cNvPr>
                <p14:cNvContentPartPr/>
                <p14:nvPr/>
              </p14:nvContentPartPr>
              <p14:xfrm>
                <a:off x="4617105" y="5652240"/>
                <a:ext cx="390600" cy="192240"/>
              </p14:xfrm>
            </p:contentPart>
          </mc:Choice>
          <mc:Fallback xmlns="">
            <p:pic>
              <p:nvPicPr>
                <p:cNvPr id="200" name="Ink 199">
                  <a:extLst>
                    <a:ext uri="{FF2B5EF4-FFF2-40B4-BE49-F238E27FC236}">
                      <a16:creationId xmlns:a16="http://schemas.microsoft.com/office/drawing/2014/main" id="{C79B399B-4A71-055F-DEEC-4950A6DBFFB9}"/>
                    </a:ext>
                  </a:extLst>
                </p:cNvPr>
                <p:cNvPicPr/>
                <p:nvPr/>
              </p:nvPicPr>
              <p:blipFill>
                <a:blip r:embed="rId319"/>
                <a:stretch>
                  <a:fillRect/>
                </a:stretch>
              </p:blipFill>
              <p:spPr>
                <a:xfrm>
                  <a:off x="4610985" y="5646120"/>
                  <a:ext cx="4028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1" name="Ink 200">
                  <a:extLst>
                    <a:ext uri="{FF2B5EF4-FFF2-40B4-BE49-F238E27FC236}">
                      <a16:creationId xmlns:a16="http://schemas.microsoft.com/office/drawing/2014/main" id="{02D58480-D2B9-ED19-1BA5-9C3A1893B562}"/>
                    </a:ext>
                  </a:extLst>
                </p14:cNvPr>
                <p14:cNvContentPartPr/>
                <p14:nvPr/>
              </p14:nvContentPartPr>
              <p14:xfrm>
                <a:off x="5038305" y="5387640"/>
                <a:ext cx="2520" cy="6480"/>
              </p14:xfrm>
            </p:contentPart>
          </mc:Choice>
          <mc:Fallback xmlns="">
            <p:pic>
              <p:nvPicPr>
                <p:cNvPr id="201" name="Ink 200">
                  <a:extLst>
                    <a:ext uri="{FF2B5EF4-FFF2-40B4-BE49-F238E27FC236}">
                      <a16:creationId xmlns:a16="http://schemas.microsoft.com/office/drawing/2014/main" id="{02D58480-D2B9-ED19-1BA5-9C3A1893B562}"/>
                    </a:ext>
                  </a:extLst>
                </p:cNvPr>
                <p:cNvPicPr/>
                <p:nvPr/>
              </p:nvPicPr>
              <p:blipFill>
                <a:blip r:embed="rId321"/>
                <a:stretch>
                  <a:fillRect/>
                </a:stretch>
              </p:blipFill>
              <p:spPr>
                <a:xfrm>
                  <a:off x="5032185" y="5381520"/>
                  <a:ext cx="147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2" name="Ink 201">
                  <a:extLst>
                    <a:ext uri="{FF2B5EF4-FFF2-40B4-BE49-F238E27FC236}">
                      <a16:creationId xmlns:a16="http://schemas.microsoft.com/office/drawing/2014/main" id="{3493FA65-2A2A-245C-FBBF-8C80D8D0EAD7}"/>
                    </a:ext>
                  </a:extLst>
                </p14:cNvPr>
                <p14:cNvContentPartPr/>
                <p14:nvPr/>
              </p14:nvContentPartPr>
              <p14:xfrm>
                <a:off x="5099865" y="5539920"/>
                <a:ext cx="324000" cy="128520"/>
              </p14:xfrm>
            </p:contentPart>
          </mc:Choice>
          <mc:Fallback xmlns="">
            <p:pic>
              <p:nvPicPr>
                <p:cNvPr id="202" name="Ink 201">
                  <a:extLst>
                    <a:ext uri="{FF2B5EF4-FFF2-40B4-BE49-F238E27FC236}">
                      <a16:creationId xmlns:a16="http://schemas.microsoft.com/office/drawing/2014/main" id="{3493FA65-2A2A-245C-FBBF-8C80D8D0EAD7}"/>
                    </a:ext>
                  </a:extLst>
                </p:cNvPr>
                <p:cNvPicPr/>
                <p:nvPr/>
              </p:nvPicPr>
              <p:blipFill>
                <a:blip r:embed="rId323"/>
                <a:stretch>
                  <a:fillRect/>
                </a:stretch>
              </p:blipFill>
              <p:spPr>
                <a:xfrm>
                  <a:off x="5093745" y="5533800"/>
                  <a:ext cx="336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3" name="Ink 202">
                  <a:extLst>
                    <a:ext uri="{FF2B5EF4-FFF2-40B4-BE49-F238E27FC236}">
                      <a16:creationId xmlns:a16="http://schemas.microsoft.com/office/drawing/2014/main" id="{00E934D6-FC2A-F341-A107-0B5D2E1D93A9}"/>
                    </a:ext>
                  </a:extLst>
                </p14:cNvPr>
                <p14:cNvContentPartPr/>
                <p14:nvPr/>
              </p14:nvContentPartPr>
              <p14:xfrm>
                <a:off x="5471385" y="5363880"/>
                <a:ext cx="200520" cy="96120"/>
              </p14:xfrm>
            </p:contentPart>
          </mc:Choice>
          <mc:Fallback xmlns="">
            <p:pic>
              <p:nvPicPr>
                <p:cNvPr id="203" name="Ink 202">
                  <a:extLst>
                    <a:ext uri="{FF2B5EF4-FFF2-40B4-BE49-F238E27FC236}">
                      <a16:creationId xmlns:a16="http://schemas.microsoft.com/office/drawing/2014/main" id="{00E934D6-FC2A-F341-A107-0B5D2E1D93A9}"/>
                    </a:ext>
                  </a:extLst>
                </p:cNvPr>
                <p:cNvPicPr/>
                <p:nvPr/>
              </p:nvPicPr>
              <p:blipFill>
                <a:blip r:embed="rId325"/>
                <a:stretch>
                  <a:fillRect/>
                </a:stretch>
              </p:blipFill>
              <p:spPr>
                <a:xfrm>
                  <a:off x="5465265" y="5357760"/>
                  <a:ext cx="2127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4" name="Ink 203">
                  <a:extLst>
                    <a:ext uri="{FF2B5EF4-FFF2-40B4-BE49-F238E27FC236}">
                      <a16:creationId xmlns:a16="http://schemas.microsoft.com/office/drawing/2014/main" id="{45A32225-E236-6D23-41AD-DF2DD7DB6FC4}"/>
                    </a:ext>
                  </a:extLst>
                </p14:cNvPr>
                <p14:cNvContentPartPr/>
                <p14:nvPr/>
              </p14:nvContentPartPr>
              <p14:xfrm>
                <a:off x="5735265" y="5363160"/>
                <a:ext cx="15120" cy="35280"/>
              </p14:xfrm>
            </p:contentPart>
          </mc:Choice>
          <mc:Fallback xmlns="">
            <p:pic>
              <p:nvPicPr>
                <p:cNvPr id="204" name="Ink 203">
                  <a:extLst>
                    <a:ext uri="{FF2B5EF4-FFF2-40B4-BE49-F238E27FC236}">
                      <a16:creationId xmlns:a16="http://schemas.microsoft.com/office/drawing/2014/main" id="{45A32225-E236-6D23-41AD-DF2DD7DB6FC4}"/>
                    </a:ext>
                  </a:extLst>
                </p:cNvPr>
                <p:cNvPicPr/>
                <p:nvPr/>
              </p:nvPicPr>
              <p:blipFill>
                <a:blip r:embed="rId327"/>
                <a:stretch>
                  <a:fillRect/>
                </a:stretch>
              </p:blipFill>
              <p:spPr>
                <a:xfrm>
                  <a:off x="5729145" y="5357040"/>
                  <a:ext cx="27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7" name="Ink 206">
                  <a:extLst>
                    <a:ext uri="{FF2B5EF4-FFF2-40B4-BE49-F238E27FC236}">
                      <a16:creationId xmlns:a16="http://schemas.microsoft.com/office/drawing/2014/main" id="{B1FF909D-19B2-D6E5-72CF-D7C6FEF8118F}"/>
                    </a:ext>
                  </a:extLst>
                </p14:cNvPr>
                <p14:cNvContentPartPr/>
                <p14:nvPr/>
              </p14:nvContentPartPr>
              <p14:xfrm>
                <a:off x="3618465" y="3634080"/>
                <a:ext cx="854640" cy="559440"/>
              </p14:xfrm>
            </p:contentPart>
          </mc:Choice>
          <mc:Fallback xmlns="">
            <p:pic>
              <p:nvPicPr>
                <p:cNvPr id="207" name="Ink 206">
                  <a:extLst>
                    <a:ext uri="{FF2B5EF4-FFF2-40B4-BE49-F238E27FC236}">
                      <a16:creationId xmlns:a16="http://schemas.microsoft.com/office/drawing/2014/main" id="{B1FF909D-19B2-D6E5-72CF-D7C6FEF8118F}"/>
                    </a:ext>
                  </a:extLst>
                </p:cNvPr>
                <p:cNvPicPr/>
                <p:nvPr/>
              </p:nvPicPr>
              <p:blipFill>
                <a:blip r:embed="rId329"/>
                <a:stretch>
                  <a:fillRect/>
                </a:stretch>
              </p:blipFill>
              <p:spPr>
                <a:xfrm>
                  <a:off x="3612345" y="3627960"/>
                  <a:ext cx="86688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9" name="Ink 208">
                  <a:extLst>
                    <a:ext uri="{FF2B5EF4-FFF2-40B4-BE49-F238E27FC236}">
                      <a16:creationId xmlns:a16="http://schemas.microsoft.com/office/drawing/2014/main" id="{DD8671E6-B8B8-6F67-11CE-AAE634E21918}"/>
                    </a:ext>
                  </a:extLst>
                </p14:cNvPr>
                <p14:cNvContentPartPr/>
                <p14:nvPr/>
              </p14:nvContentPartPr>
              <p14:xfrm>
                <a:off x="4452585" y="3320160"/>
                <a:ext cx="657720" cy="579960"/>
              </p14:xfrm>
            </p:contentPart>
          </mc:Choice>
          <mc:Fallback xmlns="">
            <p:pic>
              <p:nvPicPr>
                <p:cNvPr id="209" name="Ink 208">
                  <a:extLst>
                    <a:ext uri="{FF2B5EF4-FFF2-40B4-BE49-F238E27FC236}">
                      <a16:creationId xmlns:a16="http://schemas.microsoft.com/office/drawing/2014/main" id="{DD8671E6-B8B8-6F67-11CE-AAE634E21918}"/>
                    </a:ext>
                  </a:extLst>
                </p:cNvPr>
                <p:cNvPicPr/>
                <p:nvPr/>
              </p:nvPicPr>
              <p:blipFill>
                <a:blip r:embed="rId331"/>
                <a:stretch>
                  <a:fillRect/>
                </a:stretch>
              </p:blipFill>
              <p:spPr>
                <a:xfrm>
                  <a:off x="4446465" y="3314040"/>
                  <a:ext cx="669960" cy="5922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10" name="Ink 209">
                  <a:extLst>
                    <a:ext uri="{FF2B5EF4-FFF2-40B4-BE49-F238E27FC236}">
                      <a16:creationId xmlns:a16="http://schemas.microsoft.com/office/drawing/2014/main" id="{29D5F427-0212-3D61-E09F-F6E19AFD8212}"/>
                    </a:ext>
                  </a:extLst>
                </p14:cNvPr>
                <p14:cNvContentPartPr/>
                <p14:nvPr/>
              </p14:nvContentPartPr>
              <p14:xfrm>
                <a:off x="5074665" y="3312600"/>
                <a:ext cx="296280" cy="194760"/>
              </p14:xfrm>
            </p:contentPart>
          </mc:Choice>
          <mc:Fallback xmlns="">
            <p:pic>
              <p:nvPicPr>
                <p:cNvPr id="210" name="Ink 209">
                  <a:extLst>
                    <a:ext uri="{FF2B5EF4-FFF2-40B4-BE49-F238E27FC236}">
                      <a16:creationId xmlns:a16="http://schemas.microsoft.com/office/drawing/2014/main" id="{29D5F427-0212-3D61-E09F-F6E19AFD8212}"/>
                    </a:ext>
                  </a:extLst>
                </p:cNvPr>
                <p:cNvPicPr/>
                <p:nvPr/>
              </p:nvPicPr>
              <p:blipFill>
                <a:blip r:embed="rId333"/>
                <a:stretch>
                  <a:fillRect/>
                </a:stretch>
              </p:blipFill>
              <p:spPr>
                <a:xfrm>
                  <a:off x="5068545" y="3306480"/>
                  <a:ext cx="3085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11" name="Ink 210">
                  <a:extLst>
                    <a:ext uri="{FF2B5EF4-FFF2-40B4-BE49-F238E27FC236}">
                      <a16:creationId xmlns:a16="http://schemas.microsoft.com/office/drawing/2014/main" id="{65D2ABED-F4AB-220B-B07D-E0F87488C77C}"/>
                    </a:ext>
                  </a:extLst>
                </p14:cNvPr>
                <p14:cNvContentPartPr/>
                <p14:nvPr/>
              </p14:nvContentPartPr>
              <p14:xfrm>
                <a:off x="5290665" y="3036120"/>
                <a:ext cx="131760" cy="283680"/>
              </p14:xfrm>
            </p:contentPart>
          </mc:Choice>
          <mc:Fallback xmlns="">
            <p:pic>
              <p:nvPicPr>
                <p:cNvPr id="211" name="Ink 210">
                  <a:extLst>
                    <a:ext uri="{FF2B5EF4-FFF2-40B4-BE49-F238E27FC236}">
                      <a16:creationId xmlns:a16="http://schemas.microsoft.com/office/drawing/2014/main" id="{65D2ABED-F4AB-220B-B07D-E0F87488C77C}"/>
                    </a:ext>
                  </a:extLst>
                </p:cNvPr>
                <p:cNvPicPr/>
                <p:nvPr/>
              </p:nvPicPr>
              <p:blipFill>
                <a:blip r:embed="rId335"/>
                <a:stretch>
                  <a:fillRect/>
                </a:stretch>
              </p:blipFill>
              <p:spPr>
                <a:xfrm>
                  <a:off x="5284545" y="3030000"/>
                  <a:ext cx="1440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2" name="Ink 211">
                  <a:extLst>
                    <a:ext uri="{FF2B5EF4-FFF2-40B4-BE49-F238E27FC236}">
                      <a16:creationId xmlns:a16="http://schemas.microsoft.com/office/drawing/2014/main" id="{4C6ADC70-B895-70F4-4096-6C6CC9306440}"/>
                    </a:ext>
                  </a:extLst>
                </p14:cNvPr>
                <p14:cNvContentPartPr/>
                <p14:nvPr/>
              </p14:nvContentPartPr>
              <p14:xfrm>
                <a:off x="5397225" y="3027480"/>
                <a:ext cx="162360" cy="261360"/>
              </p14:xfrm>
            </p:contentPart>
          </mc:Choice>
          <mc:Fallback xmlns="">
            <p:pic>
              <p:nvPicPr>
                <p:cNvPr id="212" name="Ink 211">
                  <a:extLst>
                    <a:ext uri="{FF2B5EF4-FFF2-40B4-BE49-F238E27FC236}">
                      <a16:creationId xmlns:a16="http://schemas.microsoft.com/office/drawing/2014/main" id="{4C6ADC70-B895-70F4-4096-6C6CC9306440}"/>
                    </a:ext>
                  </a:extLst>
                </p:cNvPr>
                <p:cNvPicPr/>
                <p:nvPr/>
              </p:nvPicPr>
              <p:blipFill>
                <a:blip r:embed="rId337"/>
                <a:stretch>
                  <a:fillRect/>
                </a:stretch>
              </p:blipFill>
              <p:spPr>
                <a:xfrm>
                  <a:off x="5391105" y="3021360"/>
                  <a:ext cx="17460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3" name="Ink 212">
                  <a:extLst>
                    <a:ext uri="{FF2B5EF4-FFF2-40B4-BE49-F238E27FC236}">
                      <a16:creationId xmlns:a16="http://schemas.microsoft.com/office/drawing/2014/main" id="{4F29EADB-9917-74C6-6E96-B4708EF5EFC9}"/>
                    </a:ext>
                  </a:extLst>
                </p14:cNvPr>
                <p14:cNvContentPartPr/>
                <p14:nvPr/>
              </p14:nvContentPartPr>
              <p14:xfrm>
                <a:off x="5212905" y="3979680"/>
                <a:ext cx="376560" cy="149400"/>
              </p14:xfrm>
            </p:contentPart>
          </mc:Choice>
          <mc:Fallback xmlns="">
            <p:pic>
              <p:nvPicPr>
                <p:cNvPr id="213" name="Ink 212">
                  <a:extLst>
                    <a:ext uri="{FF2B5EF4-FFF2-40B4-BE49-F238E27FC236}">
                      <a16:creationId xmlns:a16="http://schemas.microsoft.com/office/drawing/2014/main" id="{4F29EADB-9917-74C6-6E96-B4708EF5EFC9}"/>
                    </a:ext>
                  </a:extLst>
                </p:cNvPr>
                <p:cNvPicPr/>
                <p:nvPr/>
              </p:nvPicPr>
              <p:blipFill>
                <a:blip r:embed="rId339"/>
                <a:stretch>
                  <a:fillRect/>
                </a:stretch>
              </p:blipFill>
              <p:spPr>
                <a:xfrm>
                  <a:off x="5206785" y="3973560"/>
                  <a:ext cx="3888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4" name="Ink 213">
                  <a:extLst>
                    <a:ext uri="{FF2B5EF4-FFF2-40B4-BE49-F238E27FC236}">
                      <a16:creationId xmlns:a16="http://schemas.microsoft.com/office/drawing/2014/main" id="{6B5B64D9-BDE1-D437-5228-54F504D29D7A}"/>
                    </a:ext>
                  </a:extLst>
                </p14:cNvPr>
                <p14:cNvContentPartPr/>
                <p14:nvPr/>
              </p14:nvContentPartPr>
              <p14:xfrm>
                <a:off x="5217585" y="3875640"/>
                <a:ext cx="246240" cy="553680"/>
              </p14:xfrm>
            </p:contentPart>
          </mc:Choice>
          <mc:Fallback xmlns="">
            <p:pic>
              <p:nvPicPr>
                <p:cNvPr id="214" name="Ink 213">
                  <a:extLst>
                    <a:ext uri="{FF2B5EF4-FFF2-40B4-BE49-F238E27FC236}">
                      <a16:creationId xmlns:a16="http://schemas.microsoft.com/office/drawing/2014/main" id="{6B5B64D9-BDE1-D437-5228-54F504D29D7A}"/>
                    </a:ext>
                  </a:extLst>
                </p:cNvPr>
                <p:cNvPicPr/>
                <p:nvPr/>
              </p:nvPicPr>
              <p:blipFill>
                <a:blip r:embed="rId341"/>
                <a:stretch>
                  <a:fillRect/>
                </a:stretch>
              </p:blipFill>
              <p:spPr>
                <a:xfrm>
                  <a:off x="5211465" y="3869520"/>
                  <a:ext cx="25848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5" name="Ink 214">
                  <a:extLst>
                    <a:ext uri="{FF2B5EF4-FFF2-40B4-BE49-F238E27FC236}">
                      <a16:creationId xmlns:a16="http://schemas.microsoft.com/office/drawing/2014/main" id="{0198C6A6-070F-C9FD-47E0-867FAC01B663}"/>
                    </a:ext>
                  </a:extLst>
                </p14:cNvPr>
                <p14:cNvContentPartPr/>
                <p14:nvPr/>
              </p14:nvContentPartPr>
              <p14:xfrm>
                <a:off x="4688385" y="4422840"/>
                <a:ext cx="932040" cy="1203840"/>
              </p14:xfrm>
            </p:contentPart>
          </mc:Choice>
          <mc:Fallback xmlns="">
            <p:pic>
              <p:nvPicPr>
                <p:cNvPr id="215" name="Ink 214">
                  <a:extLst>
                    <a:ext uri="{FF2B5EF4-FFF2-40B4-BE49-F238E27FC236}">
                      <a16:creationId xmlns:a16="http://schemas.microsoft.com/office/drawing/2014/main" id="{0198C6A6-070F-C9FD-47E0-867FAC01B663}"/>
                    </a:ext>
                  </a:extLst>
                </p:cNvPr>
                <p:cNvPicPr/>
                <p:nvPr/>
              </p:nvPicPr>
              <p:blipFill>
                <a:blip r:embed="rId343"/>
                <a:stretch>
                  <a:fillRect/>
                </a:stretch>
              </p:blipFill>
              <p:spPr>
                <a:xfrm>
                  <a:off x="4682265" y="4416720"/>
                  <a:ext cx="944280" cy="12160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6" name="Ink 215">
                  <a:extLst>
                    <a:ext uri="{FF2B5EF4-FFF2-40B4-BE49-F238E27FC236}">
                      <a16:creationId xmlns:a16="http://schemas.microsoft.com/office/drawing/2014/main" id="{DFFF35B3-9F82-D96C-C890-C8C70585CCFA}"/>
                    </a:ext>
                  </a:extLst>
                </p14:cNvPr>
                <p14:cNvContentPartPr/>
                <p14:nvPr/>
              </p14:nvContentPartPr>
              <p14:xfrm>
                <a:off x="5685225" y="4405200"/>
                <a:ext cx="15120" cy="18000"/>
              </p14:xfrm>
            </p:contentPart>
          </mc:Choice>
          <mc:Fallback xmlns="">
            <p:pic>
              <p:nvPicPr>
                <p:cNvPr id="216" name="Ink 215">
                  <a:extLst>
                    <a:ext uri="{FF2B5EF4-FFF2-40B4-BE49-F238E27FC236}">
                      <a16:creationId xmlns:a16="http://schemas.microsoft.com/office/drawing/2014/main" id="{DFFF35B3-9F82-D96C-C890-C8C70585CCFA}"/>
                    </a:ext>
                  </a:extLst>
                </p:cNvPr>
                <p:cNvPicPr/>
                <p:nvPr/>
              </p:nvPicPr>
              <p:blipFill>
                <a:blip r:embed="rId345"/>
                <a:stretch>
                  <a:fillRect/>
                </a:stretch>
              </p:blipFill>
              <p:spPr>
                <a:xfrm>
                  <a:off x="5679105" y="4399080"/>
                  <a:ext cx="27360" cy="30240"/>
                </a:xfrm>
                <a:prstGeom prst="rect">
                  <a:avLst/>
                </a:prstGeom>
              </p:spPr>
            </p:pic>
          </mc:Fallback>
        </mc:AlternateContent>
      </p:grpSp>
    </p:spTree>
    <p:extLst>
      <p:ext uri="{BB962C8B-B14F-4D97-AF65-F5344CB8AC3E}">
        <p14:creationId xmlns:p14="http://schemas.microsoft.com/office/powerpoint/2010/main" val="157890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7B50ACE-41D2-4401-8478-87AEAFA63AF4}"/>
                  </a:ext>
                </a:extLst>
              </p14:cNvPr>
              <p14:cNvContentPartPr/>
              <p14:nvPr/>
            </p14:nvContentPartPr>
            <p14:xfrm>
              <a:off x="2423985" y="460095"/>
              <a:ext cx="5340600" cy="3749040"/>
            </p14:xfrm>
          </p:contentPart>
        </mc:Choice>
        <mc:Fallback xmlns="">
          <p:pic>
            <p:nvPicPr>
              <p:cNvPr id="2" name="Ink 1">
                <a:extLst>
                  <a:ext uri="{FF2B5EF4-FFF2-40B4-BE49-F238E27FC236}">
                    <a16:creationId xmlns:a16="http://schemas.microsoft.com/office/drawing/2014/main" id="{C7B50ACE-41D2-4401-8478-87AEAFA63AF4}"/>
                  </a:ext>
                </a:extLst>
              </p:cNvPr>
              <p:cNvPicPr/>
              <p:nvPr/>
            </p:nvPicPr>
            <p:blipFill>
              <a:blip r:embed="rId3"/>
              <a:stretch>
                <a:fillRect/>
              </a:stretch>
            </p:blipFill>
            <p:spPr>
              <a:xfrm>
                <a:off x="2417865" y="453975"/>
                <a:ext cx="5352840" cy="3761280"/>
              </a:xfrm>
              <a:prstGeom prst="rect">
                <a:avLst/>
              </a:prstGeom>
            </p:spPr>
          </p:pic>
        </mc:Fallback>
      </mc:AlternateContent>
      <p:grpSp>
        <p:nvGrpSpPr>
          <p:cNvPr id="5" name="Group 4">
            <a:extLst>
              <a:ext uri="{FF2B5EF4-FFF2-40B4-BE49-F238E27FC236}">
                <a16:creationId xmlns:a16="http://schemas.microsoft.com/office/drawing/2014/main" id="{C5FADA79-30CF-F861-1C85-4B1597BD3BF5}"/>
              </a:ext>
            </a:extLst>
          </p:cNvPr>
          <p:cNvGrpSpPr/>
          <p:nvPr/>
        </p:nvGrpSpPr>
        <p:grpSpPr>
          <a:xfrm>
            <a:off x="3165585" y="583575"/>
            <a:ext cx="4424400" cy="1582200"/>
            <a:chOff x="3165585" y="583575"/>
            <a:chExt cx="4424400" cy="158220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7C5BE27-73E5-76FB-EFDD-B06AC03596BB}"/>
                    </a:ext>
                  </a:extLst>
                </p14:cNvPr>
                <p14:cNvContentPartPr/>
                <p14:nvPr/>
              </p14:nvContentPartPr>
              <p14:xfrm>
                <a:off x="3165585" y="600855"/>
                <a:ext cx="1606680" cy="1564920"/>
              </p14:xfrm>
            </p:contentPart>
          </mc:Choice>
          <mc:Fallback xmlns="">
            <p:pic>
              <p:nvPicPr>
                <p:cNvPr id="3" name="Ink 2">
                  <a:extLst>
                    <a:ext uri="{FF2B5EF4-FFF2-40B4-BE49-F238E27FC236}">
                      <a16:creationId xmlns:a16="http://schemas.microsoft.com/office/drawing/2014/main" id="{97C5BE27-73E5-76FB-EFDD-B06AC03596BB}"/>
                    </a:ext>
                  </a:extLst>
                </p:cNvPr>
                <p:cNvPicPr/>
                <p:nvPr/>
              </p:nvPicPr>
              <p:blipFill>
                <a:blip r:embed="rId5"/>
                <a:stretch>
                  <a:fillRect/>
                </a:stretch>
              </p:blipFill>
              <p:spPr>
                <a:xfrm>
                  <a:off x="3159465" y="594735"/>
                  <a:ext cx="1618920" cy="1577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7EA3ADF-1B2A-7031-21BA-0ABA7CD8911D}"/>
                    </a:ext>
                  </a:extLst>
                </p14:cNvPr>
                <p14:cNvContentPartPr/>
                <p14:nvPr/>
              </p14:nvContentPartPr>
              <p14:xfrm>
                <a:off x="4733025" y="583575"/>
                <a:ext cx="2856960" cy="1356480"/>
              </p14:xfrm>
            </p:contentPart>
          </mc:Choice>
          <mc:Fallback xmlns="">
            <p:pic>
              <p:nvPicPr>
                <p:cNvPr id="4" name="Ink 3">
                  <a:extLst>
                    <a:ext uri="{FF2B5EF4-FFF2-40B4-BE49-F238E27FC236}">
                      <a16:creationId xmlns:a16="http://schemas.microsoft.com/office/drawing/2014/main" id="{77EA3ADF-1B2A-7031-21BA-0ABA7CD8911D}"/>
                    </a:ext>
                  </a:extLst>
                </p:cNvPr>
                <p:cNvPicPr/>
                <p:nvPr/>
              </p:nvPicPr>
              <p:blipFill>
                <a:blip r:embed="rId7"/>
                <a:stretch>
                  <a:fillRect/>
                </a:stretch>
              </p:blipFill>
              <p:spPr>
                <a:xfrm>
                  <a:off x="4726905" y="577455"/>
                  <a:ext cx="2869200" cy="1368720"/>
                </a:xfrm>
                <a:prstGeom prst="rect">
                  <a:avLst/>
                </a:prstGeom>
              </p:spPr>
            </p:pic>
          </mc:Fallback>
        </mc:AlternateContent>
      </p:grpSp>
      <p:grpSp>
        <p:nvGrpSpPr>
          <p:cNvPr id="19" name="Group 18">
            <a:extLst>
              <a:ext uri="{FF2B5EF4-FFF2-40B4-BE49-F238E27FC236}">
                <a16:creationId xmlns:a16="http://schemas.microsoft.com/office/drawing/2014/main" id="{72136C90-161F-7E0D-CCE5-AA53FAFFFBEE}"/>
              </a:ext>
            </a:extLst>
          </p:cNvPr>
          <p:cNvGrpSpPr/>
          <p:nvPr/>
        </p:nvGrpSpPr>
        <p:grpSpPr>
          <a:xfrm>
            <a:off x="8760345" y="442455"/>
            <a:ext cx="2203560" cy="970920"/>
            <a:chOff x="8760345" y="442455"/>
            <a:chExt cx="2203560" cy="970920"/>
          </a:xfrm>
        </p:grpSpPr>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907AA23B-4332-1DBE-EF6C-25CED8201966}"/>
                    </a:ext>
                  </a:extLst>
                </p14:cNvPr>
                <p14:cNvContentPartPr/>
                <p14:nvPr/>
              </p14:nvContentPartPr>
              <p14:xfrm>
                <a:off x="8760345" y="694815"/>
                <a:ext cx="869760" cy="718560"/>
              </p14:xfrm>
            </p:contentPart>
          </mc:Choice>
          <mc:Fallback xmlns="">
            <p:pic>
              <p:nvPicPr>
                <p:cNvPr id="12" name="Ink 11">
                  <a:extLst>
                    <a:ext uri="{FF2B5EF4-FFF2-40B4-BE49-F238E27FC236}">
                      <a16:creationId xmlns:a16="http://schemas.microsoft.com/office/drawing/2014/main" id="{907AA23B-4332-1DBE-EF6C-25CED8201966}"/>
                    </a:ext>
                  </a:extLst>
                </p:cNvPr>
                <p:cNvPicPr/>
                <p:nvPr/>
              </p:nvPicPr>
              <p:blipFill>
                <a:blip r:embed="rId9"/>
                <a:stretch>
                  <a:fillRect/>
                </a:stretch>
              </p:blipFill>
              <p:spPr>
                <a:xfrm>
                  <a:off x="8754225" y="688695"/>
                  <a:ext cx="882000" cy="730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68A5D7B2-4DB6-68CB-3DC6-A5EFE8FC6C20}"/>
                    </a:ext>
                  </a:extLst>
                </p14:cNvPr>
                <p14:cNvContentPartPr/>
                <p14:nvPr/>
              </p14:nvContentPartPr>
              <p14:xfrm>
                <a:off x="9718665" y="618135"/>
                <a:ext cx="473760" cy="356040"/>
              </p14:xfrm>
            </p:contentPart>
          </mc:Choice>
          <mc:Fallback xmlns="">
            <p:pic>
              <p:nvPicPr>
                <p:cNvPr id="13" name="Ink 12">
                  <a:extLst>
                    <a:ext uri="{FF2B5EF4-FFF2-40B4-BE49-F238E27FC236}">
                      <a16:creationId xmlns:a16="http://schemas.microsoft.com/office/drawing/2014/main" id="{68A5D7B2-4DB6-68CB-3DC6-A5EFE8FC6C20}"/>
                    </a:ext>
                  </a:extLst>
                </p:cNvPr>
                <p:cNvPicPr/>
                <p:nvPr/>
              </p:nvPicPr>
              <p:blipFill>
                <a:blip r:embed="rId11"/>
                <a:stretch>
                  <a:fillRect/>
                </a:stretch>
              </p:blipFill>
              <p:spPr>
                <a:xfrm>
                  <a:off x="9712545" y="612015"/>
                  <a:ext cx="48600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751C5FB4-D8AB-9118-1DDC-0AAE67EFF86F}"/>
                    </a:ext>
                  </a:extLst>
                </p14:cNvPr>
                <p14:cNvContentPartPr/>
                <p14:nvPr/>
              </p14:nvContentPartPr>
              <p14:xfrm>
                <a:off x="9393945" y="820815"/>
                <a:ext cx="300240" cy="219600"/>
              </p14:xfrm>
            </p:contentPart>
          </mc:Choice>
          <mc:Fallback xmlns="">
            <p:pic>
              <p:nvPicPr>
                <p:cNvPr id="14" name="Ink 13">
                  <a:extLst>
                    <a:ext uri="{FF2B5EF4-FFF2-40B4-BE49-F238E27FC236}">
                      <a16:creationId xmlns:a16="http://schemas.microsoft.com/office/drawing/2014/main" id="{751C5FB4-D8AB-9118-1DDC-0AAE67EFF86F}"/>
                    </a:ext>
                  </a:extLst>
                </p:cNvPr>
                <p:cNvPicPr/>
                <p:nvPr/>
              </p:nvPicPr>
              <p:blipFill>
                <a:blip r:embed="rId13"/>
                <a:stretch>
                  <a:fillRect/>
                </a:stretch>
              </p:blipFill>
              <p:spPr>
                <a:xfrm>
                  <a:off x="9387825" y="814695"/>
                  <a:ext cx="3124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6878DDB3-1327-2DD9-40A8-A1766370EAB0}"/>
                    </a:ext>
                  </a:extLst>
                </p14:cNvPr>
                <p14:cNvContentPartPr/>
                <p14:nvPr/>
              </p14:nvContentPartPr>
              <p14:xfrm>
                <a:off x="10134825" y="493935"/>
                <a:ext cx="363960" cy="339840"/>
              </p14:xfrm>
            </p:contentPart>
          </mc:Choice>
          <mc:Fallback xmlns="">
            <p:pic>
              <p:nvPicPr>
                <p:cNvPr id="15" name="Ink 14">
                  <a:extLst>
                    <a:ext uri="{FF2B5EF4-FFF2-40B4-BE49-F238E27FC236}">
                      <a16:creationId xmlns:a16="http://schemas.microsoft.com/office/drawing/2014/main" id="{6878DDB3-1327-2DD9-40A8-A1766370EAB0}"/>
                    </a:ext>
                  </a:extLst>
                </p:cNvPr>
                <p:cNvPicPr/>
                <p:nvPr/>
              </p:nvPicPr>
              <p:blipFill>
                <a:blip r:embed="rId15"/>
                <a:stretch>
                  <a:fillRect/>
                </a:stretch>
              </p:blipFill>
              <p:spPr>
                <a:xfrm>
                  <a:off x="10128705" y="487815"/>
                  <a:ext cx="3762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DD31C4A4-CF10-484F-016B-CD549F92C7E3}"/>
                    </a:ext>
                  </a:extLst>
                </p14:cNvPr>
                <p14:cNvContentPartPr/>
                <p14:nvPr/>
              </p14:nvContentPartPr>
              <p14:xfrm>
                <a:off x="10527225" y="473055"/>
                <a:ext cx="155520" cy="251640"/>
              </p14:xfrm>
            </p:contentPart>
          </mc:Choice>
          <mc:Fallback xmlns="">
            <p:pic>
              <p:nvPicPr>
                <p:cNvPr id="16" name="Ink 15">
                  <a:extLst>
                    <a:ext uri="{FF2B5EF4-FFF2-40B4-BE49-F238E27FC236}">
                      <a16:creationId xmlns:a16="http://schemas.microsoft.com/office/drawing/2014/main" id="{DD31C4A4-CF10-484F-016B-CD549F92C7E3}"/>
                    </a:ext>
                  </a:extLst>
                </p:cNvPr>
                <p:cNvPicPr/>
                <p:nvPr/>
              </p:nvPicPr>
              <p:blipFill>
                <a:blip r:embed="rId17"/>
                <a:stretch>
                  <a:fillRect/>
                </a:stretch>
              </p:blipFill>
              <p:spPr>
                <a:xfrm>
                  <a:off x="10521105" y="466935"/>
                  <a:ext cx="1677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236BCC56-D979-4F1C-FE89-D872221C9513}"/>
                    </a:ext>
                  </a:extLst>
                </p14:cNvPr>
                <p14:cNvContentPartPr/>
                <p14:nvPr/>
              </p14:nvContentPartPr>
              <p14:xfrm>
                <a:off x="10788585" y="454695"/>
                <a:ext cx="175320" cy="69120"/>
              </p14:xfrm>
            </p:contentPart>
          </mc:Choice>
          <mc:Fallback xmlns="">
            <p:pic>
              <p:nvPicPr>
                <p:cNvPr id="17" name="Ink 16">
                  <a:extLst>
                    <a:ext uri="{FF2B5EF4-FFF2-40B4-BE49-F238E27FC236}">
                      <a16:creationId xmlns:a16="http://schemas.microsoft.com/office/drawing/2014/main" id="{236BCC56-D979-4F1C-FE89-D872221C9513}"/>
                    </a:ext>
                  </a:extLst>
                </p:cNvPr>
                <p:cNvPicPr/>
                <p:nvPr/>
              </p:nvPicPr>
              <p:blipFill>
                <a:blip r:embed="rId19"/>
                <a:stretch>
                  <a:fillRect/>
                </a:stretch>
              </p:blipFill>
              <p:spPr>
                <a:xfrm>
                  <a:off x="10782465" y="448575"/>
                  <a:ext cx="187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5DF0B673-7D57-39C6-43BE-CE0D1F1A2B3C}"/>
                    </a:ext>
                  </a:extLst>
                </p14:cNvPr>
                <p14:cNvContentPartPr/>
                <p14:nvPr/>
              </p14:nvContentPartPr>
              <p14:xfrm>
                <a:off x="10711905" y="442455"/>
                <a:ext cx="248400" cy="239040"/>
              </p14:xfrm>
            </p:contentPart>
          </mc:Choice>
          <mc:Fallback xmlns="">
            <p:pic>
              <p:nvPicPr>
                <p:cNvPr id="18" name="Ink 17">
                  <a:extLst>
                    <a:ext uri="{FF2B5EF4-FFF2-40B4-BE49-F238E27FC236}">
                      <a16:creationId xmlns:a16="http://schemas.microsoft.com/office/drawing/2014/main" id="{5DF0B673-7D57-39C6-43BE-CE0D1F1A2B3C}"/>
                    </a:ext>
                  </a:extLst>
                </p:cNvPr>
                <p:cNvPicPr/>
                <p:nvPr/>
              </p:nvPicPr>
              <p:blipFill>
                <a:blip r:embed="rId21"/>
                <a:stretch>
                  <a:fillRect/>
                </a:stretch>
              </p:blipFill>
              <p:spPr>
                <a:xfrm>
                  <a:off x="10705785" y="436335"/>
                  <a:ext cx="260640" cy="251280"/>
                </a:xfrm>
                <a:prstGeom prst="rect">
                  <a:avLst/>
                </a:prstGeom>
              </p:spPr>
            </p:pic>
          </mc:Fallback>
        </mc:AlternateContent>
      </p:grpSp>
      <p:grpSp>
        <p:nvGrpSpPr>
          <p:cNvPr id="30" name="Group 29">
            <a:extLst>
              <a:ext uri="{FF2B5EF4-FFF2-40B4-BE49-F238E27FC236}">
                <a16:creationId xmlns:a16="http://schemas.microsoft.com/office/drawing/2014/main" id="{E2D75C38-5291-116E-A306-91FFB9724273}"/>
              </a:ext>
            </a:extLst>
          </p:cNvPr>
          <p:cNvGrpSpPr/>
          <p:nvPr/>
        </p:nvGrpSpPr>
        <p:grpSpPr>
          <a:xfrm>
            <a:off x="5972505" y="1652055"/>
            <a:ext cx="4328640" cy="1859040"/>
            <a:chOff x="5972505" y="1652055"/>
            <a:chExt cx="4328640" cy="1859040"/>
          </a:xfrm>
        </p:grpSpPr>
        <mc:AlternateContent xmlns:mc="http://schemas.openxmlformats.org/markup-compatibility/2006" xmlns:p14="http://schemas.microsoft.com/office/powerpoint/2010/main">
          <mc:Choice Requires="p14">
            <p:contentPart p14:bwMode="auto" r:id="rId22">
              <p14:nvContentPartPr>
                <p14:cNvPr id="6" name="Ink 5">
                  <a:extLst>
                    <a:ext uri="{FF2B5EF4-FFF2-40B4-BE49-F238E27FC236}">
                      <a16:creationId xmlns:a16="http://schemas.microsoft.com/office/drawing/2014/main" id="{B2F3792E-1022-1588-A9CD-BFD531D5B221}"/>
                    </a:ext>
                  </a:extLst>
                </p14:cNvPr>
                <p14:cNvContentPartPr/>
                <p14:nvPr/>
              </p14:nvContentPartPr>
              <p14:xfrm>
                <a:off x="6315945" y="2507415"/>
                <a:ext cx="408240" cy="9720"/>
              </p14:xfrm>
            </p:contentPart>
          </mc:Choice>
          <mc:Fallback xmlns="">
            <p:pic>
              <p:nvPicPr>
                <p:cNvPr id="6" name="Ink 5">
                  <a:extLst>
                    <a:ext uri="{FF2B5EF4-FFF2-40B4-BE49-F238E27FC236}">
                      <a16:creationId xmlns:a16="http://schemas.microsoft.com/office/drawing/2014/main" id="{B2F3792E-1022-1588-A9CD-BFD531D5B221}"/>
                    </a:ext>
                  </a:extLst>
                </p:cNvPr>
                <p:cNvPicPr/>
                <p:nvPr/>
              </p:nvPicPr>
              <p:blipFill>
                <a:blip r:embed="rId23"/>
                <a:stretch>
                  <a:fillRect/>
                </a:stretch>
              </p:blipFill>
              <p:spPr>
                <a:xfrm>
                  <a:off x="6309825" y="2501295"/>
                  <a:ext cx="4204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 name="Ink 6">
                  <a:extLst>
                    <a:ext uri="{FF2B5EF4-FFF2-40B4-BE49-F238E27FC236}">
                      <a16:creationId xmlns:a16="http://schemas.microsoft.com/office/drawing/2014/main" id="{1F46B722-1D66-350A-4044-BA6FEB3B64DE}"/>
                    </a:ext>
                  </a:extLst>
                </p14:cNvPr>
                <p14:cNvContentPartPr/>
                <p14:nvPr/>
              </p14:nvContentPartPr>
              <p14:xfrm>
                <a:off x="5972505" y="2266575"/>
                <a:ext cx="966600" cy="405000"/>
              </p14:xfrm>
            </p:contentPart>
          </mc:Choice>
          <mc:Fallback xmlns="">
            <p:pic>
              <p:nvPicPr>
                <p:cNvPr id="7" name="Ink 6">
                  <a:extLst>
                    <a:ext uri="{FF2B5EF4-FFF2-40B4-BE49-F238E27FC236}">
                      <a16:creationId xmlns:a16="http://schemas.microsoft.com/office/drawing/2014/main" id="{1F46B722-1D66-350A-4044-BA6FEB3B64DE}"/>
                    </a:ext>
                  </a:extLst>
                </p:cNvPr>
                <p:cNvPicPr/>
                <p:nvPr/>
              </p:nvPicPr>
              <p:blipFill>
                <a:blip r:embed="rId25"/>
                <a:stretch>
                  <a:fillRect/>
                </a:stretch>
              </p:blipFill>
              <p:spPr>
                <a:xfrm>
                  <a:off x="5966385" y="2260455"/>
                  <a:ext cx="97884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 name="Ink 7">
                  <a:extLst>
                    <a:ext uri="{FF2B5EF4-FFF2-40B4-BE49-F238E27FC236}">
                      <a16:creationId xmlns:a16="http://schemas.microsoft.com/office/drawing/2014/main" id="{449E1F7A-6EE0-6892-BDFB-F4D11E403C37}"/>
                    </a:ext>
                  </a:extLst>
                </p14:cNvPr>
                <p14:cNvContentPartPr/>
                <p14:nvPr/>
              </p14:nvContentPartPr>
              <p14:xfrm>
                <a:off x="7113345" y="2028615"/>
                <a:ext cx="128880" cy="533160"/>
              </p14:xfrm>
            </p:contentPart>
          </mc:Choice>
          <mc:Fallback xmlns="">
            <p:pic>
              <p:nvPicPr>
                <p:cNvPr id="8" name="Ink 7">
                  <a:extLst>
                    <a:ext uri="{FF2B5EF4-FFF2-40B4-BE49-F238E27FC236}">
                      <a16:creationId xmlns:a16="http://schemas.microsoft.com/office/drawing/2014/main" id="{449E1F7A-6EE0-6892-BDFB-F4D11E403C37}"/>
                    </a:ext>
                  </a:extLst>
                </p:cNvPr>
                <p:cNvPicPr/>
                <p:nvPr/>
              </p:nvPicPr>
              <p:blipFill>
                <a:blip r:embed="rId27"/>
                <a:stretch>
                  <a:fillRect/>
                </a:stretch>
              </p:blipFill>
              <p:spPr>
                <a:xfrm>
                  <a:off x="7107225" y="2022495"/>
                  <a:ext cx="141120" cy="545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 name="Ink 8">
                  <a:extLst>
                    <a:ext uri="{FF2B5EF4-FFF2-40B4-BE49-F238E27FC236}">
                      <a16:creationId xmlns:a16="http://schemas.microsoft.com/office/drawing/2014/main" id="{8727E8B0-B972-245C-D802-CF6C436C79D8}"/>
                    </a:ext>
                  </a:extLst>
                </p14:cNvPr>
                <p14:cNvContentPartPr/>
                <p14:nvPr/>
              </p14:nvContentPartPr>
              <p14:xfrm>
                <a:off x="7141425" y="1928895"/>
                <a:ext cx="466560" cy="496440"/>
              </p14:xfrm>
            </p:contentPart>
          </mc:Choice>
          <mc:Fallback xmlns="">
            <p:pic>
              <p:nvPicPr>
                <p:cNvPr id="9" name="Ink 8">
                  <a:extLst>
                    <a:ext uri="{FF2B5EF4-FFF2-40B4-BE49-F238E27FC236}">
                      <a16:creationId xmlns:a16="http://schemas.microsoft.com/office/drawing/2014/main" id="{8727E8B0-B972-245C-D802-CF6C436C79D8}"/>
                    </a:ext>
                  </a:extLst>
                </p:cNvPr>
                <p:cNvPicPr/>
                <p:nvPr/>
              </p:nvPicPr>
              <p:blipFill>
                <a:blip r:embed="rId29"/>
                <a:stretch>
                  <a:fillRect/>
                </a:stretch>
              </p:blipFill>
              <p:spPr>
                <a:xfrm>
                  <a:off x="7135305" y="1922775"/>
                  <a:ext cx="47880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 name="Ink 9">
                  <a:extLst>
                    <a:ext uri="{FF2B5EF4-FFF2-40B4-BE49-F238E27FC236}">
                      <a16:creationId xmlns:a16="http://schemas.microsoft.com/office/drawing/2014/main" id="{3B73B2D7-97E5-6637-C119-EDED03781B4B}"/>
                    </a:ext>
                  </a:extLst>
                </p14:cNvPr>
                <p14:cNvContentPartPr/>
                <p14:nvPr/>
              </p14:nvContentPartPr>
              <p14:xfrm>
                <a:off x="7798425" y="2001975"/>
                <a:ext cx="162720" cy="259200"/>
              </p14:xfrm>
            </p:contentPart>
          </mc:Choice>
          <mc:Fallback xmlns="">
            <p:pic>
              <p:nvPicPr>
                <p:cNvPr id="10" name="Ink 9">
                  <a:extLst>
                    <a:ext uri="{FF2B5EF4-FFF2-40B4-BE49-F238E27FC236}">
                      <a16:creationId xmlns:a16="http://schemas.microsoft.com/office/drawing/2014/main" id="{3B73B2D7-97E5-6637-C119-EDED03781B4B}"/>
                    </a:ext>
                  </a:extLst>
                </p:cNvPr>
                <p:cNvPicPr/>
                <p:nvPr/>
              </p:nvPicPr>
              <p:blipFill>
                <a:blip r:embed="rId31"/>
                <a:stretch>
                  <a:fillRect/>
                </a:stretch>
              </p:blipFill>
              <p:spPr>
                <a:xfrm>
                  <a:off x="7792305" y="1995855"/>
                  <a:ext cx="17496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 name="Ink 10">
                  <a:extLst>
                    <a:ext uri="{FF2B5EF4-FFF2-40B4-BE49-F238E27FC236}">
                      <a16:creationId xmlns:a16="http://schemas.microsoft.com/office/drawing/2014/main" id="{34B902CF-601B-F3A9-B995-58305A3EDF7C}"/>
                    </a:ext>
                  </a:extLst>
                </p14:cNvPr>
                <p14:cNvContentPartPr/>
                <p14:nvPr/>
              </p14:nvContentPartPr>
              <p14:xfrm>
                <a:off x="8004345" y="1831335"/>
                <a:ext cx="582120" cy="304200"/>
              </p14:xfrm>
            </p:contentPart>
          </mc:Choice>
          <mc:Fallback xmlns="">
            <p:pic>
              <p:nvPicPr>
                <p:cNvPr id="11" name="Ink 10">
                  <a:extLst>
                    <a:ext uri="{FF2B5EF4-FFF2-40B4-BE49-F238E27FC236}">
                      <a16:creationId xmlns:a16="http://schemas.microsoft.com/office/drawing/2014/main" id="{34B902CF-601B-F3A9-B995-58305A3EDF7C}"/>
                    </a:ext>
                  </a:extLst>
                </p:cNvPr>
                <p:cNvPicPr/>
                <p:nvPr/>
              </p:nvPicPr>
              <p:blipFill>
                <a:blip r:embed="rId33"/>
                <a:stretch>
                  <a:fillRect/>
                </a:stretch>
              </p:blipFill>
              <p:spPr>
                <a:xfrm>
                  <a:off x="7998225" y="1825215"/>
                  <a:ext cx="5943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C18DD763-1910-C908-A098-4236E25C594C}"/>
                    </a:ext>
                  </a:extLst>
                </p14:cNvPr>
                <p14:cNvContentPartPr/>
                <p14:nvPr/>
              </p14:nvContentPartPr>
              <p14:xfrm>
                <a:off x="8099385" y="2296095"/>
                <a:ext cx="947520" cy="1215000"/>
              </p14:xfrm>
            </p:contentPart>
          </mc:Choice>
          <mc:Fallback xmlns="">
            <p:pic>
              <p:nvPicPr>
                <p:cNvPr id="21" name="Ink 20">
                  <a:extLst>
                    <a:ext uri="{FF2B5EF4-FFF2-40B4-BE49-F238E27FC236}">
                      <a16:creationId xmlns:a16="http://schemas.microsoft.com/office/drawing/2014/main" id="{C18DD763-1910-C908-A098-4236E25C594C}"/>
                    </a:ext>
                  </a:extLst>
                </p:cNvPr>
                <p:cNvPicPr/>
                <p:nvPr/>
              </p:nvPicPr>
              <p:blipFill>
                <a:blip r:embed="rId35"/>
                <a:stretch>
                  <a:fillRect/>
                </a:stretch>
              </p:blipFill>
              <p:spPr>
                <a:xfrm>
                  <a:off x="8093265" y="2289975"/>
                  <a:ext cx="959760" cy="1227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4CED13ED-A455-03F1-91D7-53C45992A65A}"/>
                    </a:ext>
                  </a:extLst>
                </p14:cNvPr>
                <p14:cNvContentPartPr/>
                <p14:nvPr/>
              </p14:nvContentPartPr>
              <p14:xfrm>
                <a:off x="8949345" y="2467455"/>
                <a:ext cx="411840" cy="257040"/>
              </p14:xfrm>
            </p:contentPart>
          </mc:Choice>
          <mc:Fallback xmlns="">
            <p:pic>
              <p:nvPicPr>
                <p:cNvPr id="22" name="Ink 21">
                  <a:extLst>
                    <a:ext uri="{FF2B5EF4-FFF2-40B4-BE49-F238E27FC236}">
                      <a16:creationId xmlns:a16="http://schemas.microsoft.com/office/drawing/2014/main" id="{4CED13ED-A455-03F1-91D7-53C45992A65A}"/>
                    </a:ext>
                  </a:extLst>
                </p:cNvPr>
                <p:cNvPicPr/>
                <p:nvPr/>
              </p:nvPicPr>
              <p:blipFill>
                <a:blip r:embed="rId37"/>
                <a:stretch>
                  <a:fillRect/>
                </a:stretch>
              </p:blipFill>
              <p:spPr>
                <a:xfrm>
                  <a:off x="8943225" y="2461335"/>
                  <a:ext cx="4240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569941F3-30EB-2E99-CAE3-7D2388AC853D}"/>
                    </a:ext>
                  </a:extLst>
                </p14:cNvPr>
                <p14:cNvContentPartPr/>
                <p14:nvPr/>
              </p14:nvContentPartPr>
              <p14:xfrm>
                <a:off x="9430665" y="1972455"/>
                <a:ext cx="415440" cy="395280"/>
              </p14:xfrm>
            </p:contentPart>
          </mc:Choice>
          <mc:Fallback xmlns="">
            <p:pic>
              <p:nvPicPr>
                <p:cNvPr id="23" name="Ink 22">
                  <a:extLst>
                    <a:ext uri="{FF2B5EF4-FFF2-40B4-BE49-F238E27FC236}">
                      <a16:creationId xmlns:a16="http://schemas.microsoft.com/office/drawing/2014/main" id="{569941F3-30EB-2E99-CAE3-7D2388AC853D}"/>
                    </a:ext>
                  </a:extLst>
                </p:cNvPr>
                <p:cNvPicPr/>
                <p:nvPr/>
              </p:nvPicPr>
              <p:blipFill>
                <a:blip r:embed="rId39"/>
                <a:stretch>
                  <a:fillRect/>
                </a:stretch>
              </p:blipFill>
              <p:spPr>
                <a:xfrm>
                  <a:off x="9424545" y="1966335"/>
                  <a:ext cx="42768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DD5B3CC7-0542-A212-E176-25843E48FCDE}"/>
                    </a:ext>
                  </a:extLst>
                </p14:cNvPr>
                <p14:cNvContentPartPr/>
                <p14:nvPr/>
              </p14:nvContentPartPr>
              <p14:xfrm>
                <a:off x="9633345" y="2077215"/>
                <a:ext cx="315720" cy="168120"/>
              </p14:xfrm>
            </p:contentPart>
          </mc:Choice>
          <mc:Fallback xmlns="">
            <p:pic>
              <p:nvPicPr>
                <p:cNvPr id="24" name="Ink 23">
                  <a:extLst>
                    <a:ext uri="{FF2B5EF4-FFF2-40B4-BE49-F238E27FC236}">
                      <a16:creationId xmlns:a16="http://schemas.microsoft.com/office/drawing/2014/main" id="{DD5B3CC7-0542-A212-E176-25843E48FCDE}"/>
                    </a:ext>
                  </a:extLst>
                </p:cNvPr>
                <p:cNvPicPr/>
                <p:nvPr/>
              </p:nvPicPr>
              <p:blipFill>
                <a:blip r:embed="rId41"/>
                <a:stretch>
                  <a:fillRect/>
                </a:stretch>
              </p:blipFill>
              <p:spPr>
                <a:xfrm>
                  <a:off x="9627225" y="2071095"/>
                  <a:ext cx="3279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2ACB7A78-1D6A-8483-5124-B1C2AD8A4A0A}"/>
                    </a:ext>
                  </a:extLst>
                </p14:cNvPr>
                <p14:cNvContentPartPr/>
                <p14:nvPr/>
              </p14:nvContentPartPr>
              <p14:xfrm>
                <a:off x="9974625" y="1756095"/>
                <a:ext cx="38160" cy="7560"/>
              </p14:xfrm>
            </p:contentPart>
          </mc:Choice>
          <mc:Fallback xmlns="">
            <p:pic>
              <p:nvPicPr>
                <p:cNvPr id="25" name="Ink 24">
                  <a:extLst>
                    <a:ext uri="{FF2B5EF4-FFF2-40B4-BE49-F238E27FC236}">
                      <a16:creationId xmlns:a16="http://schemas.microsoft.com/office/drawing/2014/main" id="{2ACB7A78-1D6A-8483-5124-B1C2AD8A4A0A}"/>
                    </a:ext>
                  </a:extLst>
                </p:cNvPr>
                <p:cNvPicPr/>
                <p:nvPr/>
              </p:nvPicPr>
              <p:blipFill>
                <a:blip r:embed="rId43"/>
                <a:stretch>
                  <a:fillRect/>
                </a:stretch>
              </p:blipFill>
              <p:spPr>
                <a:xfrm>
                  <a:off x="9968505" y="1749975"/>
                  <a:ext cx="504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48C2155C-F2B7-54A7-B5ED-1E515F9CBAF4}"/>
                    </a:ext>
                  </a:extLst>
                </p14:cNvPr>
                <p14:cNvContentPartPr/>
                <p14:nvPr/>
              </p14:nvContentPartPr>
              <p14:xfrm>
                <a:off x="10104945" y="1793175"/>
                <a:ext cx="185400" cy="140040"/>
              </p14:xfrm>
            </p:contentPart>
          </mc:Choice>
          <mc:Fallback xmlns="">
            <p:pic>
              <p:nvPicPr>
                <p:cNvPr id="26" name="Ink 25">
                  <a:extLst>
                    <a:ext uri="{FF2B5EF4-FFF2-40B4-BE49-F238E27FC236}">
                      <a16:creationId xmlns:a16="http://schemas.microsoft.com/office/drawing/2014/main" id="{48C2155C-F2B7-54A7-B5ED-1E515F9CBAF4}"/>
                    </a:ext>
                  </a:extLst>
                </p:cNvPr>
                <p:cNvPicPr/>
                <p:nvPr/>
              </p:nvPicPr>
              <p:blipFill>
                <a:blip r:embed="rId45"/>
                <a:stretch>
                  <a:fillRect/>
                </a:stretch>
              </p:blipFill>
              <p:spPr>
                <a:xfrm>
                  <a:off x="10098825" y="1787055"/>
                  <a:ext cx="1976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2B5702D-CACF-2FEB-BE49-19B9E76D8FD7}"/>
                    </a:ext>
                  </a:extLst>
                </p14:cNvPr>
                <p14:cNvContentPartPr/>
                <p14:nvPr/>
              </p14:nvContentPartPr>
              <p14:xfrm>
                <a:off x="10283865" y="1652055"/>
                <a:ext cx="17280" cy="46080"/>
              </p14:xfrm>
            </p:contentPart>
          </mc:Choice>
          <mc:Fallback xmlns="">
            <p:pic>
              <p:nvPicPr>
                <p:cNvPr id="27" name="Ink 26">
                  <a:extLst>
                    <a:ext uri="{FF2B5EF4-FFF2-40B4-BE49-F238E27FC236}">
                      <a16:creationId xmlns:a16="http://schemas.microsoft.com/office/drawing/2014/main" id="{F2B5702D-CACF-2FEB-BE49-19B9E76D8FD7}"/>
                    </a:ext>
                  </a:extLst>
                </p:cNvPr>
                <p:cNvPicPr/>
                <p:nvPr/>
              </p:nvPicPr>
              <p:blipFill>
                <a:blip r:embed="rId47"/>
                <a:stretch>
                  <a:fillRect/>
                </a:stretch>
              </p:blipFill>
              <p:spPr>
                <a:xfrm>
                  <a:off x="10277745" y="1645935"/>
                  <a:ext cx="29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0F0F3935-53D4-DC61-BB6B-E768BE1A68A3}"/>
                    </a:ext>
                  </a:extLst>
                </p14:cNvPr>
                <p14:cNvContentPartPr/>
                <p14:nvPr/>
              </p14:nvContentPartPr>
              <p14:xfrm>
                <a:off x="9905145" y="1949415"/>
                <a:ext cx="57240" cy="271800"/>
              </p14:xfrm>
            </p:contentPart>
          </mc:Choice>
          <mc:Fallback xmlns="">
            <p:pic>
              <p:nvPicPr>
                <p:cNvPr id="28" name="Ink 27">
                  <a:extLst>
                    <a:ext uri="{FF2B5EF4-FFF2-40B4-BE49-F238E27FC236}">
                      <a16:creationId xmlns:a16="http://schemas.microsoft.com/office/drawing/2014/main" id="{0F0F3935-53D4-DC61-BB6B-E768BE1A68A3}"/>
                    </a:ext>
                  </a:extLst>
                </p:cNvPr>
                <p:cNvPicPr/>
                <p:nvPr/>
              </p:nvPicPr>
              <p:blipFill>
                <a:blip r:embed="rId49"/>
                <a:stretch>
                  <a:fillRect/>
                </a:stretch>
              </p:blipFill>
              <p:spPr>
                <a:xfrm>
                  <a:off x="9899025" y="1943295"/>
                  <a:ext cx="694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E849A207-E88D-70DB-9D0C-007317616628}"/>
                    </a:ext>
                  </a:extLst>
                </p14:cNvPr>
                <p14:cNvContentPartPr/>
                <p14:nvPr/>
              </p14:nvContentPartPr>
              <p14:xfrm>
                <a:off x="9895785" y="1752135"/>
                <a:ext cx="24480" cy="43560"/>
              </p14:xfrm>
            </p:contentPart>
          </mc:Choice>
          <mc:Fallback xmlns="">
            <p:pic>
              <p:nvPicPr>
                <p:cNvPr id="29" name="Ink 28">
                  <a:extLst>
                    <a:ext uri="{FF2B5EF4-FFF2-40B4-BE49-F238E27FC236}">
                      <a16:creationId xmlns:a16="http://schemas.microsoft.com/office/drawing/2014/main" id="{E849A207-E88D-70DB-9D0C-007317616628}"/>
                    </a:ext>
                  </a:extLst>
                </p:cNvPr>
                <p:cNvPicPr/>
                <p:nvPr/>
              </p:nvPicPr>
              <p:blipFill>
                <a:blip r:embed="rId51"/>
                <a:stretch>
                  <a:fillRect/>
                </a:stretch>
              </p:blipFill>
              <p:spPr>
                <a:xfrm>
                  <a:off x="9889665" y="1746015"/>
                  <a:ext cx="36720" cy="5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09B8CE95-7E0B-E5D8-51DF-E3EEA12A118B}"/>
                  </a:ext>
                </a:extLst>
              </p14:cNvPr>
              <p14:cNvContentPartPr/>
              <p14:nvPr/>
            </p14:nvContentPartPr>
            <p14:xfrm>
              <a:off x="10011345" y="1639815"/>
              <a:ext cx="660960" cy="340920"/>
            </p14:xfrm>
          </p:contentPart>
        </mc:Choice>
        <mc:Fallback xmlns="">
          <p:pic>
            <p:nvPicPr>
              <p:cNvPr id="31" name="Ink 30">
                <a:extLst>
                  <a:ext uri="{FF2B5EF4-FFF2-40B4-BE49-F238E27FC236}">
                    <a16:creationId xmlns:a16="http://schemas.microsoft.com/office/drawing/2014/main" id="{09B8CE95-7E0B-E5D8-51DF-E3EEA12A118B}"/>
                  </a:ext>
                </a:extLst>
              </p:cNvPr>
              <p:cNvPicPr/>
              <p:nvPr/>
            </p:nvPicPr>
            <p:blipFill>
              <a:blip r:embed="rId53"/>
              <a:stretch>
                <a:fillRect/>
              </a:stretch>
            </p:blipFill>
            <p:spPr>
              <a:xfrm>
                <a:off x="10005225" y="1633695"/>
                <a:ext cx="673200" cy="353160"/>
              </a:xfrm>
              <a:prstGeom prst="rect">
                <a:avLst/>
              </a:prstGeom>
            </p:spPr>
          </p:pic>
        </mc:Fallback>
      </mc:AlternateContent>
    </p:spTree>
    <p:extLst>
      <p:ext uri="{BB962C8B-B14F-4D97-AF65-F5344CB8AC3E}">
        <p14:creationId xmlns:p14="http://schemas.microsoft.com/office/powerpoint/2010/main" val="1318971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7AFEE53-1ABB-9E42-30A3-0479EA87066F}"/>
              </a:ext>
            </a:extLst>
          </p:cNvPr>
          <p:cNvGrpSpPr/>
          <p:nvPr/>
        </p:nvGrpSpPr>
        <p:grpSpPr>
          <a:xfrm>
            <a:off x="757185" y="287295"/>
            <a:ext cx="3352320" cy="1000440"/>
            <a:chOff x="757185" y="287295"/>
            <a:chExt cx="3352320" cy="10004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8A1F451-699E-98A7-9652-CA717EEBA6A3}"/>
                    </a:ext>
                  </a:extLst>
                </p14:cNvPr>
                <p14:cNvContentPartPr/>
                <p14:nvPr/>
              </p14:nvContentPartPr>
              <p14:xfrm>
                <a:off x="757185" y="425535"/>
                <a:ext cx="728280" cy="862200"/>
              </p14:xfrm>
            </p:contentPart>
          </mc:Choice>
          <mc:Fallback xmlns="">
            <p:pic>
              <p:nvPicPr>
                <p:cNvPr id="2" name="Ink 1">
                  <a:extLst>
                    <a:ext uri="{FF2B5EF4-FFF2-40B4-BE49-F238E27FC236}">
                      <a16:creationId xmlns:a16="http://schemas.microsoft.com/office/drawing/2014/main" id="{F8A1F451-699E-98A7-9652-CA717EEBA6A3}"/>
                    </a:ext>
                  </a:extLst>
                </p:cNvPr>
                <p:cNvPicPr/>
                <p:nvPr/>
              </p:nvPicPr>
              <p:blipFill>
                <a:blip r:embed="rId3"/>
                <a:stretch>
                  <a:fillRect/>
                </a:stretch>
              </p:blipFill>
              <p:spPr>
                <a:xfrm>
                  <a:off x="751065" y="419415"/>
                  <a:ext cx="740520" cy="874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BD69DA0-4192-3E6B-6A56-76A6D6CE78E8}"/>
                    </a:ext>
                  </a:extLst>
                </p14:cNvPr>
                <p14:cNvContentPartPr/>
                <p14:nvPr/>
              </p14:nvContentPartPr>
              <p14:xfrm>
                <a:off x="1583025" y="717135"/>
                <a:ext cx="410400" cy="520920"/>
              </p14:xfrm>
            </p:contentPart>
          </mc:Choice>
          <mc:Fallback xmlns="">
            <p:pic>
              <p:nvPicPr>
                <p:cNvPr id="3" name="Ink 2">
                  <a:extLst>
                    <a:ext uri="{FF2B5EF4-FFF2-40B4-BE49-F238E27FC236}">
                      <a16:creationId xmlns:a16="http://schemas.microsoft.com/office/drawing/2014/main" id="{EBD69DA0-4192-3E6B-6A56-76A6D6CE78E8}"/>
                    </a:ext>
                  </a:extLst>
                </p:cNvPr>
                <p:cNvPicPr/>
                <p:nvPr/>
              </p:nvPicPr>
              <p:blipFill>
                <a:blip r:embed="rId5"/>
                <a:stretch>
                  <a:fillRect/>
                </a:stretch>
              </p:blipFill>
              <p:spPr>
                <a:xfrm>
                  <a:off x="1576905" y="711015"/>
                  <a:ext cx="42264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E8C95B1-C215-9013-E0FA-93863AEC2151}"/>
                    </a:ext>
                  </a:extLst>
                </p14:cNvPr>
                <p14:cNvContentPartPr/>
                <p14:nvPr/>
              </p14:nvContentPartPr>
              <p14:xfrm>
                <a:off x="1765905" y="902175"/>
                <a:ext cx="398160" cy="123840"/>
              </p14:xfrm>
            </p:contentPart>
          </mc:Choice>
          <mc:Fallback xmlns="">
            <p:pic>
              <p:nvPicPr>
                <p:cNvPr id="4" name="Ink 3">
                  <a:extLst>
                    <a:ext uri="{FF2B5EF4-FFF2-40B4-BE49-F238E27FC236}">
                      <a16:creationId xmlns:a16="http://schemas.microsoft.com/office/drawing/2014/main" id="{FE8C95B1-C215-9013-E0FA-93863AEC2151}"/>
                    </a:ext>
                  </a:extLst>
                </p:cNvPr>
                <p:cNvPicPr/>
                <p:nvPr/>
              </p:nvPicPr>
              <p:blipFill>
                <a:blip r:embed="rId7"/>
                <a:stretch>
                  <a:fillRect/>
                </a:stretch>
              </p:blipFill>
              <p:spPr>
                <a:xfrm>
                  <a:off x="1759785" y="896055"/>
                  <a:ext cx="410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F56F5E0-6144-5E20-FDEB-23AA4061141A}"/>
                    </a:ext>
                  </a:extLst>
                </p14:cNvPr>
                <p14:cNvContentPartPr/>
                <p14:nvPr/>
              </p14:nvContentPartPr>
              <p14:xfrm>
                <a:off x="2511105" y="304575"/>
                <a:ext cx="488160" cy="923040"/>
              </p14:xfrm>
            </p:contentPart>
          </mc:Choice>
          <mc:Fallback xmlns="">
            <p:pic>
              <p:nvPicPr>
                <p:cNvPr id="5" name="Ink 4">
                  <a:extLst>
                    <a:ext uri="{FF2B5EF4-FFF2-40B4-BE49-F238E27FC236}">
                      <a16:creationId xmlns:a16="http://schemas.microsoft.com/office/drawing/2014/main" id="{5F56F5E0-6144-5E20-FDEB-23AA4061141A}"/>
                    </a:ext>
                  </a:extLst>
                </p:cNvPr>
                <p:cNvPicPr/>
                <p:nvPr/>
              </p:nvPicPr>
              <p:blipFill>
                <a:blip r:embed="rId9"/>
                <a:stretch>
                  <a:fillRect/>
                </a:stretch>
              </p:blipFill>
              <p:spPr>
                <a:xfrm>
                  <a:off x="2504985" y="298455"/>
                  <a:ext cx="500400" cy="935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9F9939A-4458-83D3-3707-6E11A5710B15}"/>
                    </a:ext>
                  </a:extLst>
                </p14:cNvPr>
                <p14:cNvContentPartPr/>
                <p14:nvPr/>
              </p14:nvContentPartPr>
              <p14:xfrm>
                <a:off x="3012945" y="287295"/>
                <a:ext cx="480240" cy="732600"/>
              </p14:xfrm>
            </p:contentPart>
          </mc:Choice>
          <mc:Fallback xmlns="">
            <p:pic>
              <p:nvPicPr>
                <p:cNvPr id="7" name="Ink 6">
                  <a:extLst>
                    <a:ext uri="{FF2B5EF4-FFF2-40B4-BE49-F238E27FC236}">
                      <a16:creationId xmlns:a16="http://schemas.microsoft.com/office/drawing/2014/main" id="{49F9939A-4458-83D3-3707-6E11A5710B15}"/>
                    </a:ext>
                  </a:extLst>
                </p:cNvPr>
                <p:cNvPicPr/>
                <p:nvPr/>
              </p:nvPicPr>
              <p:blipFill>
                <a:blip r:embed="rId11"/>
                <a:stretch>
                  <a:fillRect/>
                </a:stretch>
              </p:blipFill>
              <p:spPr>
                <a:xfrm>
                  <a:off x="3006825" y="281175"/>
                  <a:ext cx="492480" cy="744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9B643170-5C07-A311-D07A-F2CA8EC22F86}"/>
                    </a:ext>
                  </a:extLst>
                </p14:cNvPr>
                <p14:cNvContentPartPr/>
                <p14:nvPr/>
              </p14:nvContentPartPr>
              <p14:xfrm>
                <a:off x="3739425" y="299895"/>
                <a:ext cx="370080" cy="729000"/>
              </p14:xfrm>
            </p:contentPart>
          </mc:Choice>
          <mc:Fallback xmlns="">
            <p:pic>
              <p:nvPicPr>
                <p:cNvPr id="8" name="Ink 7">
                  <a:extLst>
                    <a:ext uri="{FF2B5EF4-FFF2-40B4-BE49-F238E27FC236}">
                      <a16:creationId xmlns:a16="http://schemas.microsoft.com/office/drawing/2014/main" id="{9B643170-5C07-A311-D07A-F2CA8EC22F86}"/>
                    </a:ext>
                  </a:extLst>
                </p:cNvPr>
                <p:cNvPicPr/>
                <p:nvPr/>
              </p:nvPicPr>
              <p:blipFill>
                <a:blip r:embed="rId13"/>
                <a:stretch>
                  <a:fillRect/>
                </a:stretch>
              </p:blipFill>
              <p:spPr>
                <a:xfrm>
                  <a:off x="3733305" y="293775"/>
                  <a:ext cx="382320" cy="741240"/>
                </a:xfrm>
                <a:prstGeom prst="rect">
                  <a:avLst/>
                </a:prstGeom>
              </p:spPr>
            </p:pic>
          </mc:Fallback>
        </mc:AlternateContent>
      </p:grpSp>
      <p:grpSp>
        <p:nvGrpSpPr>
          <p:cNvPr id="18" name="Group 17">
            <a:extLst>
              <a:ext uri="{FF2B5EF4-FFF2-40B4-BE49-F238E27FC236}">
                <a16:creationId xmlns:a16="http://schemas.microsoft.com/office/drawing/2014/main" id="{5694AE9D-CFA0-DD1B-095F-3484900A2A29}"/>
              </a:ext>
            </a:extLst>
          </p:cNvPr>
          <p:cNvGrpSpPr/>
          <p:nvPr/>
        </p:nvGrpSpPr>
        <p:grpSpPr>
          <a:xfrm>
            <a:off x="4183305" y="-108705"/>
            <a:ext cx="1121400" cy="1078560"/>
            <a:chOff x="4183305" y="-108705"/>
            <a:chExt cx="1121400" cy="1078560"/>
          </a:xfrm>
        </p:grpSpPr>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5DFADBFA-3E3A-EDE4-FC7D-DCB6D793FE0A}"/>
                    </a:ext>
                  </a:extLst>
                </p14:cNvPr>
                <p14:cNvContentPartPr/>
                <p14:nvPr/>
              </p14:nvContentPartPr>
              <p14:xfrm>
                <a:off x="4377345" y="408255"/>
                <a:ext cx="558000" cy="384120"/>
              </p14:xfrm>
            </p:contentPart>
          </mc:Choice>
          <mc:Fallback xmlns="">
            <p:pic>
              <p:nvPicPr>
                <p:cNvPr id="10" name="Ink 9">
                  <a:extLst>
                    <a:ext uri="{FF2B5EF4-FFF2-40B4-BE49-F238E27FC236}">
                      <a16:creationId xmlns:a16="http://schemas.microsoft.com/office/drawing/2014/main" id="{5DFADBFA-3E3A-EDE4-FC7D-DCB6D793FE0A}"/>
                    </a:ext>
                  </a:extLst>
                </p:cNvPr>
                <p:cNvPicPr/>
                <p:nvPr/>
              </p:nvPicPr>
              <p:blipFill>
                <a:blip r:embed="rId15"/>
                <a:stretch>
                  <a:fillRect/>
                </a:stretch>
              </p:blipFill>
              <p:spPr>
                <a:xfrm>
                  <a:off x="4371225" y="402135"/>
                  <a:ext cx="57024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7D32C605-3DD7-2100-EE2C-133D3470CF68}"/>
                    </a:ext>
                  </a:extLst>
                </p14:cNvPr>
                <p14:cNvContentPartPr/>
                <p14:nvPr/>
              </p14:nvContentPartPr>
              <p14:xfrm>
                <a:off x="4183305" y="276855"/>
                <a:ext cx="426600" cy="693000"/>
              </p14:xfrm>
            </p:contentPart>
          </mc:Choice>
          <mc:Fallback xmlns="">
            <p:pic>
              <p:nvPicPr>
                <p:cNvPr id="11" name="Ink 10">
                  <a:extLst>
                    <a:ext uri="{FF2B5EF4-FFF2-40B4-BE49-F238E27FC236}">
                      <a16:creationId xmlns:a16="http://schemas.microsoft.com/office/drawing/2014/main" id="{7D32C605-3DD7-2100-EE2C-133D3470CF68}"/>
                    </a:ext>
                  </a:extLst>
                </p:cNvPr>
                <p:cNvPicPr/>
                <p:nvPr/>
              </p:nvPicPr>
              <p:blipFill>
                <a:blip r:embed="rId17"/>
                <a:stretch>
                  <a:fillRect/>
                </a:stretch>
              </p:blipFill>
              <p:spPr>
                <a:xfrm>
                  <a:off x="4177185" y="270735"/>
                  <a:ext cx="438840" cy="705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2A0C6A5-1EDC-5595-7B97-439B01D8F1E6}"/>
                    </a:ext>
                  </a:extLst>
                </p14:cNvPr>
                <p14:cNvContentPartPr/>
                <p14:nvPr/>
              </p14:nvContentPartPr>
              <p14:xfrm>
                <a:off x="4992585" y="152655"/>
                <a:ext cx="280080" cy="732600"/>
              </p14:xfrm>
            </p:contentPart>
          </mc:Choice>
          <mc:Fallback xmlns="">
            <p:pic>
              <p:nvPicPr>
                <p:cNvPr id="12" name="Ink 11">
                  <a:extLst>
                    <a:ext uri="{FF2B5EF4-FFF2-40B4-BE49-F238E27FC236}">
                      <a16:creationId xmlns:a16="http://schemas.microsoft.com/office/drawing/2014/main" id="{42A0C6A5-1EDC-5595-7B97-439B01D8F1E6}"/>
                    </a:ext>
                  </a:extLst>
                </p:cNvPr>
                <p:cNvPicPr/>
                <p:nvPr/>
              </p:nvPicPr>
              <p:blipFill>
                <a:blip r:embed="rId19"/>
                <a:stretch>
                  <a:fillRect/>
                </a:stretch>
              </p:blipFill>
              <p:spPr>
                <a:xfrm>
                  <a:off x="4986465" y="146535"/>
                  <a:ext cx="292320" cy="74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AB389881-2A97-D710-340A-2C77F684D9A9}"/>
                    </a:ext>
                  </a:extLst>
                </p14:cNvPr>
                <p14:cNvContentPartPr/>
                <p14:nvPr/>
              </p14:nvContentPartPr>
              <p14:xfrm>
                <a:off x="5214345" y="58695"/>
                <a:ext cx="90360" cy="164880"/>
              </p14:xfrm>
            </p:contentPart>
          </mc:Choice>
          <mc:Fallback xmlns="">
            <p:pic>
              <p:nvPicPr>
                <p:cNvPr id="14" name="Ink 13">
                  <a:extLst>
                    <a:ext uri="{FF2B5EF4-FFF2-40B4-BE49-F238E27FC236}">
                      <a16:creationId xmlns:a16="http://schemas.microsoft.com/office/drawing/2014/main" id="{AB389881-2A97-D710-340A-2C77F684D9A9}"/>
                    </a:ext>
                  </a:extLst>
                </p:cNvPr>
                <p:cNvPicPr/>
                <p:nvPr/>
              </p:nvPicPr>
              <p:blipFill>
                <a:blip r:embed="rId21"/>
                <a:stretch>
                  <a:fillRect/>
                </a:stretch>
              </p:blipFill>
              <p:spPr>
                <a:xfrm>
                  <a:off x="5208225" y="52575"/>
                  <a:ext cx="1026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FC76D5C1-C1ED-754A-DBC6-FAAEE8609EB5}"/>
                    </a:ext>
                  </a:extLst>
                </p14:cNvPr>
                <p14:cNvContentPartPr/>
                <p14:nvPr/>
              </p14:nvContentPartPr>
              <p14:xfrm>
                <a:off x="5282745" y="-108705"/>
                <a:ext cx="9360" cy="45720"/>
              </p14:xfrm>
            </p:contentPart>
          </mc:Choice>
          <mc:Fallback xmlns="">
            <p:pic>
              <p:nvPicPr>
                <p:cNvPr id="15" name="Ink 14">
                  <a:extLst>
                    <a:ext uri="{FF2B5EF4-FFF2-40B4-BE49-F238E27FC236}">
                      <a16:creationId xmlns:a16="http://schemas.microsoft.com/office/drawing/2014/main" id="{FC76D5C1-C1ED-754A-DBC6-FAAEE8609EB5}"/>
                    </a:ext>
                  </a:extLst>
                </p:cNvPr>
                <p:cNvPicPr/>
                <p:nvPr/>
              </p:nvPicPr>
              <p:blipFill>
                <a:blip r:embed="rId23"/>
                <a:stretch>
                  <a:fillRect/>
                </a:stretch>
              </p:blipFill>
              <p:spPr>
                <a:xfrm>
                  <a:off x="5276625" y="-114825"/>
                  <a:ext cx="21600" cy="57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A4535CB2-1A38-2ECA-B73E-959C38185257}"/>
                  </a:ext>
                </a:extLst>
              </p14:cNvPr>
              <p14:cNvContentPartPr/>
              <p14:nvPr/>
            </p14:nvContentPartPr>
            <p14:xfrm>
              <a:off x="5687385" y="575520"/>
              <a:ext cx="153000" cy="267840"/>
            </p14:xfrm>
          </p:contentPart>
        </mc:Choice>
        <mc:Fallback xmlns="">
          <p:pic>
            <p:nvPicPr>
              <p:cNvPr id="16" name="Ink 15">
                <a:extLst>
                  <a:ext uri="{FF2B5EF4-FFF2-40B4-BE49-F238E27FC236}">
                    <a16:creationId xmlns:a16="http://schemas.microsoft.com/office/drawing/2014/main" id="{A4535CB2-1A38-2ECA-B73E-959C38185257}"/>
                  </a:ext>
                </a:extLst>
              </p:cNvPr>
              <p:cNvPicPr/>
              <p:nvPr/>
            </p:nvPicPr>
            <p:blipFill>
              <a:blip r:embed="rId25"/>
              <a:stretch>
                <a:fillRect/>
              </a:stretch>
            </p:blipFill>
            <p:spPr>
              <a:xfrm>
                <a:off x="5681265" y="569400"/>
                <a:ext cx="165240" cy="280080"/>
              </a:xfrm>
              <a:prstGeom prst="rect">
                <a:avLst/>
              </a:prstGeom>
            </p:spPr>
          </p:pic>
        </mc:Fallback>
      </mc:AlternateContent>
      <p:grpSp>
        <p:nvGrpSpPr>
          <p:cNvPr id="24" name="Group 23">
            <a:extLst>
              <a:ext uri="{FF2B5EF4-FFF2-40B4-BE49-F238E27FC236}">
                <a16:creationId xmlns:a16="http://schemas.microsoft.com/office/drawing/2014/main" id="{C1287D6A-A51B-E6B9-9811-FB7954F17F84}"/>
              </a:ext>
            </a:extLst>
          </p:cNvPr>
          <p:cNvGrpSpPr/>
          <p:nvPr/>
        </p:nvGrpSpPr>
        <p:grpSpPr>
          <a:xfrm>
            <a:off x="6380385" y="-128280"/>
            <a:ext cx="1301400" cy="1589760"/>
            <a:chOff x="6380385" y="-128280"/>
            <a:chExt cx="1301400" cy="158976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FA00CBD8-32D4-BF2C-9356-5C8E342DE488}"/>
                    </a:ext>
                  </a:extLst>
                </p14:cNvPr>
                <p14:cNvContentPartPr/>
                <p14:nvPr/>
              </p14:nvContentPartPr>
              <p14:xfrm>
                <a:off x="6380385" y="394440"/>
                <a:ext cx="354600" cy="1067040"/>
              </p14:xfrm>
            </p:contentPart>
          </mc:Choice>
          <mc:Fallback xmlns="">
            <p:pic>
              <p:nvPicPr>
                <p:cNvPr id="17" name="Ink 16">
                  <a:extLst>
                    <a:ext uri="{FF2B5EF4-FFF2-40B4-BE49-F238E27FC236}">
                      <a16:creationId xmlns:a16="http://schemas.microsoft.com/office/drawing/2014/main" id="{FA00CBD8-32D4-BF2C-9356-5C8E342DE488}"/>
                    </a:ext>
                  </a:extLst>
                </p:cNvPr>
                <p:cNvPicPr/>
                <p:nvPr/>
              </p:nvPicPr>
              <p:blipFill>
                <a:blip r:embed="rId27"/>
                <a:stretch>
                  <a:fillRect/>
                </a:stretch>
              </p:blipFill>
              <p:spPr>
                <a:xfrm>
                  <a:off x="6374265" y="388320"/>
                  <a:ext cx="366840" cy="1079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FDB23E34-A1BA-2C14-C4E2-530181B1B002}"/>
                    </a:ext>
                  </a:extLst>
                </p14:cNvPr>
                <p14:cNvContentPartPr/>
                <p14:nvPr/>
              </p14:nvContentPartPr>
              <p14:xfrm>
                <a:off x="7024065" y="9600"/>
                <a:ext cx="157320" cy="258120"/>
              </p14:xfrm>
            </p:contentPart>
          </mc:Choice>
          <mc:Fallback xmlns="">
            <p:pic>
              <p:nvPicPr>
                <p:cNvPr id="19" name="Ink 18">
                  <a:extLst>
                    <a:ext uri="{FF2B5EF4-FFF2-40B4-BE49-F238E27FC236}">
                      <a16:creationId xmlns:a16="http://schemas.microsoft.com/office/drawing/2014/main" id="{FDB23E34-A1BA-2C14-C4E2-530181B1B002}"/>
                    </a:ext>
                  </a:extLst>
                </p:cNvPr>
                <p:cNvPicPr/>
                <p:nvPr/>
              </p:nvPicPr>
              <p:blipFill>
                <a:blip r:embed="rId29"/>
                <a:stretch>
                  <a:fillRect/>
                </a:stretch>
              </p:blipFill>
              <p:spPr>
                <a:xfrm>
                  <a:off x="7017945" y="3480"/>
                  <a:ext cx="1695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E3AE282B-0466-035D-1826-4A8CF1AED1DF}"/>
                    </a:ext>
                  </a:extLst>
                </p14:cNvPr>
                <p14:cNvContentPartPr/>
                <p14:nvPr/>
              </p14:nvContentPartPr>
              <p14:xfrm>
                <a:off x="7086345" y="-128280"/>
                <a:ext cx="27720" cy="21960"/>
              </p14:xfrm>
            </p:contentPart>
          </mc:Choice>
          <mc:Fallback xmlns="">
            <p:pic>
              <p:nvPicPr>
                <p:cNvPr id="20" name="Ink 19">
                  <a:extLst>
                    <a:ext uri="{FF2B5EF4-FFF2-40B4-BE49-F238E27FC236}">
                      <a16:creationId xmlns:a16="http://schemas.microsoft.com/office/drawing/2014/main" id="{E3AE282B-0466-035D-1826-4A8CF1AED1DF}"/>
                    </a:ext>
                  </a:extLst>
                </p:cNvPr>
                <p:cNvPicPr/>
                <p:nvPr/>
              </p:nvPicPr>
              <p:blipFill>
                <a:blip r:embed="rId31"/>
                <a:stretch>
                  <a:fillRect/>
                </a:stretch>
              </p:blipFill>
              <p:spPr>
                <a:xfrm>
                  <a:off x="7080225" y="-134400"/>
                  <a:ext cx="399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A429704E-E995-7BD4-A09F-E1AE08CB95FB}"/>
                    </a:ext>
                  </a:extLst>
                </p14:cNvPr>
                <p14:cNvContentPartPr/>
                <p14:nvPr/>
              </p14:nvContentPartPr>
              <p14:xfrm>
                <a:off x="6810585" y="-14160"/>
                <a:ext cx="140400" cy="373680"/>
              </p14:xfrm>
            </p:contentPart>
          </mc:Choice>
          <mc:Fallback xmlns="">
            <p:pic>
              <p:nvPicPr>
                <p:cNvPr id="21" name="Ink 20">
                  <a:extLst>
                    <a:ext uri="{FF2B5EF4-FFF2-40B4-BE49-F238E27FC236}">
                      <a16:creationId xmlns:a16="http://schemas.microsoft.com/office/drawing/2014/main" id="{A429704E-E995-7BD4-A09F-E1AE08CB95FB}"/>
                    </a:ext>
                  </a:extLst>
                </p:cNvPr>
                <p:cNvPicPr/>
                <p:nvPr/>
              </p:nvPicPr>
              <p:blipFill>
                <a:blip r:embed="rId33"/>
                <a:stretch>
                  <a:fillRect/>
                </a:stretch>
              </p:blipFill>
              <p:spPr>
                <a:xfrm>
                  <a:off x="6804465" y="-20280"/>
                  <a:ext cx="15264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032414CD-FC45-7847-0C76-720D6206A610}"/>
                    </a:ext>
                  </a:extLst>
                </p14:cNvPr>
                <p14:cNvContentPartPr/>
                <p14:nvPr/>
              </p14:nvContentPartPr>
              <p14:xfrm>
                <a:off x="7134585" y="-14160"/>
                <a:ext cx="241200" cy="565200"/>
              </p14:xfrm>
            </p:contentPart>
          </mc:Choice>
          <mc:Fallback xmlns="">
            <p:pic>
              <p:nvPicPr>
                <p:cNvPr id="22" name="Ink 21">
                  <a:extLst>
                    <a:ext uri="{FF2B5EF4-FFF2-40B4-BE49-F238E27FC236}">
                      <a16:creationId xmlns:a16="http://schemas.microsoft.com/office/drawing/2014/main" id="{032414CD-FC45-7847-0C76-720D6206A610}"/>
                    </a:ext>
                  </a:extLst>
                </p:cNvPr>
                <p:cNvPicPr/>
                <p:nvPr/>
              </p:nvPicPr>
              <p:blipFill>
                <a:blip r:embed="rId35"/>
                <a:stretch>
                  <a:fillRect/>
                </a:stretch>
              </p:blipFill>
              <p:spPr>
                <a:xfrm>
                  <a:off x="7128465" y="-20280"/>
                  <a:ext cx="25344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2A3D4586-C60F-2DE4-D979-A1892DCE8182}"/>
                    </a:ext>
                  </a:extLst>
                </p14:cNvPr>
                <p14:cNvContentPartPr/>
                <p14:nvPr/>
              </p14:nvContentPartPr>
              <p14:xfrm>
                <a:off x="7104705" y="-85080"/>
                <a:ext cx="577080" cy="1131840"/>
              </p14:xfrm>
            </p:contentPart>
          </mc:Choice>
          <mc:Fallback xmlns="">
            <p:pic>
              <p:nvPicPr>
                <p:cNvPr id="23" name="Ink 22">
                  <a:extLst>
                    <a:ext uri="{FF2B5EF4-FFF2-40B4-BE49-F238E27FC236}">
                      <a16:creationId xmlns:a16="http://schemas.microsoft.com/office/drawing/2014/main" id="{2A3D4586-C60F-2DE4-D979-A1892DCE8182}"/>
                    </a:ext>
                  </a:extLst>
                </p:cNvPr>
                <p:cNvPicPr/>
                <p:nvPr/>
              </p:nvPicPr>
              <p:blipFill>
                <a:blip r:embed="rId37"/>
                <a:stretch>
                  <a:fillRect/>
                </a:stretch>
              </p:blipFill>
              <p:spPr>
                <a:xfrm>
                  <a:off x="7098585" y="-91200"/>
                  <a:ext cx="589320" cy="1144080"/>
                </a:xfrm>
                <a:prstGeom prst="rect">
                  <a:avLst/>
                </a:prstGeom>
              </p:spPr>
            </p:pic>
          </mc:Fallback>
        </mc:AlternateContent>
      </p:grpSp>
      <p:grpSp>
        <p:nvGrpSpPr>
          <p:cNvPr id="27" name="Group 26">
            <a:extLst>
              <a:ext uri="{FF2B5EF4-FFF2-40B4-BE49-F238E27FC236}">
                <a16:creationId xmlns:a16="http://schemas.microsoft.com/office/drawing/2014/main" id="{B9330837-7AAD-0CC4-54DA-9EC17B574A3A}"/>
              </a:ext>
            </a:extLst>
          </p:cNvPr>
          <p:cNvGrpSpPr/>
          <p:nvPr/>
        </p:nvGrpSpPr>
        <p:grpSpPr>
          <a:xfrm>
            <a:off x="8143665" y="472560"/>
            <a:ext cx="378720" cy="338760"/>
            <a:chOff x="8143665" y="472560"/>
            <a:chExt cx="378720" cy="338760"/>
          </a:xfrm>
        </p:grpSpPr>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7A7D84A2-BB88-9184-B7C8-63D29E1C2D66}"/>
                    </a:ext>
                  </a:extLst>
                </p14:cNvPr>
                <p14:cNvContentPartPr/>
                <p14:nvPr/>
              </p14:nvContentPartPr>
              <p14:xfrm>
                <a:off x="8143665" y="472560"/>
                <a:ext cx="279360" cy="77400"/>
              </p14:xfrm>
            </p:contentPart>
          </mc:Choice>
          <mc:Fallback xmlns="">
            <p:pic>
              <p:nvPicPr>
                <p:cNvPr id="25" name="Ink 24">
                  <a:extLst>
                    <a:ext uri="{FF2B5EF4-FFF2-40B4-BE49-F238E27FC236}">
                      <a16:creationId xmlns:a16="http://schemas.microsoft.com/office/drawing/2014/main" id="{7A7D84A2-BB88-9184-B7C8-63D29E1C2D66}"/>
                    </a:ext>
                  </a:extLst>
                </p:cNvPr>
                <p:cNvPicPr/>
                <p:nvPr/>
              </p:nvPicPr>
              <p:blipFill>
                <a:blip r:embed="rId39"/>
                <a:stretch>
                  <a:fillRect/>
                </a:stretch>
              </p:blipFill>
              <p:spPr>
                <a:xfrm>
                  <a:off x="8137545" y="466440"/>
                  <a:ext cx="291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D3B60E8C-7AB3-EC16-F685-89B60E1507E5}"/>
                    </a:ext>
                  </a:extLst>
                </p14:cNvPr>
                <p14:cNvContentPartPr/>
                <p14:nvPr/>
              </p14:nvContentPartPr>
              <p14:xfrm>
                <a:off x="8235105" y="708000"/>
                <a:ext cx="287280" cy="103320"/>
              </p14:xfrm>
            </p:contentPart>
          </mc:Choice>
          <mc:Fallback xmlns="">
            <p:pic>
              <p:nvPicPr>
                <p:cNvPr id="26" name="Ink 25">
                  <a:extLst>
                    <a:ext uri="{FF2B5EF4-FFF2-40B4-BE49-F238E27FC236}">
                      <a16:creationId xmlns:a16="http://schemas.microsoft.com/office/drawing/2014/main" id="{D3B60E8C-7AB3-EC16-F685-89B60E1507E5}"/>
                    </a:ext>
                  </a:extLst>
                </p:cNvPr>
                <p:cNvPicPr/>
                <p:nvPr/>
              </p:nvPicPr>
              <p:blipFill>
                <a:blip r:embed="rId41"/>
                <a:stretch>
                  <a:fillRect/>
                </a:stretch>
              </p:blipFill>
              <p:spPr>
                <a:xfrm>
                  <a:off x="8228985" y="701880"/>
                  <a:ext cx="299520" cy="11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F5238421-B073-3AE2-D34A-8E72085ABE9F}"/>
                  </a:ext>
                </a:extLst>
              </p14:cNvPr>
              <p14:cNvContentPartPr/>
              <p14:nvPr/>
            </p14:nvContentPartPr>
            <p14:xfrm>
              <a:off x="3026625" y="1819320"/>
              <a:ext cx="704160" cy="2853720"/>
            </p14:xfrm>
          </p:contentPart>
        </mc:Choice>
        <mc:Fallback xmlns="">
          <p:pic>
            <p:nvPicPr>
              <p:cNvPr id="28" name="Ink 27">
                <a:extLst>
                  <a:ext uri="{FF2B5EF4-FFF2-40B4-BE49-F238E27FC236}">
                    <a16:creationId xmlns:a16="http://schemas.microsoft.com/office/drawing/2014/main" id="{F5238421-B073-3AE2-D34A-8E72085ABE9F}"/>
                  </a:ext>
                </a:extLst>
              </p:cNvPr>
              <p:cNvPicPr/>
              <p:nvPr/>
            </p:nvPicPr>
            <p:blipFill>
              <a:blip r:embed="rId43"/>
              <a:stretch>
                <a:fillRect/>
              </a:stretch>
            </p:blipFill>
            <p:spPr>
              <a:xfrm>
                <a:off x="3020505" y="1813200"/>
                <a:ext cx="716400" cy="2865960"/>
              </a:xfrm>
              <a:prstGeom prst="rect">
                <a:avLst/>
              </a:prstGeom>
            </p:spPr>
          </p:pic>
        </mc:Fallback>
      </mc:AlternateContent>
      <p:grpSp>
        <p:nvGrpSpPr>
          <p:cNvPr id="33" name="Group 32">
            <a:extLst>
              <a:ext uri="{FF2B5EF4-FFF2-40B4-BE49-F238E27FC236}">
                <a16:creationId xmlns:a16="http://schemas.microsoft.com/office/drawing/2014/main" id="{1383D986-12E9-0641-C80D-2C4EDD635802}"/>
              </a:ext>
            </a:extLst>
          </p:cNvPr>
          <p:cNvGrpSpPr/>
          <p:nvPr/>
        </p:nvGrpSpPr>
        <p:grpSpPr>
          <a:xfrm>
            <a:off x="4218945" y="1883400"/>
            <a:ext cx="1591920" cy="1374480"/>
            <a:chOff x="4218945" y="1883400"/>
            <a:chExt cx="1591920" cy="137448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ECC5A58E-AD67-1DDE-8CA6-F54A2B7119F4}"/>
                    </a:ext>
                  </a:extLst>
                </p14:cNvPr>
                <p14:cNvContentPartPr/>
                <p14:nvPr/>
              </p14:nvContentPartPr>
              <p14:xfrm>
                <a:off x="4218945" y="2197680"/>
                <a:ext cx="458640" cy="106920"/>
              </p14:xfrm>
            </p:contentPart>
          </mc:Choice>
          <mc:Fallback xmlns="">
            <p:pic>
              <p:nvPicPr>
                <p:cNvPr id="29" name="Ink 28">
                  <a:extLst>
                    <a:ext uri="{FF2B5EF4-FFF2-40B4-BE49-F238E27FC236}">
                      <a16:creationId xmlns:a16="http://schemas.microsoft.com/office/drawing/2014/main" id="{ECC5A58E-AD67-1DDE-8CA6-F54A2B7119F4}"/>
                    </a:ext>
                  </a:extLst>
                </p:cNvPr>
                <p:cNvPicPr/>
                <p:nvPr/>
              </p:nvPicPr>
              <p:blipFill>
                <a:blip r:embed="rId45"/>
                <a:stretch>
                  <a:fillRect/>
                </a:stretch>
              </p:blipFill>
              <p:spPr>
                <a:xfrm>
                  <a:off x="4212825" y="2191560"/>
                  <a:ext cx="4708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8A794768-D326-C9ED-CB70-08361C41467E}"/>
                    </a:ext>
                  </a:extLst>
                </p14:cNvPr>
                <p14:cNvContentPartPr/>
                <p14:nvPr/>
              </p14:nvContentPartPr>
              <p14:xfrm>
                <a:off x="4972425" y="1883400"/>
                <a:ext cx="18000" cy="410400"/>
              </p14:xfrm>
            </p:contentPart>
          </mc:Choice>
          <mc:Fallback xmlns="">
            <p:pic>
              <p:nvPicPr>
                <p:cNvPr id="30" name="Ink 29">
                  <a:extLst>
                    <a:ext uri="{FF2B5EF4-FFF2-40B4-BE49-F238E27FC236}">
                      <a16:creationId xmlns:a16="http://schemas.microsoft.com/office/drawing/2014/main" id="{8A794768-D326-C9ED-CB70-08361C41467E}"/>
                    </a:ext>
                  </a:extLst>
                </p:cNvPr>
                <p:cNvPicPr/>
                <p:nvPr/>
              </p:nvPicPr>
              <p:blipFill>
                <a:blip r:embed="rId47"/>
                <a:stretch>
                  <a:fillRect/>
                </a:stretch>
              </p:blipFill>
              <p:spPr>
                <a:xfrm>
                  <a:off x="4966305" y="1877280"/>
                  <a:ext cx="3024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D40A510D-23B9-B4DC-C165-7C480C2AD664}"/>
                    </a:ext>
                  </a:extLst>
                </p14:cNvPr>
                <p14:cNvContentPartPr/>
                <p14:nvPr/>
              </p14:nvContentPartPr>
              <p14:xfrm>
                <a:off x="5275905" y="2051160"/>
                <a:ext cx="204120" cy="373680"/>
              </p14:xfrm>
            </p:contentPart>
          </mc:Choice>
          <mc:Fallback xmlns="">
            <p:pic>
              <p:nvPicPr>
                <p:cNvPr id="31" name="Ink 30">
                  <a:extLst>
                    <a:ext uri="{FF2B5EF4-FFF2-40B4-BE49-F238E27FC236}">
                      <a16:creationId xmlns:a16="http://schemas.microsoft.com/office/drawing/2014/main" id="{D40A510D-23B9-B4DC-C165-7C480C2AD664}"/>
                    </a:ext>
                  </a:extLst>
                </p:cNvPr>
                <p:cNvPicPr/>
                <p:nvPr/>
              </p:nvPicPr>
              <p:blipFill>
                <a:blip r:embed="rId49"/>
                <a:stretch>
                  <a:fillRect/>
                </a:stretch>
              </p:blipFill>
              <p:spPr>
                <a:xfrm>
                  <a:off x="5269785" y="2045040"/>
                  <a:ext cx="216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DC600102-49C2-A6E4-B4A6-1B8112398241}"/>
                    </a:ext>
                  </a:extLst>
                </p14:cNvPr>
                <p14:cNvContentPartPr/>
                <p14:nvPr/>
              </p14:nvContentPartPr>
              <p14:xfrm>
                <a:off x="5377785" y="2055480"/>
                <a:ext cx="433080" cy="1202400"/>
              </p14:xfrm>
            </p:contentPart>
          </mc:Choice>
          <mc:Fallback xmlns="">
            <p:pic>
              <p:nvPicPr>
                <p:cNvPr id="32" name="Ink 31">
                  <a:extLst>
                    <a:ext uri="{FF2B5EF4-FFF2-40B4-BE49-F238E27FC236}">
                      <a16:creationId xmlns:a16="http://schemas.microsoft.com/office/drawing/2014/main" id="{DC600102-49C2-A6E4-B4A6-1B8112398241}"/>
                    </a:ext>
                  </a:extLst>
                </p:cNvPr>
                <p:cNvPicPr/>
                <p:nvPr/>
              </p:nvPicPr>
              <p:blipFill>
                <a:blip r:embed="rId51"/>
                <a:stretch>
                  <a:fillRect/>
                </a:stretch>
              </p:blipFill>
              <p:spPr>
                <a:xfrm>
                  <a:off x="5371665" y="2049360"/>
                  <a:ext cx="445320" cy="1214640"/>
                </a:xfrm>
                <a:prstGeom prst="rect">
                  <a:avLst/>
                </a:prstGeom>
              </p:spPr>
            </p:pic>
          </mc:Fallback>
        </mc:AlternateContent>
      </p:grpSp>
      <p:grpSp>
        <p:nvGrpSpPr>
          <p:cNvPr id="44" name="Group 43">
            <a:extLst>
              <a:ext uri="{FF2B5EF4-FFF2-40B4-BE49-F238E27FC236}">
                <a16:creationId xmlns:a16="http://schemas.microsoft.com/office/drawing/2014/main" id="{89740F3A-7730-9B15-851A-DCC39D3C1C81}"/>
              </a:ext>
            </a:extLst>
          </p:cNvPr>
          <p:cNvGrpSpPr/>
          <p:nvPr/>
        </p:nvGrpSpPr>
        <p:grpSpPr>
          <a:xfrm>
            <a:off x="6430785" y="1321080"/>
            <a:ext cx="2907720" cy="1080000"/>
            <a:chOff x="6430785" y="1321080"/>
            <a:chExt cx="2907720" cy="108000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2344E564-36AE-1968-8AE8-545D71C45293}"/>
                    </a:ext>
                  </a:extLst>
                </p14:cNvPr>
                <p14:cNvContentPartPr/>
                <p14:nvPr/>
              </p14:nvContentPartPr>
              <p14:xfrm>
                <a:off x="6430785" y="1600440"/>
                <a:ext cx="468360" cy="800640"/>
              </p14:xfrm>
            </p:contentPart>
          </mc:Choice>
          <mc:Fallback xmlns="">
            <p:pic>
              <p:nvPicPr>
                <p:cNvPr id="34" name="Ink 33">
                  <a:extLst>
                    <a:ext uri="{FF2B5EF4-FFF2-40B4-BE49-F238E27FC236}">
                      <a16:creationId xmlns:a16="http://schemas.microsoft.com/office/drawing/2014/main" id="{2344E564-36AE-1968-8AE8-545D71C45293}"/>
                    </a:ext>
                  </a:extLst>
                </p:cNvPr>
                <p:cNvPicPr/>
                <p:nvPr/>
              </p:nvPicPr>
              <p:blipFill>
                <a:blip r:embed="rId53"/>
                <a:stretch>
                  <a:fillRect/>
                </a:stretch>
              </p:blipFill>
              <p:spPr>
                <a:xfrm>
                  <a:off x="6424665" y="1594320"/>
                  <a:ext cx="480600" cy="812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80528B09-3A43-2553-A6AF-CEF196CD6D7E}"/>
                    </a:ext>
                  </a:extLst>
                </p14:cNvPr>
                <p14:cNvContentPartPr/>
                <p14:nvPr/>
              </p14:nvContentPartPr>
              <p14:xfrm>
                <a:off x="7120905" y="1624560"/>
                <a:ext cx="522720" cy="557640"/>
              </p14:xfrm>
            </p:contentPart>
          </mc:Choice>
          <mc:Fallback xmlns="">
            <p:pic>
              <p:nvPicPr>
                <p:cNvPr id="35" name="Ink 34">
                  <a:extLst>
                    <a:ext uri="{FF2B5EF4-FFF2-40B4-BE49-F238E27FC236}">
                      <a16:creationId xmlns:a16="http://schemas.microsoft.com/office/drawing/2014/main" id="{80528B09-3A43-2553-A6AF-CEF196CD6D7E}"/>
                    </a:ext>
                  </a:extLst>
                </p:cNvPr>
                <p:cNvPicPr/>
                <p:nvPr/>
              </p:nvPicPr>
              <p:blipFill>
                <a:blip r:embed="rId55"/>
                <a:stretch>
                  <a:fillRect/>
                </a:stretch>
              </p:blipFill>
              <p:spPr>
                <a:xfrm>
                  <a:off x="7114785" y="1618440"/>
                  <a:ext cx="53496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6C6C39B7-53B3-0BED-94C0-966DEACA1BF0}"/>
                    </a:ext>
                  </a:extLst>
                </p14:cNvPr>
                <p14:cNvContentPartPr/>
                <p14:nvPr/>
              </p14:nvContentPartPr>
              <p14:xfrm>
                <a:off x="7953945" y="1448160"/>
                <a:ext cx="423360" cy="638640"/>
              </p14:xfrm>
            </p:contentPart>
          </mc:Choice>
          <mc:Fallback xmlns="">
            <p:pic>
              <p:nvPicPr>
                <p:cNvPr id="36" name="Ink 35">
                  <a:extLst>
                    <a:ext uri="{FF2B5EF4-FFF2-40B4-BE49-F238E27FC236}">
                      <a16:creationId xmlns:a16="http://schemas.microsoft.com/office/drawing/2014/main" id="{6C6C39B7-53B3-0BED-94C0-966DEACA1BF0}"/>
                    </a:ext>
                  </a:extLst>
                </p:cNvPr>
                <p:cNvPicPr/>
                <p:nvPr/>
              </p:nvPicPr>
              <p:blipFill>
                <a:blip r:embed="rId57"/>
                <a:stretch>
                  <a:fillRect/>
                </a:stretch>
              </p:blipFill>
              <p:spPr>
                <a:xfrm>
                  <a:off x="7947825" y="1442040"/>
                  <a:ext cx="43560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EFEA8607-FD34-2F32-8799-B63C5B670F4D}"/>
                    </a:ext>
                  </a:extLst>
                </p14:cNvPr>
                <p14:cNvContentPartPr/>
                <p14:nvPr/>
              </p14:nvContentPartPr>
              <p14:xfrm>
                <a:off x="8369025" y="1646520"/>
                <a:ext cx="431280" cy="331200"/>
              </p14:xfrm>
            </p:contentPart>
          </mc:Choice>
          <mc:Fallback xmlns="">
            <p:pic>
              <p:nvPicPr>
                <p:cNvPr id="38" name="Ink 37">
                  <a:extLst>
                    <a:ext uri="{FF2B5EF4-FFF2-40B4-BE49-F238E27FC236}">
                      <a16:creationId xmlns:a16="http://schemas.microsoft.com/office/drawing/2014/main" id="{EFEA8607-FD34-2F32-8799-B63C5B670F4D}"/>
                    </a:ext>
                  </a:extLst>
                </p:cNvPr>
                <p:cNvPicPr/>
                <p:nvPr/>
              </p:nvPicPr>
              <p:blipFill>
                <a:blip r:embed="rId59"/>
                <a:stretch>
                  <a:fillRect/>
                </a:stretch>
              </p:blipFill>
              <p:spPr>
                <a:xfrm>
                  <a:off x="8362905" y="1640400"/>
                  <a:ext cx="44352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D2D79BB5-876A-4D3A-6DC9-AA57DEE22273}"/>
                    </a:ext>
                  </a:extLst>
                </p14:cNvPr>
                <p14:cNvContentPartPr/>
                <p14:nvPr/>
              </p14:nvContentPartPr>
              <p14:xfrm>
                <a:off x="8410425" y="1563000"/>
                <a:ext cx="119880" cy="502920"/>
              </p14:xfrm>
            </p:contentPart>
          </mc:Choice>
          <mc:Fallback xmlns="">
            <p:pic>
              <p:nvPicPr>
                <p:cNvPr id="40" name="Ink 39">
                  <a:extLst>
                    <a:ext uri="{FF2B5EF4-FFF2-40B4-BE49-F238E27FC236}">
                      <a16:creationId xmlns:a16="http://schemas.microsoft.com/office/drawing/2014/main" id="{D2D79BB5-876A-4D3A-6DC9-AA57DEE22273}"/>
                    </a:ext>
                  </a:extLst>
                </p:cNvPr>
                <p:cNvPicPr/>
                <p:nvPr/>
              </p:nvPicPr>
              <p:blipFill>
                <a:blip r:embed="rId61"/>
                <a:stretch>
                  <a:fillRect/>
                </a:stretch>
              </p:blipFill>
              <p:spPr>
                <a:xfrm>
                  <a:off x="8404305" y="1556880"/>
                  <a:ext cx="1321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703D3958-06EB-98E8-8879-A687B37D6065}"/>
                    </a:ext>
                  </a:extLst>
                </p14:cNvPr>
                <p14:cNvContentPartPr/>
                <p14:nvPr/>
              </p14:nvContentPartPr>
              <p14:xfrm>
                <a:off x="8658105" y="1498200"/>
                <a:ext cx="270720" cy="667080"/>
              </p14:xfrm>
            </p:contentPart>
          </mc:Choice>
          <mc:Fallback xmlns="">
            <p:pic>
              <p:nvPicPr>
                <p:cNvPr id="41" name="Ink 40">
                  <a:extLst>
                    <a:ext uri="{FF2B5EF4-FFF2-40B4-BE49-F238E27FC236}">
                      <a16:creationId xmlns:a16="http://schemas.microsoft.com/office/drawing/2014/main" id="{703D3958-06EB-98E8-8879-A687B37D6065}"/>
                    </a:ext>
                  </a:extLst>
                </p:cNvPr>
                <p:cNvPicPr/>
                <p:nvPr/>
              </p:nvPicPr>
              <p:blipFill>
                <a:blip r:embed="rId63"/>
                <a:stretch>
                  <a:fillRect/>
                </a:stretch>
              </p:blipFill>
              <p:spPr>
                <a:xfrm>
                  <a:off x="8651985" y="1492080"/>
                  <a:ext cx="282960" cy="679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28FBD17F-DFFD-97E3-A5EE-BA4A510C9725}"/>
                    </a:ext>
                  </a:extLst>
                </p14:cNvPr>
                <p14:cNvContentPartPr/>
                <p14:nvPr/>
              </p14:nvContentPartPr>
              <p14:xfrm>
                <a:off x="9015945" y="1321080"/>
                <a:ext cx="322560" cy="1053720"/>
              </p14:xfrm>
            </p:contentPart>
          </mc:Choice>
          <mc:Fallback xmlns="">
            <p:pic>
              <p:nvPicPr>
                <p:cNvPr id="43" name="Ink 42">
                  <a:extLst>
                    <a:ext uri="{FF2B5EF4-FFF2-40B4-BE49-F238E27FC236}">
                      <a16:creationId xmlns:a16="http://schemas.microsoft.com/office/drawing/2014/main" id="{28FBD17F-DFFD-97E3-A5EE-BA4A510C9725}"/>
                    </a:ext>
                  </a:extLst>
                </p:cNvPr>
                <p:cNvPicPr/>
                <p:nvPr/>
              </p:nvPicPr>
              <p:blipFill>
                <a:blip r:embed="rId65"/>
                <a:stretch>
                  <a:fillRect/>
                </a:stretch>
              </p:blipFill>
              <p:spPr>
                <a:xfrm>
                  <a:off x="9009825" y="1314960"/>
                  <a:ext cx="334800" cy="1065960"/>
                </a:xfrm>
                <a:prstGeom prst="rect">
                  <a:avLst/>
                </a:prstGeom>
              </p:spPr>
            </p:pic>
          </mc:Fallback>
        </mc:AlternateContent>
      </p:grpSp>
      <p:grpSp>
        <p:nvGrpSpPr>
          <p:cNvPr id="54" name="Group 53">
            <a:extLst>
              <a:ext uri="{FF2B5EF4-FFF2-40B4-BE49-F238E27FC236}">
                <a16:creationId xmlns:a16="http://schemas.microsoft.com/office/drawing/2014/main" id="{2A888B0E-D77E-3635-A9BC-D8FCC4EFB6FF}"/>
              </a:ext>
            </a:extLst>
          </p:cNvPr>
          <p:cNvGrpSpPr/>
          <p:nvPr/>
        </p:nvGrpSpPr>
        <p:grpSpPr>
          <a:xfrm>
            <a:off x="10009185" y="1037040"/>
            <a:ext cx="1074600" cy="2065680"/>
            <a:chOff x="10009185" y="1037040"/>
            <a:chExt cx="1074600" cy="2065680"/>
          </a:xfrm>
        </p:grpSpPr>
        <mc:AlternateContent xmlns:mc="http://schemas.openxmlformats.org/markup-compatibility/2006" xmlns:p14="http://schemas.microsoft.com/office/powerpoint/2010/main">
          <mc:Choice Requires="p14">
            <p:contentPart p14:bwMode="auto" r:id="rId66">
              <p14:nvContentPartPr>
                <p14:cNvPr id="45" name="Ink 44">
                  <a:extLst>
                    <a:ext uri="{FF2B5EF4-FFF2-40B4-BE49-F238E27FC236}">
                      <a16:creationId xmlns:a16="http://schemas.microsoft.com/office/drawing/2014/main" id="{DCEFE444-D504-541E-DF92-B3FF2316DEB9}"/>
                    </a:ext>
                  </a:extLst>
                </p14:cNvPr>
                <p14:cNvContentPartPr/>
                <p14:nvPr/>
              </p14:nvContentPartPr>
              <p14:xfrm>
                <a:off x="10180545" y="1358160"/>
                <a:ext cx="42480" cy="237960"/>
              </p14:xfrm>
            </p:contentPart>
          </mc:Choice>
          <mc:Fallback xmlns="">
            <p:pic>
              <p:nvPicPr>
                <p:cNvPr id="45" name="Ink 44">
                  <a:extLst>
                    <a:ext uri="{FF2B5EF4-FFF2-40B4-BE49-F238E27FC236}">
                      <a16:creationId xmlns:a16="http://schemas.microsoft.com/office/drawing/2014/main" id="{DCEFE444-D504-541E-DF92-B3FF2316DEB9}"/>
                    </a:ext>
                  </a:extLst>
                </p:cNvPr>
                <p:cNvPicPr/>
                <p:nvPr/>
              </p:nvPicPr>
              <p:blipFill>
                <a:blip r:embed="rId67"/>
                <a:stretch>
                  <a:fillRect/>
                </a:stretch>
              </p:blipFill>
              <p:spPr>
                <a:xfrm>
                  <a:off x="10174425" y="1352040"/>
                  <a:ext cx="547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7A3A2187-4673-6D6F-6D8D-90A107078F42}"/>
                    </a:ext>
                  </a:extLst>
                </p14:cNvPr>
                <p14:cNvContentPartPr/>
                <p14:nvPr/>
              </p14:nvContentPartPr>
              <p14:xfrm>
                <a:off x="10167945" y="1127760"/>
                <a:ext cx="42480" cy="16920"/>
              </p14:xfrm>
            </p:contentPart>
          </mc:Choice>
          <mc:Fallback xmlns="">
            <p:pic>
              <p:nvPicPr>
                <p:cNvPr id="46" name="Ink 45">
                  <a:extLst>
                    <a:ext uri="{FF2B5EF4-FFF2-40B4-BE49-F238E27FC236}">
                      <a16:creationId xmlns:a16="http://schemas.microsoft.com/office/drawing/2014/main" id="{7A3A2187-4673-6D6F-6D8D-90A107078F42}"/>
                    </a:ext>
                  </a:extLst>
                </p:cNvPr>
                <p:cNvPicPr/>
                <p:nvPr/>
              </p:nvPicPr>
              <p:blipFill>
                <a:blip r:embed="rId69"/>
                <a:stretch>
                  <a:fillRect/>
                </a:stretch>
              </p:blipFill>
              <p:spPr>
                <a:xfrm>
                  <a:off x="10161825" y="1121640"/>
                  <a:ext cx="547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3F2380D3-0603-3556-E6AA-2223EE5CBEC6}"/>
                    </a:ext>
                  </a:extLst>
                </p14:cNvPr>
                <p14:cNvContentPartPr/>
                <p14:nvPr/>
              </p14:nvContentPartPr>
              <p14:xfrm>
                <a:off x="10418505" y="1037040"/>
                <a:ext cx="259560" cy="1021320"/>
              </p14:xfrm>
            </p:contentPart>
          </mc:Choice>
          <mc:Fallback xmlns="">
            <p:pic>
              <p:nvPicPr>
                <p:cNvPr id="47" name="Ink 46">
                  <a:extLst>
                    <a:ext uri="{FF2B5EF4-FFF2-40B4-BE49-F238E27FC236}">
                      <a16:creationId xmlns:a16="http://schemas.microsoft.com/office/drawing/2014/main" id="{3F2380D3-0603-3556-E6AA-2223EE5CBEC6}"/>
                    </a:ext>
                  </a:extLst>
                </p:cNvPr>
                <p:cNvPicPr/>
                <p:nvPr/>
              </p:nvPicPr>
              <p:blipFill>
                <a:blip r:embed="rId71"/>
                <a:stretch>
                  <a:fillRect/>
                </a:stretch>
              </p:blipFill>
              <p:spPr>
                <a:xfrm>
                  <a:off x="10412385" y="1030920"/>
                  <a:ext cx="271800" cy="1033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70962D85-5E92-F12E-8EF4-D1A82F91C8FB}"/>
                    </a:ext>
                  </a:extLst>
                </p14:cNvPr>
                <p14:cNvContentPartPr/>
                <p14:nvPr/>
              </p14:nvContentPartPr>
              <p14:xfrm>
                <a:off x="10009185" y="2275800"/>
                <a:ext cx="453960" cy="826920"/>
              </p14:xfrm>
            </p:contentPart>
          </mc:Choice>
          <mc:Fallback xmlns="">
            <p:pic>
              <p:nvPicPr>
                <p:cNvPr id="49" name="Ink 48">
                  <a:extLst>
                    <a:ext uri="{FF2B5EF4-FFF2-40B4-BE49-F238E27FC236}">
                      <a16:creationId xmlns:a16="http://schemas.microsoft.com/office/drawing/2014/main" id="{70962D85-5E92-F12E-8EF4-D1A82F91C8FB}"/>
                    </a:ext>
                  </a:extLst>
                </p:cNvPr>
                <p:cNvPicPr/>
                <p:nvPr/>
              </p:nvPicPr>
              <p:blipFill>
                <a:blip r:embed="rId73"/>
                <a:stretch>
                  <a:fillRect/>
                </a:stretch>
              </p:blipFill>
              <p:spPr>
                <a:xfrm>
                  <a:off x="10003065" y="2269680"/>
                  <a:ext cx="466200" cy="839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9A378308-C016-AD09-514D-9C4080C2E98F}"/>
                    </a:ext>
                  </a:extLst>
                </p14:cNvPr>
                <p14:cNvContentPartPr/>
                <p14:nvPr/>
              </p14:nvContentPartPr>
              <p14:xfrm>
                <a:off x="10506345" y="2307840"/>
                <a:ext cx="146520" cy="30240"/>
              </p14:xfrm>
            </p:contentPart>
          </mc:Choice>
          <mc:Fallback xmlns="">
            <p:pic>
              <p:nvPicPr>
                <p:cNvPr id="50" name="Ink 49">
                  <a:extLst>
                    <a:ext uri="{FF2B5EF4-FFF2-40B4-BE49-F238E27FC236}">
                      <a16:creationId xmlns:a16="http://schemas.microsoft.com/office/drawing/2014/main" id="{9A378308-C016-AD09-514D-9C4080C2E98F}"/>
                    </a:ext>
                  </a:extLst>
                </p:cNvPr>
                <p:cNvPicPr/>
                <p:nvPr/>
              </p:nvPicPr>
              <p:blipFill>
                <a:blip r:embed="rId75"/>
                <a:stretch>
                  <a:fillRect/>
                </a:stretch>
              </p:blipFill>
              <p:spPr>
                <a:xfrm>
                  <a:off x="10500225" y="2301720"/>
                  <a:ext cx="1587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E05EBEF3-136E-9DA8-034A-40B6618A5876}"/>
                    </a:ext>
                  </a:extLst>
                </p14:cNvPr>
                <p14:cNvContentPartPr/>
                <p14:nvPr/>
              </p14:nvContentPartPr>
              <p14:xfrm>
                <a:off x="10563585" y="2475600"/>
                <a:ext cx="175320" cy="67320"/>
              </p14:xfrm>
            </p:contentPart>
          </mc:Choice>
          <mc:Fallback xmlns="">
            <p:pic>
              <p:nvPicPr>
                <p:cNvPr id="51" name="Ink 50">
                  <a:extLst>
                    <a:ext uri="{FF2B5EF4-FFF2-40B4-BE49-F238E27FC236}">
                      <a16:creationId xmlns:a16="http://schemas.microsoft.com/office/drawing/2014/main" id="{E05EBEF3-136E-9DA8-034A-40B6618A5876}"/>
                    </a:ext>
                  </a:extLst>
                </p:cNvPr>
                <p:cNvPicPr/>
                <p:nvPr/>
              </p:nvPicPr>
              <p:blipFill>
                <a:blip r:embed="rId77"/>
                <a:stretch>
                  <a:fillRect/>
                </a:stretch>
              </p:blipFill>
              <p:spPr>
                <a:xfrm>
                  <a:off x="10557465" y="2469480"/>
                  <a:ext cx="187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E40EC035-F677-FF2C-5670-9F4B2EE9AE9F}"/>
                    </a:ext>
                  </a:extLst>
                </p14:cNvPr>
                <p14:cNvContentPartPr/>
                <p14:nvPr/>
              </p14:nvContentPartPr>
              <p14:xfrm>
                <a:off x="10864185" y="2150160"/>
                <a:ext cx="89280" cy="347400"/>
              </p14:xfrm>
            </p:contentPart>
          </mc:Choice>
          <mc:Fallback xmlns="">
            <p:pic>
              <p:nvPicPr>
                <p:cNvPr id="52" name="Ink 51">
                  <a:extLst>
                    <a:ext uri="{FF2B5EF4-FFF2-40B4-BE49-F238E27FC236}">
                      <a16:creationId xmlns:a16="http://schemas.microsoft.com/office/drawing/2014/main" id="{E40EC035-F677-FF2C-5670-9F4B2EE9AE9F}"/>
                    </a:ext>
                  </a:extLst>
                </p:cNvPr>
                <p:cNvPicPr/>
                <p:nvPr/>
              </p:nvPicPr>
              <p:blipFill>
                <a:blip r:embed="rId79"/>
                <a:stretch>
                  <a:fillRect/>
                </a:stretch>
              </p:blipFill>
              <p:spPr>
                <a:xfrm>
                  <a:off x="10858065" y="2144040"/>
                  <a:ext cx="10152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23FBADD0-3F1F-E64F-7A7F-BF5BBBEEB91B}"/>
                    </a:ext>
                  </a:extLst>
                </p14:cNvPr>
                <p14:cNvContentPartPr/>
                <p14:nvPr/>
              </p14:nvContentPartPr>
              <p14:xfrm>
                <a:off x="11071905" y="2234760"/>
                <a:ext cx="11880" cy="29160"/>
              </p14:xfrm>
            </p:contentPart>
          </mc:Choice>
          <mc:Fallback xmlns="">
            <p:pic>
              <p:nvPicPr>
                <p:cNvPr id="53" name="Ink 52">
                  <a:extLst>
                    <a:ext uri="{FF2B5EF4-FFF2-40B4-BE49-F238E27FC236}">
                      <a16:creationId xmlns:a16="http://schemas.microsoft.com/office/drawing/2014/main" id="{23FBADD0-3F1F-E64F-7A7F-BF5BBBEEB91B}"/>
                    </a:ext>
                  </a:extLst>
                </p:cNvPr>
                <p:cNvPicPr/>
                <p:nvPr/>
              </p:nvPicPr>
              <p:blipFill>
                <a:blip r:embed="rId81"/>
                <a:stretch>
                  <a:fillRect/>
                </a:stretch>
              </p:blipFill>
              <p:spPr>
                <a:xfrm>
                  <a:off x="11065785" y="2228640"/>
                  <a:ext cx="2412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6A62FA85-71F4-FD9C-6EAA-58B765EAFFF3}"/>
                  </a:ext>
                </a:extLst>
              </p14:cNvPr>
              <p14:cNvContentPartPr/>
              <p14:nvPr/>
            </p14:nvContentPartPr>
            <p14:xfrm>
              <a:off x="4487145" y="3946920"/>
              <a:ext cx="508320" cy="79920"/>
            </p14:xfrm>
          </p:contentPart>
        </mc:Choice>
        <mc:Fallback xmlns="">
          <p:pic>
            <p:nvPicPr>
              <p:cNvPr id="55" name="Ink 54">
                <a:extLst>
                  <a:ext uri="{FF2B5EF4-FFF2-40B4-BE49-F238E27FC236}">
                    <a16:creationId xmlns:a16="http://schemas.microsoft.com/office/drawing/2014/main" id="{6A62FA85-71F4-FD9C-6EAA-58B765EAFFF3}"/>
                  </a:ext>
                </a:extLst>
              </p:cNvPr>
              <p:cNvPicPr/>
              <p:nvPr/>
            </p:nvPicPr>
            <p:blipFill>
              <a:blip r:embed="rId83"/>
              <a:stretch>
                <a:fillRect/>
              </a:stretch>
            </p:blipFill>
            <p:spPr>
              <a:xfrm>
                <a:off x="4481025" y="3940800"/>
                <a:ext cx="520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0ACE5385-378E-73BC-059D-8591536F89B2}"/>
                  </a:ext>
                </a:extLst>
              </p14:cNvPr>
              <p14:cNvContentPartPr/>
              <p14:nvPr/>
            </p14:nvContentPartPr>
            <p14:xfrm>
              <a:off x="5465625" y="3432120"/>
              <a:ext cx="437400" cy="626760"/>
            </p14:xfrm>
          </p:contentPart>
        </mc:Choice>
        <mc:Fallback xmlns="">
          <p:pic>
            <p:nvPicPr>
              <p:cNvPr id="56" name="Ink 55">
                <a:extLst>
                  <a:ext uri="{FF2B5EF4-FFF2-40B4-BE49-F238E27FC236}">
                    <a16:creationId xmlns:a16="http://schemas.microsoft.com/office/drawing/2014/main" id="{0ACE5385-378E-73BC-059D-8591536F89B2}"/>
                  </a:ext>
                </a:extLst>
              </p:cNvPr>
              <p:cNvPicPr/>
              <p:nvPr/>
            </p:nvPicPr>
            <p:blipFill>
              <a:blip r:embed="rId85"/>
              <a:stretch>
                <a:fillRect/>
              </a:stretch>
            </p:blipFill>
            <p:spPr>
              <a:xfrm>
                <a:off x="5459505" y="3426000"/>
                <a:ext cx="449640" cy="639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3E87BFE7-7922-0759-90ED-D27C9C11F81E}"/>
                  </a:ext>
                </a:extLst>
              </p14:cNvPr>
              <p14:cNvContentPartPr/>
              <p14:nvPr/>
            </p14:nvContentPartPr>
            <p14:xfrm>
              <a:off x="5836425" y="3756120"/>
              <a:ext cx="421920" cy="949680"/>
            </p14:xfrm>
          </p:contentPart>
        </mc:Choice>
        <mc:Fallback xmlns="">
          <p:pic>
            <p:nvPicPr>
              <p:cNvPr id="57" name="Ink 56">
                <a:extLst>
                  <a:ext uri="{FF2B5EF4-FFF2-40B4-BE49-F238E27FC236}">
                    <a16:creationId xmlns:a16="http://schemas.microsoft.com/office/drawing/2014/main" id="{3E87BFE7-7922-0759-90ED-D27C9C11F81E}"/>
                  </a:ext>
                </a:extLst>
              </p:cNvPr>
              <p:cNvPicPr/>
              <p:nvPr/>
            </p:nvPicPr>
            <p:blipFill>
              <a:blip r:embed="rId87"/>
              <a:stretch>
                <a:fillRect/>
              </a:stretch>
            </p:blipFill>
            <p:spPr>
              <a:xfrm>
                <a:off x="5830305" y="3750000"/>
                <a:ext cx="434160" cy="961920"/>
              </a:xfrm>
              <a:prstGeom prst="rect">
                <a:avLst/>
              </a:prstGeom>
            </p:spPr>
          </p:pic>
        </mc:Fallback>
      </mc:AlternateContent>
      <p:grpSp>
        <p:nvGrpSpPr>
          <p:cNvPr id="74" name="Group 73">
            <a:extLst>
              <a:ext uri="{FF2B5EF4-FFF2-40B4-BE49-F238E27FC236}">
                <a16:creationId xmlns:a16="http://schemas.microsoft.com/office/drawing/2014/main" id="{F67E8896-635F-CD78-27AB-F31FE1D520BA}"/>
              </a:ext>
            </a:extLst>
          </p:cNvPr>
          <p:cNvGrpSpPr/>
          <p:nvPr/>
        </p:nvGrpSpPr>
        <p:grpSpPr>
          <a:xfrm>
            <a:off x="10617945" y="4323840"/>
            <a:ext cx="277560" cy="357840"/>
            <a:chOff x="10617945" y="4323840"/>
            <a:chExt cx="277560" cy="357840"/>
          </a:xfrm>
        </p:grpSpPr>
        <mc:AlternateContent xmlns:mc="http://schemas.openxmlformats.org/markup-compatibility/2006" xmlns:p14="http://schemas.microsoft.com/office/powerpoint/2010/main">
          <mc:Choice Requires="p14">
            <p:contentPart p14:bwMode="auto" r:id="rId88">
              <p14:nvContentPartPr>
                <p14:cNvPr id="72" name="Ink 71">
                  <a:extLst>
                    <a:ext uri="{FF2B5EF4-FFF2-40B4-BE49-F238E27FC236}">
                      <a16:creationId xmlns:a16="http://schemas.microsoft.com/office/drawing/2014/main" id="{0176956A-2C6B-82D4-AB62-0F7B77E1AB72}"/>
                    </a:ext>
                  </a:extLst>
                </p14:cNvPr>
                <p14:cNvContentPartPr/>
                <p14:nvPr/>
              </p14:nvContentPartPr>
              <p14:xfrm>
                <a:off x="10617945" y="4323840"/>
                <a:ext cx="120240" cy="357840"/>
              </p14:xfrm>
            </p:contentPart>
          </mc:Choice>
          <mc:Fallback xmlns="">
            <p:pic>
              <p:nvPicPr>
                <p:cNvPr id="72" name="Ink 71">
                  <a:extLst>
                    <a:ext uri="{FF2B5EF4-FFF2-40B4-BE49-F238E27FC236}">
                      <a16:creationId xmlns:a16="http://schemas.microsoft.com/office/drawing/2014/main" id="{0176956A-2C6B-82D4-AB62-0F7B77E1AB72}"/>
                    </a:ext>
                  </a:extLst>
                </p:cNvPr>
                <p:cNvPicPr/>
                <p:nvPr/>
              </p:nvPicPr>
              <p:blipFill>
                <a:blip r:embed="rId89"/>
                <a:stretch>
                  <a:fillRect/>
                </a:stretch>
              </p:blipFill>
              <p:spPr>
                <a:xfrm>
                  <a:off x="10611825" y="4317720"/>
                  <a:ext cx="1324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3" name="Ink 72">
                  <a:extLst>
                    <a:ext uri="{FF2B5EF4-FFF2-40B4-BE49-F238E27FC236}">
                      <a16:creationId xmlns:a16="http://schemas.microsoft.com/office/drawing/2014/main" id="{DAC7E400-606B-8DF5-4EE4-0338D1878E81}"/>
                    </a:ext>
                  </a:extLst>
                </p14:cNvPr>
                <p14:cNvContentPartPr/>
                <p14:nvPr/>
              </p14:nvContentPartPr>
              <p14:xfrm>
                <a:off x="10876785" y="4463880"/>
                <a:ext cx="18720" cy="51840"/>
              </p14:xfrm>
            </p:contentPart>
          </mc:Choice>
          <mc:Fallback xmlns="">
            <p:pic>
              <p:nvPicPr>
                <p:cNvPr id="73" name="Ink 72">
                  <a:extLst>
                    <a:ext uri="{FF2B5EF4-FFF2-40B4-BE49-F238E27FC236}">
                      <a16:creationId xmlns:a16="http://schemas.microsoft.com/office/drawing/2014/main" id="{DAC7E400-606B-8DF5-4EE4-0338D1878E81}"/>
                    </a:ext>
                  </a:extLst>
                </p:cNvPr>
                <p:cNvPicPr/>
                <p:nvPr/>
              </p:nvPicPr>
              <p:blipFill>
                <a:blip r:embed="rId91"/>
                <a:stretch>
                  <a:fillRect/>
                </a:stretch>
              </p:blipFill>
              <p:spPr>
                <a:xfrm>
                  <a:off x="10870665" y="4457760"/>
                  <a:ext cx="30960" cy="64080"/>
                </a:xfrm>
                <a:prstGeom prst="rect">
                  <a:avLst/>
                </a:prstGeom>
              </p:spPr>
            </p:pic>
          </mc:Fallback>
        </mc:AlternateContent>
      </p:grpSp>
      <p:grpSp>
        <p:nvGrpSpPr>
          <p:cNvPr id="78" name="Group 77">
            <a:extLst>
              <a:ext uri="{FF2B5EF4-FFF2-40B4-BE49-F238E27FC236}">
                <a16:creationId xmlns:a16="http://schemas.microsoft.com/office/drawing/2014/main" id="{DC8FF877-99F9-E9FA-A044-D7999CA6307B}"/>
              </a:ext>
            </a:extLst>
          </p:cNvPr>
          <p:cNvGrpSpPr/>
          <p:nvPr/>
        </p:nvGrpSpPr>
        <p:grpSpPr>
          <a:xfrm>
            <a:off x="6563625" y="3205680"/>
            <a:ext cx="3768120" cy="1922400"/>
            <a:chOff x="6563625" y="3205680"/>
            <a:chExt cx="3768120" cy="1922400"/>
          </a:xfrm>
        </p:grpSpPr>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6C5A0860-8925-46A5-4A05-99F6FB3E1622}"/>
                    </a:ext>
                  </a:extLst>
                </p14:cNvPr>
                <p14:cNvContentPartPr/>
                <p14:nvPr/>
              </p14:nvContentPartPr>
              <p14:xfrm>
                <a:off x="6563625" y="3392880"/>
                <a:ext cx="379440" cy="804240"/>
              </p14:xfrm>
            </p:contentPart>
          </mc:Choice>
          <mc:Fallback xmlns="">
            <p:pic>
              <p:nvPicPr>
                <p:cNvPr id="58" name="Ink 57">
                  <a:extLst>
                    <a:ext uri="{FF2B5EF4-FFF2-40B4-BE49-F238E27FC236}">
                      <a16:creationId xmlns:a16="http://schemas.microsoft.com/office/drawing/2014/main" id="{6C5A0860-8925-46A5-4A05-99F6FB3E1622}"/>
                    </a:ext>
                  </a:extLst>
                </p:cNvPr>
                <p:cNvPicPr/>
                <p:nvPr/>
              </p:nvPicPr>
              <p:blipFill>
                <a:blip r:embed="rId93"/>
                <a:stretch>
                  <a:fillRect/>
                </a:stretch>
              </p:blipFill>
              <p:spPr>
                <a:xfrm>
                  <a:off x="6557505" y="3386760"/>
                  <a:ext cx="391680" cy="816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E3FDA6A3-FE2B-7D8C-7852-01757CBF85BF}"/>
                    </a:ext>
                  </a:extLst>
                </p14:cNvPr>
                <p14:cNvContentPartPr/>
                <p14:nvPr/>
              </p14:nvContentPartPr>
              <p14:xfrm>
                <a:off x="7154745" y="3350760"/>
                <a:ext cx="61200" cy="425160"/>
              </p14:xfrm>
            </p:contentPart>
          </mc:Choice>
          <mc:Fallback xmlns="">
            <p:pic>
              <p:nvPicPr>
                <p:cNvPr id="59" name="Ink 58">
                  <a:extLst>
                    <a:ext uri="{FF2B5EF4-FFF2-40B4-BE49-F238E27FC236}">
                      <a16:creationId xmlns:a16="http://schemas.microsoft.com/office/drawing/2014/main" id="{E3FDA6A3-FE2B-7D8C-7852-01757CBF85BF}"/>
                    </a:ext>
                  </a:extLst>
                </p:cNvPr>
                <p:cNvPicPr/>
                <p:nvPr/>
              </p:nvPicPr>
              <p:blipFill>
                <a:blip r:embed="rId95"/>
                <a:stretch>
                  <a:fillRect/>
                </a:stretch>
              </p:blipFill>
              <p:spPr>
                <a:xfrm>
                  <a:off x="7148625" y="3344640"/>
                  <a:ext cx="7344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E53799EA-DF26-C362-CEBC-EF937BFA33AB}"/>
                    </a:ext>
                  </a:extLst>
                </p14:cNvPr>
                <p14:cNvContentPartPr/>
                <p14:nvPr/>
              </p14:nvContentPartPr>
              <p14:xfrm>
                <a:off x="7466865" y="3526800"/>
                <a:ext cx="320400" cy="79560"/>
              </p14:xfrm>
            </p:contentPart>
          </mc:Choice>
          <mc:Fallback xmlns="">
            <p:pic>
              <p:nvPicPr>
                <p:cNvPr id="60" name="Ink 59">
                  <a:extLst>
                    <a:ext uri="{FF2B5EF4-FFF2-40B4-BE49-F238E27FC236}">
                      <a16:creationId xmlns:a16="http://schemas.microsoft.com/office/drawing/2014/main" id="{E53799EA-DF26-C362-CEBC-EF937BFA33AB}"/>
                    </a:ext>
                  </a:extLst>
                </p:cNvPr>
                <p:cNvPicPr/>
                <p:nvPr/>
              </p:nvPicPr>
              <p:blipFill>
                <a:blip r:embed="rId97"/>
                <a:stretch>
                  <a:fillRect/>
                </a:stretch>
              </p:blipFill>
              <p:spPr>
                <a:xfrm>
                  <a:off x="7460745" y="3520680"/>
                  <a:ext cx="33264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3EFA435A-8F75-B227-C259-26910433FBA1}"/>
                    </a:ext>
                  </a:extLst>
                </p14:cNvPr>
                <p14:cNvContentPartPr/>
                <p14:nvPr/>
              </p14:nvContentPartPr>
              <p14:xfrm>
                <a:off x="8059785" y="3265800"/>
                <a:ext cx="350640" cy="580320"/>
              </p14:xfrm>
            </p:contentPart>
          </mc:Choice>
          <mc:Fallback xmlns="">
            <p:pic>
              <p:nvPicPr>
                <p:cNvPr id="61" name="Ink 60">
                  <a:extLst>
                    <a:ext uri="{FF2B5EF4-FFF2-40B4-BE49-F238E27FC236}">
                      <a16:creationId xmlns:a16="http://schemas.microsoft.com/office/drawing/2014/main" id="{3EFA435A-8F75-B227-C259-26910433FBA1}"/>
                    </a:ext>
                  </a:extLst>
                </p:cNvPr>
                <p:cNvPicPr/>
                <p:nvPr/>
              </p:nvPicPr>
              <p:blipFill>
                <a:blip r:embed="rId99"/>
                <a:stretch>
                  <a:fillRect/>
                </a:stretch>
              </p:blipFill>
              <p:spPr>
                <a:xfrm>
                  <a:off x="8053665" y="3259680"/>
                  <a:ext cx="36288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21E59B76-E027-BC67-40AF-B501641D710B}"/>
                    </a:ext>
                  </a:extLst>
                </p14:cNvPr>
                <p14:cNvContentPartPr/>
                <p14:nvPr/>
              </p14:nvContentPartPr>
              <p14:xfrm>
                <a:off x="8564145" y="3205680"/>
                <a:ext cx="295560" cy="630360"/>
              </p14:xfrm>
            </p:contentPart>
          </mc:Choice>
          <mc:Fallback xmlns="">
            <p:pic>
              <p:nvPicPr>
                <p:cNvPr id="62" name="Ink 61">
                  <a:extLst>
                    <a:ext uri="{FF2B5EF4-FFF2-40B4-BE49-F238E27FC236}">
                      <a16:creationId xmlns:a16="http://schemas.microsoft.com/office/drawing/2014/main" id="{21E59B76-E027-BC67-40AF-B501641D710B}"/>
                    </a:ext>
                  </a:extLst>
                </p:cNvPr>
                <p:cNvPicPr/>
                <p:nvPr/>
              </p:nvPicPr>
              <p:blipFill>
                <a:blip r:embed="rId101"/>
                <a:stretch>
                  <a:fillRect/>
                </a:stretch>
              </p:blipFill>
              <p:spPr>
                <a:xfrm>
                  <a:off x="8558025" y="3199560"/>
                  <a:ext cx="307800" cy="64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6F10F0E7-70DA-E24A-5423-F82C2AAEF0C0}"/>
                    </a:ext>
                  </a:extLst>
                </p14:cNvPr>
                <p14:cNvContentPartPr/>
                <p14:nvPr/>
              </p14:nvContentPartPr>
              <p14:xfrm>
                <a:off x="8977065" y="3409440"/>
                <a:ext cx="320400" cy="260280"/>
              </p14:xfrm>
            </p:contentPart>
          </mc:Choice>
          <mc:Fallback xmlns="">
            <p:pic>
              <p:nvPicPr>
                <p:cNvPr id="63" name="Ink 62">
                  <a:extLst>
                    <a:ext uri="{FF2B5EF4-FFF2-40B4-BE49-F238E27FC236}">
                      <a16:creationId xmlns:a16="http://schemas.microsoft.com/office/drawing/2014/main" id="{6F10F0E7-70DA-E24A-5423-F82C2AAEF0C0}"/>
                    </a:ext>
                  </a:extLst>
                </p:cNvPr>
                <p:cNvPicPr/>
                <p:nvPr/>
              </p:nvPicPr>
              <p:blipFill>
                <a:blip r:embed="rId103"/>
                <a:stretch>
                  <a:fillRect/>
                </a:stretch>
              </p:blipFill>
              <p:spPr>
                <a:xfrm>
                  <a:off x="8970945" y="3403320"/>
                  <a:ext cx="3326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34589571-C057-ED3B-D70D-5DCF76FEEA0C}"/>
                    </a:ext>
                  </a:extLst>
                </p14:cNvPr>
                <p14:cNvContentPartPr/>
                <p14:nvPr/>
              </p14:nvContentPartPr>
              <p14:xfrm>
                <a:off x="8841705" y="3338520"/>
                <a:ext cx="284040" cy="497160"/>
              </p14:xfrm>
            </p:contentPart>
          </mc:Choice>
          <mc:Fallback xmlns="">
            <p:pic>
              <p:nvPicPr>
                <p:cNvPr id="66" name="Ink 65">
                  <a:extLst>
                    <a:ext uri="{FF2B5EF4-FFF2-40B4-BE49-F238E27FC236}">
                      <a16:creationId xmlns:a16="http://schemas.microsoft.com/office/drawing/2014/main" id="{34589571-C057-ED3B-D70D-5DCF76FEEA0C}"/>
                    </a:ext>
                  </a:extLst>
                </p:cNvPr>
                <p:cNvPicPr/>
                <p:nvPr/>
              </p:nvPicPr>
              <p:blipFill>
                <a:blip r:embed="rId105"/>
                <a:stretch>
                  <a:fillRect/>
                </a:stretch>
              </p:blipFill>
              <p:spPr>
                <a:xfrm>
                  <a:off x="8835585" y="3332400"/>
                  <a:ext cx="29628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04E782AF-903A-D0D0-FBEC-A5466F45DBE6}"/>
                    </a:ext>
                  </a:extLst>
                </p14:cNvPr>
                <p14:cNvContentPartPr/>
                <p14:nvPr/>
              </p14:nvContentPartPr>
              <p14:xfrm>
                <a:off x="9299265" y="3307920"/>
                <a:ext cx="201600" cy="497880"/>
              </p14:xfrm>
            </p:contentPart>
          </mc:Choice>
          <mc:Fallback xmlns="">
            <p:pic>
              <p:nvPicPr>
                <p:cNvPr id="67" name="Ink 66">
                  <a:extLst>
                    <a:ext uri="{FF2B5EF4-FFF2-40B4-BE49-F238E27FC236}">
                      <a16:creationId xmlns:a16="http://schemas.microsoft.com/office/drawing/2014/main" id="{04E782AF-903A-D0D0-FBEC-A5466F45DBE6}"/>
                    </a:ext>
                  </a:extLst>
                </p:cNvPr>
                <p:cNvPicPr/>
                <p:nvPr/>
              </p:nvPicPr>
              <p:blipFill>
                <a:blip r:embed="rId107"/>
                <a:stretch>
                  <a:fillRect/>
                </a:stretch>
              </p:blipFill>
              <p:spPr>
                <a:xfrm>
                  <a:off x="9293145" y="3301800"/>
                  <a:ext cx="21384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5921B2C1-1C82-A04F-49CE-9B5C6312FFCC}"/>
                    </a:ext>
                  </a:extLst>
                </p14:cNvPr>
                <p14:cNvContentPartPr/>
                <p14:nvPr/>
              </p14:nvContentPartPr>
              <p14:xfrm>
                <a:off x="9432105" y="4246440"/>
                <a:ext cx="512280" cy="881640"/>
              </p14:xfrm>
            </p:contentPart>
          </mc:Choice>
          <mc:Fallback xmlns="">
            <p:pic>
              <p:nvPicPr>
                <p:cNvPr id="69" name="Ink 68">
                  <a:extLst>
                    <a:ext uri="{FF2B5EF4-FFF2-40B4-BE49-F238E27FC236}">
                      <a16:creationId xmlns:a16="http://schemas.microsoft.com/office/drawing/2014/main" id="{5921B2C1-1C82-A04F-49CE-9B5C6312FFCC}"/>
                    </a:ext>
                  </a:extLst>
                </p:cNvPr>
                <p:cNvPicPr/>
                <p:nvPr/>
              </p:nvPicPr>
              <p:blipFill>
                <a:blip r:embed="rId109"/>
                <a:stretch>
                  <a:fillRect/>
                </a:stretch>
              </p:blipFill>
              <p:spPr>
                <a:xfrm>
                  <a:off x="9425985" y="4240320"/>
                  <a:ext cx="524520" cy="893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C865DA22-0BCA-9086-D930-E183AC1497F8}"/>
                    </a:ext>
                  </a:extLst>
                </p14:cNvPr>
                <p14:cNvContentPartPr/>
                <p14:nvPr/>
              </p14:nvContentPartPr>
              <p14:xfrm>
                <a:off x="10131225" y="4445520"/>
                <a:ext cx="93960" cy="45720"/>
              </p14:xfrm>
            </p:contentPart>
          </mc:Choice>
          <mc:Fallback xmlns="">
            <p:pic>
              <p:nvPicPr>
                <p:cNvPr id="70" name="Ink 69">
                  <a:extLst>
                    <a:ext uri="{FF2B5EF4-FFF2-40B4-BE49-F238E27FC236}">
                      <a16:creationId xmlns:a16="http://schemas.microsoft.com/office/drawing/2014/main" id="{C865DA22-0BCA-9086-D930-E183AC1497F8}"/>
                    </a:ext>
                  </a:extLst>
                </p:cNvPr>
                <p:cNvPicPr/>
                <p:nvPr/>
              </p:nvPicPr>
              <p:blipFill>
                <a:blip r:embed="rId111"/>
                <a:stretch>
                  <a:fillRect/>
                </a:stretch>
              </p:blipFill>
              <p:spPr>
                <a:xfrm>
                  <a:off x="10125105" y="4439400"/>
                  <a:ext cx="106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A5BA61D7-25BB-1F58-A0E7-9E10CACF1822}"/>
                    </a:ext>
                  </a:extLst>
                </p14:cNvPr>
                <p14:cNvContentPartPr/>
                <p14:nvPr/>
              </p14:nvContentPartPr>
              <p14:xfrm>
                <a:off x="10205745" y="4611120"/>
                <a:ext cx="126000" cy="42480"/>
              </p14:xfrm>
            </p:contentPart>
          </mc:Choice>
          <mc:Fallback xmlns="">
            <p:pic>
              <p:nvPicPr>
                <p:cNvPr id="71" name="Ink 70">
                  <a:extLst>
                    <a:ext uri="{FF2B5EF4-FFF2-40B4-BE49-F238E27FC236}">
                      <a16:creationId xmlns:a16="http://schemas.microsoft.com/office/drawing/2014/main" id="{A5BA61D7-25BB-1F58-A0E7-9E10CACF1822}"/>
                    </a:ext>
                  </a:extLst>
                </p:cNvPr>
                <p:cNvPicPr/>
                <p:nvPr/>
              </p:nvPicPr>
              <p:blipFill>
                <a:blip r:embed="rId113"/>
                <a:stretch>
                  <a:fillRect/>
                </a:stretch>
              </p:blipFill>
              <p:spPr>
                <a:xfrm>
                  <a:off x="10199625" y="4605000"/>
                  <a:ext cx="1382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D13D8580-B9AB-D4C6-7805-1B55D69ACF4C}"/>
                    </a:ext>
                  </a:extLst>
                </p14:cNvPr>
                <p14:cNvContentPartPr/>
                <p14:nvPr/>
              </p14:nvContentPartPr>
              <p14:xfrm>
                <a:off x="9584025" y="3688800"/>
                <a:ext cx="201960" cy="502920"/>
              </p14:xfrm>
            </p:contentPart>
          </mc:Choice>
          <mc:Fallback xmlns="">
            <p:pic>
              <p:nvPicPr>
                <p:cNvPr id="76" name="Ink 75">
                  <a:extLst>
                    <a:ext uri="{FF2B5EF4-FFF2-40B4-BE49-F238E27FC236}">
                      <a16:creationId xmlns:a16="http://schemas.microsoft.com/office/drawing/2014/main" id="{D13D8580-B9AB-D4C6-7805-1B55D69ACF4C}"/>
                    </a:ext>
                  </a:extLst>
                </p:cNvPr>
                <p:cNvPicPr/>
                <p:nvPr/>
              </p:nvPicPr>
              <p:blipFill>
                <a:blip r:embed="rId115"/>
                <a:stretch>
                  <a:fillRect/>
                </a:stretch>
              </p:blipFill>
              <p:spPr>
                <a:xfrm>
                  <a:off x="9577905" y="3682680"/>
                  <a:ext cx="21420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739681E6-EA3E-74CF-C4F2-CF6A6F0EE1A1}"/>
                    </a:ext>
                  </a:extLst>
                </p14:cNvPr>
                <p14:cNvContentPartPr/>
                <p14:nvPr/>
              </p14:nvContentPartPr>
              <p14:xfrm>
                <a:off x="9536865" y="4055640"/>
                <a:ext cx="511560" cy="124200"/>
              </p14:xfrm>
            </p:contentPart>
          </mc:Choice>
          <mc:Fallback xmlns="">
            <p:pic>
              <p:nvPicPr>
                <p:cNvPr id="77" name="Ink 76">
                  <a:extLst>
                    <a:ext uri="{FF2B5EF4-FFF2-40B4-BE49-F238E27FC236}">
                      <a16:creationId xmlns:a16="http://schemas.microsoft.com/office/drawing/2014/main" id="{739681E6-EA3E-74CF-C4F2-CF6A6F0EE1A1}"/>
                    </a:ext>
                  </a:extLst>
                </p:cNvPr>
                <p:cNvPicPr/>
                <p:nvPr/>
              </p:nvPicPr>
              <p:blipFill>
                <a:blip r:embed="rId117"/>
                <a:stretch>
                  <a:fillRect/>
                </a:stretch>
              </p:blipFill>
              <p:spPr>
                <a:xfrm>
                  <a:off x="9530745" y="4049520"/>
                  <a:ext cx="523800" cy="136440"/>
                </a:xfrm>
                <a:prstGeom prst="rect">
                  <a:avLst/>
                </a:prstGeom>
              </p:spPr>
            </p:pic>
          </mc:Fallback>
        </mc:AlternateContent>
      </p:grpSp>
      <p:grpSp>
        <p:nvGrpSpPr>
          <p:cNvPr id="82" name="Group 81">
            <a:extLst>
              <a:ext uri="{FF2B5EF4-FFF2-40B4-BE49-F238E27FC236}">
                <a16:creationId xmlns:a16="http://schemas.microsoft.com/office/drawing/2014/main" id="{0A025431-2357-2D89-0D5C-D0ADE94DB772}"/>
              </a:ext>
            </a:extLst>
          </p:cNvPr>
          <p:cNvGrpSpPr/>
          <p:nvPr/>
        </p:nvGrpSpPr>
        <p:grpSpPr>
          <a:xfrm>
            <a:off x="9266145" y="1902480"/>
            <a:ext cx="707760" cy="636120"/>
            <a:chOff x="9266145" y="1902480"/>
            <a:chExt cx="707760" cy="636120"/>
          </a:xfrm>
        </p:grpSpPr>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B8950657-B388-B234-B153-621DB098257C}"/>
                    </a:ext>
                  </a:extLst>
                </p14:cNvPr>
                <p14:cNvContentPartPr/>
                <p14:nvPr/>
              </p14:nvContentPartPr>
              <p14:xfrm>
                <a:off x="9266145" y="1902480"/>
                <a:ext cx="381960" cy="363600"/>
              </p14:xfrm>
            </p:contentPart>
          </mc:Choice>
          <mc:Fallback xmlns="">
            <p:pic>
              <p:nvPicPr>
                <p:cNvPr id="79" name="Ink 78">
                  <a:extLst>
                    <a:ext uri="{FF2B5EF4-FFF2-40B4-BE49-F238E27FC236}">
                      <a16:creationId xmlns:a16="http://schemas.microsoft.com/office/drawing/2014/main" id="{B8950657-B388-B234-B153-621DB098257C}"/>
                    </a:ext>
                  </a:extLst>
                </p:cNvPr>
                <p:cNvPicPr/>
                <p:nvPr/>
              </p:nvPicPr>
              <p:blipFill>
                <a:blip r:embed="rId119"/>
                <a:stretch>
                  <a:fillRect/>
                </a:stretch>
              </p:blipFill>
              <p:spPr>
                <a:xfrm>
                  <a:off x="9260025" y="1896360"/>
                  <a:ext cx="39420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C1F613E0-3BB8-778E-5505-27E066A58DF2}"/>
                    </a:ext>
                  </a:extLst>
                </p14:cNvPr>
                <p14:cNvContentPartPr/>
                <p14:nvPr/>
              </p14:nvContentPartPr>
              <p14:xfrm>
                <a:off x="9532545" y="1961160"/>
                <a:ext cx="236880" cy="577440"/>
              </p14:xfrm>
            </p:contentPart>
          </mc:Choice>
          <mc:Fallback xmlns="">
            <p:pic>
              <p:nvPicPr>
                <p:cNvPr id="80" name="Ink 79">
                  <a:extLst>
                    <a:ext uri="{FF2B5EF4-FFF2-40B4-BE49-F238E27FC236}">
                      <a16:creationId xmlns:a16="http://schemas.microsoft.com/office/drawing/2014/main" id="{C1F613E0-3BB8-778E-5505-27E066A58DF2}"/>
                    </a:ext>
                  </a:extLst>
                </p:cNvPr>
                <p:cNvPicPr/>
                <p:nvPr/>
              </p:nvPicPr>
              <p:blipFill>
                <a:blip r:embed="rId121"/>
                <a:stretch>
                  <a:fillRect/>
                </a:stretch>
              </p:blipFill>
              <p:spPr>
                <a:xfrm>
                  <a:off x="9526425" y="1955040"/>
                  <a:ext cx="249120" cy="589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D173D4EA-5ACD-87AC-BE44-17C01901561C}"/>
                    </a:ext>
                  </a:extLst>
                </p14:cNvPr>
                <p14:cNvContentPartPr/>
                <p14:nvPr/>
              </p14:nvContentPartPr>
              <p14:xfrm>
                <a:off x="9932505" y="2496120"/>
                <a:ext cx="41400" cy="20880"/>
              </p14:xfrm>
            </p:contentPart>
          </mc:Choice>
          <mc:Fallback xmlns="">
            <p:pic>
              <p:nvPicPr>
                <p:cNvPr id="81" name="Ink 80">
                  <a:extLst>
                    <a:ext uri="{FF2B5EF4-FFF2-40B4-BE49-F238E27FC236}">
                      <a16:creationId xmlns:a16="http://schemas.microsoft.com/office/drawing/2014/main" id="{D173D4EA-5ACD-87AC-BE44-17C01901561C}"/>
                    </a:ext>
                  </a:extLst>
                </p:cNvPr>
                <p:cNvPicPr/>
                <p:nvPr/>
              </p:nvPicPr>
              <p:blipFill>
                <a:blip r:embed="rId123"/>
                <a:stretch>
                  <a:fillRect/>
                </a:stretch>
              </p:blipFill>
              <p:spPr>
                <a:xfrm>
                  <a:off x="9926385" y="2490000"/>
                  <a:ext cx="53640" cy="33120"/>
                </a:xfrm>
                <a:prstGeom prst="rect">
                  <a:avLst/>
                </a:prstGeom>
              </p:spPr>
            </p:pic>
          </mc:Fallback>
        </mc:AlternateContent>
      </p:grpSp>
    </p:spTree>
    <p:extLst>
      <p:ext uri="{BB962C8B-B14F-4D97-AF65-F5344CB8AC3E}">
        <p14:creationId xmlns:p14="http://schemas.microsoft.com/office/powerpoint/2010/main" val="355201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878B1E2B-A5A1-08CE-9502-20F53EB608F0}"/>
              </a:ext>
            </a:extLst>
          </p:cNvPr>
          <p:cNvGrpSpPr/>
          <p:nvPr/>
        </p:nvGrpSpPr>
        <p:grpSpPr>
          <a:xfrm>
            <a:off x="1027545" y="466215"/>
            <a:ext cx="11135160" cy="3643200"/>
            <a:chOff x="1027545" y="466215"/>
            <a:chExt cx="11135160" cy="36432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438238E-C120-D1CF-8C54-26A8E1C680BF}"/>
                    </a:ext>
                  </a:extLst>
                </p14:cNvPr>
                <p14:cNvContentPartPr/>
                <p14:nvPr/>
              </p14:nvContentPartPr>
              <p14:xfrm>
                <a:off x="1027545" y="648015"/>
                <a:ext cx="1442160" cy="93240"/>
              </p14:xfrm>
            </p:contentPart>
          </mc:Choice>
          <mc:Fallback xmlns="">
            <p:pic>
              <p:nvPicPr>
                <p:cNvPr id="2" name="Ink 1">
                  <a:extLst>
                    <a:ext uri="{FF2B5EF4-FFF2-40B4-BE49-F238E27FC236}">
                      <a16:creationId xmlns:a16="http://schemas.microsoft.com/office/drawing/2014/main" id="{D438238E-C120-D1CF-8C54-26A8E1C680BF}"/>
                    </a:ext>
                  </a:extLst>
                </p:cNvPr>
                <p:cNvPicPr/>
                <p:nvPr/>
              </p:nvPicPr>
              <p:blipFill>
                <a:blip r:embed="rId3"/>
                <a:stretch>
                  <a:fillRect/>
                </a:stretch>
              </p:blipFill>
              <p:spPr>
                <a:xfrm>
                  <a:off x="1021425" y="641895"/>
                  <a:ext cx="14544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86C2B65-F675-2459-DB44-9C5A8B5F481C}"/>
                    </a:ext>
                  </a:extLst>
                </p14:cNvPr>
                <p14:cNvContentPartPr/>
                <p14:nvPr/>
              </p14:nvContentPartPr>
              <p14:xfrm>
                <a:off x="1275585" y="729375"/>
                <a:ext cx="581040" cy="1135440"/>
              </p14:xfrm>
            </p:contentPart>
          </mc:Choice>
          <mc:Fallback xmlns="">
            <p:pic>
              <p:nvPicPr>
                <p:cNvPr id="3" name="Ink 2">
                  <a:extLst>
                    <a:ext uri="{FF2B5EF4-FFF2-40B4-BE49-F238E27FC236}">
                      <a16:creationId xmlns:a16="http://schemas.microsoft.com/office/drawing/2014/main" id="{B86C2B65-F675-2459-DB44-9C5A8B5F481C}"/>
                    </a:ext>
                  </a:extLst>
                </p:cNvPr>
                <p:cNvPicPr/>
                <p:nvPr/>
              </p:nvPicPr>
              <p:blipFill>
                <a:blip r:embed="rId5"/>
                <a:stretch>
                  <a:fillRect/>
                </a:stretch>
              </p:blipFill>
              <p:spPr>
                <a:xfrm>
                  <a:off x="1269465" y="723255"/>
                  <a:ext cx="593280" cy="1147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5EE4A23-16A3-276F-20F0-CAE9226488F9}"/>
                    </a:ext>
                  </a:extLst>
                </p14:cNvPr>
                <p14:cNvContentPartPr/>
                <p14:nvPr/>
              </p14:nvContentPartPr>
              <p14:xfrm>
                <a:off x="2166225" y="960495"/>
                <a:ext cx="284400" cy="695160"/>
              </p14:xfrm>
            </p:contentPart>
          </mc:Choice>
          <mc:Fallback xmlns="">
            <p:pic>
              <p:nvPicPr>
                <p:cNvPr id="5" name="Ink 4">
                  <a:extLst>
                    <a:ext uri="{FF2B5EF4-FFF2-40B4-BE49-F238E27FC236}">
                      <a16:creationId xmlns:a16="http://schemas.microsoft.com/office/drawing/2014/main" id="{95EE4A23-16A3-276F-20F0-CAE9226488F9}"/>
                    </a:ext>
                  </a:extLst>
                </p:cNvPr>
                <p:cNvPicPr/>
                <p:nvPr/>
              </p:nvPicPr>
              <p:blipFill>
                <a:blip r:embed="rId7"/>
                <a:stretch>
                  <a:fillRect/>
                </a:stretch>
              </p:blipFill>
              <p:spPr>
                <a:xfrm>
                  <a:off x="2160105" y="954375"/>
                  <a:ext cx="296640" cy="70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62804CE-27A7-CD27-44BD-5FF082105E7C}"/>
                    </a:ext>
                  </a:extLst>
                </p14:cNvPr>
                <p14:cNvContentPartPr/>
                <p14:nvPr/>
              </p14:nvContentPartPr>
              <p14:xfrm>
                <a:off x="2651145" y="1008015"/>
                <a:ext cx="208080" cy="505080"/>
              </p14:xfrm>
            </p:contentPart>
          </mc:Choice>
          <mc:Fallback xmlns="">
            <p:pic>
              <p:nvPicPr>
                <p:cNvPr id="6" name="Ink 5">
                  <a:extLst>
                    <a:ext uri="{FF2B5EF4-FFF2-40B4-BE49-F238E27FC236}">
                      <a16:creationId xmlns:a16="http://schemas.microsoft.com/office/drawing/2014/main" id="{562804CE-27A7-CD27-44BD-5FF082105E7C}"/>
                    </a:ext>
                  </a:extLst>
                </p:cNvPr>
                <p:cNvPicPr/>
                <p:nvPr/>
              </p:nvPicPr>
              <p:blipFill>
                <a:blip r:embed="rId9"/>
                <a:stretch>
                  <a:fillRect/>
                </a:stretch>
              </p:blipFill>
              <p:spPr>
                <a:xfrm>
                  <a:off x="2645025" y="1001895"/>
                  <a:ext cx="22032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D62DA5F-E176-C557-4C9C-8AB74DE03306}"/>
                    </a:ext>
                  </a:extLst>
                </p14:cNvPr>
                <p14:cNvContentPartPr/>
                <p14:nvPr/>
              </p14:nvContentPartPr>
              <p14:xfrm>
                <a:off x="2716665" y="1189095"/>
                <a:ext cx="173160" cy="87840"/>
              </p14:xfrm>
            </p:contentPart>
          </mc:Choice>
          <mc:Fallback xmlns="">
            <p:pic>
              <p:nvPicPr>
                <p:cNvPr id="7" name="Ink 6">
                  <a:extLst>
                    <a:ext uri="{FF2B5EF4-FFF2-40B4-BE49-F238E27FC236}">
                      <a16:creationId xmlns:a16="http://schemas.microsoft.com/office/drawing/2014/main" id="{FD62DA5F-E176-C557-4C9C-8AB74DE03306}"/>
                    </a:ext>
                  </a:extLst>
                </p:cNvPr>
                <p:cNvPicPr/>
                <p:nvPr/>
              </p:nvPicPr>
              <p:blipFill>
                <a:blip r:embed="rId11"/>
                <a:stretch>
                  <a:fillRect/>
                </a:stretch>
              </p:blipFill>
              <p:spPr>
                <a:xfrm>
                  <a:off x="2710545" y="1182975"/>
                  <a:ext cx="1854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56B2552-7BC2-0A56-597E-D98A26B6DF90}"/>
                    </a:ext>
                  </a:extLst>
                </p14:cNvPr>
                <p14:cNvContentPartPr/>
                <p14:nvPr/>
              </p14:nvContentPartPr>
              <p14:xfrm>
                <a:off x="2951025" y="1397535"/>
                <a:ext cx="97920" cy="199440"/>
              </p14:xfrm>
            </p:contentPart>
          </mc:Choice>
          <mc:Fallback xmlns="">
            <p:pic>
              <p:nvPicPr>
                <p:cNvPr id="9" name="Ink 8">
                  <a:extLst>
                    <a:ext uri="{FF2B5EF4-FFF2-40B4-BE49-F238E27FC236}">
                      <a16:creationId xmlns:a16="http://schemas.microsoft.com/office/drawing/2014/main" id="{556B2552-7BC2-0A56-597E-D98A26B6DF90}"/>
                    </a:ext>
                  </a:extLst>
                </p:cNvPr>
                <p:cNvPicPr/>
                <p:nvPr/>
              </p:nvPicPr>
              <p:blipFill>
                <a:blip r:embed="rId13"/>
                <a:stretch>
                  <a:fillRect/>
                </a:stretch>
              </p:blipFill>
              <p:spPr>
                <a:xfrm>
                  <a:off x="2944905" y="1391415"/>
                  <a:ext cx="1101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4E5D791-47A9-7E90-4A9F-7C68073B9FE0}"/>
                    </a:ext>
                  </a:extLst>
                </p14:cNvPr>
                <p14:cNvContentPartPr/>
                <p14:nvPr/>
              </p14:nvContentPartPr>
              <p14:xfrm>
                <a:off x="3350985" y="1359375"/>
                <a:ext cx="102240" cy="136800"/>
              </p14:xfrm>
            </p:contentPart>
          </mc:Choice>
          <mc:Fallback xmlns="">
            <p:pic>
              <p:nvPicPr>
                <p:cNvPr id="11" name="Ink 10">
                  <a:extLst>
                    <a:ext uri="{FF2B5EF4-FFF2-40B4-BE49-F238E27FC236}">
                      <a16:creationId xmlns:a16="http://schemas.microsoft.com/office/drawing/2014/main" id="{14E5D791-47A9-7E90-4A9F-7C68073B9FE0}"/>
                    </a:ext>
                  </a:extLst>
                </p:cNvPr>
                <p:cNvPicPr/>
                <p:nvPr/>
              </p:nvPicPr>
              <p:blipFill>
                <a:blip r:embed="rId15"/>
                <a:stretch>
                  <a:fillRect/>
                </a:stretch>
              </p:blipFill>
              <p:spPr>
                <a:xfrm>
                  <a:off x="3344865" y="1353255"/>
                  <a:ext cx="114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09990030-076D-DCFB-AF4E-96E98F1336EA}"/>
                    </a:ext>
                  </a:extLst>
                </p14:cNvPr>
                <p14:cNvContentPartPr/>
                <p14:nvPr/>
              </p14:nvContentPartPr>
              <p14:xfrm>
                <a:off x="3792345" y="694095"/>
                <a:ext cx="282600" cy="684720"/>
              </p14:xfrm>
            </p:contentPart>
          </mc:Choice>
          <mc:Fallback xmlns="">
            <p:pic>
              <p:nvPicPr>
                <p:cNvPr id="12" name="Ink 11">
                  <a:extLst>
                    <a:ext uri="{FF2B5EF4-FFF2-40B4-BE49-F238E27FC236}">
                      <a16:creationId xmlns:a16="http://schemas.microsoft.com/office/drawing/2014/main" id="{09990030-076D-DCFB-AF4E-96E98F1336EA}"/>
                    </a:ext>
                  </a:extLst>
                </p:cNvPr>
                <p:cNvPicPr/>
                <p:nvPr/>
              </p:nvPicPr>
              <p:blipFill>
                <a:blip r:embed="rId17"/>
                <a:stretch>
                  <a:fillRect/>
                </a:stretch>
              </p:blipFill>
              <p:spPr>
                <a:xfrm>
                  <a:off x="3786225" y="687975"/>
                  <a:ext cx="294840" cy="696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E39085B-F16B-7C75-7A68-CEADEF2EFB8E}"/>
                    </a:ext>
                  </a:extLst>
                </p14:cNvPr>
                <p14:cNvContentPartPr/>
                <p14:nvPr/>
              </p14:nvContentPartPr>
              <p14:xfrm>
                <a:off x="4110225" y="1249935"/>
                <a:ext cx="65520" cy="133920"/>
              </p14:xfrm>
            </p:contentPart>
          </mc:Choice>
          <mc:Fallback xmlns="">
            <p:pic>
              <p:nvPicPr>
                <p:cNvPr id="13" name="Ink 12">
                  <a:extLst>
                    <a:ext uri="{FF2B5EF4-FFF2-40B4-BE49-F238E27FC236}">
                      <a16:creationId xmlns:a16="http://schemas.microsoft.com/office/drawing/2014/main" id="{BE39085B-F16B-7C75-7A68-CEADEF2EFB8E}"/>
                    </a:ext>
                  </a:extLst>
                </p:cNvPr>
                <p:cNvPicPr/>
                <p:nvPr/>
              </p:nvPicPr>
              <p:blipFill>
                <a:blip r:embed="rId19"/>
                <a:stretch>
                  <a:fillRect/>
                </a:stretch>
              </p:blipFill>
              <p:spPr>
                <a:xfrm>
                  <a:off x="4104105" y="1243815"/>
                  <a:ext cx="777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8E9703A3-35DA-5E14-E52D-9C2FA74131EB}"/>
                    </a:ext>
                  </a:extLst>
                </p14:cNvPr>
                <p14:cNvContentPartPr/>
                <p14:nvPr/>
              </p14:nvContentPartPr>
              <p14:xfrm>
                <a:off x="3988905" y="568095"/>
                <a:ext cx="754200" cy="1199880"/>
              </p14:xfrm>
            </p:contentPart>
          </mc:Choice>
          <mc:Fallback xmlns="">
            <p:pic>
              <p:nvPicPr>
                <p:cNvPr id="14" name="Ink 13">
                  <a:extLst>
                    <a:ext uri="{FF2B5EF4-FFF2-40B4-BE49-F238E27FC236}">
                      <a16:creationId xmlns:a16="http://schemas.microsoft.com/office/drawing/2014/main" id="{8E9703A3-35DA-5E14-E52D-9C2FA74131EB}"/>
                    </a:ext>
                  </a:extLst>
                </p:cNvPr>
                <p:cNvPicPr/>
                <p:nvPr/>
              </p:nvPicPr>
              <p:blipFill>
                <a:blip r:embed="rId21"/>
                <a:stretch>
                  <a:fillRect/>
                </a:stretch>
              </p:blipFill>
              <p:spPr>
                <a:xfrm>
                  <a:off x="3982785" y="561975"/>
                  <a:ext cx="766440" cy="1212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4D6998A2-FA53-FDDE-155F-B7B2C0276243}"/>
                    </a:ext>
                  </a:extLst>
                </p14:cNvPr>
                <p14:cNvContentPartPr/>
                <p14:nvPr/>
              </p14:nvContentPartPr>
              <p14:xfrm>
                <a:off x="5340345" y="793455"/>
                <a:ext cx="201240" cy="44280"/>
              </p14:xfrm>
            </p:contentPart>
          </mc:Choice>
          <mc:Fallback xmlns="">
            <p:pic>
              <p:nvPicPr>
                <p:cNvPr id="16" name="Ink 15">
                  <a:extLst>
                    <a:ext uri="{FF2B5EF4-FFF2-40B4-BE49-F238E27FC236}">
                      <a16:creationId xmlns:a16="http://schemas.microsoft.com/office/drawing/2014/main" id="{4D6998A2-FA53-FDDE-155F-B7B2C0276243}"/>
                    </a:ext>
                  </a:extLst>
                </p:cNvPr>
                <p:cNvPicPr/>
                <p:nvPr/>
              </p:nvPicPr>
              <p:blipFill>
                <a:blip r:embed="rId23"/>
                <a:stretch>
                  <a:fillRect/>
                </a:stretch>
              </p:blipFill>
              <p:spPr>
                <a:xfrm>
                  <a:off x="5334225" y="787335"/>
                  <a:ext cx="2134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83865AE6-D3A1-1E88-F5CF-3E27DF10A94F}"/>
                    </a:ext>
                  </a:extLst>
                </p14:cNvPr>
                <p14:cNvContentPartPr/>
                <p14:nvPr/>
              </p14:nvContentPartPr>
              <p14:xfrm>
                <a:off x="6283905" y="466575"/>
                <a:ext cx="16200" cy="466200"/>
              </p14:xfrm>
            </p:contentPart>
          </mc:Choice>
          <mc:Fallback xmlns="">
            <p:pic>
              <p:nvPicPr>
                <p:cNvPr id="18" name="Ink 17">
                  <a:extLst>
                    <a:ext uri="{FF2B5EF4-FFF2-40B4-BE49-F238E27FC236}">
                      <a16:creationId xmlns:a16="http://schemas.microsoft.com/office/drawing/2014/main" id="{83865AE6-D3A1-1E88-F5CF-3E27DF10A94F}"/>
                    </a:ext>
                  </a:extLst>
                </p:cNvPr>
                <p:cNvPicPr/>
                <p:nvPr/>
              </p:nvPicPr>
              <p:blipFill>
                <a:blip r:embed="rId25"/>
                <a:stretch>
                  <a:fillRect/>
                </a:stretch>
              </p:blipFill>
              <p:spPr>
                <a:xfrm>
                  <a:off x="6277785" y="460455"/>
                  <a:ext cx="284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A6A9AC70-4F01-7246-75F3-B46FBCAF2656}"/>
                    </a:ext>
                  </a:extLst>
                </p14:cNvPr>
                <p14:cNvContentPartPr/>
                <p14:nvPr/>
              </p14:nvContentPartPr>
              <p14:xfrm>
                <a:off x="5224425" y="1186215"/>
                <a:ext cx="283680" cy="41400"/>
              </p14:xfrm>
            </p:contentPart>
          </mc:Choice>
          <mc:Fallback xmlns="">
            <p:pic>
              <p:nvPicPr>
                <p:cNvPr id="17" name="Ink 16">
                  <a:extLst>
                    <a:ext uri="{FF2B5EF4-FFF2-40B4-BE49-F238E27FC236}">
                      <a16:creationId xmlns:a16="http://schemas.microsoft.com/office/drawing/2014/main" id="{A6A9AC70-4F01-7246-75F3-B46FBCAF2656}"/>
                    </a:ext>
                  </a:extLst>
                </p:cNvPr>
                <p:cNvPicPr/>
                <p:nvPr/>
              </p:nvPicPr>
              <p:blipFill>
                <a:blip r:embed="rId27"/>
                <a:stretch>
                  <a:fillRect/>
                </a:stretch>
              </p:blipFill>
              <p:spPr>
                <a:xfrm>
                  <a:off x="5218305" y="1180095"/>
                  <a:ext cx="2959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743536F0-7A4C-213F-C7C3-4C562C453B9E}"/>
                    </a:ext>
                  </a:extLst>
                </p14:cNvPr>
                <p14:cNvContentPartPr/>
                <p14:nvPr/>
              </p14:nvContentPartPr>
              <p14:xfrm>
                <a:off x="5760825" y="1228335"/>
                <a:ext cx="1333800" cy="69120"/>
              </p14:xfrm>
            </p:contentPart>
          </mc:Choice>
          <mc:Fallback xmlns="">
            <p:pic>
              <p:nvPicPr>
                <p:cNvPr id="19" name="Ink 18">
                  <a:extLst>
                    <a:ext uri="{FF2B5EF4-FFF2-40B4-BE49-F238E27FC236}">
                      <a16:creationId xmlns:a16="http://schemas.microsoft.com/office/drawing/2014/main" id="{743536F0-7A4C-213F-C7C3-4C562C453B9E}"/>
                    </a:ext>
                  </a:extLst>
                </p:cNvPr>
                <p:cNvPicPr/>
                <p:nvPr/>
              </p:nvPicPr>
              <p:blipFill>
                <a:blip r:embed="rId29"/>
                <a:stretch>
                  <a:fillRect/>
                </a:stretch>
              </p:blipFill>
              <p:spPr>
                <a:xfrm>
                  <a:off x="5754705" y="1222215"/>
                  <a:ext cx="13460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0F07F8DA-CE39-458C-E834-1CB82A9A41E3}"/>
                    </a:ext>
                  </a:extLst>
                </p14:cNvPr>
                <p14:cNvContentPartPr/>
                <p14:nvPr/>
              </p14:nvContentPartPr>
              <p14:xfrm>
                <a:off x="5874945" y="1603095"/>
                <a:ext cx="397080" cy="410400"/>
              </p14:xfrm>
            </p:contentPart>
          </mc:Choice>
          <mc:Fallback xmlns="">
            <p:pic>
              <p:nvPicPr>
                <p:cNvPr id="20" name="Ink 19">
                  <a:extLst>
                    <a:ext uri="{FF2B5EF4-FFF2-40B4-BE49-F238E27FC236}">
                      <a16:creationId xmlns:a16="http://schemas.microsoft.com/office/drawing/2014/main" id="{0F07F8DA-CE39-458C-E834-1CB82A9A41E3}"/>
                    </a:ext>
                  </a:extLst>
                </p:cNvPr>
                <p:cNvPicPr/>
                <p:nvPr/>
              </p:nvPicPr>
              <p:blipFill>
                <a:blip r:embed="rId31"/>
                <a:stretch>
                  <a:fillRect/>
                </a:stretch>
              </p:blipFill>
              <p:spPr>
                <a:xfrm>
                  <a:off x="5868825" y="1596975"/>
                  <a:ext cx="40932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16FE9B53-4CE6-B38D-5E6E-D67F2C1D4CE0}"/>
                    </a:ext>
                  </a:extLst>
                </p14:cNvPr>
                <p14:cNvContentPartPr/>
                <p14:nvPr/>
              </p14:nvContentPartPr>
              <p14:xfrm>
                <a:off x="6515025" y="1601295"/>
                <a:ext cx="21960" cy="274680"/>
              </p14:xfrm>
            </p:contentPart>
          </mc:Choice>
          <mc:Fallback xmlns="">
            <p:pic>
              <p:nvPicPr>
                <p:cNvPr id="21" name="Ink 20">
                  <a:extLst>
                    <a:ext uri="{FF2B5EF4-FFF2-40B4-BE49-F238E27FC236}">
                      <a16:creationId xmlns:a16="http://schemas.microsoft.com/office/drawing/2014/main" id="{16FE9B53-4CE6-B38D-5E6E-D67F2C1D4CE0}"/>
                    </a:ext>
                  </a:extLst>
                </p:cNvPr>
                <p:cNvPicPr/>
                <p:nvPr/>
              </p:nvPicPr>
              <p:blipFill>
                <a:blip r:embed="rId33"/>
                <a:stretch>
                  <a:fillRect/>
                </a:stretch>
              </p:blipFill>
              <p:spPr>
                <a:xfrm>
                  <a:off x="6508905" y="1595175"/>
                  <a:ext cx="342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9BE66F57-9927-7B29-A154-82EB14F178C3}"/>
                    </a:ext>
                  </a:extLst>
                </p14:cNvPr>
                <p14:cNvContentPartPr/>
                <p14:nvPr/>
              </p14:nvContentPartPr>
              <p14:xfrm>
                <a:off x="6520785" y="1545135"/>
                <a:ext cx="460800" cy="387000"/>
              </p14:xfrm>
            </p:contentPart>
          </mc:Choice>
          <mc:Fallback xmlns="">
            <p:pic>
              <p:nvPicPr>
                <p:cNvPr id="22" name="Ink 21">
                  <a:extLst>
                    <a:ext uri="{FF2B5EF4-FFF2-40B4-BE49-F238E27FC236}">
                      <a16:creationId xmlns:a16="http://schemas.microsoft.com/office/drawing/2014/main" id="{9BE66F57-9927-7B29-A154-82EB14F178C3}"/>
                    </a:ext>
                  </a:extLst>
                </p:cNvPr>
                <p:cNvPicPr/>
                <p:nvPr/>
              </p:nvPicPr>
              <p:blipFill>
                <a:blip r:embed="rId35"/>
                <a:stretch>
                  <a:fillRect/>
                </a:stretch>
              </p:blipFill>
              <p:spPr>
                <a:xfrm>
                  <a:off x="6514665" y="1539015"/>
                  <a:ext cx="47304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B39D334B-EAD0-3849-EDEE-F935278FA5F6}"/>
                    </a:ext>
                  </a:extLst>
                </p14:cNvPr>
                <p14:cNvContentPartPr/>
                <p14:nvPr/>
              </p14:nvContentPartPr>
              <p14:xfrm>
                <a:off x="7417905" y="728655"/>
                <a:ext cx="1185480" cy="112320"/>
              </p14:xfrm>
            </p:contentPart>
          </mc:Choice>
          <mc:Fallback xmlns="">
            <p:pic>
              <p:nvPicPr>
                <p:cNvPr id="25" name="Ink 24">
                  <a:extLst>
                    <a:ext uri="{FF2B5EF4-FFF2-40B4-BE49-F238E27FC236}">
                      <a16:creationId xmlns:a16="http://schemas.microsoft.com/office/drawing/2014/main" id="{B39D334B-EAD0-3849-EDEE-F935278FA5F6}"/>
                    </a:ext>
                  </a:extLst>
                </p:cNvPr>
                <p:cNvPicPr/>
                <p:nvPr/>
              </p:nvPicPr>
              <p:blipFill>
                <a:blip r:embed="rId37"/>
                <a:stretch>
                  <a:fillRect/>
                </a:stretch>
              </p:blipFill>
              <p:spPr>
                <a:xfrm>
                  <a:off x="7411785" y="722535"/>
                  <a:ext cx="11977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2CF7265E-7968-C7D3-E3CA-28884443285F}"/>
                    </a:ext>
                  </a:extLst>
                </p14:cNvPr>
                <p14:cNvContentPartPr/>
                <p14:nvPr/>
              </p14:nvContentPartPr>
              <p14:xfrm>
                <a:off x="7377225" y="730455"/>
                <a:ext cx="866520" cy="835920"/>
              </p14:xfrm>
            </p:contentPart>
          </mc:Choice>
          <mc:Fallback xmlns="">
            <p:pic>
              <p:nvPicPr>
                <p:cNvPr id="26" name="Ink 25">
                  <a:extLst>
                    <a:ext uri="{FF2B5EF4-FFF2-40B4-BE49-F238E27FC236}">
                      <a16:creationId xmlns:a16="http://schemas.microsoft.com/office/drawing/2014/main" id="{2CF7265E-7968-C7D3-E3CA-28884443285F}"/>
                    </a:ext>
                  </a:extLst>
                </p:cNvPr>
                <p:cNvPicPr/>
                <p:nvPr/>
              </p:nvPicPr>
              <p:blipFill>
                <a:blip r:embed="rId39"/>
                <a:stretch>
                  <a:fillRect/>
                </a:stretch>
              </p:blipFill>
              <p:spPr>
                <a:xfrm>
                  <a:off x="7371105" y="724335"/>
                  <a:ext cx="878760" cy="848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4DA762A9-702C-69EE-4ED2-C5FEF21A57DF}"/>
                    </a:ext>
                  </a:extLst>
                </p14:cNvPr>
                <p14:cNvContentPartPr/>
                <p14:nvPr/>
              </p14:nvContentPartPr>
              <p14:xfrm>
                <a:off x="7888785" y="478815"/>
                <a:ext cx="302040" cy="92880"/>
              </p14:xfrm>
            </p:contentPart>
          </mc:Choice>
          <mc:Fallback xmlns="">
            <p:pic>
              <p:nvPicPr>
                <p:cNvPr id="28" name="Ink 27">
                  <a:extLst>
                    <a:ext uri="{FF2B5EF4-FFF2-40B4-BE49-F238E27FC236}">
                      <a16:creationId xmlns:a16="http://schemas.microsoft.com/office/drawing/2014/main" id="{4DA762A9-702C-69EE-4ED2-C5FEF21A57DF}"/>
                    </a:ext>
                  </a:extLst>
                </p:cNvPr>
                <p:cNvPicPr/>
                <p:nvPr/>
              </p:nvPicPr>
              <p:blipFill>
                <a:blip r:embed="rId41"/>
                <a:stretch>
                  <a:fillRect/>
                </a:stretch>
              </p:blipFill>
              <p:spPr>
                <a:xfrm>
                  <a:off x="7882665" y="472695"/>
                  <a:ext cx="314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940A47BB-5458-C14D-5A1F-92C6276D8A70}"/>
                    </a:ext>
                  </a:extLst>
                </p14:cNvPr>
                <p14:cNvContentPartPr/>
                <p14:nvPr/>
              </p14:nvContentPartPr>
              <p14:xfrm>
                <a:off x="7878345" y="1563855"/>
                <a:ext cx="20880" cy="25920"/>
              </p14:xfrm>
            </p:contentPart>
          </mc:Choice>
          <mc:Fallback xmlns="">
            <p:pic>
              <p:nvPicPr>
                <p:cNvPr id="30" name="Ink 29">
                  <a:extLst>
                    <a:ext uri="{FF2B5EF4-FFF2-40B4-BE49-F238E27FC236}">
                      <a16:creationId xmlns:a16="http://schemas.microsoft.com/office/drawing/2014/main" id="{940A47BB-5458-C14D-5A1F-92C6276D8A70}"/>
                    </a:ext>
                  </a:extLst>
                </p:cNvPr>
                <p:cNvPicPr/>
                <p:nvPr/>
              </p:nvPicPr>
              <p:blipFill>
                <a:blip r:embed="rId43"/>
                <a:stretch>
                  <a:fillRect/>
                </a:stretch>
              </p:blipFill>
              <p:spPr>
                <a:xfrm>
                  <a:off x="7872225" y="1557735"/>
                  <a:ext cx="33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A5AC8813-8D27-EA02-2A01-47B9F20FAAE9}"/>
                    </a:ext>
                  </a:extLst>
                </p14:cNvPr>
                <p14:cNvContentPartPr/>
                <p14:nvPr/>
              </p14:nvContentPartPr>
              <p14:xfrm>
                <a:off x="7767825" y="1824855"/>
                <a:ext cx="23040" cy="132120"/>
              </p14:xfrm>
            </p:contentPart>
          </mc:Choice>
          <mc:Fallback xmlns="">
            <p:pic>
              <p:nvPicPr>
                <p:cNvPr id="29" name="Ink 28">
                  <a:extLst>
                    <a:ext uri="{FF2B5EF4-FFF2-40B4-BE49-F238E27FC236}">
                      <a16:creationId xmlns:a16="http://schemas.microsoft.com/office/drawing/2014/main" id="{A5AC8813-8D27-EA02-2A01-47B9F20FAAE9}"/>
                    </a:ext>
                  </a:extLst>
                </p:cNvPr>
                <p:cNvPicPr/>
                <p:nvPr/>
              </p:nvPicPr>
              <p:blipFill>
                <a:blip r:embed="rId45"/>
                <a:stretch>
                  <a:fillRect/>
                </a:stretch>
              </p:blipFill>
              <p:spPr>
                <a:xfrm>
                  <a:off x="7761705" y="1818735"/>
                  <a:ext cx="35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7A5CF292-56CC-08EC-04F6-EAD3CD9F4951}"/>
                    </a:ext>
                  </a:extLst>
                </p14:cNvPr>
                <p14:cNvContentPartPr/>
                <p14:nvPr/>
              </p14:nvContentPartPr>
              <p14:xfrm>
                <a:off x="8015505" y="1821975"/>
                <a:ext cx="74520" cy="25920"/>
              </p14:xfrm>
            </p:contentPart>
          </mc:Choice>
          <mc:Fallback xmlns="">
            <p:pic>
              <p:nvPicPr>
                <p:cNvPr id="31" name="Ink 30">
                  <a:extLst>
                    <a:ext uri="{FF2B5EF4-FFF2-40B4-BE49-F238E27FC236}">
                      <a16:creationId xmlns:a16="http://schemas.microsoft.com/office/drawing/2014/main" id="{7A5CF292-56CC-08EC-04F6-EAD3CD9F4951}"/>
                    </a:ext>
                  </a:extLst>
                </p:cNvPr>
                <p:cNvPicPr/>
                <p:nvPr/>
              </p:nvPicPr>
              <p:blipFill>
                <a:blip r:embed="rId47"/>
                <a:stretch>
                  <a:fillRect/>
                </a:stretch>
              </p:blipFill>
              <p:spPr>
                <a:xfrm>
                  <a:off x="8009385" y="1815855"/>
                  <a:ext cx="86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530E37CD-572C-E639-63EF-CD718D92D428}"/>
                    </a:ext>
                  </a:extLst>
                </p14:cNvPr>
                <p14:cNvContentPartPr/>
                <p14:nvPr/>
              </p14:nvContentPartPr>
              <p14:xfrm>
                <a:off x="8123145" y="1918815"/>
                <a:ext cx="54000" cy="37440"/>
              </p14:xfrm>
            </p:contentPart>
          </mc:Choice>
          <mc:Fallback xmlns="">
            <p:pic>
              <p:nvPicPr>
                <p:cNvPr id="32" name="Ink 31">
                  <a:extLst>
                    <a:ext uri="{FF2B5EF4-FFF2-40B4-BE49-F238E27FC236}">
                      <a16:creationId xmlns:a16="http://schemas.microsoft.com/office/drawing/2014/main" id="{530E37CD-572C-E639-63EF-CD718D92D428}"/>
                    </a:ext>
                  </a:extLst>
                </p:cNvPr>
                <p:cNvPicPr/>
                <p:nvPr/>
              </p:nvPicPr>
              <p:blipFill>
                <a:blip r:embed="rId49"/>
                <a:stretch>
                  <a:fillRect/>
                </a:stretch>
              </p:blipFill>
              <p:spPr>
                <a:xfrm>
                  <a:off x="8117025" y="1912695"/>
                  <a:ext cx="662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376324B-C4F6-820F-7B44-F3B3F5038A3A}"/>
                    </a:ext>
                  </a:extLst>
                </p14:cNvPr>
                <p14:cNvContentPartPr/>
                <p14:nvPr/>
              </p14:nvContentPartPr>
              <p14:xfrm>
                <a:off x="8317545" y="1791015"/>
                <a:ext cx="31320" cy="167040"/>
              </p14:xfrm>
            </p:contentPart>
          </mc:Choice>
          <mc:Fallback xmlns="">
            <p:pic>
              <p:nvPicPr>
                <p:cNvPr id="33" name="Ink 32">
                  <a:extLst>
                    <a:ext uri="{FF2B5EF4-FFF2-40B4-BE49-F238E27FC236}">
                      <a16:creationId xmlns:a16="http://schemas.microsoft.com/office/drawing/2014/main" id="{F376324B-C4F6-820F-7B44-F3B3F5038A3A}"/>
                    </a:ext>
                  </a:extLst>
                </p:cNvPr>
                <p:cNvPicPr/>
                <p:nvPr/>
              </p:nvPicPr>
              <p:blipFill>
                <a:blip r:embed="rId51"/>
                <a:stretch>
                  <a:fillRect/>
                </a:stretch>
              </p:blipFill>
              <p:spPr>
                <a:xfrm>
                  <a:off x="8311425" y="1784895"/>
                  <a:ext cx="435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5EFD79A1-A0B8-0B92-7DAE-DE31CC9B285D}"/>
                    </a:ext>
                  </a:extLst>
                </p14:cNvPr>
                <p14:cNvContentPartPr/>
                <p14:nvPr/>
              </p14:nvContentPartPr>
              <p14:xfrm>
                <a:off x="8613105" y="849615"/>
                <a:ext cx="247680" cy="740160"/>
              </p14:xfrm>
            </p:contentPart>
          </mc:Choice>
          <mc:Fallback xmlns="">
            <p:pic>
              <p:nvPicPr>
                <p:cNvPr id="35" name="Ink 34">
                  <a:extLst>
                    <a:ext uri="{FF2B5EF4-FFF2-40B4-BE49-F238E27FC236}">
                      <a16:creationId xmlns:a16="http://schemas.microsoft.com/office/drawing/2014/main" id="{5EFD79A1-A0B8-0B92-7DAE-DE31CC9B285D}"/>
                    </a:ext>
                  </a:extLst>
                </p:cNvPr>
                <p:cNvPicPr/>
                <p:nvPr/>
              </p:nvPicPr>
              <p:blipFill>
                <a:blip r:embed="rId53"/>
                <a:stretch>
                  <a:fillRect/>
                </a:stretch>
              </p:blipFill>
              <p:spPr>
                <a:xfrm>
                  <a:off x="8606985" y="843495"/>
                  <a:ext cx="259920" cy="752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9B774082-BECC-5D5F-D341-94C62B075F95}"/>
                    </a:ext>
                  </a:extLst>
                </p14:cNvPr>
                <p14:cNvContentPartPr/>
                <p14:nvPr/>
              </p14:nvContentPartPr>
              <p14:xfrm>
                <a:off x="9047985" y="828375"/>
                <a:ext cx="492840" cy="519120"/>
              </p14:xfrm>
            </p:contentPart>
          </mc:Choice>
          <mc:Fallback xmlns="">
            <p:pic>
              <p:nvPicPr>
                <p:cNvPr id="36" name="Ink 35">
                  <a:extLst>
                    <a:ext uri="{FF2B5EF4-FFF2-40B4-BE49-F238E27FC236}">
                      <a16:creationId xmlns:a16="http://schemas.microsoft.com/office/drawing/2014/main" id="{9B774082-BECC-5D5F-D341-94C62B075F95}"/>
                    </a:ext>
                  </a:extLst>
                </p:cNvPr>
                <p:cNvPicPr/>
                <p:nvPr/>
              </p:nvPicPr>
              <p:blipFill>
                <a:blip r:embed="rId55"/>
                <a:stretch>
                  <a:fillRect/>
                </a:stretch>
              </p:blipFill>
              <p:spPr>
                <a:xfrm>
                  <a:off x="9041865" y="822255"/>
                  <a:ext cx="50508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1CD9BCC5-ED3A-49A6-6DDE-0C50006E7C2A}"/>
                    </a:ext>
                  </a:extLst>
                </p14:cNvPr>
                <p14:cNvContentPartPr/>
                <p14:nvPr/>
              </p14:nvContentPartPr>
              <p14:xfrm>
                <a:off x="9540105" y="1006215"/>
                <a:ext cx="244440" cy="391680"/>
              </p14:xfrm>
            </p:contentPart>
          </mc:Choice>
          <mc:Fallback xmlns="">
            <p:pic>
              <p:nvPicPr>
                <p:cNvPr id="37" name="Ink 36">
                  <a:extLst>
                    <a:ext uri="{FF2B5EF4-FFF2-40B4-BE49-F238E27FC236}">
                      <a16:creationId xmlns:a16="http://schemas.microsoft.com/office/drawing/2014/main" id="{1CD9BCC5-ED3A-49A6-6DDE-0C50006E7C2A}"/>
                    </a:ext>
                  </a:extLst>
                </p:cNvPr>
                <p:cNvPicPr/>
                <p:nvPr/>
              </p:nvPicPr>
              <p:blipFill>
                <a:blip r:embed="rId57"/>
                <a:stretch>
                  <a:fillRect/>
                </a:stretch>
              </p:blipFill>
              <p:spPr>
                <a:xfrm>
                  <a:off x="9533985" y="1000095"/>
                  <a:ext cx="25668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4F293076-EC61-3372-31EA-0E85624AD5F8}"/>
                    </a:ext>
                  </a:extLst>
                </p14:cNvPr>
                <p14:cNvContentPartPr/>
                <p14:nvPr/>
              </p14:nvContentPartPr>
              <p14:xfrm>
                <a:off x="9893625" y="1012335"/>
                <a:ext cx="378720" cy="351360"/>
              </p14:xfrm>
            </p:contentPart>
          </mc:Choice>
          <mc:Fallback xmlns="">
            <p:pic>
              <p:nvPicPr>
                <p:cNvPr id="39" name="Ink 38">
                  <a:extLst>
                    <a:ext uri="{FF2B5EF4-FFF2-40B4-BE49-F238E27FC236}">
                      <a16:creationId xmlns:a16="http://schemas.microsoft.com/office/drawing/2014/main" id="{4F293076-EC61-3372-31EA-0E85624AD5F8}"/>
                    </a:ext>
                  </a:extLst>
                </p:cNvPr>
                <p:cNvPicPr/>
                <p:nvPr/>
              </p:nvPicPr>
              <p:blipFill>
                <a:blip r:embed="rId59"/>
                <a:stretch>
                  <a:fillRect/>
                </a:stretch>
              </p:blipFill>
              <p:spPr>
                <a:xfrm>
                  <a:off x="9887505" y="1006215"/>
                  <a:ext cx="39096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1AEBB143-2A91-ACE7-7D09-828D87477C85}"/>
                    </a:ext>
                  </a:extLst>
                </p14:cNvPr>
                <p14:cNvContentPartPr/>
                <p14:nvPr/>
              </p14:nvContentPartPr>
              <p14:xfrm>
                <a:off x="10258305" y="798495"/>
                <a:ext cx="109080" cy="222480"/>
              </p14:xfrm>
            </p:contentPart>
          </mc:Choice>
          <mc:Fallback xmlns="">
            <p:pic>
              <p:nvPicPr>
                <p:cNvPr id="40" name="Ink 39">
                  <a:extLst>
                    <a:ext uri="{FF2B5EF4-FFF2-40B4-BE49-F238E27FC236}">
                      <a16:creationId xmlns:a16="http://schemas.microsoft.com/office/drawing/2014/main" id="{1AEBB143-2A91-ACE7-7D09-828D87477C85}"/>
                    </a:ext>
                  </a:extLst>
                </p:cNvPr>
                <p:cNvPicPr/>
                <p:nvPr/>
              </p:nvPicPr>
              <p:blipFill>
                <a:blip r:embed="rId61"/>
                <a:stretch>
                  <a:fillRect/>
                </a:stretch>
              </p:blipFill>
              <p:spPr>
                <a:xfrm>
                  <a:off x="10252185" y="792375"/>
                  <a:ext cx="1213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11513260-FCD3-D054-C1A9-EC8F2C2D0A63}"/>
                    </a:ext>
                  </a:extLst>
                </p14:cNvPr>
                <p14:cNvContentPartPr/>
                <p14:nvPr/>
              </p14:nvContentPartPr>
              <p14:xfrm>
                <a:off x="10232025" y="671775"/>
                <a:ext cx="37080" cy="185400"/>
              </p14:xfrm>
            </p:contentPart>
          </mc:Choice>
          <mc:Fallback xmlns="">
            <p:pic>
              <p:nvPicPr>
                <p:cNvPr id="41" name="Ink 40">
                  <a:extLst>
                    <a:ext uri="{FF2B5EF4-FFF2-40B4-BE49-F238E27FC236}">
                      <a16:creationId xmlns:a16="http://schemas.microsoft.com/office/drawing/2014/main" id="{11513260-FCD3-D054-C1A9-EC8F2C2D0A63}"/>
                    </a:ext>
                  </a:extLst>
                </p:cNvPr>
                <p:cNvPicPr/>
                <p:nvPr/>
              </p:nvPicPr>
              <p:blipFill>
                <a:blip r:embed="rId63"/>
                <a:stretch>
                  <a:fillRect/>
                </a:stretch>
              </p:blipFill>
              <p:spPr>
                <a:xfrm>
                  <a:off x="10225905" y="665655"/>
                  <a:ext cx="493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BF288F18-C999-0463-A62D-2AEC29183B59}"/>
                    </a:ext>
                  </a:extLst>
                </p14:cNvPr>
                <p14:cNvContentPartPr/>
                <p14:nvPr/>
              </p14:nvContentPartPr>
              <p14:xfrm>
                <a:off x="10083345" y="786975"/>
                <a:ext cx="244080" cy="271080"/>
              </p14:xfrm>
            </p:contentPart>
          </mc:Choice>
          <mc:Fallback xmlns="">
            <p:pic>
              <p:nvPicPr>
                <p:cNvPr id="42" name="Ink 41">
                  <a:extLst>
                    <a:ext uri="{FF2B5EF4-FFF2-40B4-BE49-F238E27FC236}">
                      <a16:creationId xmlns:a16="http://schemas.microsoft.com/office/drawing/2014/main" id="{BF288F18-C999-0463-A62D-2AEC29183B59}"/>
                    </a:ext>
                  </a:extLst>
                </p:cNvPr>
                <p:cNvPicPr/>
                <p:nvPr/>
              </p:nvPicPr>
              <p:blipFill>
                <a:blip r:embed="rId65"/>
                <a:stretch>
                  <a:fillRect/>
                </a:stretch>
              </p:blipFill>
              <p:spPr>
                <a:xfrm>
                  <a:off x="10077225" y="780855"/>
                  <a:ext cx="2563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02CAE60E-C4A0-9CFB-B946-0C1CFFF59223}"/>
                    </a:ext>
                  </a:extLst>
                </p14:cNvPr>
                <p14:cNvContentPartPr/>
                <p14:nvPr/>
              </p14:nvContentPartPr>
              <p14:xfrm>
                <a:off x="10289265" y="660615"/>
                <a:ext cx="265680" cy="421200"/>
              </p14:xfrm>
            </p:contentPart>
          </mc:Choice>
          <mc:Fallback xmlns="">
            <p:pic>
              <p:nvPicPr>
                <p:cNvPr id="43" name="Ink 42">
                  <a:extLst>
                    <a:ext uri="{FF2B5EF4-FFF2-40B4-BE49-F238E27FC236}">
                      <a16:creationId xmlns:a16="http://schemas.microsoft.com/office/drawing/2014/main" id="{02CAE60E-C4A0-9CFB-B946-0C1CFFF59223}"/>
                    </a:ext>
                  </a:extLst>
                </p:cNvPr>
                <p:cNvPicPr/>
                <p:nvPr/>
              </p:nvPicPr>
              <p:blipFill>
                <a:blip r:embed="rId67"/>
                <a:stretch>
                  <a:fillRect/>
                </a:stretch>
              </p:blipFill>
              <p:spPr>
                <a:xfrm>
                  <a:off x="10283145" y="654495"/>
                  <a:ext cx="27792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6E77A960-C171-5617-D824-EE3F5072370A}"/>
                    </a:ext>
                  </a:extLst>
                </p14:cNvPr>
                <p14:cNvContentPartPr/>
                <p14:nvPr/>
              </p14:nvContentPartPr>
              <p14:xfrm>
                <a:off x="10278825" y="689415"/>
                <a:ext cx="21600" cy="14760"/>
              </p14:xfrm>
            </p:contentPart>
          </mc:Choice>
          <mc:Fallback xmlns="">
            <p:pic>
              <p:nvPicPr>
                <p:cNvPr id="44" name="Ink 43">
                  <a:extLst>
                    <a:ext uri="{FF2B5EF4-FFF2-40B4-BE49-F238E27FC236}">
                      <a16:creationId xmlns:a16="http://schemas.microsoft.com/office/drawing/2014/main" id="{6E77A960-C171-5617-D824-EE3F5072370A}"/>
                    </a:ext>
                  </a:extLst>
                </p:cNvPr>
                <p:cNvPicPr/>
                <p:nvPr/>
              </p:nvPicPr>
              <p:blipFill>
                <a:blip r:embed="rId69"/>
                <a:stretch>
                  <a:fillRect/>
                </a:stretch>
              </p:blipFill>
              <p:spPr>
                <a:xfrm>
                  <a:off x="10272705" y="683295"/>
                  <a:ext cx="338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73717458-2804-73EB-4F1B-62F09D231AE0}"/>
                    </a:ext>
                  </a:extLst>
                </p14:cNvPr>
                <p14:cNvContentPartPr/>
                <p14:nvPr/>
              </p14:nvContentPartPr>
              <p14:xfrm>
                <a:off x="10513545" y="1209975"/>
                <a:ext cx="433080" cy="34920"/>
              </p14:xfrm>
            </p:contentPart>
          </mc:Choice>
          <mc:Fallback xmlns="">
            <p:pic>
              <p:nvPicPr>
                <p:cNvPr id="46" name="Ink 45">
                  <a:extLst>
                    <a:ext uri="{FF2B5EF4-FFF2-40B4-BE49-F238E27FC236}">
                      <a16:creationId xmlns:a16="http://schemas.microsoft.com/office/drawing/2014/main" id="{73717458-2804-73EB-4F1B-62F09D231AE0}"/>
                    </a:ext>
                  </a:extLst>
                </p:cNvPr>
                <p:cNvPicPr/>
                <p:nvPr/>
              </p:nvPicPr>
              <p:blipFill>
                <a:blip r:embed="rId71"/>
                <a:stretch>
                  <a:fillRect/>
                </a:stretch>
              </p:blipFill>
              <p:spPr>
                <a:xfrm>
                  <a:off x="10507425" y="1203855"/>
                  <a:ext cx="4453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38C2D08-5726-B2AD-9631-49C6808291A0}"/>
                    </a:ext>
                  </a:extLst>
                </p14:cNvPr>
                <p14:cNvContentPartPr/>
                <p14:nvPr/>
              </p14:nvContentPartPr>
              <p14:xfrm>
                <a:off x="11016105" y="928815"/>
                <a:ext cx="340560" cy="966240"/>
              </p14:xfrm>
            </p:contentPart>
          </mc:Choice>
          <mc:Fallback xmlns="">
            <p:pic>
              <p:nvPicPr>
                <p:cNvPr id="47" name="Ink 46">
                  <a:extLst>
                    <a:ext uri="{FF2B5EF4-FFF2-40B4-BE49-F238E27FC236}">
                      <a16:creationId xmlns:a16="http://schemas.microsoft.com/office/drawing/2014/main" id="{F38C2D08-5726-B2AD-9631-49C6808291A0}"/>
                    </a:ext>
                  </a:extLst>
                </p:cNvPr>
                <p:cNvPicPr/>
                <p:nvPr/>
              </p:nvPicPr>
              <p:blipFill>
                <a:blip r:embed="rId73"/>
                <a:stretch>
                  <a:fillRect/>
                </a:stretch>
              </p:blipFill>
              <p:spPr>
                <a:xfrm>
                  <a:off x="11009985" y="922695"/>
                  <a:ext cx="352800" cy="978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BEC256E0-4F85-7037-2143-8B7B3648ACB7}"/>
                    </a:ext>
                  </a:extLst>
                </p14:cNvPr>
                <p14:cNvContentPartPr/>
                <p14:nvPr/>
              </p14:nvContentPartPr>
              <p14:xfrm>
                <a:off x="9834225" y="1050495"/>
                <a:ext cx="67680" cy="405720"/>
              </p14:xfrm>
            </p:contentPart>
          </mc:Choice>
          <mc:Fallback xmlns="">
            <p:pic>
              <p:nvPicPr>
                <p:cNvPr id="49" name="Ink 48">
                  <a:extLst>
                    <a:ext uri="{FF2B5EF4-FFF2-40B4-BE49-F238E27FC236}">
                      <a16:creationId xmlns:a16="http://schemas.microsoft.com/office/drawing/2014/main" id="{BEC256E0-4F85-7037-2143-8B7B3648ACB7}"/>
                    </a:ext>
                  </a:extLst>
                </p:cNvPr>
                <p:cNvPicPr/>
                <p:nvPr/>
              </p:nvPicPr>
              <p:blipFill>
                <a:blip r:embed="rId75"/>
                <a:stretch>
                  <a:fillRect/>
                </a:stretch>
              </p:blipFill>
              <p:spPr>
                <a:xfrm>
                  <a:off x="9828105" y="1044375"/>
                  <a:ext cx="7992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7813CF66-6532-E435-340B-058B12E82C23}"/>
                    </a:ext>
                  </a:extLst>
                </p14:cNvPr>
                <p14:cNvContentPartPr/>
                <p14:nvPr/>
              </p14:nvContentPartPr>
              <p14:xfrm>
                <a:off x="10099545" y="1058055"/>
                <a:ext cx="108000" cy="457920"/>
              </p14:xfrm>
            </p:contentPart>
          </mc:Choice>
          <mc:Fallback xmlns="">
            <p:pic>
              <p:nvPicPr>
                <p:cNvPr id="50" name="Ink 49">
                  <a:extLst>
                    <a:ext uri="{FF2B5EF4-FFF2-40B4-BE49-F238E27FC236}">
                      <a16:creationId xmlns:a16="http://schemas.microsoft.com/office/drawing/2014/main" id="{7813CF66-6532-E435-340B-058B12E82C23}"/>
                    </a:ext>
                  </a:extLst>
                </p:cNvPr>
                <p:cNvPicPr/>
                <p:nvPr/>
              </p:nvPicPr>
              <p:blipFill>
                <a:blip r:embed="rId77"/>
                <a:stretch>
                  <a:fillRect/>
                </a:stretch>
              </p:blipFill>
              <p:spPr>
                <a:xfrm>
                  <a:off x="10093425" y="1051935"/>
                  <a:ext cx="12024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250E82AD-83A3-E823-19CE-4FE3AF128AA2}"/>
                    </a:ext>
                  </a:extLst>
                </p14:cNvPr>
                <p14:cNvContentPartPr/>
                <p14:nvPr/>
              </p14:nvContentPartPr>
              <p14:xfrm>
                <a:off x="11481225" y="650175"/>
                <a:ext cx="104040" cy="208080"/>
              </p14:xfrm>
            </p:contentPart>
          </mc:Choice>
          <mc:Fallback xmlns="">
            <p:pic>
              <p:nvPicPr>
                <p:cNvPr id="52" name="Ink 51">
                  <a:extLst>
                    <a:ext uri="{FF2B5EF4-FFF2-40B4-BE49-F238E27FC236}">
                      <a16:creationId xmlns:a16="http://schemas.microsoft.com/office/drawing/2014/main" id="{250E82AD-83A3-E823-19CE-4FE3AF128AA2}"/>
                    </a:ext>
                  </a:extLst>
                </p:cNvPr>
                <p:cNvPicPr/>
                <p:nvPr/>
              </p:nvPicPr>
              <p:blipFill>
                <a:blip r:embed="rId79"/>
                <a:stretch>
                  <a:fillRect/>
                </a:stretch>
              </p:blipFill>
              <p:spPr>
                <a:xfrm>
                  <a:off x="11475105" y="644055"/>
                  <a:ext cx="1162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458ECF3B-609E-EE6D-C638-D60F4305CEDD}"/>
                    </a:ext>
                  </a:extLst>
                </p14:cNvPr>
                <p14:cNvContentPartPr/>
                <p14:nvPr/>
              </p14:nvContentPartPr>
              <p14:xfrm>
                <a:off x="11501745" y="466215"/>
                <a:ext cx="102240" cy="16920"/>
              </p14:xfrm>
            </p:contentPart>
          </mc:Choice>
          <mc:Fallback xmlns="">
            <p:pic>
              <p:nvPicPr>
                <p:cNvPr id="53" name="Ink 52">
                  <a:extLst>
                    <a:ext uri="{FF2B5EF4-FFF2-40B4-BE49-F238E27FC236}">
                      <a16:creationId xmlns:a16="http://schemas.microsoft.com/office/drawing/2014/main" id="{458ECF3B-609E-EE6D-C638-D60F4305CEDD}"/>
                    </a:ext>
                  </a:extLst>
                </p:cNvPr>
                <p:cNvPicPr/>
                <p:nvPr/>
              </p:nvPicPr>
              <p:blipFill>
                <a:blip r:embed="rId81"/>
                <a:stretch>
                  <a:fillRect/>
                </a:stretch>
              </p:blipFill>
              <p:spPr>
                <a:xfrm>
                  <a:off x="11495625" y="460095"/>
                  <a:ext cx="1144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79E32774-2E22-6F34-CC5A-9EA316509163}"/>
                    </a:ext>
                  </a:extLst>
                </p14:cNvPr>
                <p14:cNvContentPartPr/>
                <p14:nvPr/>
              </p14:nvContentPartPr>
              <p14:xfrm>
                <a:off x="11356665" y="644055"/>
                <a:ext cx="88200" cy="325440"/>
              </p14:xfrm>
            </p:contentPart>
          </mc:Choice>
          <mc:Fallback xmlns="">
            <p:pic>
              <p:nvPicPr>
                <p:cNvPr id="54" name="Ink 53">
                  <a:extLst>
                    <a:ext uri="{FF2B5EF4-FFF2-40B4-BE49-F238E27FC236}">
                      <a16:creationId xmlns:a16="http://schemas.microsoft.com/office/drawing/2014/main" id="{79E32774-2E22-6F34-CC5A-9EA316509163}"/>
                    </a:ext>
                  </a:extLst>
                </p:cNvPr>
                <p:cNvPicPr/>
                <p:nvPr/>
              </p:nvPicPr>
              <p:blipFill>
                <a:blip r:embed="rId83"/>
                <a:stretch>
                  <a:fillRect/>
                </a:stretch>
              </p:blipFill>
              <p:spPr>
                <a:xfrm>
                  <a:off x="11350545" y="637935"/>
                  <a:ext cx="1004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03105F0D-0CCD-E48C-CC12-81E43B2E490E}"/>
                    </a:ext>
                  </a:extLst>
                </p14:cNvPr>
                <p14:cNvContentPartPr/>
                <p14:nvPr/>
              </p14:nvContentPartPr>
              <p14:xfrm>
                <a:off x="11597865" y="525975"/>
                <a:ext cx="193680" cy="386280"/>
              </p14:xfrm>
            </p:contentPart>
          </mc:Choice>
          <mc:Fallback xmlns="">
            <p:pic>
              <p:nvPicPr>
                <p:cNvPr id="55" name="Ink 54">
                  <a:extLst>
                    <a:ext uri="{FF2B5EF4-FFF2-40B4-BE49-F238E27FC236}">
                      <a16:creationId xmlns:a16="http://schemas.microsoft.com/office/drawing/2014/main" id="{03105F0D-0CCD-E48C-CC12-81E43B2E490E}"/>
                    </a:ext>
                  </a:extLst>
                </p:cNvPr>
                <p:cNvPicPr/>
                <p:nvPr/>
              </p:nvPicPr>
              <p:blipFill>
                <a:blip r:embed="rId85"/>
                <a:stretch>
                  <a:fillRect/>
                </a:stretch>
              </p:blipFill>
              <p:spPr>
                <a:xfrm>
                  <a:off x="11591745" y="519855"/>
                  <a:ext cx="20592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2E8DE6CC-65F8-214F-FB41-9A41554FA0E6}"/>
                    </a:ext>
                  </a:extLst>
                </p14:cNvPr>
                <p14:cNvContentPartPr/>
                <p14:nvPr/>
              </p14:nvContentPartPr>
              <p14:xfrm>
                <a:off x="11629905" y="586455"/>
                <a:ext cx="343800" cy="847080"/>
              </p14:xfrm>
            </p:contentPart>
          </mc:Choice>
          <mc:Fallback xmlns="">
            <p:pic>
              <p:nvPicPr>
                <p:cNvPr id="57" name="Ink 56">
                  <a:extLst>
                    <a:ext uri="{FF2B5EF4-FFF2-40B4-BE49-F238E27FC236}">
                      <a16:creationId xmlns:a16="http://schemas.microsoft.com/office/drawing/2014/main" id="{2E8DE6CC-65F8-214F-FB41-9A41554FA0E6}"/>
                    </a:ext>
                  </a:extLst>
                </p:cNvPr>
                <p:cNvPicPr/>
                <p:nvPr/>
              </p:nvPicPr>
              <p:blipFill>
                <a:blip r:embed="rId87"/>
                <a:stretch>
                  <a:fillRect/>
                </a:stretch>
              </p:blipFill>
              <p:spPr>
                <a:xfrm>
                  <a:off x="11623785" y="580335"/>
                  <a:ext cx="356040" cy="859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D21DA751-243B-2008-BF20-F8DEC56AF2A8}"/>
                    </a:ext>
                  </a:extLst>
                </p14:cNvPr>
                <p14:cNvContentPartPr/>
                <p14:nvPr/>
              </p14:nvContentPartPr>
              <p14:xfrm>
                <a:off x="12009345" y="475215"/>
                <a:ext cx="153360" cy="189720"/>
              </p14:xfrm>
            </p:contentPart>
          </mc:Choice>
          <mc:Fallback xmlns="">
            <p:pic>
              <p:nvPicPr>
                <p:cNvPr id="58" name="Ink 57">
                  <a:extLst>
                    <a:ext uri="{FF2B5EF4-FFF2-40B4-BE49-F238E27FC236}">
                      <a16:creationId xmlns:a16="http://schemas.microsoft.com/office/drawing/2014/main" id="{D21DA751-243B-2008-BF20-F8DEC56AF2A8}"/>
                    </a:ext>
                  </a:extLst>
                </p:cNvPr>
                <p:cNvPicPr/>
                <p:nvPr/>
              </p:nvPicPr>
              <p:blipFill>
                <a:blip r:embed="rId89"/>
                <a:stretch>
                  <a:fillRect/>
                </a:stretch>
              </p:blipFill>
              <p:spPr>
                <a:xfrm>
                  <a:off x="12003225" y="469095"/>
                  <a:ext cx="165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Ink 59">
                  <a:extLst>
                    <a:ext uri="{FF2B5EF4-FFF2-40B4-BE49-F238E27FC236}">
                      <a16:creationId xmlns:a16="http://schemas.microsoft.com/office/drawing/2014/main" id="{EFE3E289-7098-7497-C31D-237162B896E2}"/>
                    </a:ext>
                  </a:extLst>
                </p14:cNvPr>
                <p14:cNvContentPartPr/>
                <p14:nvPr/>
              </p14:nvContentPartPr>
              <p14:xfrm>
                <a:off x="9014505" y="1496175"/>
                <a:ext cx="2800080" cy="855000"/>
              </p14:xfrm>
            </p:contentPart>
          </mc:Choice>
          <mc:Fallback xmlns="">
            <p:pic>
              <p:nvPicPr>
                <p:cNvPr id="60" name="Ink 59">
                  <a:extLst>
                    <a:ext uri="{FF2B5EF4-FFF2-40B4-BE49-F238E27FC236}">
                      <a16:creationId xmlns:a16="http://schemas.microsoft.com/office/drawing/2014/main" id="{EFE3E289-7098-7497-C31D-237162B896E2}"/>
                    </a:ext>
                  </a:extLst>
                </p:cNvPr>
                <p:cNvPicPr/>
                <p:nvPr/>
              </p:nvPicPr>
              <p:blipFill>
                <a:blip r:embed="rId91"/>
                <a:stretch>
                  <a:fillRect/>
                </a:stretch>
              </p:blipFill>
              <p:spPr>
                <a:xfrm>
                  <a:off x="9008385" y="1490055"/>
                  <a:ext cx="2812320" cy="867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406AC966-91B1-470F-756C-0B14789BF1EF}"/>
                    </a:ext>
                  </a:extLst>
                </p14:cNvPr>
                <p14:cNvContentPartPr/>
                <p14:nvPr/>
              </p14:nvContentPartPr>
              <p14:xfrm>
                <a:off x="9131505" y="1892535"/>
                <a:ext cx="10440" cy="199440"/>
              </p14:xfrm>
            </p:contentPart>
          </mc:Choice>
          <mc:Fallback xmlns="">
            <p:pic>
              <p:nvPicPr>
                <p:cNvPr id="61" name="Ink 60">
                  <a:extLst>
                    <a:ext uri="{FF2B5EF4-FFF2-40B4-BE49-F238E27FC236}">
                      <a16:creationId xmlns:a16="http://schemas.microsoft.com/office/drawing/2014/main" id="{406AC966-91B1-470F-756C-0B14789BF1EF}"/>
                    </a:ext>
                  </a:extLst>
                </p:cNvPr>
                <p:cNvPicPr/>
                <p:nvPr/>
              </p:nvPicPr>
              <p:blipFill>
                <a:blip r:embed="rId93"/>
                <a:stretch>
                  <a:fillRect/>
                </a:stretch>
              </p:blipFill>
              <p:spPr>
                <a:xfrm>
                  <a:off x="9125385" y="1886415"/>
                  <a:ext cx="226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13559413-3027-F136-7FE4-4F5CA81B1AA2}"/>
                    </a:ext>
                  </a:extLst>
                </p14:cNvPr>
                <p14:cNvContentPartPr/>
                <p14:nvPr/>
              </p14:nvContentPartPr>
              <p14:xfrm>
                <a:off x="8226105" y="2262255"/>
                <a:ext cx="1709280" cy="395640"/>
              </p14:xfrm>
            </p:contentPart>
          </mc:Choice>
          <mc:Fallback xmlns="">
            <p:pic>
              <p:nvPicPr>
                <p:cNvPr id="63" name="Ink 62">
                  <a:extLst>
                    <a:ext uri="{FF2B5EF4-FFF2-40B4-BE49-F238E27FC236}">
                      <a16:creationId xmlns:a16="http://schemas.microsoft.com/office/drawing/2014/main" id="{13559413-3027-F136-7FE4-4F5CA81B1AA2}"/>
                    </a:ext>
                  </a:extLst>
                </p:cNvPr>
                <p:cNvPicPr/>
                <p:nvPr/>
              </p:nvPicPr>
              <p:blipFill>
                <a:blip r:embed="rId95"/>
                <a:stretch>
                  <a:fillRect/>
                </a:stretch>
              </p:blipFill>
              <p:spPr>
                <a:xfrm>
                  <a:off x="8219985" y="2256135"/>
                  <a:ext cx="172152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67FDCEA0-37BA-436C-0075-F46F36493243}"/>
                    </a:ext>
                  </a:extLst>
                </p14:cNvPr>
                <p14:cNvContentPartPr/>
                <p14:nvPr/>
              </p14:nvContentPartPr>
              <p14:xfrm>
                <a:off x="4100865" y="2529735"/>
                <a:ext cx="4239720" cy="483840"/>
              </p14:xfrm>
            </p:contentPart>
          </mc:Choice>
          <mc:Fallback xmlns="">
            <p:pic>
              <p:nvPicPr>
                <p:cNvPr id="65" name="Ink 64">
                  <a:extLst>
                    <a:ext uri="{FF2B5EF4-FFF2-40B4-BE49-F238E27FC236}">
                      <a16:creationId xmlns:a16="http://schemas.microsoft.com/office/drawing/2014/main" id="{67FDCEA0-37BA-436C-0075-F46F36493243}"/>
                    </a:ext>
                  </a:extLst>
                </p:cNvPr>
                <p:cNvPicPr/>
                <p:nvPr/>
              </p:nvPicPr>
              <p:blipFill>
                <a:blip r:embed="rId97"/>
                <a:stretch>
                  <a:fillRect/>
                </a:stretch>
              </p:blipFill>
              <p:spPr>
                <a:xfrm>
                  <a:off x="4094745" y="2523615"/>
                  <a:ext cx="425196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D7AB1931-6B7B-8ACF-98D4-B905E33D00CD}"/>
                    </a:ext>
                  </a:extLst>
                </p14:cNvPr>
                <p14:cNvContentPartPr/>
                <p14:nvPr/>
              </p14:nvContentPartPr>
              <p14:xfrm>
                <a:off x="4200225" y="2879655"/>
                <a:ext cx="460080" cy="151560"/>
              </p14:xfrm>
            </p:contentPart>
          </mc:Choice>
          <mc:Fallback xmlns="">
            <p:pic>
              <p:nvPicPr>
                <p:cNvPr id="66" name="Ink 65">
                  <a:extLst>
                    <a:ext uri="{FF2B5EF4-FFF2-40B4-BE49-F238E27FC236}">
                      <a16:creationId xmlns:a16="http://schemas.microsoft.com/office/drawing/2014/main" id="{D7AB1931-6B7B-8ACF-98D4-B905E33D00CD}"/>
                    </a:ext>
                  </a:extLst>
                </p:cNvPr>
                <p:cNvPicPr/>
                <p:nvPr/>
              </p:nvPicPr>
              <p:blipFill>
                <a:blip r:embed="rId99"/>
                <a:stretch>
                  <a:fillRect/>
                </a:stretch>
              </p:blipFill>
              <p:spPr>
                <a:xfrm>
                  <a:off x="4194105" y="2873535"/>
                  <a:ext cx="4723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64B66BF2-D905-0A85-958B-A8747CC979E9}"/>
                    </a:ext>
                  </a:extLst>
                </p14:cNvPr>
                <p14:cNvContentPartPr/>
                <p14:nvPr/>
              </p14:nvContentPartPr>
              <p14:xfrm>
                <a:off x="3983145" y="3052455"/>
                <a:ext cx="375120" cy="88920"/>
              </p14:xfrm>
            </p:contentPart>
          </mc:Choice>
          <mc:Fallback xmlns="">
            <p:pic>
              <p:nvPicPr>
                <p:cNvPr id="67" name="Ink 66">
                  <a:extLst>
                    <a:ext uri="{FF2B5EF4-FFF2-40B4-BE49-F238E27FC236}">
                      <a16:creationId xmlns:a16="http://schemas.microsoft.com/office/drawing/2014/main" id="{64B66BF2-D905-0A85-958B-A8747CC979E9}"/>
                    </a:ext>
                  </a:extLst>
                </p:cNvPr>
                <p:cNvPicPr/>
                <p:nvPr/>
              </p:nvPicPr>
              <p:blipFill>
                <a:blip r:embed="rId101"/>
                <a:stretch>
                  <a:fillRect/>
                </a:stretch>
              </p:blipFill>
              <p:spPr>
                <a:xfrm>
                  <a:off x="3977025" y="3046335"/>
                  <a:ext cx="38736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253EBAE3-E677-EDA7-C984-30C50BDD85BB}"/>
                    </a:ext>
                  </a:extLst>
                </p14:cNvPr>
                <p14:cNvContentPartPr/>
                <p14:nvPr/>
              </p14:nvContentPartPr>
              <p14:xfrm>
                <a:off x="4378785" y="2751855"/>
                <a:ext cx="255240" cy="298800"/>
              </p14:xfrm>
            </p:contentPart>
          </mc:Choice>
          <mc:Fallback xmlns="">
            <p:pic>
              <p:nvPicPr>
                <p:cNvPr id="68" name="Ink 67">
                  <a:extLst>
                    <a:ext uri="{FF2B5EF4-FFF2-40B4-BE49-F238E27FC236}">
                      <a16:creationId xmlns:a16="http://schemas.microsoft.com/office/drawing/2014/main" id="{253EBAE3-E677-EDA7-C984-30C50BDD85BB}"/>
                    </a:ext>
                  </a:extLst>
                </p:cNvPr>
                <p:cNvPicPr/>
                <p:nvPr/>
              </p:nvPicPr>
              <p:blipFill>
                <a:blip r:embed="rId103"/>
                <a:stretch>
                  <a:fillRect/>
                </a:stretch>
              </p:blipFill>
              <p:spPr>
                <a:xfrm>
                  <a:off x="4372665" y="2745735"/>
                  <a:ext cx="2674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0" name="Ink 69">
                  <a:extLst>
                    <a:ext uri="{FF2B5EF4-FFF2-40B4-BE49-F238E27FC236}">
                      <a16:creationId xmlns:a16="http://schemas.microsoft.com/office/drawing/2014/main" id="{A51C0BE6-FB04-6DA3-2C8B-9B1770305547}"/>
                    </a:ext>
                  </a:extLst>
                </p14:cNvPr>
                <p14:cNvContentPartPr/>
                <p14:nvPr/>
              </p14:nvContentPartPr>
              <p14:xfrm>
                <a:off x="2640705" y="3231375"/>
                <a:ext cx="770040" cy="851400"/>
              </p14:xfrm>
            </p:contentPart>
          </mc:Choice>
          <mc:Fallback xmlns="">
            <p:pic>
              <p:nvPicPr>
                <p:cNvPr id="70" name="Ink 69">
                  <a:extLst>
                    <a:ext uri="{FF2B5EF4-FFF2-40B4-BE49-F238E27FC236}">
                      <a16:creationId xmlns:a16="http://schemas.microsoft.com/office/drawing/2014/main" id="{A51C0BE6-FB04-6DA3-2C8B-9B1770305547}"/>
                    </a:ext>
                  </a:extLst>
                </p:cNvPr>
                <p:cNvPicPr/>
                <p:nvPr/>
              </p:nvPicPr>
              <p:blipFill>
                <a:blip r:embed="rId105"/>
                <a:stretch>
                  <a:fillRect/>
                </a:stretch>
              </p:blipFill>
              <p:spPr>
                <a:xfrm>
                  <a:off x="2634585" y="3225255"/>
                  <a:ext cx="782280" cy="863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1A4CEBCE-3068-AA58-6C66-BFED2CF48E5C}"/>
                    </a:ext>
                  </a:extLst>
                </p14:cNvPr>
                <p14:cNvContentPartPr/>
                <p14:nvPr/>
              </p14:nvContentPartPr>
              <p14:xfrm>
                <a:off x="3506145" y="3639615"/>
                <a:ext cx="200520" cy="469800"/>
              </p14:xfrm>
            </p:contentPart>
          </mc:Choice>
          <mc:Fallback xmlns="">
            <p:pic>
              <p:nvPicPr>
                <p:cNvPr id="71" name="Ink 70">
                  <a:extLst>
                    <a:ext uri="{FF2B5EF4-FFF2-40B4-BE49-F238E27FC236}">
                      <a16:creationId xmlns:a16="http://schemas.microsoft.com/office/drawing/2014/main" id="{1A4CEBCE-3068-AA58-6C66-BFED2CF48E5C}"/>
                    </a:ext>
                  </a:extLst>
                </p:cNvPr>
                <p:cNvPicPr/>
                <p:nvPr/>
              </p:nvPicPr>
              <p:blipFill>
                <a:blip r:embed="rId107"/>
                <a:stretch>
                  <a:fillRect/>
                </a:stretch>
              </p:blipFill>
              <p:spPr>
                <a:xfrm>
                  <a:off x="3500025" y="3633495"/>
                  <a:ext cx="212760" cy="482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2" name="Ink 71">
                  <a:extLst>
                    <a:ext uri="{FF2B5EF4-FFF2-40B4-BE49-F238E27FC236}">
                      <a16:creationId xmlns:a16="http://schemas.microsoft.com/office/drawing/2014/main" id="{FD89B370-2273-9282-5B7B-8CACEE2E8CC1}"/>
                    </a:ext>
                  </a:extLst>
                </p14:cNvPr>
                <p14:cNvContentPartPr/>
                <p14:nvPr/>
              </p14:nvContentPartPr>
              <p14:xfrm>
                <a:off x="4004745" y="3391935"/>
                <a:ext cx="27720" cy="595800"/>
              </p14:xfrm>
            </p:contentPart>
          </mc:Choice>
          <mc:Fallback xmlns="">
            <p:pic>
              <p:nvPicPr>
                <p:cNvPr id="72" name="Ink 71">
                  <a:extLst>
                    <a:ext uri="{FF2B5EF4-FFF2-40B4-BE49-F238E27FC236}">
                      <a16:creationId xmlns:a16="http://schemas.microsoft.com/office/drawing/2014/main" id="{FD89B370-2273-9282-5B7B-8CACEE2E8CC1}"/>
                    </a:ext>
                  </a:extLst>
                </p:cNvPr>
                <p:cNvPicPr/>
                <p:nvPr/>
              </p:nvPicPr>
              <p:blipFill>
                <a:blip r:embed="rId109"/>
                <a:stretch>
                  <a:fillRect/>
                </a:stretch>
              </p:blipFill>
              <p:spPr>
                <a:xfrm>
                  <a:off x="3998625" y="3385815"/>
                  <a:ext cx="3996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3" name="Ink 72">
                  <a:extLst>
                    <a:ext uri="{FF2B5EF4-FFF2-40B4-BE49-F238E27FC236}">
                      <a16:creationId xmlns:a16="http://schemas.microsoft.com/office/drawing/2014/main" id="{00CE4CDB-C3A9-2E8B-0B9E-0BA31DF50F79}"/>
                    </a:ext>
                  </a:extLst>
                </p14:cNvPr>
                <p14:cNvContentPartPr/>
                <p14:nvPr/>
              </p14:nvContentPartPr>
              <p14:xfrm>
                <a:off x="3764985" y="3738615"/>
                <a:ext cx="351360" cy="103320"/>
              </p14:xfrm>
            </p:contentPart>
          </mc:Choice>
          <mc:Fallback xmlns="">
            <p:pic>
              <p:nvPicPr>
                <p:cNvPr id="73" name="Ink 72">
                  <a:extLst>
                    <a:ext uri="{FF2B5EF4-FFF2-40B4-BE49-F238E27FC236}">
                      <a16:creationId xmlns:a16="http://schemas.microsoft.com/office/drawing/2014/main" id="{00CE4CDB-C3A9-2E8B-0B9E-0BA31DF50F79}"/>
                    </a:ext>
                  </a:extLst>
                </p:cNvPr>
                <p:cNvPicPr/>
                <p:nvPr/>
              </p:nvPicPr>
              <p:blipFill>
                <a:blip r:embed="rId111"/>
                <a:stretch>
                  <a:fillRect/>
                </a:stretch>
              </p:blipFill>
              <p:spPr>
                <a:xfrm>
                  <a:off x="3758865" y="3732495"/>
                  <a:ext cx="363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5" name="Ink 74">
                  <a:extLst>
                    <a:ext uri="{FF2B5EF4-FFF2-40B4-BE49-F238E27FC236}">
                      <a16:creationId xmlns:a16="http://schemas.microsoft.com/office/drawing/2014/main" id="{CB9AD7D9-B958-EA91-FE8F-EFBA70A4B24E}"/>
                    </a:ext>
                  </a:extLst>
                </p14:cNvPr>
                <p14:cNvContentPartPr/>
                <p14:nvPr/>
              </p14:nvContentPartPr>
              <p14:xfrm>
                <a:off x="4328385" y="3267375"/>
                <a:ext cx="444960" cy="807120"/>
              </p14:xfrm>
            </p:contentPart>
          </mc:Choice>
          <mc:Fallback xmlns="">
            <p:pic>
              <p:nvPicPr>
                <p:cNvPr id="75" name="Ink 74">
                  <a:extLst>
                    <a:ext uri="{FF2B5EF4-FFF2-40B4-BE49-F238E27FC236}">
                      <a16:creationId xmlns:a16="http://schemas.microsoft.com/office/drawing/2014/main" id="{CB9AD7D9-B958-EA91-FE8F-EFBA70A4B24E}"/>
                    </a:ext>
                  </a:extLst>
                </p:cNvPr>
                <p:cNvPicPr/>
                <p:nvPr/>
              </p:nvPicPr>
              <p:blipFill>
                <a:blip r:embed="rId113"/>
                <a:stretch>
                  <a:fillRect/>
                </a:stretch>
              </p:blipFill>
              <p:spPr>
                <a:xfrm>
                  <a:off x="4322265" y="3261255"/>
                  <a:ext cx="457200" cy="819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Ink 75">
                  <a:extLst>
                    <a:ext uri="{FF2B5EF4-FFF2-40B4-BE49-F238E27FC236}">
                      <a16:creationId xmlns:a16="http://schemas.microsoft.com/office/drawing/2014/main" id="{388C2127-72D2-CC34-A492-315A7BE1D4EC}"/>
                    </a:ext>
                  </a:extLst>
                </p14:cNvPr>
                <p14:cNvContentPartPr/>
                <p14:nvPr/>
              </p14:nvContentPartPr>
              <p14:xfrm>
                <a:off x="4890705" y="3216615"/>
                <a:ext cx="612000" cy="559440"/>
              </p14:xfrm>
            </p:contentPart>
          </mc:Choice>
          <mc:Fallback xmlns="">
            <p:pic>
              <p:nvPicPr>
                <p:cNvPr id="76" name="Ink 75">
                  <a:extLst>
                    <a:ext uri="{FF2B5EF4-FFF2-40B4-BE49-F238E27FC236}">
                      <a16:creationId xmlns:a16="http://schemas.microsoft.com/office/drawing/2014/main" id="{388C2127-72D2-CC34-A492-315A7BE1D4EC}"/>
                    </a:ext>
                  </a:extLst>
                </p:cNvPr>
                <p:cNvPicPr/>
                <p:nvPr/>
              </p:nvPicPr>
              <p:blipFill>
                <a:blip r:embed="rId115"/>
                <a:stretch>
                  <a:fillRect/>
                </a:stretch>
              </p:blipFill>
              <p:spPr>
                <a:xfrm>
                  <a:off x="4884585" y="3210495"/>
                  <a:ext cx="62424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8ED73C9B-D0AD-6124-CD1A-9EE5ABCCAD63}"/>
                    </a:ext>
                  </a:extLst>
                </p14:cNvPr>
                <p14:cNvContentPartPr/>
                <p14:nvPr/>
              </p14:nvContentPartPr>
              <p14:xfrm>
                <a:off x="5499825" y="3184935"/>
                <a:ext cx="345600" cy="630000"/>
              </p14:xfrm>
            </p:contentPart>
          </mc:Choice>
          <mc:Fallback xmlns="">
            <p:pic>
              <p:nvPicPr>
                <p:cNvPr id="78" name="Ink 77">
                  <a:extLst>
                    <a:ext uri="{FF2B5EF4-FFF2-40B4-BE49-F238E27FC236}">
                      <a16:creationId xmlns:a16="http://schemas.microsoft.com/office/drawing/2014/main" id="{8ED73C9B-D0AD-6124-CD1A-9EE5ABCCAD63}"/>
                    </a:ext>
                  </a:extLst>
                </p:cNvPr>
                <p:cNvPicPr/>
                <p:nvPr/>
              </p:nvPicPr>
              <p:blipFill>
                <a:blip r:embed="rId117"/>
                <a:stretch>
                  <a:fillRect/>
                </a:stretch>
              </p:blipFill>
              <p:spPr>
                <a:xfrm>
                  <a:off x="5493705" y="3178815"/>
                  <a:ext cx="35784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F85AEC5C-816D-30B0-5799-45DEEC7B2BD3}"/>
                    </a:ext>
                  </a:extLst>
                </p14:cNvPr>
                <p14:cNvContentPartPr/>
                <p14:nvPr/>
              </p14:nvContentPartPr>
              <p14:xfrm>
                <a:off x="5981145" y="3294015"/>
                <a:ext cx="582120" cy="405000"/>
              </p14:xfrm>
            </p:contentPart>
          </mc:Choice>
          <mc:Fallback xmlns="">
            <p:pic>
              <p:nvPicPr>
                <p:cNvPr id="79" name="Ink 78">
                  <a:extLst>
                    <a:ext uri="{FF2B5EF4-FFF2-40B4-BE49-F238E27FC236}">
                      <a16:creationId xmlns:a16="http://schemas.microsoft.com/office/drawing/2014/main" id="{F85AEC5C-816D-30B0-5799-45DEEC7B2BD3}"/>
                    </a:ext>
                  </a:extLst>
                </p:cNvPr>
                <p:cNvPicPr/>
                <p:nvPr/>
              </p:nvPicPr>
              <p:blipFill>
                <a:blip r:embed="rId119"/>
                <a:stretch>
                  <a:fillRect/>
                </a:stretch>
              </p:blipFill>
              <p:spPr>
                <a:xfrm>
                  <a:off x="5975025" y="3287895"/>
                  <a:ext cx="59436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EF0F67D6-45FA-917F-B57F-362874C18028}"/>
                    </a:ext>
                  </a:extLst>
                </p14:cNvPr>
                <p14:cNvContentPartPr/>
                <p14:nvPr/>
              </p14:nvContentPartPr>
              <p14:xfrm>
                <a:off x="5888625" y="3243255"/>
                <a:ext cx="371880" cy="655560"/>
              </p14:xfrm>
            </p:contentPart>
          </mc:Choice>
          <mc:Fallback xmlns="">
            <p:pic>
              <p:nvPicPr>
                <p:cNvPr id="80" name="Ink 79">
                  <a:extLst>
                    <a:ext uri="{FF2B5EF4-FFF2-40B4-BE49-F238E27FC236}">
                      <a16:creationId xmlns:a16="http://schemas.microsoft.com/office/drawing/2014/main" id="{EF0F67D6-45FA-917F-B57F-362874C18028}"/>
                    </a:ext>
                  </a:extLst>
                </p:cNvPr>
                <p:cNvPicPr/>
                <p:nvPr/>
              </p:nvPicPr>
              <p:blipFill>
                <a:blip r:embed="rId121"/>
                <a:stretch>
                  <a:fillRect/>
                </a:stretch>
              </p:blipFill>
              <p:spPr>
                <a:xfrm>
                  <a:off x="5882505" y="3237135"/>
                  <a:ext cx="384120" cy="667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E0042081-3E3D-B63F-2F3E-8E805820BBD1}"/>
                    </a:ext>
                  </a:extLst>
                </p14:cNvPr>
                <p14:cNvContentPartPr/>
                <p14:nvPr/>
              </p14:nvContentPartPr>
              <p14:xfrm>
                <a:off x="6353745" y="3093495"/>
                <a:ext cx="335880" cy="812160"/>
              </p14:xfrm>
            </p:contentPart>
          </mc:Choice>
          <mc:Fallback xmlns="">
            <p:pic>
              <p:nvPicPr>
                <p:cNvPr id="81" name="Ink 80">
                  <a:extLst>
                    <a:ext uri="{FF2B5EF4-FFF2-40B4-BE49-F238E27FC236}">
                      <a16:creationId xmlns:a16="http://schemas.microsoft.com/office/drawing/2014/main" id="{E0042081-3E3D-B63F-2F3E-8E805820BBD1}"/>
                    </a:ext>
                  </a:extLst>
                </p:cNvPr>
                <p:cNvPicPr/>
                <p:nvPr/>
              </p:nvPicPr>
              <p:blipFill>
                <a:blip r:embed="rId123"/>
                <a:stretch>
                  <a:fillRect/>
                </a:stretch>
              </p:blipFill>
              <p:spPr>
                <a:xfrm>
                  <a:off x="6347625" y="3087375"/>
                  <a:ext cx="348120" cy="8244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3" name="Ink 82">
                  <a:extLst>
                    <a:ext uri="{FF2B5EF4-FFF2-40B4-BE49-F238E27FC236}">
                      <a16:creationId xmlns:a16="http://schemas.microsoft.com/office/drawing/2014/main" id="{0F79D619-7BE5-DF63-3770-2FAA385FB09A}"/>
                    </a:ext>
                  </a:extLst>
                </p14:cNvPr>
                <p14:cNvContentPartPr/>
                <p14:nvPr/>
              </p14:nvContentPartPr>
              <p14:xfrm>
                <a:off x="6701505" y="2954535"/>
                <a:ext cx="172800" cy="196920"/>
              </p14:xfrm>
            </p:contentPart>
          </mc:Choice>
          <mc:Fallback xmlns="">
            <p:pic>
              <p:nvPicPr>
                <p:cNvPr id="83" name="Ink 82">
                  <a:extLst>
                    <a:ext uri="{FF2B5EF4-FFF2-40B4-BE49-F238E27FC236}">
                      <a16:creationId xmlns:a16="http://schemas.microsoft.com/office/drawing/2014/main" id="{0F79D619-7BE5-DF63-3770-2FAA385FB09A}"/>
                    </a:ext>
                  </a:extLst>
                </p:cNvPr>
                <p:cNvPicPr/>
                <p:nvPr/>
              </p:nvPicPr>
              <p:blipFill>
                <a:blip r:embed="rId125"/>
                <a:stretch>
                  <a:fillRect/>
                </a:stretch>
              </p:blipFill>
              <p:spPr>
                <a:xfrm>
                  <a:off x="6695385" y="2948415"/>
                  <a:ext cx="1850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4" name="Ink 83">
                  <a:extLst>
                    <a:ext uri="{FF2B5EF4-FFF2-40B4-BE49-F238E27FC236}">
                      <a16:creationId xmlns:a16="http://schemas.microsoft.com/office/drawing/2014/main" id="{919F7976-6DA5-D982-C777-62A6D6042F89}"/>
                    </a:ext>
                  </a:extLst>
                </p14:cNvPr>
                <p14:cNvContentPartPr/>
                <p14:nvPr/>
              </p14:nvContentPartPr>
              <p14:xfrm>
                <a:off x="6828225" y="2730255"/>
                <a:ext cx="9360" cy="20880"/>
              </p14:xfrm>
            </p:contentPart>
          </mc:Choice>
          <mc:Fallback xmlns="">
            <p:pic>
              <p:nvPicPr>
                <p:cNvPr id="84" name="Ink 83">
                  <a:extLst>
                    <a:ext uri="{FF2B5EF4-FFF2-40B4-BE49-F238E27FC236}">
                      <a16:creationId xmlns:a16="http://schemas.microsoft.com/office/drawing/2014/main" id="{919F7976-6DA5-D982-C777-62A6D6042F89}"/>
                    </a:ext>
                  </a:extLst>
                </p:cNvPr>
                <p:cNvPicPr/>
                <p:nvPr/>
              </p:nvPicPr>
              <p:blipFill>
                <a:blip r:embed="rId127"/>
                <a:stretch>
                  <a:fillRect/>
                </a:stretch>
              </p:blipFill>
              <p:spPr>
                <a:xfrm>
                  <a:off x="6822105" y="2724135"/>
                  <a:ext cx="21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9C0BDEDE-21EC-DCDB-D778-7D6B68C422EE}"/>
                    </a:ext>
                  </a:extLst>
                </p14:cNvPr>
                <p14:cNvContentPartPr/>
                <p14:nvPr/>
              </p14:nvContentPartPr>
              <p14:xfrm>
                <a:off x="6633825" y="2928255"/>
                <a:ext cx="153360" cy="321120"/>
              </p14:xfrm>
            </p:contentPart>
          </mc:Choice>
          <mc:Fallback xmlns="">
            <p:pic>
              <p:nvPicPr>
                <p:cNvPr id="86" name="Ink 85">
                  <a:extLst>
                    <a:ext uri="{FF2B5EF4-FFF2-40B4-BE49-F238E27FC236}">
                      <a16:creationId xmlns:a16="http://schemas.microsoft.com/office/drawing/2014/main" id="{9C0BDEDE-21EC-DCDB-D778-7D6B68C422EE}"/>
                    </a:ext>
                  </a:extLst>
                </p:cNvPr>
                <p:cNvPicPr/>
                <p:nvPr/>
              </p:nvPicPr>
              <p:blipFill>
                <a:blip r:embed="rId129"/>
                <a:stretch>
                  <a:fillRect/>
                </a:stretch>
              </p:blipFill>
              <p:spPr>
                <a:xfrm>
                  <a:off x="6627705" y="2922135"/>
                  <a:ext cx="1656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CBD1A21F-C3C8-85D8-6688-7E239EF82146}"/>
                    </a:ext>
                  </a:extLst>
                </p14:cNvPr>
                <p14:cNvContentPartPr/>
                <p14:nvPr/>
              </p14:nvContentPartPr>
              <p14:xfrm>
                <a:off x="6929745" y="2864895"/>
                <a:ext cx="250560" cy="353520"/>
              </p14:xfrm>
            </p:contentPart>
          </mc:Choice>
          <mc:Fallback xmlns="">
            <p:pic>
              <p:nvPicPr>
                <p:cNvPr id="87" name="Ink 86">
                  <a:extLst>
                    <a:ext uri="{FF2B5EF4-FFF2-40B4-BE49-F238E27FC236}">
                      <a16:creationId xmlns:a16="http://schemas.microsoft.com/office/drawing/2014/main" id="{CBD1A21F-C3C8-85D8-6688-7E239EF82146}"/>
                    </a:ext>
                  </a:extLst>
                </p:cNvPr>
                <p:cNvPicPr/>
                <p:nvPr/>
              </p:nvPicPr>
              <p:blipFill>
                <a:blip r:embed="rId131"/>
                <a:stretch>
                  <a:fillRect/>
                </a:stretch>
              </p:blipFill>
              <p:spPr>
                <a:xfrm>
                  <a:off x="6923625" y="2858775"/>
                  <a:ext cx="26280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6" name="Ink 95">
                  <a:extLst>
                    <a:ext uri="{FF2B5EF4-FFF2-40B4-BE49-F238E27FC236}">
                      <a16:creationId xmlns:a16="http://schemas.microsoft.com/office/drawing/2014/main" id="{9D0ECFAA-A48F-AF9B-FEE8-13D53F2FF901}"/>
                    </a:ext>
                  </a:extLst>
                </p14:cNvPr>
                <p14:cNvContentPartPr/>
                <p14:nvPr/>
              </p14:nvContentPartPr>
              <p14:xfrm>
                <a:off x="7024785" y="3510375"/>
                <a:ext cx="67680" cy="32400"/>
              </p14:xfrm>
            </p:contentPart>
          </mc:Choice>
          <mc:Fallback xmlns="">
            <p:pic>
              <p:nvPicPr>
                <p:cNvPr id="96" name="Ink 95">
                  <a:extLst>
                    <a:ext uri="{FF2B5EF4-FFF2-40B4-BE49-F238E27FC236}">
                      <a16:creationId xmlns:a16="http://schemas.microsoft.com/office/drawing/2014/main" id="{9D0ECFAA-A48F-AF9B-FEE8-13D53F2FF901}"/>
                    </a:ext>
                  </a:extLst>
                </p:cNvPr>
                <p:cNvPicPr/>
                <p:nvPr/>
              </p:nvPicPr>
              <p:blipFill>
                <a:blip r:embed="rId133"/>
                <a:stretch>
                  <a:fillRect/>
                </a:stretch>
              </p:blipFill>
              <p:spPr>
                <a:xfrm>
                  <a:off x="7018665" y="3504255"/>
                  <a:ext cx="799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7" name="Ink 96">
                  <a:extLst>
                    <a:ext uri="{FF2B5EF4-FFF2-40B4-BE49-F238E27FC236}">
                      <a16:creationId xmlns:a16="http://schemas.microsoft.com/office/drawing/2014/main" id="{7DA85F01-7325-86B8-736F-22BFF82CEA4D}"/>
                    </a:ext>
                  </a:extLst>
                </p14:cNvPr>
                <p14:cNvContentPartPr/>
                <p14:nvPr/>
              </p14:nvContentPartPr>
              <p14:xfrm>
                <a:off x="7500345" y="3187455"/>
                <a:ext cx="411840" cy="850320"/>
              </p14:xfrm>
            </p:contentPart>
          </mc:Choice>
          <mc:Fallback xmlns="">
            <p:pic>
              <p:nvPicPr>
                <p:cNvPr id="97" name="Ink 96">
                  <a:extLst>
                    <a:ext uri="{FF2B5EF4-FFF2-40B4-BE49-F238E27FC236}">
                      <a16:creationId xmlns:a16="http://schemas.microsoft.com/office/drawing/2014/main" id="{7DA85F01-7325-86B8-736F-22BFF82CEA4D}"/>
                    </a:ext>
                  </a:extLst>
                </p:cNvPr>
                <p:cNvPicPr/>
                <p:nvPr/>
              </p:nvPicPr>
              <p:blipFill>
                <a:blip r:embed="rId135"/>
                <a:stretch>
                  <a:fillRect/>
                </a:stretch>
              </p:blipFill>
              <p:spPr>
                <a:xfrm>
                  <a:off x="7494225" y="3181335"/>
                  <a:ext cx="424080" cy="862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8" name="Ink 97">
                  <a:extLst>
                    <a:ext uri="{FF2B5EF4-FFF2-40B4-BE49-F238E27FC236}">
                      <a16:creationId xmlns:a16="http://schemas.microsoft.com/office/drawing/2014/main" id="{D417DA85-8F1C-81CF-2B52-1330FD98E5D7}"/>
                    </a:ext>
                  </a:extLst>
                </p14:cNvPr>
                <p14:cNvContentPartPr/>
                <p14:nvPr/>
              </p14:nvContentPartPr>
              <p14:xfrm>
                <a:off x="8032785" y="3019335"/>
                <a:ext cx="23400" cy="6480"/>
              </p14:xfrm>
            </p:contentPart>
          </mc:Choice>
          <mc:Fallback xmlns="">
            <p:pic>
              <p:nvPicPr>
                <p:cNvPr id="98" name="Ink 97">
                  <a:extLst>
                    <a:ext uri="{FF2B5EF4-FFF2-40B4-BE49-F238E27FC236}">
                      <a16:creationId xmlns:a16="http://schemas.microsoft.com/office/drawing/2014/main" id="{D417DA85-8F1C-81CF-2B52-1330FD98E5D7}"/>
                    </a:ext>
                  </a:extLst>
                </p:cNvPr>
                <p:cNvPicPr/>
                <p:nvPr/>
              </p:nvPicPr>
              <p:blipFill>
                <a:blip r:embed="rId137"/>
                <a:stretch>
                  <a:fillRect/>
                </a:stretch>
              </p:blipFill>
              <p:spPr>
                <a:xfrm>
                  <a:off x="8026665" y="3013215"/>
                  <a:ext cx="356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9" name="Ink 98">
                  <a:extLst>
                    <a:ext uri="{FF2B5EF4-FFF2-40B4-BE49-F238E27FC236}">
                      <a16:creationId xmlns:a16="http://schemas.microsoft.com/office/drawing/2014/main" id="{A351330A-1664-F058-BAAF-BDB28FE85B60}"/>
                    </a:ext>
                  </a:extLst>
                </p14:cNvPr>
                <p14:cNvContentPartPr/>
                <p14:nvPr/>
              </p14:nvContentPartPr>
              <p14:xfrm>
                <a:off x="8016585" y="2979375"/>
                <a:ext cx="84240" cy="152640"/>
              </p14:xfrm>
            </p:contentPart>
          </mc:Choice>
          <mc:Fallback xmlns="">
            <p:pic>
              <p:nvPicPr>
                <p:cNvPr id="99" name="Ink 98">
                  <a:extLst>
                    <a:ext uri="{FF2B5EF4-FFF2-40B4-BE49-F238E27FC236}">
                      <a16:creationId xmlns:a16="http://schemas.microsoft.com/office/drawing/2014/main" id="{A351330A-1664-F058-BAAF-BDB28FE85B60}"/>
                    </a:ext>
                  </a:extLst>
                </p:cNvPr>
                <p:cNvPicPr/>
                <p:nvPr/>
              </p:nvPicPr>
              <p:blipFill>
                <a:blip r:embed="rId139"/>
                <a:stretch>
                  <a:fillRect/>
                </a:stretch>
              </p:blipFill>
              <p:spPr>
                <a:xfrm>
                  <a:off x="8010465" y="2973255"/>
                  <a:ext cx="964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0" name="Ink 99">
                  <a:extLst>
                    <a:ext uri="{FF2B5EF4-FFF2-40B4-BE49-F238E27FC236}">
                      <a16:creationId xmlns:a16="http://schemas.microsoft.com/office/drawing/2014/main" id="{8B4A3097-BD01-3548-E1E0-9CC3D18509C6}"/>
                    </a:ext>
                  </a:extLst>
                </p14:cNvPr>
                <p14:cNvContentPartPr/>
                <p14:nvPr/>
              </p14:nvContentPartPr>
              <p14:xfrm>
                <a:off x="8119545" y="2819895"/>
                <a:ext cx="16200" cy="12600"/>
              </p14:xfrm>
            </p:contentPart>
          </mc:Choice>
          <mc:Fallback xmlns="">
            <p:pic>
              <p:nvPicPr>
                <p:cNvPr id="100" name="Ink 99">
                  <a:extLst>
                    <a:ext uri="{FF2B5EF4-FFF2-40B4-BE49-F238E27FC236}">
                      <a16:creationId xmlns:a16="http://schemas.microsoft.com/office/drawing/2014/main" id="{8B4A3097-BD01-3548-E1E0-9CC3D18509C6}"/>
                    </a:ext>
                  </a:extLst>
                </p:cNvPr>
                <p:cNvPicPr/>
                <p:nvPr/>
              </p:nvPicPr>
              <p:blipFill>
                <a:blip r:embed="rId141"/>
                <a:stretch>
                  <a:fillRect/>
                </a:stretch>
              </p:blipFill>
              <p:spPr>
                <a:xfrm>
                  <a:off x="8113425" y="2813775"/>
                  <a:ext cx="2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1" name="Ink 100">
                  <a:extLst>
                    <a:ext uri="{FF2B5EF4-FFF2-40B4-BE49-F238E27FC236}">
                      <a16:creationId xmlns:a16="http://schemas.microsoft.com/office/drawing/2014/main" id="{1E067B90-CC6E-9343-AC01-34F82D954C97}"/>
                    </a:ext>
                  </a:extLst>
                </p14:cNvPr>
                <p14:cNvContentPartPr/>
                <p14:nvPr/>
              </p14:nvContentPartPr>
              <p14:xfrm>
                <a:off x="7898505" y="2930775"/>
                <a:ext cx="113040" cy="325800"/>
              </p14:xfrm>
            </p:contentPart>
          </mc:Choice>
          <mc:Fallback xmlns="">
            <p:pic>
              <p:nvPicPr>
                <p:cNvPr id="101" name="Ink 100">
                  <a:extLst>
                    <a:ext uri="{FF2B5EF4-FFF2-40B4-BE49-F238E27FC236}">
                      <a16:creationId xmlns:a16="http://schemas.microsoft.com/office/drawing/2014/main" id="{1E067B90-CC6E-9343-AC01-34F82D954C97}"/>
                    </a:ext>
                  </a:extLst>
                </p:cNvPr>
                <p:cNvPicPr/>
                <p:nvPr/>
              </p:nvPicPr>
              <p:blipFill>
                <a:blip r:embed="rId143"/>
                <a:stretch>
                  <a:fillRect/>
                </a:stretch>
              </p:blipFill>
              <p:spPr>
                <a:xfrm>
                  <a:off x="7892385" y="2924655"/>
                  <a:ext cx="12528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2" name="Ink 101">
                  <a:extLst>
                    <a:ext uri="{FF2B5EF4-FFF2-40B4-BE49-F238E27FC236}">
                      <a16:creationId xmlns:a16="http://schemas.microsoft.com/office/drawing/2014/main" id="{D58270CD-C48D-D3B3-57B7-C1AC7F9E95D6}"/>
                    </a:ext>
                  </a:extLst>
                </p14:cNvPr>
                <p14:cNvContentPartPr/>
                <p14:nvPr/>
              </p14:nvContentPartPr>
              <p14:xfrm>
                <a:off x="8051145" y="2874255"/>
                <a:ext cx="254160" cy="386280"/>
              </p14:xfrm>
            </p:contentPart>
          </mc:Choice>
          <mc:Fallback xmlns="">
            <p:pic>
              <p:nvPicPr>
                <p:cNvPr id="102" name="Ink 101">
                  <a:extLst>
                    <a:ext uri="{FF2B5EF4-FFF2-40B4-BE49-F238E27FC236}">
                      <a16:creationId xmlns:a16="http://schemas.microsoft.com/office/drawing/2014/main" id="{D58270CD-C48D-D3B3-57B7-C1AC7F9E95D6}"/>
                    </a:ext>
                  </a:extLst>
                </p:cNvPr>
                <p:cNvPicPr/>
                <p:nvPr/>
              </p:nvPicPr>
              <p:blipFill>
                <a:blip r:embed="rId145"/>
                <a:stretch>
                  <a:fillRect/>
                </a:stretch>
              </p:blipFill>
              <p:spPr>
                <a:xfrm>
                  <a:off x="8045025" y="2868135"/>
                  <a:ext cx="2664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3" name="Ink 102">
                  <a:extLst>
                    <a:ext uri="{FF2B5EF4-FFF2-40B4-BE49-F238E27FC236}">
                      <a16:creationId xmlns:a16="http://schemas.microsoft.com/office/drawing/2014/main" id="{49BD908B-7314-1C12-CF0E-1C75ADBB4E60}"/>
                    </a:ext>
                  </a:extLst>
                </p14:cNvPr>
                <p14:cNvContentPartPr/>
                <p14:nvPr/>
              </p14:nvContentPartPr>
              <p14:xfrm>
                <a:off x="8064825" y="2740335"/>
                <a:ext cx="560880" cy="1102320"/>
              </p14:xfrm>
            </p:contentPart>
          </mc:Choice>
          <mc:Fallback xmlns="">
            <p:pic>
              <p:nvPicPr>
                <p:cNvPr id="103" name="Ink 102">
                  <a:extLst>
                    <a:ext uri="{FF2B5EF4-FFF2-40B4-BE49-F238E27FC236}">
                      <a16:creationId xmlns:a16="http://schemas.microsoft.com/office/drawing/2014/main" id="{49BD908B-7314-1C12-CF0E-1C75ADBB4E60}"/>
                    </a:ext>
                  </a:extLst>
                </p:cNvPr>
                <p:cNvPicPr/>
                <p:nvPr/>
              </p:nvPicPr>
              <p:blipFill>
                <a:blip r:embed="rId147"/>
                <a:stretch>
                  <a:fillRect/>
                </a:stretch>
              </p:blipFill>
              <p:spPr>
                <a:xfrm>
                  <a:off x="8058705" y="2734215"/>
                  <a:ext cx="573120" cy="11145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5" name="Ink 104">
                  <a:extLst>
                    <a:ext uri="{FF2B5EF4-FFF2-40B4-BE49-F238E27FC236}">
                      <a16:creationId xmlns:a16="http://schemas.microsoft.com/office/drawing/2014/main" id="{B1D420D2-A144-9912-4245-CB492E0E0E22}"/>
                    </a:ext>
                  </a:extLst>
                </p14:cNvPr>
                <p14:cNvContentPartPr/>
                <p14:nvPr/>
              </p14:nvContentPartPr>
              <p14:xfrm>
                <a:off x="5153505" y="3997815"/>
                <a:ext cx="447120" cy="34200"/>
              </p14:xfrm>
            </p:contentPart>
          </mc:Choice>
          <mc:Fallback xmlns="">
            <p:pic>
              <p:nvPicPr>
                <p:cNvPr id="105" name="Ink 104">
                  <a:extLst>
                    <a:ext uri="{FF2B5EF4-FFF2-40B4-BE49-F238E27FC236}">
                      <a16:creationId xmlns:a16="http://schemas.microsoft.com/office/drawing/2014/main" id="{B1D420D2-A144-9912-4245-CB492E0E0E22}"/>
                    </a:ext>
                  </a:extLst>
                </p:cNvPr>
                <p:cNvPicPr/>
                <p:nvPr/>
              </p:nvPicPr>
              <p:blipFill>
                <a:blip r:embed="rId149"/>
                <a:stretch>
                  <a:fillRect/>
                </a:stretch>
              </p:blipFill>
              <p:spPr>
                <a:xfrm>
                  <a:off x="5147385" y="3991695"/>
                  <a:ext cx="459360" cy="46440"/>
                </a:xfrm>
                <a:prstGeom prst="rect">
                  <a:avLst/>
                </a:prstGeom>
              </p:spPr>
            </p:pic>
          </mc:Fallback>
        </mc:AlternateContent>
      </p:grpSp>
      <p:grpSp>
        <p:nvGrpSpPr>
          <p:cNvPr id="121" name="Group 120">
            <a:extLst>
              <a:ext uri="{FF2B5EF4-FFF2-40B4-BE49-F238E27FC236}">
                <a16:creationId xmlns:a16="http://schemas.microsoft.com/office/drawing/2014/main" id="{2AE5FE3B-4D40-E4D9-E2F1-607856BF09EE}"/>
              </a:ext>
            </a:extLst>
          </p:cNvPr>
          <p:cNvGrpSpPr/>
          <p:nvPr/>
        </p:nvGrpSpPr>
        <p:grpSpPr>
          <a:xfrm>
            <a:off x="1466025" y="4266735"/>
            <a:ext cx="5519880" cy="1088640"/>
            <a:chOff x="1466025" y="4266735"/>
            <a:chExt cx="5519880" cy="1088640"/>
          </a:xfrm>
        </p:grpSpPr>
        <mc:AlternateContent xmlns:mc="http://schemas.openxmlformats.org/markup-compatibility/2006" xmlns:p14="http://schemas.microsoft.com/office/powerpoint/2010/main">
          <mc:Choice Requires="p14">
            <p:contentPart p14:bwMode="auto" r:id="rId150">
              <p14:nvContentPartPr>
                <p14:cNvPr id="107" name="Ink 106">
                  <a:extLst>
                    <a:ext uri="{FF2B5EF4-FFF2-40B4-BE49-F238E27FC236}">
                      <a16:creationId xmlns:a16="http://schemas.microsoft.com/office/drawing/2014/main" id="{DE3B6435-55B1-552E-5AAC-22535C0C0F2E}"/>
                    </a:ext>
                  </a:extLst>
                </p14:cNvPr>
                <p14:cNvContentPartPr/>
                <p14:nvPr/>
              </p14:nvContentPartPr>
              <p14:xfrm>
                <a:off x="1466025" y="4478055"/>
                <a:ext cx="512640" cy="761760"/>
              </p14:xfrm>
            </p:contentPart>
          </mc:Choice>
          <mc:Fallback xmlns="">
            <p:pic>
              <p:nvPicPr>
                <p:cNvPr id="107" name="Ink 106">
                  <a:extLst>
                    <a:ext uri="{FF2B5EF4-FFF2-40B4-BE49-F238E27FC236}">
                      <a16:creationId xmlns:a16="http://schemas.microsoft.com/office/drawing/2014/main" id="{DE3B6435-55B1-552E-5AAC-22535C0C0F2E}"/>
                    </a:ext>
                  </a:extLst>
                </p:cNvPr>
                <p:cNvPicPr/>
                <p:nvPr/>
              </p:nvPicPr>
              <p:blipFill>
                <a:blip r:embed="rId151"/>
                <a:stretch>
                  <a:fillRect/>
                </a:stretch>
              </p:blipFill>
              <p:spPr>
                <a:xfrm>
                  <a:off x="1459905" y="4471935"/>
                  <a:ext cx="524880" cy="774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8" name="Ink 107">
                  <a:extLst>
                    <a:ext uri="{FF2B5EF4-FFF2-40B4-BE49-F238E27FC236}">
                      <a16:creationId xmlns:a16="http://schemas.microsoft.com/office/drawing/2014/main" id="{070CA52E-FC2B-857B-A0D3-BF176D8104CA}"/>
                    </a:ext>
                  </a:extLst>
                </p14:cNvPr>
                <p14:cNvContentPartPr/>
                <p14:nvPr/>
              </p14:nvContentPartPr>
              <p14:xfrm>
                <a:off x="2134185" y="4909335"/>
                <a:ext cx="329040" cy="446040"/>
              </p14:xfrm>
            </p:contentPart>
          </mc:Choice>
          <mc:Fallback xmlns="">
            <p:pic>
              <p:nvPicPr>
                <p:cNvPr id="108" name="Ink 107">
                  <a:extLst>
                    <a:ext uri="{FF2B5EF4-FFF2-40B4-BE49-F238E27FC236}">
                      <a16:creationId xmlns:a16="http://schemas.microsoft.com/office/drawing/2014/main" id="{070CA52E-FC2B-857B-A0D3-BF176D8104CA}"/>
                    </a:ext>
                  </a:extLst>
                </p:cNvPr>
                <p:cNvPicPr/>
                <p:nvPr/>
              </p:nvPicPr>
              <p:blipFill>
                <a:blip r:embed="rId153"/>
                <a:stretch>
                  <a:fillRect/>
                </a:stretch>
              </p:blipFill>
              <p:spPr>
                <a:xfrm>
                  <a:off x="2128065" y="4903215"/>
                  <a:ext cx="34128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0" name="Ink 109">
                  <a:extLst>
                    <a:ext uri="{FF2B5EF4-FFF2-40B4-BE49-F238E27FC236}">
                      <a16:creationId xmlns:a16="http://schemas.microsoft.com/office/drawing/2014/main" id="{67C58ED1-D778-12C0-AEA2-E37F89C2F655}"/>
                    </a:ext>
                  </a:extLst>
                </p14:cNvPr>
                <p14:cNvContentPartPr/>
                <p14:nvPr/>
              </p14:nvContentPartPr>
              <p14:xfrm>
                <a:off x="2637825" y="4639695"/>
                <a:ext cx="519120" cy="372600"/>
              </p14:xfrm>
            </p:contentPart>
          </mc:Choice>
          <mc:Fallback xmlns="">
            <p:pic>
              <p:nvPicPr>
                <p:cNvPr id="110" name="Ink 109">
                  <a:extLst>
                    <a:ext uri="{FF2B5EF4-FFF2-40B4-BE49-F238E27FC236}">
                      <a16:creationId xmlns:a16="http://schemas.microsoft.com/office/drawing/2014/main" id="{67C58ED1-D778-12C0-AEA2-E37F89C2F655}"/>
                    </a:ext>
                  </a:extLst>
                </p:cNvPr>
                <p:cNvPicPr/>
                <p:nvPr/>
              </p:nvPicPr>
              <p:blipFill>
                <a:blip r:embed="rId155"/>
                <a:stretch>
                  <a:fillRect/>
                </a:stretch>
              </p:blipFill>
              <p:spPr>
                <a:xfrm>
                  <a:off x="2631705" y="4633575"/>
                  <a:ext cx="53136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1" name="Ink 110">
                  <a:extLst>
                    <a:ext uri="{FF2B5EF4-FFF2-40B4-BE49-F238E27FC236}">
                      <a16:creationId xmlns:a16="http://schemas.microsoft.com/office/drawing/2014/main" id="{983A22EF-2FE1-8C3E-75CE-11212F3B977A}"/>
                    </a:ext>
                  </a:extLst>
                </p14:cNvPr>
                <p14:cNvContentPartPr/>
                <p14:nvPr/>
              </p14:nvContentPartPr>
              <p14:xfrm>
                <a:off x="2540265" y="4583535"/>
                <a:ext cx="293400" cy="523440"/>
              </p14:xfrm>
            </p:contentPart>
          </mc:Choice>
          <mc:Fallback xmlns="">
            <p:pic>
              <p:nvPicPr>
                <p:cNvPr id="111" name="Ink 110">
                  <a:extLst>
                    <a:ext uri="{FF2B5EF4-FFF2-40B4-BE49-F238E27FC236}">
                      <a16:creationId xmlns:a16="http://schemas.microsoft.com/office/drawing/2014/main" id="{983A22EF-2FE1-8C3E-75CE-11212F3B977A}"/>
                    </a:ext>
                  </a:extLst>
                </p:cNvPr>
                <p:cNvPicPr/>
                <p:nvPr/>
              </p:nvPicPr>
              <p:blipFill>
                <a:blip r:embed="rId157"/>
                <a:stretch>
                  <a:fillRect/>
                </a:stretch>
              </p:blipFill>
              <p:spPr>
                <a:xfrm>
                  <a:off x="2534145" y="4577415"/>
                  <a:ext cx="30564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2" name="Ink 111">
                  <a:extLst>
                    <a:ext uri="{FF2B5EF4-FFF2-40B4-BE49-F238E27FC236}">
                      <a16:creationId xmlns:a16="http://schemas.microsoft.com/office/drawing/2014/main" id="{80259EBE-6953-4DBF-9DD9-71DBFDD7E966}"/>
                    </a:ext>
                  </a:extLst>
                </p14:cNvPr>
                <p14:cNvContentPartPr/>
                <p14:nvPr/>
              </p14:nvContentPartPr>
              <p14:xfrm>
                <a:off x="2774985" y="4574895"/>
                <a:ext cx="380160" cy="660960"/>
              </p14:xfrm>
            </p:contentPart>
          </mc:Choice>
          <mc:Fallback xmlns="">
            <p:pic>
              <p:nvPicPr>
                <p:cNvPr id="112" name="Ink 111">
                  <a:extLst>
                    <a:ext uri="{FF2B5EF4-FFF2-40B4-BE49-F238E27FC236}">
                      <a16:creationId xmlns:a16="http://schemas.microsoft.com/office/drawing/2014/main" id="{80259EBE-6953-4DBF-9DD9-71DBFDD7E966}"/>
                    </a:ext>
                  </a:extLst>
                </p:cNvPr>
                <p:cNvPicPr/>
                <p:nvPr/>
              </p:nvPicPr>
              <p:blipFill>
                <a:blip r:embed="rId159"/>
                <a:stretch>
                  <a:fillRect/>
                </a:stretch>
              </p:blipFill>
              <p:spPr>
                <a:xfrm>
                  <a:off x="2768865" y="4568775"/>
                  <a:ext cx="392400" cy="6732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4" name="Ink 113">
                  <a:extLst>
                    <a:ext uri="{FF2B5EF4-FFF2-40B4-BE49-F238E27FC236}">
                      <a16:creationId xmlns:a16="http://schemas.microsoft.com/office/drawing/2014/main" id="{04EBF46B-D870-05ED-BB93-7F48AF4EAA96}"/>
                    </a:ext>
                  </a:extLst>
                </p14:cNvPr>
                <p14:cNvContentPartPr/>
                <p14:nvPr/>
              </p14:nvContentPartPr>
              <p14:xfrm>
                <a:off x="3191145" y="4489575"/>
                <a:ext cx="58680" cy="174240"/>
              </p14:xfrm>
            </p:contentPart>
          </mc:Choice>
          <mc:Fallback xmlns="">
            <p:pic>
              <p:nvPicPr>
                <p:cNvPr id="114" name="Ink 113">
                  <a:extLst>
                    <a:ext uri="{FF2B5EF4-FFF2-40B4-BE49-F238E27FC236}">
                      <a16:creationId xmlns:a16="http://schemas.microsoft.com/office/drawing/2014/main" id="{04EBF46B-D870-05ED-BB93-7F48AF4EAA96}"/>
                    </a:ext>
                  </a:extLst>
                </p:cNvPr>
                <p:cNvPicPr/>
                <p:nvPr/>
              </p:nvPicPr>
              <p:blipFill>
                <a:blip r:embed="rId161"/>
                <a:stretch>
                  <a:fillRect/>
                </a:stretch>
              </p:blipFill>
              <p:spPr>
                <a:xfrm>
                  <a:off x="3185025" y="4483455"/>
                  <a:ext cx="709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5" name="Ink 114">
                  <a:extLst>
                    <a:ext uri="{FF2B5EF4-FFF2-40B4-BE49-F238E27FC236}">
                      <a16:creationId xmlns:a16="http://schemas.microsoft.com/office/drawing/2014/main" id="{AF9C42F1-AE2D-6D67-291D-990B55B08637}"/>
                    </a:ext>
                  </a:extLst>
                </p14:cNvPr>
                <p14:cNvContentPartPr/>
                <p14:nvPr/>
              </p14:nvContentPartPr>
              <p14:xfrm>
                <a:off x="3291585" y="4350615"/>
                <a:ext cx="7200" cy="27000"/>
              </p14:xfrm>
            </p:contentPart>
          </mc:Choice>
          <mc:Fallback xmlns="">
            <p:pic>
              <p:nvPicPr>
                <p:cNvPr id="115" name="Ink 114">
                  <a:extLst>
                    <a:ext uri="{FF2B5EF4-FFF2-40B4-BE49-F238E27FC236}">
                      <a16:creationId xmlns:a16="http://schemas.microsoft.com/office/drawing/2014/main" id="{AF9C42F1-AE2D-6D67-291D-990B55B08637}"/>
                    </a:ext>
                  </a:extLst>
                </p:cNvPr>
                <p:cNvPicPr/>
                <p:nvPr/>
              </p:nvPicPr>
              <p:blipFill>
                <a:blip r:embed="rId163"/>
                <a:stretch>
                  <a:fillRect/>
                </a:stretch>
              </p:blipFill>
              <p:spPr>
                <a:xfrm>
                  <a:off x="3285465" y="4344495"/>
                  <a:ext cx="194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6" name="Ink 115">
                  <a:extLst>
                    <a:ext uri="{FF2B5EF4-FFF2-40B4-BE49-F238E27FC236}">
                      <a16:creationId xmlns:a16="http://schemas.microsoft.com/office/drawing/2014/main" id="{BBA4F39F-0119-DDED-28DF-0CA8B25D59ED}"/>
                    </a:ext>
                  </a:extLst>
                </p14:cNvPr>
                <p14:cNvContentPartPr/>
                <p14:nvPr/>
              </p14:nvContentPartPr>
              <p14:xfrm>
                <a:off x="3649425" y="4686855"/>
                <a:ext cx="86040" cy="50760"/>
              </p14:xfrm>
            </p:contentPart>
          </mc:Choice>
          <mc:Fallback xmlns="">
            <p:pic>
              <p:nvPicPr>
                <p:cNvPr id="116" name="Ink 115">
                  <a:extLst>
                    <a:ext uri="{FF2B5EF4-FFF2-40B4-BE49-F238E27FC236}">
                      <a16:creationId xmlns:a16="http://schemas.microsoft.com/office/drawing/2014/main" id="{BBA4F39F-0119-DDED-28DF-0CA8B25D59ED}"/>
                    </a:ext>
                  </a:extLst>
                </p:cNvPr>
                <p:cNvPicPr/>
                <p:nvPr/>
              </p:nvPicPr>
              <p:blipFill>
                <a:blip r:embed="rId165"/>
                <a:stretch>
                  <a:fillRect/>
                </a:stretch>
              </p:blipFill>
              <p:spPr>
                <a:xfrm>
                  <a:off x="3643305" y="4680735"/>
                  <a:ext cx="982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7" name="Ink 116">
                  <a:extLst>
                    <a:ext uri="{FF2B5EF4-FFF2-40B4-BE49-F238E27FC236}">
                      <a16:creationId xmlns:a16="http://schemas.microsoft.com/office/drawing/2014/main" id="{AF8CE7B2-AC9C-E95B-BA6D-899A5E86CC6F}"/>
                    </a:ext>
                  </a:extLst>
                </p14:cNvPr>
                <p14:cNvContentPartPr/>
                <p14:nvPr/>
              </p14:nvContentPartPr>
              <p14:xfrm>
                <a:off x="3595785" y="4944255"/>
                <a:ext cx="198000" cy="85680"/>
              </p14:xfrm>
            </p:contentPart>
          </mc:Choice>
          <mc:Fallback xmlns="">
            <p:pic>
              <p:nvPicPr>
                <p:cNvPr id="117" name="Ink 116">
                  <a:extLst>
                    <a:ext uri="{FF2B5EF4-FFF2-40B4-BE49-F238E27FC236}">
                      <a16:creationId xmlns:a16="http://schemas.microsoft.com/office/drawing/2014/main" id="{AF8CE7B2-AC9C-E95B-BA6D-899A5E86CC6F}"/>
                    </a:ext>
                  </a:extLst>
                </p:cNvPr>
                <p:cNvPicPr/>
                <p:nvPr/>
              </p:nvPicPr>
              <p:blipFill>
                <a:blip r:embed="rId167"/>
                <a:stretch>
                  <a:fillRect/>
                </a:stretch>
              </p:blipFill>
              <p:spPr>
                <a:xfrm>
                  <a:off x="3589665" y="4938135"/>
                  <a:ext cx="2102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9" name="Ink 118">
                  <a:extLst>
                    <a:ext uri="{FF2B5EF4-FFF2-40B4-BE49-F238E27FC236}">
                      <a16:creationId xmlns:a16="http://schemas.microsoft.com/office/drawing/2014/main" id="{EDCEB074-0D89-CF56-C067-65B9696DABF4}"/>
                    </a:ext>
                  </a:extLst>
                </p14:cNvPr>
                <p14:cNvContentPartPr/>
                <p14:nvPr/>
              </p14:nvContentPartPr>
              <p14:xfrm>
                <a:off x="5584425" y="4266735"/>
                <a:ext cx="50040" cy="285840"/>
              </p14:xfrm>
            </p:contentPart>
          </mc:Choice>
          <mc:Fallback xmlns="">
            <p:pic>
              <p:nvPicPr>
                <p:cNvPr id="119" name="Ink 118">
                  <a:extLst>
                    <a:ext uri="{FF2B5EF4-FFF2-40B4-BE49-F238E27FC236}">
                      <a16:creationId xmlns:a16="http://schemas.microsoft.com/office/drawing/2014/main" id="{EDCEB074-0D89-CF56-C067-65B9696DABF4}"/>
                    </a:ext>
                  </a:extLst>
                </p:cNvPr>
                <p:cNvPicPr/>
                <p:nvPr/>
              </p:nvPicPr>
              <p:blipFill>
                <a:blip r:embed="rId169"/>
                <a:stretch>
                  <a:fillRect/>
                </a:stretch>
              </p:blipFill>
              <p:spPr>
                <a:xfrm>
                  <a:off x="5578305" y="4260615"/>
                  <a:ext cx="622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0" name="Ink 119">
                  <a:extLst>
                    <a:ext uri="{FF2B5EF4-FFF2-40B4-BE49-F238E27FC236}">
                      <a16:creationId xmlns:a16="http://schemas.microsoft.com/office/drawing/2014/main" id="{43709011-448A-6832-3310-D41B4CFEB5B0}"/>
                    </a:ext>
                  </a:extLst>
                </p14:cNvPr>
                <p14:cNvContentPartPr/>
                <p14:nvPr/>
              </p14:nvContentPartPr>
              <p14:xfrm>
                <a:off x="4173945" y="4782615"/>
                <a:ext cx="2811960" cy="116640"/>
              </p14:xfrm>
            </p:contentPart>
          </mc:Choice>
          <mc:Fallback xmlns="">
            <p:pic>
              <p:nvPicPr>
                <p:cNvPr id="120" name="Ink 119">
                  <a:extLst>
                    <a:ext uri="{FF2B5EF4-FFF2-40B4-BE49-F238E27FC236}">
                      <a16:creationId xmlns:a16="http://schemas.microsoft.com/office/drawing/2014/main" id="{43709011-448A-6832-3310-D41B4CFEB5B0}"/>
                    </a:ext>
                  </a:extLst>
                </p:cNvPr>
                <p:cNvPicPr/>
                <p:nvPr/>
              </p:nvPicPr>
              <p:blipFill>
                <a:blip r:embed="rId171"/>
                <a:stretch>
                  <a:fillRect/>
                </a:stretch>
              </p:blipFill>
              <p:spPr>
                <a:xfrm>
                  <a:off x="4167825" y="4776495"/>
                  <a:ext cx="2824200" cy="128880"/>
                </a:xfrm>
                <a:prstGeom prst="rect">
                  <a:avLst/>
                </a:prstGeom>
              </p:spPr>
            </p:pic>
          </mc:Fallback>
        </mc:AlternateContent>
      </p:grpSp>
      <p:grpSp>
        <p:nvGrpSpPr>
          <p:cNvPr id="129" name="Group 128">
            <a:extLst>
              <a:ext uri="{FF2B5EF4-FFF2-40B4-BE49-F238E27FC236}">
                <a16:creationId xmlns:a16="http://schemas.microsoft.com/office/drawing/2014/main" id="{D1900968-BB96-0594-3BFE-6951D3D62885}"/>
              </a:ext>
            </a:extLst>
          </p:cNvPr>
          <p:cNvGrpSpPr/>
          <p:nvPr/>
        </p:nvGrpSpPr>
        <p:grpSpPr>
          <a:xfrm>
            <a:off x="4495785" y="5068455"/>
            <a:ext cx="2419560" cy="766800"/>
            <a:chOff x="4495785" y="5068455"/>
            <a:chExt cx="2419560" cy="766800"/>
          </a:xfrm>
        </p:grpSpPr>
        <mc:AlternateContent xmlns:mc="http://schemas.openxmlformats.org/markup-compatibility/2006" xmlns:p14="http://schemas.microsoft.com/office/powerpoint/2010/main">
          <mc:Choice Requires="p14">
            <p:contentPart p14:bwMode="auto" r:id="rId172">
              <p14:nvContentPartPr>
                <p14:cNvPr id="122" name="Ink 121">
                  <a:extLst>
                    <a:ext uri="{FF2B5EF4-FFF2-40B4-BE49-F238E27FC236}">
                      <a16:creationId xmlns:a16="http://schemas.microsoft.com/office/drawing/2014/main" id="{CB8887AB-8362-86EC-1A0B-C966C8BA4E33}"/>
                    </a:ext>
                  </a:extLst>
                </p14:cNvPr>
                <p14:cNvContentPartPr/>
                <p14:nvPr/>
              </p14:nvContentPartPr>
              <p14:xfrm>
                <a:off x="4495785" y="5137575"/>
                <a:ext cx="127800" cy="426240"/>
              </p14:xfrm>
            </p:contentPart>
          </mc:Choice>
          <mc:Fallback xmlns="">
            <p:pic>
              <p:nvPicPr>
                <p:cNvPr id="122" name="Ink 121">
                  <a:extLst>
                    <a:ext uri="{FF2B5EF4-FFF2-40B4-BE49-F238E27FC236}">
                      <a16:creationId xmlns:a16="http://schemas.microsoft.com/office/drawing/2014/main" id="{CB8887AB-8362-86EC-1A0B-C966C8BA4E33}"/>
                    </a:ext>
                  </a:extLst>
                </p:cNvPr>
                <p:cNvPicPr/>
                <p:nvPr/>
              </p:nvPicPr>
              <p:blipFill>
                <a:blip r:embed="rId173"/>
                <a:stretch>
                  <a:fillRect/>
                </a:stretch>
              </p:blipFill>
              <p:spPr>
                <a:xfrm>
                  <a:off x="4489665" y="5131455"/>
                  <a:ext cx="14004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3" name="Ink 122">
                  <a:extLst>
                    <a:ext uri="{FF2B5EF4-FFF2-40B4-BE49-F238E27FC236}">
                      <a16:creationId xmlns:a16="http://schemas.microsoft.com/office/drawing/2014/main" id="{184E1442-8052-140F-F4E1-B5D30C2EB2D9}"/>
                    </a:ext>
                  </a:extLst>
                </p14:cNvPr>
                <p14:cNvContentPartPr/>
                <p14:nvPr/>
              </p14:nvContentPartPr>
              <p14:xfrm>
                <a:off x="5079345" y="5354655"/>
                <a:ext cx="104400" cy="480600"/>
              </p14:xfrm>
            </p:contentPart>
          </mc:Choice>
          <mc:Fallback xmlns="">
            <p:pic>
              <p:nvPicPr>
                <p:cNvPr id="123" name="Ink 122">
                  <a:extLst>
                    <a:ext uri="{FF2B5EF4-FFF2-40B4-BE49-F238E27FC236}">
                      <a16:creationId xmlns:a16="http://schemas.microsoft.com/office/drawing/2014/main" id="{184E1442-8052-140F-F4E1-B5D30C2EB2D9}"/>
                    </a:ext>
                  </a:extLst>
                </p:cNvPr>
                <p:cNvPicPr/>
                <p:nvPr/>
              </p:nvPicPr>
              <p:blipFill>
                <a:blip r:embed="rId175"/>
                <a:stretch>
                  <a:fillRect/>
                </a:stretch>
              </p:blipFill>
              <p:spPr>
                <a:xfrm>
                  <a:off x="5073225" y="5348535"/>
                  <a:ext cx="11664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4" name="Ink 123">
                  <a:extLst>
                    <a:ext uri="{FF2B5EF4-FFF2-40B4-BE49-F238E27FC236}">
                      <a16:creationId xmlns:a16="http://schemas.microsoft.com/office/drawing/2014/main" id="{A9913284-3D8D-B328-6F1D-C752BC0C46A7}"/>
                    </a:ext>
                  </a:extLst>
                </p14:cNvPr>
                <p14:cNvContentPartPr/>
                <p14:nvPr/>
              </p14:nvContentPartPr>
              <p14:xfrm>
                <a:off x="4895385" y="5502975"/>
                <a:ext cx="458640" cy="100800"/>
              </p14:xfrm>
            </p:contentPart>
          </mc:Choice>
          <mc:Fallback xmlns="">
            <p:pic>
              <p:nvPicPr>
                <p:cNvPr id="124" name="Ink 123">
                  <a:extLst>
                    <a:ext uri="{FF2B5EF4-FFF2-40B4-BE49-F238E27FC236}">
                      <a16:creationId xmlns:a16="http://schemas.microsoft.com/office/drawing/2014/main" id="{A9913284-3D8D-B328-6F1D-C752BC0C46A7}"/>
                    </a:ext>
                  </a:extLst>
                </p:cNvPr>
                <p:cNvPicPr/>
                <p:nvPr/>
              </p:nvPicPr>
              <p:blipFill>
                <a:blip r:embed="rId177"/>
                <a:stretch>
                  <a:fillRect/>
                </a:stretch>
              </p:blipFill>
              <p:spPr>
                <a:xfrm>
                  <a:off x="4889265" y="5496855"/>
                  <a:ext cx="4708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5" name="Ink 124">
                  <a:extLst>
                    <a:ext uri="{FF2B5EF4-FFF2-40B4-BE49-F238E27FC236}">
                      <a16:creationId xmlns:a16="http://schemas.microsoft.com/office/drawing/2014/main" id="{AD34A901-61A3-F990-462C-2DC23A93FC58}"/>
                    </a:ext>
                  </a:extLst>
                </p14:cNvPr>
                <p14:cNvContentPartPr/>
                <p14:nvPr/>
              </p14:nvContentPartPr>
              <p14:xfrm>
                <a:off x="5739945" y="5289135"/>
                <a:ext cx="587880" cy="444960"/>
              </p14:xfrm>
            </p:contentPart>
          </mc:Choice>
          <mc:Fallback xmlns="">
            <p:pic>
              <p:nvPicPr>
                <p:cNvPr id="125" name="Ink 124">
                  <a:extLst>
                    <a:ext uri="{FF2B5EF4-FFF2-40B4-BE49-F238E27FC236}">
                      <a16:creationId xmlns:a16="http://schemas.microsoft.com/office/drawing/2014/main" id="{AD34A901-61A3-F990-462C-2DC23A93FC58}"/>
                    </a:ext>
                  </a:extLst>
                </p:cNvPr>
                <p:cNvPicPr/>
                <p:nvPr/>
              </p:nvPicPr>
              <p:blipFill>
                <a:blip r:embed="rId179"/>
                <a:stretch>
                  <a:fillRect/>
                </a:stretch>
              </p:blipFill>
              <p:spPr>
                <a:xfrm>
                  <a:off x="5733825" y="5283015"/>
                  <a:ext cx="60012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6" name="Ink 125">
                  <a:extLst>
                    <a:ext uri="{FF2B5EF4-FFF2-40B4-BE49-F238E27FC236}">
                      <a16:creationId xmlns:a16="http://schemas.microsoft.com/office/drawing/2014/main" id="{065C067F-FE5F-8195-065D-844DA0F4E40B}"/>
                    </a:ext>
                  </a:extLst>
                </p14:cNvPr>
                <p14:cNvContentPartPr/>
                <p14:nvPr/>
              </p14:nvContentPartPr>
              <p14:xfrm>
                <a:off x="6247185" y="5245575"/>
                <a:ext cx="195120" cy="25200"/>
              </p14:xfrm>
            </p:contentPart>
          </mc:Choice>
          <mc:Fallback xmlns="">
            <p:pic>
              <p:nvPicPr>
                <p:cNvPr id="126" name="Ink 125">
                  <a:extLst>
                    <a:ext uri="{FF2B5EF4-FFF2-40B4-BE49-F238E27FC236}">
                      <a16:creationId xmlns:a16="http://schemas.microsoft.com/office/drawing/2014/main" id="{065C067F-FE5F-8195-065D-844DA0F4E40B}"/>
                    </a:ext>
                  </a:extLst>
                </p:cNvPr>
                <p:cNvPicPr/>
                <p:nvPr/>
              </p:nvPicPr>
              <p:blipFill>
                <a:blip r:embed="rId181"/>
                <a:stretch>
                  <a:fillRect/>
                </a:stretch>
              </p:blipFill>
              <p:spPr>
                <a:xfrm>
                  <a:off x="6241065" y="5239455"/>
                  <a:ext cx="2073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7" name="Ink 126">
                  <a:extLst>
                    <a:ext uri="{FF2B5EF4-FFF2-40B4-BE49-F238E27FC236}">
                      <a16:creationId xmlns:a16="http://schemas.microsoft.com/office/drawing/2014/main" id="{BE252A2C-98D0-FD91-EEE8-A5326D727FA3}"/>
                    </a:ext>
                  </a:extLst>
                </p14:cNvPr>
                <p14:cNvContentPartPr/>
                <p14:nvPr/>
              </p14:nvContentPartPr>
              <p14:xfrm>
                <a:off x="6581265" y="5068455"/>
                <a:ext cx="240480" cy="198000"/>
              </p14:xfrm>
            </p:contentPart>
          </mc:Choice>
          <mc:Fallback xmlns="">
            <p:pic>
              <p:nvPicPr>
                <p:cNvPr id="127" name="Ink 126">
                  <a:extLst>
                    <a:ext uri="{FF2B5EF4-FFF2-40B4-BE49-F238E27FC236}">
                      <a16:creationId xmlns:a16="http://schemas.microsoft.com/office/drawing/2014/main" id="{BE252A2C-98D0-FD91-EEE8-A5326D727FA3}"/>
                    </a:ext>
                  </a:extLst>
                </p:cNvPr>
                <p:cNvPicPr/>
                <p:nvPr/>
              </p:nvPicPr>
              <p:blipFill>
                <a:blip r:embed="rId183"/>
                <a:stretch>
                  <a:fillRect/>
                </a:stretch>
              </p:blipFill>
              <p:spPr>
                <a:xfrm>
                  <a:off x="6575145" y="5062335"/>
                  <a:ext cx="2527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8" name="Ink 127">
                  <a:extLst>
                    <a:ext uri="{FF2B5EF4-FFF2-40B4-BE49-F238E27FC236}">
                      <a16:creationId xmlns:a16="http://schemas.microsoft.com/office/drawing/2014/main" id="{66723322-7846-A546-8797-F703BB43AD3A}"/>
                    </a:ext>
                  </a:extLst>
                </p14:cNvPr>
                <p14:cNvContentPartPr/>
                <p14:nvPr/>
              </p14:nvContentPartPr>
              <p14:xfrm>
                <a:off x="6901305" y="5212455"/>
                <a:ext cx="14040" cy="11520"/>
              </p14:xfrm>
            </p:contentPart>
          </mc:Choice>
          <mc:Fallback xmlns="">
            <p:pic>
              <p:nvPicPr>
                <p:cNvPr id="128" name="Ink 127">
                  <a:extLst>
                    <a:ext uri="{FF2B5EF4-FFF2-40B4-BE49-F238E27FC236}">
                      <a16:creationId xmlns:a16="http://schemas.microsoft.com/office/drawing/2014/main" id="{66723322-7846-A546-8797-F703BB43AD3A}"/>
                    </a:ext>
                  </a:extLst>
                </p:cNvPr>
                <p:cNvPicPr/>
                <p:nvPr/>
              </p:nvPicPr>
              <p:blipFill>
                <a:blip r:embed="rId185"/>
                <a:stretch>
                  <a:fillRect/>
                </a:stretch>
              </p:blipFill>
              <p:spPr>
                <a:xfrm>
                  <a:off x="6895185" y="5206335"/>
                  <a:ext cx="26280" cy="23760"/>
                </a:xfrm>
                <a:prstGeom prst="rect">
                  <a:avLst/>
                </a:prstGeom>
              </p:spPr>
            </p:pic>
          </mc:Fallback>
        </mc:AlternateContent>
      </p:grpSp>
      <p:grpSp>
        <p:nvGrpSpPr>
          <p:cNvPr id="137" name="Group 136">
            <a:extLst>
              <a:ext uri="{FF2B5EF4-FFF2-40B4-BE49-F238E27FC236}">
                <a16:creationId xmlns:a16="http://schemas.microsoft.com/office/drawing/2014/main" id="{9FB6A4E9-5617-5868-4CC4-ACE91790E5B0}"/>
              </a:ext>
            </a:extLst>
          </p:cNvPr>
          <p:cNvGrpSpPr/>
          <p:nvPr/>
        </p:nvGrpSpPr>
        <p:grpSpPr>
          <a:xfrm>
            <a:off x="8327625" y="4205535"/>
            <a:ext cx="380880" cy="607320"/>
            <a:chOff x="8327625" y="4205535"/>
            <a:chExt cx="380880" cy="607320"/>
          </a:xfrm>
        </p:grpSpPr>
        <mc:AlternateContent xmlns:mc="http://schemas.openxmlformats.org/markup-compatibility/2006" xmlns:p14="http://schemas.microsoft.com/office/powerpoint/2010/main">
          <mc:Choice Requires="p14">
            <p:contentPart p14:bwMode="auto" r:id="rId186">
              <p14:nvContentPartPr>
                <p14:cNvPr id="130" name="Ink 129">
                  <a:extLst>
                    <a:ext uri="{FF2B5EF4-FFF2-40B4-BE49-F238E27FC236}">
                      <a16:creationId xmlns:a16="http://schemas.microsoft.com/office/drawing/2014/main" id="{45C85BE1-BBE1-4517-B15F-EB748E6EAA03}"/>
                    </a:ext>
                  </a:extLst>
                </p14:cNvPr>
                <p14:cNvContentPartPr/>
                <p14:nvPr/>
              </p14:nvContentPartPr>
              <p14:xfrm>
                <a:off x="8330145" y="4403175"/>
                <a:ext cx="206280" cy="18720"/>
              </p14:xfrm>
            </p:contentPart>
          </mc:Choice>
          <mc:Fallback xmlns="">
            <p:pic>
              <p:nvPicPr>
                <p:cNvPr id="130" name="Ink 129">
                  <a:extLst>
                    <a:ext uri="{FF2B5EF4-FFF2-40B4-BE49-F238E27FC236}">
                      <a16:creationId xmlns:a16="http://schemas.microsoft.com/office/drawing/2014/main" id="{45C85BE1-BBE1-4517-B15F-EB748E6EAA03}"/>
                    </a:ext>
                  </a:extLst>
                </p:cNvPr>
                <p:cNvPicPr/>
                <p:nvPr/>
              </p:nvPicPr>
              <p:blipFill>
                <a:blip r:embed="rId187"/>
                <a:stretch>
                  <a:fillRect/>
                </a:stretch>
              </p:blipFill>
              <p:spPr>
                <a:xfrm>
                  <a:off x="8324025" y="4397055"/>
                  <a:ext cx="218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1" name="Ink 130">
                  <a:extLst>
                    <a:ext uri="{FF2B5EF4-FFF2-40B4-BE49-F238E27FC236}">
                      <a16:creationId xmlns:a16="http://schemas.microsoft.com/office/drawing/2014/main" id="{11EA819B-C774-C233-3E23-BC41F39283DD}"/>
                    </a:ext>
                  </a:extLst>
                </p14:cNvPr>
                <p14:cNvContentPartPr/>
                <p14:nvPr/>
              </p14:nvContentPartPr>
              <p14:xfrm>
                <a:off x="8327625" y="4632495"/>
                <a:ext cx="257400" cy="49680"/>
              </p14:xfrm>
            </p:contentPart>
          </mc:Choice>
          <mc:Fallback xmlns="">
            <p:pic>
              <p:nvPicPr>
                <p:cNvPr id="131" name="Ink 130">
                  <a:extLst>
                    <a:ext uri="{FF2B5EF4-FFF2-40B4-BE49-F238E27FC236}">
                      <a16:creationId xmlns:a16="http://schemas.microsoft.com/office/drawing/2014/main" id="{11EA819B-C774-C233-3E23-BC41F39283DD}"/>
                    </a:ext>
                  </a:extLst>
                </p:cNvPr>
                <p:cNvPicPr/>
                <p:nvPr/>
              </p:nvPicPr>
              <p:blipFill>
                <a:blip r:embed="rId189"/>
                <a:stretch>
                  <a:fillRect/>
                </a:stretch>
              </p:blipFill>
              <p:spPr>
                <a:xfrm>
                  <a:off x="8321505" y="4626375"/>
                  <a:ext cx="2696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3" name="Ink 132">
                  <a:extLst>
                    <a:ext uri="{FF2B5EF4-FFF2-40B4-BE49-F238E27FC236}">
                      <a16:creationId xmlns:a16="http://schemas.microsoft.com/office/drawing/2014/main" id="{E233E363-95FA-741E-6A46-DE5429FBD807}"/>
                    </a:ext>
                  </a:extLst>
                </p14:cNvPr>
                <p14:cNvContentPartPr/>
                <p14:nvPr/>
              </p14:nvContentPartPr>
              <p14:xfrm>
                <a:off x="8421585" y="4205535"/>
                <a:ext cx="286920" cy="607320"/>
              </p14:xfrm>
            </p:contentPart>
          </mc:Choice>
          <mc:Fallback xmlns="">
            <p:pic>
              <p:nvPicPr>
                <p:cNvPr id="133" name="Ink 132">
                  <a:extLst>
                    <a:ext uri="{FF2B5EF4-FFF2-40B4-BE49-F238E27FC236}">
                      <a16:creationId xmlns:a16="http://schemas.microsoft.com/office/drawing/2014/main" id="{E233E363-95FA-741E-6A46-DE5429FBD807}"/>
                    </a:ext>
                  </a:extLst>
                </p:cNvPr>
                <p:cNvPicPr/>
                <p:nvPr/>
              </p:nvPicPr>
              <p:blipFill>
                <a:blip r:embed="rId191"/>
                <a:stretch>
                  <a:fillRect/>
                </a:stretch>
              </p:blipFill>
              <p:spPr>
                <a:xfrm>
                  <a:off x="8415465" y="4199415"/>
                  <a:ext cx="299160" cy="619560"/>
                </a:xfrm>
                <a:prstGeom prst="rect">
                  <a:avLst/>
                </a:prstGeom>
              </p:spPr>
            </p:pic>
          </mc:Fallback>
        </mc:AlternateContent>
      </p:grpSp>
      <p:grpSp>
        <p:nvGrpSpPr>
          <p:cNvPr id="136" name="Group 135">
            <a:extLst>
              <a:ext uri="{FF2B5EF4-FFF2-40B4-BE49-F238E27FC236}">
                <a16:creationId xmlns:a16="http://schemas.microsoft.com/office/drawing/2014/main" id="{C5AD0E58-C2FD-D8F7-3115-02AAAEF75F70}"/>
              </a:ext>
            </a:extLst>
          </p:cNvPr>
          <p:cNvGrpSpPr/>
          <p:nvPr/>
        </p:nvGrpSpPr>
        <p:grpSpPr>
          <a:xfrm>
            <a:off x="9097665" y="4265295"/>
            <a:ext cx="808920" cy="312120"/>
            <a:chOff x="9097665" y="4265295"/>
            <a:chExt cx="808920" cy="312120"/>
          </a:xfrm>
        </p:grpSpPr>
        <mc:AlternateContent xmlns:mc="http://schemas.openxmlformats.org/markup-compatibility/2006" xmlns:p14="http://schemas.microsoft.com/office/powerpoint/2010/main">
          <mc:Choice Requires="p14">
            <p:contentPart p14:bwMode="auto" r:id="rId192">
              <p14:nvContentPartPr>
                <p14:cNvPr id="132" name="Ink 131">
                  <a:extLst>
                    <a:ext uri="{FF2B5EF4-FFF2-40B4-BE49-F238E27FC236}">
                      <a16:creationId xmlns:a16="http://schemas.microsoft.com/office/drawing/2014/main" id="{3D66ECC8-A130-305C-F6B2-932A8B853582}"/>
                    </a:ext>
                  </a:extLst>
                </p14:cNvPr>
                <p14:cNvContentPartPr/>
                <p14:nvPr/>
              </p14:nvContentPartPr>
              <p14:xfrm>
                <a:off x="9097665" y="4265295"/>
                <a:ext cx="376920" cy="312120"/>
              </p14:xfrm>
            </p:contentPart>
          </mc:Choice>
          <mc:Fallback xmlns="">
            <p:pic>
              <p:nvPicPr>
                <p:cNvPr id="132" name="Ink 131">
                  <a:extLst>
                    <a:ext uri="{FF2B5EF4-FFF2-40B4-BE49-F238E27FC236}">
                      <a16:creationId xmlns:a16="http://schemas.microsoft.com/office/drawing/2014/main" id="{3D66ECC8-A130-305C-F6B2-932A8B853582}"/>
                    </a:ext>
                  </a:extLst>
                </p:cNvPr>
                <p:cNvPicPr/>
                <p:nvPr/>
              </p:nvPicPr>
              <p:blipFill>
                <a:blip r:embed="rId193"/>
                <a:stretch>
                  <a:fillRect/>
                </a:stretch>
              </p:blipFill>
              <p:spPr>
                <a:xfrm>
                  <a:off x="9091545" y="4259175"/>
                  <a:ext cx="38916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4" name="Ink 133">
                  <a:extLst>
                    <a:ext uri="{FF2B5EF4-FFF2-40B4-BE49-F238E27FC236}">
                      <a16:creationId xmlns:a16="http://schemas.microsoft.com/office/drawing/2014/main" id="{8F976239-97A5-8208-467D-B366FF103FE8}"/>
                    </a:ext>
                  </a:extLst>
                </p14:cNvPr>
                <p14:cNvContentPartPr/>
                <p14:nvPr/>
              </p14:nvContentPartPr>
              <p14:xfrm>
                <a:off x="9732345" y="4279695"/>
                <a:ext cx="174240" cy="60120"/>
              </p14:xfrm>
            </p:contentPart>
          </mc:Choice>
          <mc:Fallback xmlns="">
            <p:pic>
              <p:nvPicPr>
                <p:cNvPr id="134" name="Ink 133">
                  <a:extLst>
                    <a:ext uri="{FF2B5EF4-FFF2-40B4-BE49-F238E27FC236}">
                      <a16:creationId xmlns:a16="http://schemas.microsoft.com/office/drawing/2014/main" id="{8F976239-97A5-8208-467D-B366FF103FE8}"/>
                    </a:ext>
                  </a:extLst>
                </p:cNvPr>
                <p:cNvPicPr/>
                <p:nvPr/>
              </p:nvPicPr>
              <p:blipFill>
                <a:blip r:embed="rId195"/>
                <a:stretch>
                  <a:fillRect/>
                </a:stretch>
              </p:blipFill>
              <p:spPr>
                <a:xfrm>
                  <a:off x="9726225" y="4273575"/>
                  <a:ext cx="186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5" name="Ink 134">
                  <a:extLst>
                    <a:ext uri="{FF2B5EF4-FFF2-40B4-BE49-F238E27FC236}">
                      <a16:creationId xmlns:a16="http://schemas.microsoft.com/office/drawing/2014/main" id="{F5C469AE-27F2-E825-A225-9E7001BAC9FB}"/>
                    </a:ext>
                  </a:extLst>
                </p14:cNvPr>
                <p14:cNvContentPartPr/>
                <p14:nvPr/>
              </p14:nvContentPartPr>
              <p14:xfrm>
                <a:off x="9667185" y="4480215"/>
                <a:ext cx="232560" cy="42480"/>
              </p14:xfrm>
            </p:contentPart>
          </mc:Choice>
          <mc:Fallback xmlns="">
            <p:pic>
              <p:nvPicPr>
                <p:cNvPr id="135" name="Ink 134">
                  <a:extLst>
                    <a:ext uri="{FF2B5EF4-FFF2-40B4-BE49-F238E27FC236}">
                      <a16:creationId xmlns:a16="http://schemas.microsoft.com/office/drawing/2014/main" id="{F5C469AE-27F2-E825-A225-9E7001BAC9FB}"/>
                    </a:ext>
                  </a:extLst>
                </p:cNvPr>
                <p:cNvPicPr/>
                <p:nvPr/>
              </p:nvPicPr>
              <p:blipFill>
                <a:blip r:embed="rId197"/>
                <a:stretch>
                  <a:fillRect/>
                </a:stretch>
              </p:blipFill>
              <p:spPr>
                <a:xfrm>
                  <a:off x="9661065" y="4474095"/>
                  <a:ext cx="244800" cy="54720"/>
                </a:xfrm>
                <a:prstGeom prst="rect">
                  <a:avLst/>
                </a:prstGeom>
              </p:spPr>
            </p:pic>
          </mc:Fallback>
        </mc:AlternateContent>
      </p:grpSp>
      <p:grpSp>
        <p:nvGrpSpPr>
          <p:cNvPr id="148" name="Group 147">
            <a:extLst>
              <a:ext uri="{FF2B5EF4-FFF2-40B4-BE49-F238E27FC236}">
                <a16:creationId xmlns:a16="http://schemas.microsoft.com/office/drawing/2014/main" id="{094F2D48-F069-A647-9A5E-9C4B95997BC5}"/>
              </a:ext>
            </a:extLst>
          </p:cNvPr>
          <p:cNvGrpSpPr/>
          <p:nvPr/>
        </p:nvGrpSpPr>
        <p:grpSpPr>
          <a:xfrm>
            <a:off x="10265865" y="3732135"/>
            <a:ext cx="1630440" cy="756720"/>
            <a:chOff x="10265865" y="3732135"/>
            <a:chExt cx="1630440" cy="756720"/>
          </a:xfrm>
        </p:grpSpPr>
        <mc:AlternateContent xmlns:mc="http://schemas.openxmlformats.org/markup-compatibility/2006" xmlns:p14="http://schemas.microsoft.com/office/powerpoint/2010/main">
          <mc:Choice Requires="p14">
            <p:contentPart p14:bwMode="auto" r:id="rId198">
              <p14:nvContentPartPr>
                <p14:cNvPr id="138" name="Ink 137">
                  <a:extLst>
                    <a:ext uri="{FF2B5EF4-FFF2-40B4-BE49-F238E27FC236}">
                      <a16:creationId xmlns:a16="http://schemas.microsoft.com/office/drawing/2014/main" id="{8C3B53B1-9953-CCDF-066A-498D4AF9DDA6}"/>
                    </a:ext>
                  </a:extLst>
                </p14:cNvPr>
                <p14:cNvContentPartPr/>
                <p14:nvPr/>
              </p14:nvContentPartPr>
              <p14:xfrm>
                <a:off x="10265865" y="3811695"/>
                <a:ext cx="347400" cy="673560"/>
              </p14:xfrm>
            </p:contentPart>
          </mc:Choice>
          <mc:Fallback xmlns="">
            <p:pic>
              <p:nvPicPr>
                <p:cNvPr id="138" name="Ink 137">
                  <a:extLst>
                    <a:ext uri="{FF2B5EF4-FFF2-40B4-BE49-F238E27FC236}">
                      <a16:creationId xmlns:a16="http://schemas.microsoft.com/office/drawing/2014/main" id="{8C3B53B1-9953-CCDF-066A-498D4AF9DDA6}"/>
                    </a:ext>
                  </a:extLst>
                </p:cNvPr>
                <p:cNvPicPr/>
                <p:nvPr/>
              </p:nvPicPr>
              <p:blipFill>
                <a:blip r:embed="rId199"/>
                <a:stretch>
                  <a:fillRect/>
                </a:stretch>
              </p:blipFill>
              <p:spPr>
                <a:xfrm>
                  <a:off x="10259745" y="3805575"/>
                  <a:ext cx="359640" cy="685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9" name="Ink 138">
                  <a:extLst>
                    <a:ext uri="{FF2B5EF4-FFF2-40B4-BE49-F238E27FC236}">
                      <a16:creationId xmlns:a16="http://schemas.microsoft.com/office/drawing/2014/main" id="{05FF289E-BB37-F78B-2157-8B52E4E4779F}"/>
                    </a:ext>
                  </a:extLst>
                </p14:cNvPr>
                <p14:cNvContentPartPr/>
                <p14:nvPr/>
              </p14:nvContentPartPr>
              <p14:xfrm>
                <a:off x="10562505" y="4213095"/>
                <a:ext cx="155520" cy="275760"/>
              </p14:xfrm>
            </p:contentPart>
          </mc:Choice>
          <mc:Fallback xmlns="">
            <p:pic>
              <p:nvPicPr>
                <p:cNvPr id="139" name="Ink 138">
                  <a:extLst>
                    <a:ext uri="{FF2B5EF4-FFF2-40B4-BE49-F238E27FC236}">
                      <a16:creationId xmlns:a16="http://schemas.microsoft.com/office/drawing/2014/main" id="{05FF289E-BB37-F78B-2157-8B52E4E4779F}"/>
                    </a:ext>
                  </a:extLst>
                </p:cNvPr>
                <p:cNvPicPr/>
                <p:nvPr/>
              </p:nvPicPr>
              <p:blipFill>
                <a:blip r:embed="rId201"/>
                <a:stretch>
                  <a:fillRect/>
                </a:stretch>
              </p:blipFill>
              <p:spPr>
                <a:xfrm>
                  <a:off x="10556385" y="4206975"/>
                  <a:ext cx="1677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0" name="Ink 139">
                  <a:extLst>
                    <a:ext uri="{FF2B5EF4-FFF2-40B4-BE49-F238E27FC236}">
                      <a16:creationId xmlns:a16="http://schemas.microsoft.com/office/drawing/2014/main" id="{18039DB6-839D-6BA0-5F25-F5922ADBADBE}"/>
                    </a:ext>
                  </a:extLst>
                </p14:cNvPr>
                <p14:cNvContentPartPr/>
                <p14:nvPr/>
              </p14:nvContentPartPr>
              <p14:xfrm>
                <a:off x="11021865" y="3942015"/>
                <a:ext cx="17280" cy="290520"/>
              </p14:xfrm>
            </p:contentPart>
          </mc:Choice>
          <mc:Fallback xmlns="">
            <p:pic>
              <p:nvPicPr>
                <p:cNvPr id="140" name="Ink 139">
                  <a:extLst>
                    <a:ext uri="{FF2B5EF4-FFF2-40B4-BE49-F238E27FC236}">
                      <a16:creationId xmlns:a16="http://schemas.microsoft.com/office/drawing/2014/main" id="{18039DB6-839D-6BA0-5F25-F5922ADBADBE}"/>
                    </a:ext>
                  </a:extLst>
                </p:cNvPr>
                <p:cNvPicPr/>
                <p:nvPr/>
              </p:nvPicPr>
              <p:blipFill>
                <a:blip r:embed="rId203"/>
                <a:stretch>
                  <a:fillRect/>
                </a:stretch>
              </p:blipFill>
              <p:spPr>
                <a:xfrm>
                  <a:off x="11015745" y="3935895"/>
                  <a:ext cx="295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1" name="Ink 140">
                  <a:extLst>
                    <a:ext uri="{FF2B5EF4-FFF2-40B4-BE49-F238E27FC236}">
                      <a16:creationId xmlns:a16="http://schemas.microsoft.com/office/drawing/2014/main" id="{306E91E2-716C-55E7-9A8D-94362330387F}"/>
                    </a:ext>
                  </a:extLst>
                </p14:cNvPr>
                <p14:cNvContentPartPr/>
                <p14:nvPr/>
              </p14:nvContentPartPr>
              <p14:xfrm>
                <a:off x="10835385" y="4093215"/>
                <a:ext cx="378720" cy="43560"/>
              </p14:xfrm>
            </p:contentPart>
          </mc:Choice>
          <mc:Fallback xmlns="">
            <p:pic>
              <p:nvPicPr>
                <p:cNvPr id="141" name="Ink 140">
                  <a:extLst>
                    <a:ext uri="{FF2B5EF4-FFF2-40B4-BE49-F238E27FC236}">
                      <a16:creationId xmlns:a16="http://schemas.microsoft.com/office/drawing/2014/main" id="{306E91E2-716C-55E7-9A8D-94362330387F}"/>
                    </a:ext>
                  </a:extLst>
                </p:cNvPr>
                <p:cNvPicPr/>
                <p:nvPr/>
              </p:nvPicPr>
              <p:blipFill>
                <a:blip r:embed="rId205"/>
                <a:stretch>
                  <a:fillRect/>
                </a:stretch>
              </p:blipFill>
              <p:spPr>
                <a:xfrm>
                  <a:off x="10829265" y="4087095"/>
                  <a:ext cx="3909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3" name="Ink 142">
                  <a:extLst>
                    <a:ext uri="{FF2B5EF4-FFF2-40B4-BE49-F238E27FC236}">
                      <a16:creationId xmlns:a16="http://schemas.microsoft.com/office/drawing/2014/main" id="{174BDD72-5061-8602-D343-F8CC6D6DF262}"/>
                    </a:ext>
                  </a:extLst>
                </p14:cNvPr>
                <p14:cNvContentPartPr/>
                <p14:nvPr/>
              </p14:nvContentPartPr>
              <p14:xfrm>
                <a:off x="11315985" y="3732135"/>
                <a:ext cx="283320" cy="564840"/>
              </p14:xfrm>
            </p:contentPart>
          </mc:Choice>
          <mc:Fallback xmlns="">
            <p:pic>
              <p:nvPicPr>
                <p:cNvPr id="143" name="Ink 142">
                  <a:extLst>
                    <a:ext uri="{FF2B5EF4-FFF2-40B4-BE49-F238E27FC236}">
                      <a16:creationId xmlns:a16="http://schemas.microsoft.com/office/drawing/2014/main" id="{174BDD72-5061-8602-D343-F8CC6D6DF262}"/>
                    </a:ext>
                  </a:extLst>
                </p:cNvPr>
                <p:cNvPicPr/>
                <p:nvPr/>
              </p:nvPicPr>
              <p:blipFill>
                <a:blip r:embed="rId207"/>
                <a:stretch>
                  <a:fillRect/>
                </a:stretch>
              </p:blipFill>
              <p:spPr>
                <a:xfrm>
                  <a:off x="11309865" y="3726015"/>
                  <a:ext cx="295560" cy="5770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4" name="Ink 143">
                  <a:extLst>
                    <a:ext uri="{FF2B5EF4-FFF2-40B4-BE49-F238E27FC236}">
                      <a16:creationId xmlns:a16="http://schemas.microsoft.com/office/drawing/2014/main" id="{F162EE60-5A7F-1852-2C7C-4EE2D12BFDBB}"/>
                    </a:ext>
                  </a:extLst>
                </p14:cNvPr>
                <p14:cNvContentPartPr/>
                <p14:nvPr/>
              </p14:nvContentPartPr>
              <p14:xfrm>
                <a:off x="11552145" y="4043175"/>
                <a:ext cx="83880" cy="235440"/>
              </p14:xfrm>
            </p:contentPart>
          </mc:Choice>
          <mc:Fallback xmlns="">
            <p:pic>
              <p:nvPicPr>
                <p:cNvPr id="144" name="Ink 143">
                  <a:extLst>
                    <a:ext uri="{FF2B5EF4-FFF2-40B4-BE49-F238E27FC236}">
                      <a16:creationId xmlns:a16="http://schemas.microsoft.com/office/drawing/2014/main" id="{F162EE60-5A7F-1852-2C7C-4EE2D12BFDBB}"/>
                    </a:ext>
                  </a:extLst>
                </p:cNvPr>
                <p:cNvPicPr/>
                <p:nvPr/>
              </p:nvPicPr>
              <p:blipFill>
                <a:blip r:embed="rId209"/>
                <a:stretch>
                  <a:fillRect/>
                </a:stretch>
              </p:blipFill>
              <p:spPr>
                <a:xfrm>
                  <a:off x="11546025" y="4037055"/>
                  <a:ext cx="961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6" name="Ink 145">
                  <a:extLst>
                    <a:ext uri="{FF2B5EF4-FFF2-40B4-BE49-F238E27FC236}">
                      <a16:creationId xmlns:a16="http://schemas.microsoft.com/office/drawing/2014/main" id="{C8182FCC-CF15-22EF-F0E0-8933BD6597BD}"/>
                    </a:ext>
                  </a:extLst>
                </p14:cNvPr>
                <p14:cNvContentPartPr/>
                <p14:nvPr/>
              </p14:nvContentPartPr>
              <p14:xfrm>
                <a:off x="11691465" y="3849495"/>
                <a:ext cx="161640" cy="348120"/>
              </p14:xfrm>
            </p:contentPart>
          </mc:Choice>
          <mc:Fallback xmlns="">
            <p:pic>
              <p:nvPicPr>
                <p:cNvPr id="146" name="Ink 145">
                  <a:extLst>
                    <a:ext uri="{FF2B5EF4-FFF2-40B4-BE49-F238E27FC236}">
                      <a16:creationId xmlns:a16="http://schemas.microsoft.com/office/drawing/2014/main" id="{C8182FCC-CF15-22EF-F0E0-8933BD6597BD}"/>
                    </a:ext>
                  </a:extLst>
                </p:cNvPr>
                <p:cNvPicPr/>
                <p:nvPr/>
              </p:nvPicPr>
              <p:blipFill>
                <a:blip r:embed="rId211"/>
                <a:stretch>
                  <a:fillRect/>
                </a:stretch>
              </p:blipFill>
              <p:spPr>
                <a:xfrm>
                  <a:off x="11685345" y="3843375"/>
                  <a:ext cx="1738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7" name="Ink 146">
                  <a:extLst>
                    <a:ext uri="{FF2B5EF4-FFF2-40B4-BE49-F238E27FC236}">
                      <a16:creationId xmlns:a16="http://schemas.microsoft.com/office/drawing/2014/main" id="{D97926E0-4DBF-9E26-0C46-C4D7D73428E3}"/>
                    </a:ext>
                  </a:extLst>
                </p14:cNvPr>
                <p14:cNvContentPartPr/>
                <p14:nvPr/>
              </p14:nvContentPartPr>
              <p14:xfrm>
                <a:off x="11848065" y="4114095"/>
                <a:ext cx="48240" cy="122760"/>
              </p14:xfrm>
            </p:contentPart>
          </mc:Choice>
          <mc:Fallback xmlns="">
            <p:pic>
              <p:nvPicPr>
                <p:cNvPr id="147" name="Ink 146">
                  <a:extLst>
                    <a:ext uri="{FF2B5EF4-FFF2-40B4-BE49-F238E27FC236}">
                      <a16:creationId xmlns:a16="http://schemas.microsoft.com/office/drawing/2014/main" id="{D97926E0-4DBF-9E26-0C46-C4D7D73428E3}"/>
                    </a:ext>
                  </a:extLst>
                </p:cNvPr>
                <p:cNvPicPr/>
                <p:nvPr/>
              </p:nvPicPr>
              <p:blipFill>
                <a:blip r:embed="rId213"/>
                <a:stretch>
                  <a:fillRect/>
                </a:stretch>
              </p:blipFill>
              <p:spPr>
                <a:xfrm>
                  <a:off x="11841945" y="4107975"/>
                  <a:ext cx="60480" cy="13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4">
            <p14:nvContentPartPr>
              <p14:cNvPr id="149" name="Ink 148">
                <a:extLst>
                  <a:ext uri="{FF2B5EF4-FFF2-40B4-BE49-F238E27FC236}">
                    <a16:creationId xmlns:a16="http://schemas.microsoft.com/office/drawing/2014/main" id="{DB438074-5C2A-5BE2-A471-8AA16BF1F6F6}"/>
                  </a:ext>
                </a:extLst>
              </p14:cNvPr>
              <p14:cNvContentPartPr/>
              <p14:nvPr/>
            </p14:nvContentPartPr>
            <p14:xfrm>
              <a:off x="9206745" y="4728975"/>
              <a:ext cx="2304720" cy="444600"/>
            </p14:xfrm>
          </p:contentPart>
        </mc:Choice>
        <mc:Fallback xmlns="">
          <p:pic>
            <p:nvPicPr>
              <p:cNvPr id="149" name="Ink 148">
                <a:extLst>
                  <a:ext uri="{FF2B5EF4-FFF2-40B4-BE49-F238E27FC236}">
                    <a16:creationId xmlns:a16="http://schemas.microsoft.com/office/drawing/2014/main" id="{DB438074-5C2A-5BE2-A471-8AA16BF1F6F6}"/>
                  </a:ext>
                </a:extLst>
              </p:cNvPr>
              <p:cNvPicPr/>
              <p:nvPr/>
            </p:nvPicPr>
            <p:blipFill>
              <a:blip r:embed="rId215"/>
              <a:stretch>
                <a:fillRect/>
              </a:stretch>
            </p:blipFill>
            <p:spPr>
              <a:xfrm>
                <a:off x="9200625" y="4722855"/>
                <a:ext cx="231696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0" name="Ink 149">
                <a:extLst>
                  <a:ext uri="{FF2B5EF4-FFF2-40B4-BE49-F238E27FC236}">
                    <a16:creationId xmlns:a16="http://schemas.microsoft.com/office/drawing/2014/main" id="{8DFB81E7-7EB3-0945-7C4F-39D6D77A80D0}"/>
                  </a:ext>
                </a:extLst>
              </p14:cNvPr>
              <p14:cNvContentPartPr/>
              <p14:nvPr/>
            </p14:nvContentPartPr>
            <p14:xfrm>
              <a:off x="7163025" y="5449335"/>
              <a:ext cx="271440" cy="152640"/>
            </p14:xfrm>
          </p:contentPart>
        </mc:Choice>
        <mc:Fallback xmlns="">
          <p:pic>
            <p:nvPicPr>
              <p:cNvPr id="150" name="Ink 149">
                <a:extLst>
                  <a:ext uri="{FF2B5EF4-FFF2-40B4-BE49-F238E27FC236}">
                    <a16:creationId xmlns:a16="http://schemas.microsoft.com/office/drawing/2014/main" id="{8DFB81E7-7EB3-0945-7C4F-39D6D77A80D0}"/>
                  </a:ext>
                </a:extLst>
              </p:cNvPr>
              <p:cNvPicPr/>
              <p:nvPr/>
            </p:nvPicPr>
            <p:blipFill>
              <a:blip r:embed="rId217"/>
              <a:stretch>
                <a:fillRect/>
              </a:stretch>
            </p:blipFill>
            <p:spPr>
              <a:xfrm>
                <a:off x="7156905" y="5443215"/>
                <a:ext cx="283680" cy="164880"/>
              </a:xfrm>
              <a:prstGeom prst="rect">
                <a:avLst/>
              </a:prstGeom>
            </p:spPr>
          </p:pic>
        </mc:Fallback>
      </mc:AlternateContent>
    </p:spTree>
    <p:extLst>
      <p:ext uri="{BB962C8B-B14F-4D97-AF65-F5344CB8AC3E}">
        <p14:creationId xmlns:p14="http://schemas.microsoft.com/office/powerpoint/2010/main" val="175160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1F212A6-056A-639C-E0C6-D37B6820A8CC}"/>
              </a:ext>
            </a:extLst>
          </p:cNvPr>
          <p:cNvGrpSpPr/>
          <p:nvPr/>
        </p:nvGrpSpPr>
        <p:grpSpPr>
          <a:xfrm>
            <a:off x="695265" y="433095"/>
            <a:ext cx="3149280" cy="1530720"/>
            <a:chOff x="695265" y="433095"/>
            <a:chExt cx="3149280" cy="15307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723F4BD-CFE0-00A3-5CB5-B2F2047BD7A9}"/>
                    </a:ext>
                  </a:extLst>
                </p14:cNvPr>
                <p14:cNvContentPartPr/>
                <p14:nvPr/>
              </p14:nvContentPartPr>
              <p14:xfrm>
                <a:off x="695265" y="471255"/>
                <a:ext cx="978840" cy="1040400"/>
              </p14:xfrm>
            </p:contentPart>
          </mc:Choice>
          <mc:Fallback xmlns="">
            <p:pic>
              <p:nvPicPr>
                <p:cNvPr id="2" name="Ink 1">
                  <a:extLst>
                    <a:ext uri="{FF2B5EF4-FFF2-40B4-BE49-F238E27FC236}">
                      <a16:creationId xmlns:a16="http://schemas.microsoft.com/office/drawing/2014/main" id="{C723F4BD-CFE0-00A3-5CB5-B2F2047BD7A9}"/>
                    </a:ext>
                  </a:extLst>
                </p:cNvPr>
                <p:cNvPicPr/>
                <p:nvPr/>
              </p:nvPicPr>
              <p:blipFill>
                <a:blip r:embed="rId3"/>
                <a:stretch>
                  <a:fillRect/>
                </a:stretch>
              </p:blipFill>
              <p:spPr>
                <a:xfrm>
                  <a:off x="689145" y="465135"/>
                  <a:ext cx="991080" cy="1052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B896279-8D18-725C-7F09-F46D82E7D758}"/>
                    </a:ext>
                  </a:extLst>
                </p14:cNvPr>
                <p14:cNvContentPartPr/>
                <p14:nvPr/>
              </p14:nvContentPartPr>
              <p14:xfrm>
                <a:off x="1724145" y="996855"/>
                <a:ext cx="270720" cy="966960"/>
              </p14:xfrm>
            </p:contentPart>
          </mc:Choice>
          <mc:Fallback xmlns="">
            <p:pic>
              <p:nvPicPr>
                <p:cNvPr id="3" name="Ink 2">
                  <a:extLst>
                    <a:ext uri="{FF2B5EF4-FFF2-40B4-BE49-F238E27FC236}">
                      <a16:creationId xmlns:a16="http://schemas.microsoft.com/office/drawing/2014/main" id="{2B896279-8D18-725C-7F09-F46D82E7D758}"/>
                    </a:ext>
                  </a:extLst>
                </p:cNvPr>
                <p:cNvPicPr/>
                <p:nvPr/>
              </p:nvPicPr>
              <p:blipFill>
                <a:blip r:embed="rId5"/>
                <a:stretch>
                  <a:fillRect/>
                </a:stretch>
              </p:blipFill>
              <p:spPr>
                <a:xfrm>
                  <a:off x="1718025" y="990735"/>
                  <a:ext cx="282960" cy="979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6B8DB91-B7FD-F095-2117-217D945B41F6}"/>
                    </a:ext>
                  </a:extLst>
                </p14:cNvPr>
                <p14:cNvContentPartPr/>
                <p14:nvPr/>
              </p14:nvContentPartPr>
              <p14:xfrm>
                <a:off x="2369985" y="496455"/>
                <a:ext cx="677160" cy="743040"/>
              </p14:xfrm>
            </p:contentPart>
          </mc:Choice>
          <mc:Fallback xmlns="">
            <p:pic>
              <p:nvPicPr>
                <p:cNvPr id="4" name="Ink 3">
                  <a:extLst>
                    <a:ext uri="{FF2B5EF4-FFF2-40B4-BE49-F238E27FC236}">
                      <a16:creationId xmlns:a16="http://schemas.microsoft.com/office/drawing/2014/main" id="{46B8DB91-B7FD-F095-2117-217D945B41F6}"/>
                    </a:ext>
                  </a:extLst>
                </p:cNvPr>
                <p:cNvPicPr/>
                <p:nvPr/>
              </p:nvPicPr>
              <p:blipFill>
                <a:blip r:embed="rId7"/>
                <a:stretch>
                  <a:fillRect/>
                </a:stretch>
              </p:blipFill>
              <p:spPr>
                <a:xfrm>
                  <a:off x="2363865" y="490335"/>
                  <a:ext cx="689400" cy="75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22748CB-9EFB-1AD9-F7BA-92E8CCE5F662}"/>
                    </a:ext>
                  </a:extLst>
                </p14:cNvPr>
                <p14:cNvContentPartPr/>
                <p14:nvPr/>
              </p14:nvContentPartPr>
              <p14:xfrm>
                <a:off x="3277185" y="718215"/>
                <a:ext cx="318960" cy="455040"/>
              </p14:xfrm>
            </p:contentPart>
          </mc:Choice>
          <mc:Fallback xmlns="">
            <p:pic>
              <p:nvPicPr>
                <p:cNvPr id="5" name="Ink 4">
                  <a:extLst>
                    <a:ext uri="{FF2B5EF4-FFF2-40B4-BE49-F238E27FC236}">
                      <a16:creationId xmlns:a16="http://schemas.microsoft.com/office/drawing/2014/main" id="{622748CB-9EFB-1AD9-F7BA-92E8CCE5F662}"/>
                    </a:ext>
                  </a:extLst>
                </p:cNvPr>
                <p:cNvPicPr/>
                <p:nvPr/>
              </p:nvPicPr>
              <p:blipFill>
                <a:blip r:embed="rId9"/>
                <a:stretch>
                  <a:fillRect/>
                </a:stretch>
              </p:blipFill>
              <p:spPr>
                <a:xfrm>
                  <a:off x="3271065" y="712095"/>
                  <a:ext cx="33120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1B36FFE7-6568-CE0D-6A2F-5AC7BA4763D2}"/>
                    </a:ext>
                  </a:extLst>
                </p14:cNvPr>
                <p14:cNvContentPartPr/>
                <p14:nvPr/>
              </p14:nvContentPartPr>
              <p14:xfrm>
                <a:off x="3340905" y="433095"/>
                <a:ext cx="503640" cy="1099080"/>
              </p14:xfrm>
            </p:contentPart>
          </mc:Choice>
          <mc:Fallback xmlns="">
            <p:pic>
              <p:nvPicPr>
                <p:cNvPr id="6" name="Ink 5">
                  <a:extLst>
                    <a:ext uri="{FF2B5EF4-FFF2-40B4-BE49-F238E27FC236}">
                      <a16:creationId xmlns:a16="http://schemas.microsoft.com/office/drawing/2014/main" id="{1B36FFE7-6568-CE0D-6A2F-5AC7BA4763D2}"/>
                    </a:ext>
                  </a:extLst>
                </p:cNvPr>
                <p:cNvPicPr/>
                <p:nvPr/>
              </p:nvPicPr>
              <p:blipFill>
                <a:blip r:embed="rId11"/>
                <a:stretch>
                  <a:fillRect/>
                </a:stretch>
              </p:blipFill>
              <p:spPr>
                <a:xfrm>
                  <a:off x="3334785" y="426975"/>
                  <a:ext cx="515880" cy="111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AD89C2E-BF87-5AC4-DB7A-37C16730D992}"/>
                  </a:ext>
                </a:extLst>
              </p14:cNvPr>
              <p14:cNvContentPartPr/>
              <p14:nvPr/>
            </p14:nvContentPartPr>
            <p14:xfrm>
              <a:off x="349305" y="575295"/>
              <a:ext cx="221040" cy="1002240"/>
            </p14:xfrm>
          </p:contentPart>
        </mc:Choice>
        <mc:Fallback xmlns="">
          <p:pic>
            <p:nvPicPr>
              <p:cNvPr id="8" name="Ink 7">
                <a:extLst>
                  <a:ext uri="{FF2B5EF4-FFF2-40B4-BE49-F238E27FC236}">
                    <a16:creationId xmlns:a16="http://schemas.microsoft.com/office/drawing/2014/main" id="{CAD89C2E-BF87-5AC4-DB7A-37C16730D992}"/>
                  </a:ext>
                </a:extLst>
              </p:cNvPr>
              <p:cNvPicPr/>
              <p:nvPr/>
            </p:nvPicPr>
            <p:blipFill>
              <a:blip r:embed="rId13"/>
              <a:stretch>
                <a:fillRect/>
              </a:stretch>
            </p:blipFill>
            <p:spPr>
              <a:xfrm>
                <a:off x="343185" y="569175"/>
                <a:ext cx="233280" cy="1014480"/>
              </a:xfrm>
              <a:prstGeom prst="rect">
                <a:avLst/>
              </a:prstGeom>
            </p:spPr>
          </p:pic>
        </mc:Fallback>
      </mc:AlternateContent>
      <p:grpSp>
        <p:nvGrpSpPr>
          <p:cNvPr id="32" name="Group 31">
            <a:extLst>
              <a:ext uri="{FF2B5EF4-FFF2-40B4-BE49-F238E27FC236}">
                <a16:creationId xmlns:a16="http://schemas.microsoft.com/office/drawing/2014/main" id="{B2EAECC7-9FD6-D0E9-71E1-950EEB1607CB}"/>
              </a:ext>
            </a:extLst>
          </p:cNvPr>
          <p:cNvGrpSpPr/>
          <p:nvPr/>
        </p:nvGrpSpPr>
        <p:grpSpPr>
          <a:xfrm>
            <a:off x="5148825" y="1884615"/>
            <a:ext cx="984960" cy="1400040"/>
            <a:chOff x="5148825" y="1884615"/>
            <a:chExt cx="984960" cy="1400040"/>
          </a:xfrm>
        </p:grpSpPr>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26A5025E-CE3B-9B3A-4552-6B1C128BA9A8}"/>
                    </a:ext>
                  </a:extLst>
                </p14:cNvPr>
                <p14:cNvContentPartPr/>
                <p14:nvPr/>
              </p14:nvContentPartPr>
              <p14:xfrm>
                <a:off x="5148825" y="2348655"/>
                <a:ext cx="393120" cy="936000"/>
              </p14:xfrm>
            </p:contentPart>
          </mc:Choice>
          <mc:Fallback xmlns="">
            <p:pic>
              <p:nvPicPr>
                <p:cNvPr id="27" name="Ink 26">
                  <a:extLst>
                    <a:ext uri="{FF2B5EF4-FFF2-40B4-BE49-F238E27FC236}">
                      <a16:creationId xmlns:a16="http://schemas.microsoft.com/office/drawing/2014/main" id="{26A5025E-CE3B-9B3A-4552-6B1C128BA9A8}"/>
                    </a:ext>
                  </a:extLst>
                </p:cNvPr>
                <p:cNvPicPr/>
                <p:nvPr/>
              </p:nvPicPr>
              <p:blipFill>
                <a:blip r:embed="rId15"/>
                <a:stretch>
                  <a:fillRect/>
                </a:stretch>
              </p:blipFill>
              <p:spPr>
                <a:xfrm>
                  <a:off x="5142705" y="2342535"/>
                  <a:ext cx="405360" cy="948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4A916304-B65A-6B44-6935-94E9351F0602}"/>
                    </a:ext>
                  </a:extLst>
                </p14:cNvPr>
                <p14:cNvContentPartPr/>
                <p14:nvPr/>
              </p14:nvContentPartPr>
              <p14:xfrm>
                <a:off x="5761905" y="2048415"/>
                <a:ext cx="109800" cy="205200"/>
              </p14:xfrm>
            </p:contentPart>
          </mc:Choice>
          <mc:Fallback xmlns="">
            <p:pic>
              <p:nvPicPr>
                <p:cNvPr id="28" name="Ink 27">
                  <a:extLst>
                    <a:ext uri="{FF2B5EF4-FFF2-40B4-BE49-F238E27FC236}">
                      <a16:creationId xmlns:a16="http://schemas.microsoft.com/office/drawing/2014/main" id="{4A916304-B65A-6B44-6935-94E9351F0602}"/>
                    </a:ext>
                  </a:extLst>
                </p:cNvPr>
                <p:cNvPicPr/>
                <p:nvPr/>
              </p:nvPicPr>
              <p:blipFill>
                <a:blip r:embed="rId17"/>
                <a:stretch>
                  <a:fillRect/>
                </a:stretch>
              </p:blipFill>
              <p:spPr>
                <a:xfrm>
                  <a:off x="5755785" y="2042295"/>
                  <a:ext cx="1220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0FB14A9E-57BB-188D-F440-7A8DE66C9FFB}"/>
                    </a:ext>
                  </a:extLst>
                </p14:cNvPr>
                <p14:cNvContentPartPr/>
                <p14:nvPr/>
              </p14:nvContentPartPr>
              <p14:xfrm>
                <a:off x="5804025" y="1884615"/>
                <a:ext cx="43920" cy="33120"/>
              </p14:xfrm>
            </p:contentPart>
          </mc:Choice>
          <mc:Fallback xmlns="">
            <p:pic>
              <p:nvPicPr>
                <p:cNvPr id="29" name="Ink 28">
                  <a:extLst>
                    <a:ext uri="{FF2B5EF4-FFF2-40B4-BE49-F238E27FC236}">
                      <a16:creationId xmlns:a16="http://schemas.microsoft.com/office/drawing/2014/main" id="{0FB14A9E-57BB-188D-F440-7A8DE66C9FFB}"/>
                    </a:ext>
                  </a:extLst>
                </p:cNvPr>
                <p:cNvPicPr/>
                <p:nvPr/>
              </p:nvPicPr>
              <p:blipFill>
                <a:blip r:embed="rId19"/>
                <a:stretch>
                  <a:fillRect/>
                </a:stretch>
              </p:blipFill>
              <p:spPr>
                <a:xfrm>
                  <a:off x="5797905" y="1878495"/>
                  <a:ext cx="561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Ink 29">
                  <a:extLst>
                    <a:ext uri="{FF2B5EF4-FFF2-40B4-BE49-F238E27FC236}">
                      <a16:creationId xmlns:a16="http://schemas.microsoft.com/office/drawing/2014/main" id="{1EA42107-51BD-9CB8-F088-F328B0E2108B}"/>
                    </a:ext>
                  </a:extLst>
                </p14:cNvPr>
                <p14:cNvContentPartPr/>
                <p14:nvPr/>
              </p14:nvContentPartPr>
              <p14:xfrm>
                <a:off x="5568585" y="1991895"/>
                <a:ext cx="155880" cy="487080"/>
              </p14:xfrm>
            </p:contentPart>
          </mc:Choice>
          <mc:Fallback xmlns="">
            <p:pic>
              <p:nvPicPr>
                <p:cNvPr id="30" name="Ink 29">
                  <a:extLst>
                    <a:ext uri="{FF2B5EF4-FFF2-40B4-BE49-F238E27FC236}">
                      <a16:creationId xmlns:a16="http://schemas.microsoft.com/office/drawing/2014/main" id="{1EA42107-51BD-9CB8-F088-F328B0E2108B}"/>
                    </a:ext>
                  </a:extLst>
                </p:cNvPr>
                <p:cNvPicPr/>
                <p:nvPr/>
              </p:nvPicPr>
              <p:blipFill>
                <a:blip r:embed="rId21"/>
                <a:stretch>
                  <a:fillRect/>
                </a:stretch>
              </p:blipFill>
              <p:spPr>
                <a:xfrm>
                  <a:off x="5562465" y="1985775"/>
                  <a:ext cx="16812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Ink 30">
                  <a:extLst>
                    <a:ext uri="{FF2B5EF4-FFF2-40B4-BE49-F238E27FC236}">
                      <a16:creationId xmlns:a16="http://schemas.microsoft.com/office/drawing/2014/main" id="{EC9F88D5-F130-838F-3ACF-6B1C2E740DB3}"/>
                    </a:ext>
                  </a:extLst>
                </p14:cNvPr>
                <p14:cNvContentPartPr/>
                <p14:nvPr/>
              </p14:nvContentPartPr>
              <p14:xfrm>
                <a:off x="5896545" y="1959855"/>
                <a:ext cx="237240" cy="552600"/>
              </p14:xfrm>
            </p:contentPart>
          </mc:Choice>
          <mc:Fallback xmlns="">
            <p:pic>
              <p:nvPicPr>
                <p:cNvPr id="31" name="Ink 30">
                  <a:extLst>
                    <a:ext uri="{FF2B5EF4-FFF2-40B4-BE49-F238E27FC236}">
                      <a16:creationId xmlns:a16="http://schemas.microsoft.com/office/drawing/2014/main" id="{EC9F88D5-F130-838F-3ACF-6B1C2E740DB3}"/>
                    </a:ext>
                  </a:extLst>
                </p:cNvPr>
                <p:cNvPicPr/>
                <p:nvPr/>
              </p:nvPicPr>
              <p:blipFill>
                <a:blip r:embed="rId23"/>
                <a:stretch>
                  <a:fillRect/>
                </a:stretch>
              </p:blipFill>
              <p:spPr>
                <a:xfrm>
                  <a:off x="5890425" y="1953735"/>
                  <a:ext cx="249480" cy="564840"/>
                </a:xfrm>
                <a:prstGeom prst="rect">
                  <a:avLst/>
                </a:prstGeom>
              </p:spPr>
            </p:pic>
          </mc:Fallback>
        </mc:AlternateContent>
      </p:grpSp>
      <p:grpSp>
        <p:nvGrpSpPr>
          <p:cNvPr id="36" name="Group 35">
            <a:extLst>
              <a:ext uri="{FF2B5EF4-FFF2-40B4-BE49-F238E27FC236}">
                <a16:creationId xmlns:a16="http://schemas.microsoft.com/office/drawing/2014/main" id="{33377D57-4960-1160-464A-5BAF6D987DBB}"/>
              </a:ext>
            </a:extLst>
          </p:cNvPr>
          <p:cNvGrpSpPr/>
          <p:nvPr/>
        </p:nvGrpSpPr>
        <p:grpSpPr>
          <a:xfrm>
            <a:off x="965625" y="2104935"/>
            <a:ext cx="3818160" cy="1267920"/>
            <a:chOff x="965625" y="2104935"/>
            <a:chExt cx="3818160" cy="1267920"/>
          </a:xfrm>
        </p:grpSpPr>
        <mc:AlternateContent xmlns:mc="http://schemas.openxmlformats.org/markup-compatibility/2006" xmlns:p14="http://schemas.microsoft.com/office/powerpoint/2010/main">
          <mc:Choice Requires="p14">
            <p:contentPart p14:bwMode="auto" r:id="rId24">
              <p14:nvContentPartPr>
                <p14:cNvPr id="9" name="Ink 8">
                  <a:extLst>
                    <a:ext uri="{FF2B5EF4-FFF2-40B4-BE49-F238E27FC236}">
                      <a16:creationId xmlns:a16="http://schemas.microsoft.com/office/drawing/2014/main" id="{ECD5F92F-32FA-90F9-9050-C053748738A4}"/>
                    </a:ext>
                  </a:extLst>
                </p14:cNvPr>
                <p14:cNvContentPartPr/>
                <p14:nvPr/>
              </p14:nvContentPartPr>
              <p14:xfrm>
                <a:off x="965625" y="2423175"/>
                <a:ext cx="569520" cy="949680"/>
              </p14:xfrm>
            </p:contentPart>
          </mc:Choice>
          <mc:Fallback xmlns="">
            <p:pic>
              <p:nvPicPr>
                <p:cNvPr id="9" name="Ink 8">
                  <a:extLst>
                    <a:ext uri="{FF2B5EF4-FFF2-40B4-BE49-F238E27FC236}">
                      <a16:creationId xmlns:a16="http://schemas.microsoft.com/office/drawing/2014/main" id="{ECD5F92F-32FA-90F9-9050-C053748738A4}"/>
                    </a:ext>
                  </a:extLst>
                </p:cNvPr>
                <p:cNvPicPr/>
                <p:nvPr/>
              </p:nvPicPr>
              <p:blipFill>
                <a:blip r:embed="rId25"/>
                <a:stretch>
                  <a:fillRect/>
                </a:stretch>
              </p:blipFill>
              <p:spPr>
                <a:xfrm>
                  <a:off x="959505" y="2417055"/>
                  <a:ext cx="581760" cy="961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Ink 9">
                  <a:extLst>
                    <a:ext uri="{FF2B5EF4-FFF2-40B4-BE49-F238E27FC236}">
                      <a16:creationId xmlns:a16="http://schemas.microsoft.com/office/drawing/2014/main" id="{5BFF7E7C-F777-0549-051A-9529CE4E61FA}"/>
                    </a:ext>
                  </a:extLst>
                </p14:cNvPr>
                <p14:cNvContentPartPr/>
                <p14:nvPr/>
              </p14:nvContentPartPr>
              <p14:xfrm>
                <a:off x="1598865" y="2752575"/>
                <a:ext cx="230760" cy="593280"/>
              </p14:xfrm>
            </p:contentPart>
          </mc:Choice>
          <mc:Fallback xmlns="">
            <p:pic>
              <p:nvPicPr>
                <p:cNvPr id="10" name="Ink 9">
                  <a:extLst>
                    <a:ext uri="{FF2B5EF4-FFF2-40B4-BE49-F238E27FC236}">
                      <a16:creationId xmlns:a16="http://schemas.microsoft.com/office/drawing/2014/main" id="{5BFF7E7C-F777-0549-051A-9529CE4E61FA}"/>
                    </a:ext>
                  </a:extLst>
                </p:cNvPr>
                <p:cNvPicPr/>
                <p:nvPr/>
              </p:nvPicPr>
              <p:blipFill>
                <a:blip r:embed="rId27"/>
                <a:stretch>
                  <a:fillRect/>
                </a:stretch>
              </p:blipFill>
              <p:spPr>
                <a:xfrm>
                  <a:off x="1592745" y="2746455"/>
                  <a:ext cx="243000" cy="605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 name="Ink 10">
                  <a:extLst>
                    <a:ext uri="{FF2B5EF4-FFF2-40B4-BE49-F238E27FC236}">
                      <a16:creationId xmlns:a16="http://schemas.microsoft.com/office/drawing/2014/main" id="{87C16FC8-4620-1E77-6A3C-560C2DB3050E}"/>
                    </a:ext>
                  </a:extLst>
                </p14:cNvPr>
                <p14:cNvContentPartPr/>
                <p14:nvPr/>
              </p14:nvContentPartPr>
              <p14:xfrm>
                <a:off x="2040225" y="2483655"/>
                <a:ext cx="250560" cy="756000"/>
              </p14:xfrm>
            </p:contentPart>
          </mc:Choice>
          <mc:Fallback xmlns="">
            <p:pic>
              <p:nvPicPr>
                <p:cNvPr id="11" name="Ink 10">
                  <a:extLst>
                    <a:ext uri="{FF2B5EF4-FFF2-40B4-BE49-F238E27FC236}">
                      <a16:creationId xmlns:a16="http://schemas.microsoft.com/office/drawing/2014/main" id="{87C16FC8-4620-1E77-6A3C-560C2DB3050E}"/>
                    </a:ext>
                  </a:extLst>
                </p:cNvPr>
                <p:cNvPicPr/>
                <p:nvPr/>
              </p:nvPicPr>
              <p:blipFill>
                <a:blip r:embed="rId29"/>
                <a:stretch>
                  <a:fillRect/>
                </a:stretch>
              </p:blipFill>
              <p:spPr>
                <a:xfrm>
                  <a:off x="2034105" y="2477535"/>
                  <a:ext cx="262800" cy="768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Ink 11">
                  <a:extLst>
                    <a:ext uri="{FF2B5EF4-FFF2-40B4-BE49-F238E27FC236}">
                      <a16:creationId xmlns:a16="http://schemas.microsoft.com/office/drawing/2014/main" id="{A1FA25DA-076C-63C0-A6BE-702BF903CA07}"/>
                    </a:ext>
                  </a:extLst>
                </p14:cNvPr>
                <p14:cNvContentPartPr/>
                <p14:nvPr/>
              </p14:nvContentPartPr>
              <p14:xfrm>
                <a:off x="1883625" y="2873175"/>
                <a:ext cx="296280" cy="91800"/>
              </p14:xfrm>
            </p:contentPart>
          </mc:Choice>
          <mc:Fallback xmlns="">
            <p:pic>
              <p:nvPicPr>
                <p:cNvPr id="12" name="Ink 11">
                  <a:extLst>
                    <a:ext uri="{FF2B5EF4-FFF2-40B4-BE49-F238E27FC236}">
                      <a16:creationId xmlns:a16="http://schemas.microsoft.com/office/drawing/2014/main" id="{A1FA25DA-076C-63C0-A6BE-702BF903CA07}"/>
                    </a:ext>
                  </a:extLst>
                </p:cNvPr>
                <p:cNvPicPr/>
                <p:nvPr/>
              </p:nvPicPr>
              <p:blipFill>
                <a:blip r:embed="rId31"/>
                <a:stretch>
                  <a:fillRect/>
                </a:stretch>
              </p:blipFill>
              <p:spPr>
                <a:xfrm>
                  <a:off x="1877505" y="2867055"/>
                  <a:ext cx="308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 name="Ink 13">
                  <a:extLst>
                    <a:ext uri="{FF2B5EF4-FFF2-40B4-BE49-F238E27FC236}">
                      <a16:creationId xmlns:a16="http://schemas.microsoft.com/office/drawing/2014/main" id="{D05D22E1-40CE-F1F4-9AF8-3ABBCCF59D78}"/>
                    </a:ext>
                  </a:extLst>
                </p14:cNvPr>
                <p14:cNvContentPartPr/>
                <p14:nvPr/>
              </p14:nvContentPartPr>
              <p14:xfrm>
                <a:off x="2534145" y="2322015"/>
                <a:ext cx="277920" cy="703080"/>
              </p14:xfrm>
            </p:contentPart>
          </mc:Choice>
          <mc:Fallback xmlns="">
            <p:pic>
              <p:nvPicPr>
                <p:cNvPr id="14" name="Ink 13">
                  <a:extLst>
                    <a:ext uri="{FF2B5EF4-FFF2-40B4-BE49-F238E27FC236}">
                      <a16:creationId xmlns:a16="http://schemas.microsoft.com/office/drawing/2014/main" id="{D05D22E1-40CE-F1F4-9AF8-3ABBCCF59D78}"/>
                    </a:ext>
                  </a:extLst>
                </p:cNvPr>
                <p:cNvPicPr/>
                <p:nvPr/>
              </p:nvPicPr>
              <p:blipFill>
                <a:blip r:embed="rId33"/>
                <a:stretch>
                  <a:fillRect/>
                </a:stretch>
              </p:blipFill>
              <p:spPr>
                <a:xfrm>
                  <a:off x="2528025" y="2315895"/>
                  <a:ext cx="290160" cy="715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Ink 14">
                  <a:extLst>
                    <a:ext uri="{FF2B5EF4-FFF2-40B4-BE49-F238E27FC236}">
                      <a16:creationId xmlns:a16="http://schemas.microsoft.com/office/drawing/2014/main" id="{5DED9F33-8100-08C4-E3E9-EB4685AB176E}"/>
                    </a:ext>
                  </a:extLst>
                </p14:cNvPr>
                <p14:cNvContentPartPr/>
                <p14:nvPr/>
              </p14:nvContentPartPr>
              <p14:xfrm>
                <a:off x="2996745" y="2293215"/>
                <a:ext cx="289440" cy="588600"/>
              </p14:xfrm>
            </p:contentPart>
          </mc:Choice>
          <mc:Fallback xmlns="">
            <p:pic>
              <p:nvPicPr>
                <p:cNvPr id="15" name="Ink 14">
                  <a:extLst>
                    <a:ext uri="{FF2B5EF4-FFF2-40B4-BE49-F238E27FC236}">
                      <a16:creationId xmlns:a16="http://schemas.microsoft.com/office/drawing/2014/main" id="{5DED9F33-8100-08C4-E3E9-EB4685AB176E}"/>
                    </a:ext>
                  </a:extLst>
                </p:cNvPr>
                <p:cNvPicPr/>
                <p:nvPr/>
              </p:nvPicPr>
              <p:blipFill>
                <a:blip r:embed="rId35"/>
                <a:stretch>
                  <a:fillRect/>
                </a:stretch>
              </p:blipFill>
              <p:spPr>
                <a:xfrm>
                  <a:off x="2990625" y="2287095"/>
                  <a:ext cx="30168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 name="Ink 15">
                  <a:extLst>
                    <a:ext uri="{FF2B5EF4-FFF2-40B4-BE49-F238E27FC236}">
                      <a16:creationId xmlns:a16="http://schemas.microsoft.com/office/drawing/2014/main" id="{C6BD9D61-223C-1196-33FD-061D7666875A}"/>
                    </a:ext>
                  </a:extLst>
                </p14:cNvPr>
                <p14:cNvContentPartPr/>
                <p14:nvPr/>
              </p14:nvContentPartPr>
              <p14:xfrm>
                <a:off x="3432705" y="2327775"/>
                <a:ext cx="216000" cy="570960"/>
              </p14:xfrm>
            </p:contentPart>
          </mc:Choice>
          <mc:Fallback xmlns="">
            <p:pic>
              <p:nvPicPr>
                <p:cNvPr id="16" name="Ink 15">
                  <a:extLst>
                    <a:ext uri="{FF2B5EF4-FFF2-40B4-BE49-F238E27FC236}">
                      <a16:creationId xmlns:a16="http://schemas.microsoft.com/office/drawing/2014/main" id="{C6BD9D61-223C-1196-33FD-061D7666875A}"/>
                    </a:ext>
                  </a:extLst>
                </p:cNvPr>
                <p:cNvPicPr/>
                <p:nvPr/>
              </p:nvPicPr>
              <p:blipFill>
                <a:blip r:embed="rId37"/>
                <a:stretch>
                  <a:fillRect/>
                </a:stretch>
              </p:blipFill>
              <p:spPr>
                <a:xfrm>
                  <a:off x="3426585" y="2321655"/>
                  <a:ext cx="22824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Ink 17">
                  <a:extLst>
                    <a:ext uri="{FF2B5EF4-FFF2-40B4-BE49-F238E27FC236}">
                      <a16:creationId xmlns:a16="http://schemas.microsoft.com/office/drawing/2014/main" id="{EB6C885D-DB7F-6DDE-742E-29C11B782E3B}"/>
                    </a:ext>
                  </a:extLst>
                </p14:cNvPr>
                <p14:cNvContentPartPr/>
                <p14:nvPr/>
              </p14:nvContentPartPr>
              <p14:xfrm>
                <a:off x="3674625" y="2616495"/>
                <a:ext cx="386640" cy="201600"/>
              </p14:xfrm>
            </p:contentPart>
          </mc:Choice>
          <mc:Fallback xmlns="">
            <p:pic>
              <p:nvPicPr>
                <p:cNvPr id="18" name="Ink 17">
                  <a:extLst>
                    <a:ext uri="{FF2B5EF4-FFF2-40B4-BE49-F238E27FC236}">
                      <a16:creationId xmlns:a16="http://schemas.microsoft.com/office/drawing/2014/main" id="{EB6C885D-DB7F-6DDE-742E-29C11B782E3B}"/>
                    </a:ext>
                  </a:extLst>
                </p:cNvPr>
                <p:cNvPicPr/>
                <p:nvPr/>
              </p:nvPicPr>
              <p:blipFill>
                <a:blip r:embed="rId39"/>
                <a:stretch>
                  <a:fillRect/>
                </a:stretch>
              </p:blipFill>
              <p:spPr>
                <a:xfrm>
                  <a:off x="3668505" y="2610375"/>
                  <a:ext cx="3988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Ink 18">
                  <a:extLst>
                    <a:ext uri="{FF2B5EF4-FFF2-40B4-BE49-F238E27FC236}">
                      <a16:creationId xmlns:a16="http://schemas.microsoft.com/office/drawing/2014/main" id="{C2573D36-089C-40C3-655D-7975A62B4B6F}"/>
                    </a:ext>
                  </a:extLst>
                </p14:cNvPr>
                <p14:cNvContentPartPr/>
                <p14:nvPr/>
              </p14:nvContentPartPr>
              <p14:xfrm>
                <a:off x="3632865" y="2527575"/>
                <a:ext cx="172440" cy="355320"/>
              </p14:xfrm>
            </p:contentPart>
          </mc:Choice>
          <mc:Fallback xmlns="">
            <p:pic>
              <p:nvPicPr>
                <p:cNvPr id="19" name="Ink 18">
                  <a:extLst>
                    <a:ext uri="{FF2B5EF4-FFF2-40B4-BE49-F238E27FC236}">
                      <a16:creationId xmlns:a16="http://schemas.microsoft.com/office/drawing/2014/main" id="{C2573D36-089C-40C3-655D-7975A62B4B6F}"/>
                    </a:ext>
                  </a:extLst>
                </p:cNvPr>
                <p:cNvPicPr/>
                <p:nvPr/>
              </p:nvPicPr>
              <p:blipFill>
                <a:blip r:embed="rId41"/>
                <a:stretch>
                  <a:fillRect/>
                </a:stretch>
              </p:blipFill>
              <p:spPr>
                <a:xfrm>
                  <a:off x="3626745" y="2521455"/>
                  <a:ext cx="18468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Ink 19">
                  <a:extLst>
                    <a:ext uri="{FF2B5EF4-FFF2-40B4-BE49-F238E27FC236}">
                      <a16:creationId xmlns:a16="http://schemas.microsoft.com/office/drawing/2014/main" id="{E942FDE7-DC42-5B61-BD9D-2FFDA0D3065D}"/>
                    </a:ext>
                  </a:extLst>
                </p14:cNvPr>
                <p14:cNvContentPartPr/>
                <p14:nvPr/>
              </p14:nvContentPartPr>
              <p14:xfrm>
                <a:off x="4007265" y="2476095"/>
                <a:ext cx="141840" cy="493560"/>
              </p14:xfrm>
            </p:contentPart>
          </mc:Choice>
          <mc:Fallback xmlns="">
            <p:pic>
              <p:nvPicPr>
                <p:cNvPr id="20" name="Ink 19">
                  <a:extLst>
                    <a:ext uri="{FF2B5EF4-FFF2-40B4-BE49-F238E27FC236}">
                      <a16:creationId xmlns:a16="http://schemas.microsoft.com/office/drawing/2014/main" id="{E942FDE7-DC42-5B61-BD9D-2FFDA0D3065D}"/>
                    </a:ext>
                  </a:extLst>
                </p:cNvPr>
                <p:cNvPicPr/>
                <p:nvPr/>
              </p:nvPicPr>
              <p:blipFill>
                <a:blip r:embed="rId43"/>
                <a:stretch>
                  <a:fillRect/>
                </a:stretch>
              </p:blipFill>
              <p:spPr>
                <a:xfrm>
                  <a:off x="4001145" y="2469975"/>
                  <a:ext cx="15408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 name="Ink 20">
                  <a:extLst>
                    <a:ext uri="{FF2B5EF4-FFF2-40B4-BE49-F238E27FC236}">
                      <a16:creationId xmlns:a16="http://schemas.microsoft.com/office/drawing/2014/main" id="{D71130F4-18E6-C38C-7A67-824061BAE447}"/>
                    </a:ext>
                  </a:extLst>
                </p14:cNvPr>
                <p14:cNvContentPartPr/>
                <p14:nvPr/>
              </p14:nvContentPartPr>
              <p14:xfrm>
                <a:off x="4204905" y="2294655"/>
                <a:ext cx="81360" cy="191160"/>
              </p14:xfrm>
            </p:contentPart>
          </mc:Choice>
          <mc:Fallback xmlns="">
            <p:pic>
              <p:nvPicPr>
                <p:cNvPr id="21" name="Ink 20">
                  <a:extLst>
                    <a:ext uri="{FF2B5EF4-FFF2-40B4-BE49-F238E27FC236}">
                      <a16:creationId xmlns:a16="http://schemas.microsoft.com/office/drawing/2014/main" id="{D71130F4-18E6-C38C-7A67-824061BAE447}"/>
                    </a:ext>
                  </a:extLst>
                </p:cNvPr>
                <p:cNvPicPr/>
                <p:nvPr/>
              </p:nvPicPr>
              <p:blipFill>
                <a:blip r:embed="rId45"/>
                <a:stretch>
                  <a:fillRect/>
                </a:stretch>
              </p:blipFill>
              <p:spPr>
                <a:xfrm>
                  <a:off x="4198785" y="2288535"/>
                  <a:ext cx="936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2" name="Ink 21">
                  <a:extLst>
                    <a:ext uri="{FF2B5EF4-FFF2-40B4-BE49-F238E27FC236}">
                      <a16:creationId xmlns:a16="http://schemas.microsoft.com/office/drawing/2014/main" id="{233C0AC7-534B-48F1-DDCA-4E2446E2E60B}"/>
                    </a:ext>
                  </a:extLst>
                </p14:cNvPr>
                <p14:cNvContentPartPr/>
                <p14:nvPr/>
              </p14:nvContentPartPr>
              <p14:xfrm>
                <a:off x="4294185" y="2104935"/>
                <a:ext cx="16200" cy="12600"/>
              </p14:xfrm>
            </p:contentPart>
          </mc:Choice>
          <mc:Fallback xmlns="">
            <p:pic>
              <p:nvPicPr>
                <p:cNvPr id="22" name="Ink 21">
                  <a:extLst>
                    <a:ext uri="{FF2B5EF4-FFF2-40B4-BE49-F238E27FC236}">
                      <a16:creationId xmlns:a16="http://schemas.microsoft.com/office/drawing/2014/main" id="{233C0AC7-534B-48F1-DDCA-4E2446E2E60B}"/>
                    </a:ext>
                  </a:extLst>
                </p:cNvPr>
                <p:cNvPicPr/>
                <p:nvPr/>
              </p:nvPicPr>
              <p:blipFill>
                <a:blip r:embed="rId47"/>
                <a:stretch>
                  <a:fillRect/>
                </a:stretch>
              </p:blipFill>
              <p:spPr>
                <a:xfrm>
                  <a:off x="4288065" y="2098815"/>
                  <a:ext cx="2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3" name="Ink 22">
                  <a:extLst>
                    <a:ext uri="{FF2B5EF4-FFF2-40B4-BE49-F238E27FC236}">
                      <a16:creationId xmlns:a16="http://schemas.microsoft.com/office/drawing/2014/main" id="{C87C01B1-64E3-2600-9932-BC08F5BCD9C2}"/>
                    </a:ext>
                  </a:extLst>
                </p14:cNvPr>
                <p14:cNvContentPartPr/>
                <p14:nvPr/>
              </p14:nvContentPartPr>
              <p14:xfrm>
                <a:off x="4139385" y="2252895"/>
                <a:ext cx="108360" cy="319320"/>
              </p14:xfrm>
            </p:contentPart>
          </mc:Choice>
          <mc:Fallback xmlns="">
            <p:pic>
              <p:nvPicPr>
                <p:cNvPr id="23" name="Ink 22">
                  <a:extLst>
                    <a:ext uri="{FF2B5EF4-FFF2-40B4-BE49-F238E27FC236}">
                      <a16:creationId xmlns:a16="http://schemas.microsoft.com/office/drawing/2014/main" id="{C87C01B1-64E3-2600-9932-BC08F5BCD9C2}"/>
                    </a:ext>
                  </a:extLst>
                </p:cNvPr>
                <p:cNvPicPr/>
                <p:nvPr/>
              </p:nvPicPr>
              <p:blipFill>
                <a:blip r:embed="rId49"/>
                <a:stretch>
                  <a:fillRect/>
                </a:stretch>
              </p:blipFill>
              <p:spPr>
                <a:xfrm>
                  <a:off x="4133265" y="2246775"/>
                  <a:ext cx="12060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4" name="Ink 23">
                  <a:extLst>
                    <a:ext uri="{FF2B5EF4-FFF2-40B4-BE49-F238E27FC236}">
                      <a16:creationId xmlns:a16="http://schemas.microsoft.com/office/drawing/2014/main" id="{14914EEF-1B0F-44CF-8C81-84AEA185063D}"/>
                    </a:ext>
                  </a:extLst>
                </p14:cNvPr>
                <p14:cNvContentPartPr/>
                <p14:nvPr/>
              </p14:nvContentPartPr>
              <p14:xfrm>
                <a:off x="4406145" y="2159295"/>
                <a:ext cx="81360" cy="392400"/>
              </p14:xfrm>
            </p:contentPart>
          </mc:Choice>
          <mc:Fallback xmlns="">
            <p:pic>
              <p:nvPicPr>
                <p:cNvPr id="24" name="Ink 23">
                  <a:extLst>
                    <a:ext uri="{FF2B5EF4-FFF2-40B4-BE49-F238E27FC236}">
                      <a16:creationId xmlns:a16="http://schemas.microsoft.com/office/drawing/2014/main" id="{14914EEF-1B0F-44CF-8C81-84AEA185063D}"/>
                    </a:ext>
                  </a:extLst>
                </p:cNvPr>
                <p:cNvPicPr/>
                <p:nvPr/>
              </p:nvPicPr>
              <p:blipFill>
                <a:blip r:embed="rId51"/>
                <a:stretch>
                  <a:fillRect/>
                </a:stretch>
              </p:blipFill>
              <p:spPr>
                <a:xfrm>
                  <a:off x="4400025" y="2153175"/>
                  <a:ext cx="9360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Ink 25">
                  <a:extLst>
                    <a:ext uri="{FF2B5EF4-FFF2-40B4-BE49-F238E27FC236}">
                      <a16:creationId xmlns:a16="http://schemas.microsoft.com/office/drawing/2014/main" id="{2D631873-9E64-6831-2639-F7881FB1DCC9}"/>
                    </a:ext>
                  </a:extLst>
                </p14:cNvPr>
                <p14:cNvContentPartPr/>
                <p14:nvPr/>
              </p14:nvContentPartPr>
              <p14:xfrm>
                <a:off x="4659945" y="2657895"/>
                <a:ext cx="56520" cy="25200"/>
              </p14:xfrm>
            </p:contentPart>
          </mc:Choice>
          <mc:Fallback xmlns="">
            <p:pic>
              <p:nvPicPr>
                <p:cNvPr id="26" name="Ink 25">
                  <a:extLst>
                    <a:ext uri="{FF2B5EF4-FFF2-40B4-BE49-F238E27FC236}">
                      <a16:creationId xmlns:a16="http://schemas.microsoft.com/office/drawing/2014/main" id="{2D631873-9E64-6831-2639-F7881FB1DCC9}"/>
                    </a:ext>
                  </a:extLst>
                </p:cNvPr>
                <p:cNvPicPr/>
                <p:nvPr/>
              </p:nvPicPr>
              <p:blipFill>
                <a:blip r:embed="rId53"/>
                <a:stretch>
                  <a:fillRect/>
                </a:stretch>
              </p:blipFill>
              <p:spPr>
                <a:xfrm>
                  <a:off x="4653825" y="2651775"/>
                  <a:ext cx="687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A99985D8-C645-0677-758B-3CACCDF6B542}"/>
                    </a:ext>
                  </a:extLst>
                </p14:cNvPr>
                <p14:cNvContentPartPr/>
                <p14:nvPr/>
              </p14:nvContentPartPr>
              <p14:xfrm>
                <a:off x="4640505" y="2685255"/>
                <a:ext cx="143280" cy="174960"/>
              </p14:xfrm>
            </p:contentPart>
          </mc:Choice>
          <mc:Fallback xmlns="">
            <p:pic>
              <p:nvPicPr>
                <p:cNvPr id="34" name="Ink 33">
                  <a:extLst>
                    <a:ext uri="{FF2B5EF4-FFF2-40B4-BE49-F238E27FC236}">
                      <a16:creationId xmlns:a16="http://schemas.microsoft.com/office/drawing/2014/main" id="{A99985D8-C645-0677-758B-3CACCDF6B542}"/>
                    </a:ext>
                  </a:extLst>
                </p:cNvPr>
                <p:cNvPicPr/>
                <p:nvPr/>
              </p:nvPicPr>
              <p:blipFill>
                <a:blip r:embed="rId55"/>
                <a:stretch>
                  <a:fillRect/>
                </a:stretch>
              </p:blipFill>
              <p:spPr>
                <a:xfrm>
                  <a:off x="4634385" y="2679135"/>
                  <a:ext cx="155520" cy="18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01F1E87B-2167-16ED-286D-7CE4BB3EB95E}"/>
                  </a:ext>
                </a:extLst>
              </p14:cNvPr>
              <p14:cNvContentPartPr/>
              <p14:nvPr/>
            </p14:nvContentPartPr>
            <p14:xfrm>
              <a:off x="6220185" y="1778775"/>
              <a:ext cx="359280" cy="1228680"/>
            </p14:xfrm>
          </p:contentPart>
        </mc:Choice>
        <mc:Fallback xmlns="">
          <p:pic>
            <p:nvPicPr>
              <p:cNvPr id="35" name="Ink 34">
                <a:extLst>
                  <a:ext uri="{FF2B5EF4-FFF2-40B4-BE49-F238E27FC236}">
                    <a16:creationId xmlns:a16="http://schemas.microsoft.com/office/drawing/2014/main" id="{01F1E87B-2167-16ED-286D-7CE4BB3EB95E}"/>
                  </a:ext>
                </a:extLst>
              </p:cNvPr>
              <p:cNvPicPr/>
              <p:nvPr/>
            </p:nvPicPr>
            <p:blipFill>
              <a:blip r:embed="rId57"/>
              <a:stretch>
                <a:fillRect/>
              </a:stretch>
            </p:blipFill>
            <p:spPr>
              <a:xfrm>
                <a:off x="6214065" y="1772655"/>
                <a:ext cx="371520" cy="1240920"/>
              </a:xfrm>
              <a:prstGeom prst="rect">
                <a:avLst/>
              </a:prstGeom>
            </p:spPr>
          </p:pic>
        </mc:Fallback>
      </mc:AlternateContent>
      <p:grpSp>
        <p:nvGrpSpPr>
          <p:cNvPr id="56" name="Group 55">
            <a:extLst>
              <a:ext uri="{FF2B5EF4-FFF2-40B4-BE49-F238E27FC236}">
                <a16:creationId xmlns:a16="http://schemas.microsoft.com/office/drawing/2014/main" id="{A2041EAB-019E-EB93-35FD-71C09DA5477F}"/>
              </a:ext>
            </a:extLst>
          </p:cNvPr>
          <p:cNvGrpSpPr/>
          <p:nvPr/>
        </p:nvGrpSpPr>
        <p:grpSpPr>
          <a:xfrm>
            <a:off x="6994905" y="1327695"/>
            <a:ext cx="4920480" cy="2584800"/>
            <a:chOff x="6994905" y="1327695"/>
            <a:chExt cx="4920480" cy="2584800"/>
          </a:xfrm>
        </p:grpSpPr>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10FD3CAB-5362-6EE2-F261-D12C779D85A5}"/>
                    </a:ext>
                  </a:extLst>
                </p14:cNvPr>
                <p14:cNvContentPartPr/>
                <p14:nvPr/>
              </p14:nvContentPartPr>
              <p14:xfrm>
                <a:off x="6994905" y="2217975"/>
                <a:ext cx="308880" cy="82800"/>
              </p14:xfrm>
            </p:contentPart>
          </mc:Choice>
          <mc:Fallback xmlns="">
            <p:pic>
              <p:nvPicPr>
                <p:cNvPr id="37" name="Ink 36">
                  <a:extLst>
                    <a:ext uri="{FF2B5EF4-FFF2-40B4-BE49-F238E27FC236}">
                      <a16:creationId xmlns:a16="http://schemas.microsoft.com/office/drawing/2014/main" id="{10FD3CAB-5362-6EE2-F261-D12C779D85A5}"/>
                    </a:ext>
                  </a:extLst>
                </p:cNvPr>
                <p:cNvPicPr/>
                <p:nvPr/>
              </p:nvPicPr>
              <p:blipFill>
                <a:blip r:embed="rId59"/>
                <a:stretch>
                  <a:fillRect/>
                </a:stretch>
              </p:blipFill>
              <p:spPr>
                <a:xfrm>
                  <a:off x="6988785" y="2211855"/>
                  <a:ext cx="3211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E1EDC2CA-B4ED-5413-4C97-4279702DE1BE}"/>
                    </a:ext>
                  </a:extLst>
                </p14:cNvPr>
                <p14:cNvContentPartPr/>
                <p14:nvPr/>
              </p14:nvContentPartPr>
              <p14:xfrm>
                <a:off x="7196145" y="2367375"/>
                <a:ext cx="87120" cy="71280"/>
              </p14:xfrm>
            </p:contentPart>
          </mc:Choice>
          <mc:Fallback xmlns="">
            <p:pic>
              <p:nvPicPr>
                <p:cNvPr id="38" name="Ink 37">
                  <a:extLst>
                    <a:ext uri="{FF2B5EF4-FFF2-40B4-BE49-F238E27FC236}">
                      <a16:creationId xmlns:a16="http://schemas.microsoft.com/office/drawing/2014/main" id="{E1EDC2CA-B4ED-5413-4C97-4279702DE1BE}"/>
                    </a:ext>
                  </a:extLst>
                </p:cNvPr>
                <p:cNvPicPr/>
                <p:nvPr/>
              </p:nvPicPr>
              <p:blipFill>
                <a:blip r:embed="rId61"/>
                <a:stretch>
                  <a:fillRect/>
                </a:stretch>
              </p:blipFill>
              <p:spPr>
                <a:xfrm>
                  <a:off x="7190025" y="2361255"/>
                  <a:ext cx="993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439309D2-8D96-CEE4-6CE2-0694AF2C6197}"/>
                    </a:ext>
                  </a:extLst>
                </p14:cNvPr>
                <p14:cNvContentPartPr/>
                <p14:nvPr/>
              </p14:nvContentPartPr>
              <p14:xfrm>
                <a:off x="7524105" y="1334535"/>
                <a:ext cx="1068120" cy="2577960"/>
              </p14:xfrm>
            </p:contentPart>
          </mc:Choice>
          <mc:Fallback xmlns="">
            <p:pic>
              <p:nvPicPr>
                <p:cNvPr id="39" name="Ink 38">
                  <a:extLst>
                    <a:ext uri="{FF2B5EF4-FFF2-40B4-BE49-F238E27FC236}">
                      <a16:creationId xmlns:a16="http://schemas.microsoft.com/office/drawing/2014/main" id="{439309D2-8D96-CEE4-6CE2-0694AF2C6197}"/>
                    </a:ext>
                  </a:extLst>
                </p:cNvPr>
                <p:cNvPicPr/>
                <p:nvPr/>
              </p:nvPicPr>
              <p:blipFill>
                <a:blip r:embed="rId63"/>
                <a:stretch>
                  <a:fillRect/>
                </a:stretch>
              </p:blipFill>
              <p:spPr>
                <a:xfrm>
                  <a:off x="7517985" y="1328415"/>
                  <a:ext cx="1080360" cy="2590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1292679F-70BF-8221-243D-7F2134ABC019}"/>
                    </a:ext>
                  </a:extLst>
                </p14:cNvPr>
                <p14:cNvContentPartPr/>
                <p14:nvPr/>
              </p14:nvContentPartPr>
              <p14:xfrm>
                <a:off x="10975065" y="1484655"/>
                <a:ext cx="450720" cy="959760"/>
              </p14:xfrm>
            </p:contentPart>
          </mc:Choice>
          <mc:Fallback xmlns="">
            <p:pic>
              <p:nvPicPr>
                <p:cNvPr id="41" name="Ink 40">
                  <a:extLst>
                    <a:ext uri="{FF2B5EF4-FFF2-40B4-BE49-F238E27FC236}">
                      <a16:creationId xmlns:a16="http://schemas.microsoft.com/office/drawing/2014/main" id="{1292679F-70BF-8221-243D-7F2134ABC019}"/>
                    </a:ext>
                  </a:extLst>
                </p:cNvPr>
                <p:cNvPicPr/>
                <p:nvPr/>
              </p:nvPicPr>
              <p:blipFill>
                <a:blip r:embed="rId65"/>
                <a:stretch>
                  <a:fillRect/>
                </a:stretch>
              </p:blipFill>
              <p:spPr>
                <a:xfrm>
                  <a:off x="10968945" y="1478535"/>
                  <a:ext cx="462960" cy="972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1AE49DE1-524E-35C1-5494-023569B637A2}"/>
                    </a:ext>
                  </a:extLst>
                </p14:cNvPr>
                <p14:cNvContentPartPr/>
                <p14:nvPr/>
              </p14:nvContentPartPr>
              <p14:xfrm>
                <a:off x="11632065" y="1823055"/>
                <a:ext cx="73440" cy="28080"/>
              </p14:xfrm>
            </p:contentPart>
          </mc:Choice>
          <mc:Fallback xmlns="">
            <p:pic>
              <p:nvPicPr>
                <p:cNvPr id="42" name="Ink 41">
                  <a:extLst>
                    <a:ext uri="{FF2B5EF4-FFF2-40B4-BE49-F238E27FC236}">
                      <a16:creationId xmlns:a16="http://schemas.microsoft.com/office/drawing/2014/main" id="{1AE49DE1-524E-35C1-5494-023569B637A2}"/>
                    </a:ext>
                  </a:extLst>
                </p:cNvPr>
                <p:cNvPicPr/>
                <p:nvPr/>
              </p:nvPicPr>
              <p:blipFill>
                <a:blip r:embed="rId67"/>
                <a:stretch>
                  <a:fillRect/>
                </a:stretch>
              </p:blipFill>
              <p:spPr>
                <a:xfrm>
                  <a:off x="11625945" y="1816935"/>
                  <a:ext cx="856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ABF0C80F-57B0-38E9-8B41-312D12385505}"/>
                    </a:ext>
                  </a:extLst>
                </p14:cNvPr>
                <p14:cNvContentPartPr/>
                <p14:nvPr/>
              </p14:nvContentPartPr>
              <p14:xfrm>
                <a:off x="11645745" y="1943295"/>
                <a:ext cx="56520" cy="29160"/>
              </p14:xfrm>
            </p:contentPart>
          </mc:Choice>
          <mc:Fallback xmlns="">
            <p:pic>
              <p:nvPicPr>
                <p:cNvPr id="43" name="Ink 42">
                  <a:extLst>
                    <a:ext uri="{FF2B5EF4-FFF2-40B4-BE49-F238E27FC236}">
                      <a16:creationId xmlns:a16="http://schemas.microsoft.com/office/drawing/2014/main" id="{ABF0C80F-57B0-38E9-8B41-312D12385505}"/>
                    </a:ext>
                  </a:extLst>
                </p:cNvPr>
                <p:cNvPicPr/>
                <p:nvPr/>
              </p:nvPicPr>
              <p:blipFill>
                <a:blip r:embed="rId69"/>
                <a:stretch>
                  <a:fillRect/>
                </a:stretch>
              </p:blipFill>
              <p:spPr>
                <a:xfrm>
                  <a:off x="11639625" y="1937175"/>
                  <a:ext cx="687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38E2DE69-4950-D803-1F98-F839955CA08C}"/>
                    </a:ext>
                  </a:extLst>
                </p14:cNvPr>
                <p14:cNvContentPartPr/>
                <p14:nvPr/>
              </p14:nvContentPartPr>
              <p14:xfrm>
                <a:off x="11835465" y="1736655"/>
                <a:ext cx="79920" cy="466200"/>
              </p14:xfrm>
            </p:contentPart>
          </mc:Choice>
          <mc:Fallback xmlns="">
            <p:pic>
              <p:nvPicPr>
                <p:cNvPr id="44" name="Ink 43">
                  <a:extLst>
                    <a:ext uri="{FF2B5EF4-FFF2-40B4-BE49-F238E27FC236}">
                      <a16:creationId xmlns:a16="http://schemas.microsoft.com/office/drawing/2014/main" id="{38E2DE69-4950-D803-1F98-F839955CA08C}"/>
                    </a:ext>
                  </a:extLst>
                </p:cNvPr>
                <p:cNvPicPr/>
                <p:nvPr/>
              </p:nvPicPr>
              <p:blipFill>
                <a:blip r:embed="rId71"/>
                <a:stretch>
                  <a:fillRect/>
                </a:stretch>
              </p:blipFill>
              <p:spPr>
                <a:xfrm>
                  <a:off x="11829345" y="1730535"/>
                  <a:ext cx="9216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69B2A5FD-4AE7-4301-AFF6-866652658D8A}"/>
                    </a:ext>
                  </a:extLst>
                </p14:cNvPr>
                <p14:cNvContentPartPr/>
                <p14:nvPr/>
              </p14:nvContentPartPr>
              <p14:xfrm>
                <a:off x="8655585" y="1957695"/>
                <a:ext cx="362520" cy="65160"/>
              </p14:xfrm>
            </p:contentPart>
          </mc:Choice>
          <mc:Fallback xmlns="">
            <p:pic>
              <p:nvPicPr>
                <p:cNvPr id="46" name="Ink 45">
                  <a:extLst>
                    <a:ext uri="{FF2B5EF4-FFF2-40B4-BE49-F238E27FC236}">
                      <a16:creationId xmlns:a16="http://schemas.microsoft.com/office/drawing/2014/main" id="{69B2A5FD-4AE7-4301-AFF6-866652658D8A}"/>
                    </a:ext>
                  </a:extLst>
                </p:cNvPr>
                <p:cNvPicPr/>
                <p:nvPr/>
              </p:nvPicPr>
              <p:blipFill>
                <a:blip r:embed="rId73"/>
                <a:stretch>
                  <a:fillRect/>
                </a:stretch>
              </p:blipFill>
              <p:spPr>
                <a:xfrm>
                  <a:off x="8649465" y="1951575"/>
                  <a:ext cx="3747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3F3454A-37F3-0CC4-D39D-136766445CE6}"/>
                    </a:ext>
                  </a:extLst>
                </p14:cNvPr>
                <p14:cNvContentPartPr/>
                <p14:nvPr/>
              </p14:nvContentPartPr>
              <p14:xfrm>
                <a:off x="9062745" y="1690215"/>
                <a:ext cx="59760" cy="409680"/>
              </p14:xfrm>
            </p:contentPart>
          </mc:Choice>
          <mc:Fallback xmlns="">
            <p:pic>
              <p:nvPicPr>
                <p:cNvPr id="47" name="Ink 46">
                  <a:extLst>
                    <a:ext uri="{FF2B5EF4-FFF2-40B4-BE49-F238E27FC236}">
                      <a16:creationId xmlns:a16="http://schemas.microsoft.com/office/drawing/2014/main" id="{03F3454A-37F3-0CC4-D39D-136766445CE6}"/>
                    </a:ext>
                  </a:extLst>
                </p:cNvPr>
                <p:cNvPicPr/>
                <p:nvPr/>
              </p:nvPicPr>
              <p:blipFill>
                <a:blip r:embed="rId75"/>
                <a:stretch>
                  <a:fillRect/>
                </a:stretch>
              </p:blipFill>
              <p:spPr>
                <a:xfrm>
                  <a:off x="9056625" y="1684095"/>
                  <a:ext cx="7200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16FA1466-2471-3BCD-6D2A-1465BBF66E43}"/>
                    </a:ext>
                  </a:extLst>
                </p14:cNvPr>
                <p14:cNvContentPartPr/>
                <p14:nvPr/>
              </p14:nvContentPartPr>
              <p14:xfrm>
                <a:off x="9292425" y="1869135"/>
                <a:ext cx="146520" cy="228600"/>
              </p14:xfrm>
            </p:contentPart>
          </mc:Choice>
          <mc:Fallback xmlns="">
            <p:pic>
              <p:nvPicPr>
                <p:cNvPr id="48" name="Ink 47">
                  <a:extLst>
                    <a:ext uri="{FF2B5EF4-FFF2-40B4-BE49-F238E27FC236}">
                      <a16:creationId xmlns:a16="http://schemas.microsoft.com/office/drawing/2014/main" id="{16FA1466-2471-3BCD-6D2A-1465BBF66E43}"/>
                    </a:ext>
                  </a:extLst>
                </p:cNvPr>
                <p:cNvPicPr/>
                <p:nvPr/>
              </p:nvPicPr>
              <p:blipFill>
                <a:blip r:embed="rId77"/>
                <a:stretch>
                  <a:fillRect/>
                </a:stretch>
              </p:blipFill>
              <p:spPr>
                <a:xfrm>
                  <a:off x="9286305" y="1863015"/>
                  <a:ext cx="1587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6B5D1A72-026E-A7A6-1DB0-892228999E8E}"/>
                    </a:ext>
                  </a:extLst>
                </p14:cNvPr>
                <p14:cNvContentPartPr/>
                <p14:nvPr/>
              </p14:nvContentPartPr>
              <p14:xfrm>
                <a:off x="9405105" y="1861575"/>
                <a:ext cx="191880" cy="819360"/>
              </p14:xfrm>
            </p:contentPart>
          </mc:Choice>
          <mc:Fallback xmlns="">
            <p:pic>
              <p:nvPicPr>
                <p:cNvPr id="49" name="Ink 48">
                  <a:extLst>
                    <a:ext uri="{FF2B5EF4-FFF2-40B4-BE49-F238E27FC236}">
                      <a16:creationId xmlns:a16="http://schemas.microsoft.com/office/drawing/2014/main" id="{6B5D1A72-026E-A7A6-1DB0-892228999E8E}"/>
                    </a:ext>
                  </a:extLst>
                </p:cNvPr>
                <p:cNvPicPr/>
                <p:nvPr/>
              </p:nvPicPr>
              <p:blipFill>
                <a:blip r:embed="rId79"/>
                <a:stretch>
                  <a:fillRect/>
                </a:stretch>
              </p:blipFill>
              <p:spPr>
                <a:xfrm>
                  <a:off x="9398985" y="1855455"/>
                  <a:ext cx="204120" cy="831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A5270735-A245-979C-7D94-A26EE64D279B}"/>
                    </a:ext>
                  </a:extLst>
                </p14:cNvPr>
                <p14:cNvContentPartPr/>
                <p14:nvPr/>
              </p14:nvContentPartPr>
              <p14:xfrm>
                <a:off x="9795705" y="1327695"/>
                <a:ext cx="234360" cy="1062360"/>
              </p14:xfrm>
            </p:contentPart>
          </mc:Choice>
          <mc:Fallback xmlns="">
            <p:pic>
              <p:nvPicPr>
                <p:cNvPr id="50" name="Ink 49">
                  <a:extLst>
                    <a:ext uri="{FF2B5EF4-FFF2-40B4-BE49-F238E27FC236}">
                      <a16:creationId xmlns:a16="http://schemas.microsoft.com/office/drawing/2014/main" id="{A5270735-A245-979C-7D94-A26EE64D279B}"/>
                    </a:ext>
                  </a:extLst>
                </p:cNvPr>
                <p:cNvPicPr/>
                <p:nvPr/>
              </p:nvPicPr>
              <p:blipFill>
                <a:blip r:embed="rId81"/>
                <a:stretch>
                  <a:fillRect/>
                </a:stretch>
              </p:blipFill>
              <p:spPr>
                <a:xfrm>
                  <a:off x="9789585" y="1321575"/>
                  <a:ext cx="246600" cy="1074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40401BAB-7B49-D09D-599B-DFBE9252FFAA}"/>
                    </a:ext>
                  </a:extLst>
                </p14:cNvPr>
                <p14:cNvContentPartPr/>
                <p14:nvPr/>
              </p14:nvContentPartPr>
              <p14:xfrm>
                <a:off x="10140225" y="1384935"/>
                <a:ext cx="232560" cy="624600"/>
              </p14:xfrm>
            </p:contentPart>
          </mc:Choice>
          <mc:Fallback xmlns="">
            <p:pic>
              <p:nvPicPr>
                <p:cNvPr id="51" name="Ink 50">
                  <a:extLst>
                    <a:ext uri="{FF2B5EF4-FFF2-40B4-BE49-F238E27FC236}">
                      <a16:creationId xmlns:a16="http://schemas.microsoft.com/office/drawing/2014/main" id="{40401BAB-7B49-D09D-599B-DFBE9252FFAA}"/>
                    </a:ext>
                  </a:extLst>
                </p:cNvPr>
                <p:cNvPicPr/>
                <p:nvPr/>
              </p:nvPicPr>
              <p:blipFill>
                <a:blip r:embed="rId83"/>
                <a:stretch>
                  <a:fillRect/>
                </a:stretch>
              </p:blipFill>
              <p:spPr>
                <a:xfrm>
                  <a:off x="10134105" y="1378815"/>
                  <a:ext cx="24480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88FB9FDE-1987-3B19-6C4B-2CD822C37612}"/>
                    </a:ext>
                  </a:extLst>
                </p14:cNvPr>
                <p14:cNvContentPartPr/>
                <p14:nvPr/>
              </p14:nvContentPartPr>
              <p14:xfrm>
                <a:off x="10404105" y="1579695"/>
                <a:ext cx="236160" cy="414360"/>
              </p14:xfrm>
            </p:contentPart>
          </mc:Choice>
          <mc:Fallback xmlns="">
            <p:pic>
              <p:nvPicPr>
                <p:cNvPr id="52" name="Ink 51">
                  <a:extLst>
                    <a:ext uri="{FF2B5EF4-FFF2-40B4-BE49-F238E27FC236}">
                      <a16:creationId xmlns:a16="http://schemas.microsoft.com/office/drawing/2014/main" id="{88FB9FDE-1987-3B19-6C4B-2CD822C37612}"/>
                    </a:ext>
                  </a:extLst>
                </p:cNvPr>
                <p:cNvPicPr/>
                <p:nvPr/>
              </p:nvPicPr>
              <p:blipFill>
                <a:blip r:embed="rId85"/>
                <a:stretch>
                  <a:fillRect/>
                </a:stretch>
              </p:blipFill>
              <p:spPr>
                <a:xfrm>
                  <a:off x="10397985" y="1573575"/>
                  <a:ext cx="24840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3E3D06F2-FDFC-ECD4-0C88-69E593D22D9C}"/>
                    </a:ext>
                  </a:extLst>
                </p14:cNvPr>
                <p14:cNvContentPartPr/>
                <p14:nvPr/>
              </p14:nvContentPartPr>
              <p14:xfrm>
                <a:off x="10646385" y="1500135"/>
                <a:ext cx="163080" cy="484560"/>
              </p14:xfrm>
            </p:contentPart>
          </mc:Choice>
          <mc:Fallback xmlns="">
            <p:pic>
              <p:nvPicPr>
                <p:cNvPr id="53" name="Ink 52">
                  <a:extLst>
                    <a:ext uri="{FF2B5EF4-FFF2-40B4-BE49-F238E27FC236}">
                      <a16:creationId xmlns:a16="http://schemas.microsoft.com/office/drawing/2014/main" id="{3E3D06F2-FDFC-ECD4-0C88-69E593D22D9C}"/>
                    </a:ext>
                  </a:extLst>
                </p:cNvPr>
                <p:cNvPicPr/>
                <p:nvPr/>
              </p:nvPicPr>
              <p:blipFill>
                <a:blip r:embed="rId87"/>
                <a:stretch>
                  <a:fillRect/>
                </a:stretch>
              </p:blipFill>
              <p:spPr>
                <a:xfrm>
                  <a:off x="10640265" y="1494015"/>
                  <a:ext cx="17532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43A9D12B-D097-F4BB-0145-5C9B4B6CDA5F}"/>
                    </a:ext>
                  </a:extLst>
                </p14:cNvPr>
                <p14:cNvContentPartPr/>
                <p14:nvPr/>
              </p14:nvContentPartPr>
              <p14:xfrm>
                <a:off x="10786425" y="1615335"/>
                <a:ext cx="159120" cy="231840"/>
              </p14:xfrm>
            </p:contentPart>
          </mc:Choice>
          <mc:Fallback xmlns="">
            <p:pic>
              <p:nvPicPr>
                <p:cNvPr id="54" name="Ink 53">
                  <a:extLst>
                    <a:ext uri="{FF2B5EF4-FFF2-40B4-BE49-F238E27FC236}">
                      <a16:creationId xmlns:a16="http://schemas.microsoft.com/office/drawing/2014/main" id="{43A9D12B-D097-F4BB-0145-5C9B4B6CDA5F}"/>
                    </a:ext>
                  </a:extLst>
                </p:cNvPr>
                <p:cNvPicPr/>
                <p:nvPr/>
              </p:nvPicPr>
              <p:blipFill>
                <a:blip r:embed="rId89"/>
                <a:stretch>
                  <a:fillRect/>
                </a:stretch>
              </p:blipFill>
              <p:spPr>
                <a:xfrm>
                  <a:off x="10780305" y="1609215"/>
                  <a:ext cx="171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95713017-133D-8BBA-8A08-C217CEE04333}"/>
                    </a:ext>
                  </a:extLst>
                </p14:cNvPr>
                <p14:cNvContentPartPr/>
                <p14:nvPr/>
              </p14:nvContentPartPr>
              <p14:xfrm>
                <a:off x="10716585" y="1406535"/>
                <a:ext cx="272880" cy="751320"/>
              </p14:xfrm>
            </p:contentPart>
          </mc:Choice>
          <mc:Fallback xmlns="">
            <p:pic>
              <p:nvPicPr>
                <p:cNvPr id="55" name="Ink 54">
                  <a:extLst>
                    <a:ext uri="{FF2B5EF4-FFF2-40B4-BE49-F238E27FC236}">
                      <a16:creationId xmlns:a16="http://schemas.microsoft.com/office/drawing/2014/main" id="{95713017-133D-8BBA-8A08-C217CEE04333}"/>
                    </a:ext>
                  </a:extLst>
                </p:cNvPr>
                <p:cNvPicPr/>
                <p:nvPr/>
              </p:nvPicPr>
              <p:blipFill>
                <a:blip r:embed="rId91"/>
                <a:stretch>
                  <a:fillRect/>
                </a:stretch>
              </p:blipFill>
              <p:spPr>
                <a:xfrm>
                  <a:off x="10710465" y="1400415"/>
                  <a:ext cx="285120" cy="763560"/>
                </a:xfrm>
                <a:prstGeom prst="rect">
                  <a:avLst/>
                </a:prstGeom>
              </p:spPr>
            </p:pic>
          </mc:Fallback>
        </mc:AlternateContent>
      </p:grpSp>
      <p:grpSp>
        <p:nvGrpSpPr>
          <p:cNvPr id="61" name="Group 60">
            <a:extLst>
              <a:ext uri="{FF2B5EF4-FFF2-40B4-BE49-F238E27FC236}">
                <a16:creationId xmlns:a16="http://schemas.microsoft.com/office/drawing/2014/main" id="{B8F42592-077D-B14B-AB3F-437FBEA4970F}"/>
              </a:ext>
            </a:extLst>
          </p:cNvPr>
          <p:cNvGrpSpPr/>
          <p:nvPr/>
        </p:nvGrpSpPr>
        <p:grpSpPr>
          <a:xfrm>
            <a:off x="11034105" y="3593535"/>
            <a:ext cx="916920" cy="681120"/>
            <a:chOff x="11034105" y="3593535"/>
            <a:chExt cx="916920" cy="681120"/>
          </a:xfrm>
        </p:grpSpPr>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6F97DBC2-F2AC-FF30-452E-C6035FCA1C21}"/>
                    </a:ext>
                  </a:extLst>
                </p14:cNvPr>
                <p14:cNvContentPartPr/>
                <p14:nvPr/>
              </p14:nvContentPartPr>
              <p14:xfrm>
                <a:off x="11034105" y="3637455"/>
                <a:ext cx="333000" cy="637200"/>
              </p14:xfrm>
            </p:contentPart>
          </mc:Choice>
          <mc:Fallback xmlns="">
            <p:pic>
              <p:nvPicPr>
                <p:cNvPr id="57" name="Ink 56">
                  <a:extLst>
                    <a:ext uri="{FF2B5EF4-FFF2-40B4-BE49-F238E27FC236}">
                      <a16:creationId xmlns:a16="http://schemas.microsoft.com/office/drawing/2014/main" id="{6F97DBC2-F2AC-FF30-452E-C6035FCA1C21}"/>
                    </a:ext>
                  </a:extLst>
                </p:cNvPr>
                <p:cNvPicPr/>
                <p:nvPr/>
              </p:nvPicPr>
              <p:blipFill>
                <a:blip r:embed="rId93"/>
                <a:stretch>
                  <a:fillRect/>
                </a:stretch>
              </p:blipFill>
              <p:spPr>
                <a:xfrm>
                  <a:off x="11027985" y="3631335"/>
                  <a:ext cx="345240" cy="649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7B6A0AA7-B53D-6E9A-E0AA-40063D268254}"/>
                    </a:ext>
                  </a:extLst>
                </p14:cNvPr>
                <p14:cNvContentPartPr/>
                <p14:nvPr/>
              </p14:nvContentPartPr>
              <p14:xfrm>
                <a:off x="11483385" y="3697215"/>
                <a:ext cx="100800" cy="43560"/>
              </p14:xfrm>
            </p:contentPart>
          </mc:Choice>
          <mc:Fallback xmlns="">
            <p:pic>
              <p:nvPicPr>
                <p:cNvPr id="58" name="Ink 57">
                  <a:extLst>
                    <a:ext uri="{FF2B5EF4-FFF2-40B4-BE49-F238E27FC236}">
                      <a16:creationId xmlns:a16="http://schemas.microsoft.com/office/drawing/2014/main" id="{7B6A0AA7-B53D-6E9A-E0AA-40063D268254}"/>
                    </a:ext>
                  </a:extLst>
                </p:cNvPr>
                <p:cNvPicPr/>
                <p:nvPr/>
              </p:nvPicPr>
              <p:blipFill>
                <a:blip r:embed="rId95"/>
                <a:stretch>
                  <a:fillRect/>
                </a:stretch>
              </p:blipFill>
              <p:spPr>
                <a:xfrm>
                  <a:off x="11477265" y="3691095"/>
                  <a:ext cx="1130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A573BA4A-E913-381C-E70B-8B7868564F17}"/>
                    </a:ext>
                  </a:extLst>
                </p14:cNvPr>
                <p14:cNvContentPartPr/>
                <p14:nvPr/>
              </p14:nvContentPartPr>
              <p14:xfrm>
                <a:off x="11615145" y="3796935"/>
                <a:ext cx="93960" cy="60120"/>
              </p14:xfrm>
            </p:contentPart>
          </mc:Choice>
          <mc:Fallback xmlns="">
            <p:pic>
              <p:nvPicPr>
                <p:cNvPr id="59" name="Ink 58">
                  <a:extLst>
                    <a:ext uri="{FF2B5EF4-FFF2-40B4-BE49-F238E27FC236}">
                      <a16:creationId xmlns:a16="http://schemas.microsoft.com/office/drawing/2014/main" id="{A573BA4A-E913-381C-E70B-8B7868564F17}"/>
                    </a:ext>
                  </a:extLst>
                </p:cNvPr>
                <p:cNvPicPr/>
                <p:nvPr/>
              </p:nvPicPr>
              <p:blipFill>
                <a:blip r:embed="rId97"/>
                <a:stretch>
                  <a:fillRect/>
                </a:stretch>
              </p:blipFill>
              <p:spPr>
                <a:xfrm>
                  <a:off x="11609025" y="3790815"/>
                  <a:ext cx="1062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8C1BA43C-01C7-585F-FC81-19C70DF34332}"/>
                    </a:ext>
                  </a:extLst>
                </p14:cNvPr>
                <p14:cNvContentPartPr/>
                <p14:nvPr/>
              </p14:nvContentPartPr>
              <p14:xfrm>
                <a:off x="11746545" y="3593535"/>
                <a:ext cx="204480" cy="288720"/>
              </p14:xfrm>
            </p:contentPart>
          </mc:Choice>
          <mc:Fallback xmlns="">
            <p:pic>
              <p:nvPicPr>
                <p:cNvPr id="60" name="Ink 59">
                  <a:extLst>
                    <a:ext uri="{FF2B5EF4-FFF2-40B4-BE49-F238E27FC236}">
                      <a16:creationId xmlns:a16="http://schemas.microsoft.com/office/drawing/2014/main" id="{8C1BA43C-01C7-585F-FC81-19C70DF34332}"/>
                    </a:ext>
                  </a:extLst>
                </p:cNvPr>
                <p:cNvPicPr/>
                <p:nvPr/>
              </p:nvPicPr>
              <p:blipFill>
                <a:blip r:embed="rId99"/>
                <a:stretch>
                  <a:fillRect/>
                </a:stretch>
              </p:blipFill>
              <p:spPr>
                <a:xfrm>
                  <a:off x="11740425" y="3587415"/>
                  <a:ext cx="216720" cy="300960"/>
                </a:xfrm>
                <a:prstGeom prst="rect">
                  <a:avLst/>
                </a:prstGeom>
              </p:spPr>
            </p:pic>
          </mc:Fallback>
        </mc:AlternateContent>
      </p:grpSp>
      <p:grpSp>
        <p:nvGrpSpPr>
          <p:cNvPr id="77" name="Group 76">
            <a:extLst>
              <a:ext uri="{FF2B5EF4-FFF2-40B4-BE49-F238E27FC236}">
                <a16:creationId xmlns:a16="http://schemas.microsoft.com/office/drawing/2014/main" id="{2E112FFD-F903-AEB8-DA64-BD81B5A48F45}"/>
              </a:ext>
            </a:extLst>
          </p:cNvPr>
          <p:cNvGrpSpPr/>
          <p:nvPr/>
        </p:nvGrpSpPr>
        <p:grpSpPr>
          <a:xfrm>
            <a:off x="7921905" y="2930775"/>
            <a:ext cx="3076200" cy="1213200"/>
            <a:chOff x="7921905" y="2930775"/>
            <a:chExt cx="3076200" cy="1213200"/>
          </a:xfrm>
        </p:grpSpPr>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F9B72AF2-0DF2-5608-F384-0D3B11392706}"/>
                    </a:ext>
                  </a:extLst>
                </p14:cNvPr>
                <p14:cNvContentPartPr/>
                <p14:nvPr/>
              </p14:nvContentPartPr>
              <p14:xfrm>
                <a:off x="7921905" y="3495615"/>
                <a:ext cx="379800" cy="64080"/>
              </p14:xfrm>
            </p:contentPart>
          </mc:Choice>
          <mc:Fallback xmlns="">
            <p:pic>
              <p:nvPicPr>
                <p:cNvPr id="62" name="Ink 61">
                  <a:extLst>
                    <a:ext uri="{FF2B5EF4-FFF2-40B4-BE49-F238E27FC236}">
                      <a16:creationId xmlns:a16="http://schemas.microsoft.com/office/drawing/2014/main" id="{F9B72AF2-0DF2-5608-F384-0D3B11392706}"/>
                    </a:ext>
                  </a:extLst>
                </p:cNvPr>
                <p:cNvPicPr/>
                <p:nvPr/>
              </p:nvPicPr>
              <p:blipFill>
                <a:blip r:embed="rId101"/>
                <a:stretch>
                  <a:fillRect/>
                </a:stretch>
              </p:blipFill>
              <p:spPr>
                <a:xfrm>
                  <a:off x="7915785" y="3489495"/>
                  <a:ext cx="3920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C4E6E882-632B-ABD7-2274-66C4815395AF}"/>
                    </a:ext>
                  </a:extLst>
                </p14:cNvPr>
                <p14:cNvContentPartPr/>
                <p14:nvPr/>
              </p14:nvContentPartPr>
              <p14:xfrm>
                <a:off x="8432745" y="3253695"/>
                <a:ext cx="54000" cy="294840"/>
              </p14:xfrm>
            </p:contentPart>
          </mc:Choice>
          <mc:Fallback xmlns="">
            <p:pic>
              <p:nvPicPr>
                <p:cNvPr id="63" name="Ink 62">
                  <a:extLst>
                    <a:ext uri="{FF2B5EF4-FFF2-40B4-BE49-F238E27FC236}">
                      <a16:creationId xmlns:a16="http://schemas.microsoft.com/office/drawing/2014/main" id="{C4E6E882-632B-ABD7-2274-66C4815395AF}"/>
                    </a:ext>
                  </a:extLst>
                </p:cNvPr>
                <p:cNvPicPr/>
                <p:nvPr/>
              </p:nvPicPr>
              <p:blipFill>
                <a:blip r:embed="rId103"/>
                <a:stretch>
                  <a:fillRect/>
                </a:stretch>
              </p:blipFill>
              <p:spPr>
                <a:xfrm>
                  <a:off x="8426625" y="3247575"/>
                  <a:ext cx="662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1B1C267F-35E3-012A-30D3-5E7A7C6324ED}"/>
                    </a:ext>
                  </a:extLst>
                </p14:cNvPr>
                <p14:cNvContentPartPr/>
                <p14:nvPr/>
              </p14:nvContentPartPr>
              <p14:xfrm>
                <a:off x="8579985" y="3352335"/>
                <a:ext cx="111600" cy="312480"/>
              </p14:xfrm>
            </p:contentPart>
          </mc:Choice>
          <mc:Fallback xmlns="">
            <p:pic>
              <p:nvPicPr>
                <p:cNvPr id="64" name="Ink 63">
                  <a:extLst>
                    <a:ext uri="{FF2B5EF4-FFF2-40B4-BE49-F238E27FC236}">
                      <a16:creationId xmlns:a16="http://schemas.microsoft.com/office/drawing/2014/main" id="{1B1C267F-35E3-012A-30D3-5E7A7C6324ED}"/>
                    </a:ext>
                  </a:extLst>
                </p:cNvPr>
                <p:cNvPicPr/>
                <p:nvPr/>
              </p:nvPicPr>
              <p:blipFill>
                <a:blip r:embed="rId105"/>
                <a:stretch>
                  <a:fillRect/>
                </a:stretch>
              </p:blipFill>
              <p:spPr>
                <a:xfrm>
                  <a:off x="8573865" y="3346215"/>
                  <a:ext cx="1238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3F0065CF-0BC7-7809-E01A-C4034F63078B}"/>
                    </a:ext>
                  </a:extLst>
                </p14:cNvPr>
                <p14:cNvContentPartPr/>
                <p14:nvPr/>
              </p14:nvContentPartPr>
              <p14:xfrm>
                <a:off x="8611305" y="3310575"/>
                <a:ext cx="336600" cy="717840"/>
              </p14:xfrm>
            </p:contentPart>
          </mc:Choice>
          <mc:Fallback xmlns="">
            <p:pic>
              <p:nvPicPr>
                <p:cNvPr id="65" name="Ink 64">
                  <a:extLst>
                    <a:ext uri="{FF2B5EF4-FFF2-40B4-BE49-F238E27FC236}">
                      <a16:creationId xmlns:a16="http://schemas.microsoft.com/office/drawing/2014/main" id="{3F0065CF-0BC7-7809-E01A-C4034F63078B}"/>
                    </a:ext>
                  </a:extLst>
                </p:cNvPr>
                <p:cNvPicPr/>
                <p:nvPr/>
              </p:nvPicPr>
              <p:blipFill>
                <a:blip r:embed="rId107"/>
                <a:stretch>
                  <a:fillRect/>
                </a:stretch>
              </p:blipFill>
              <p:spPr>
                <a:xfrm>
                  <a:off x="8605185" y="3304455"/>
                  <a:ext cx="34884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63288FD8-3D64-A0EB-E366-E4E30DEDE9F0}"/>
                    </a:ext>
                  </a:extLst>
                </p14:cNvPr>
                <p14:cNvContentPartPr/>
                <p14:nvPr/>
              </p14:nvContentPartPr>
              <p14:xfrm>
                <a:off x="9081105" y="3117255"/>
                <a:ext cx="266400" cy="717480"/>
              </p14:xfrm>
            </p:contentPart>
          </mc:Choice>
          <mc:Fallback xmlns="">
            <p:pic>
              <p:nvPicPr>
                <p:cNvPr id="67" name="Ink 66">
                  <a:extLst>
                    <a:ext uri="{FF2B5EF4-FFF2-40B4-BE49-F238E27FC236}">
                      <a16:creationId xmlns:a16="http://schemas.microsoft.com/office/drawing/2014/main" id="{63288FD8-3D64-A0EB-E366-E4E30DEDE9F0}"/>
                    </a:ext>
                  </a:extLst>
                </p:cNvPr>
                <p:cNvPicPr/>
                <p:nvPr/>
              </p:nvPicPr>
              <p:blipFill>
                <a:blip r:embed="rId109"/>
                <a:stretch>
                  <a:fillRect/>
                </a:stretch>
              </p:blipFill>
              <p:spPr>
                <a:xfrm>
                  <a:off x="9074985" y="3111135"/>
                  <a:ext cx="278640" cy="729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944250AC-6EE2-2A33-2ED8-CADFD4D91507}"/>
                    </a:ext>
                  </a:extLst>
                </p14:cNvPr>
                <p14:cNvContentPartPr/>
                <p14:nvPr/>
              </p14:nvContentPartPr>
              <p14:xfrm>
                <a:off x="9377385" y="3226335"/>
                <a:ext cx="76320" cy="445680"/>
              </p14:xfrm>
            </p:contentPart>
          </mc:Choice>
          <mc:Fallback xmlns="">
            <p:pic>
              <p:nvPicPr>
                <p:cNvPr id="68" name="Ink 67">
                  <a:extLst>
                    <a:ext uri="{FF2B5EF4-FFF2-40B4-BE49-F238E27FC236}">
                      <a16:creationId xmlns:a16="http://schemas.microsoft.com/office/drawing/2014/main" id="{944250AC-6EE2-2A33-2ED8-CADFD4D91507}"/>
                    </a:ext>
                  </a:extLst>
                </p:cNvPr>
                <p:cNvPicPr/>
                <p:nvPr/>
              </p:nvPicPr>
              <p:blipFill>
                <a:blip r:embed="rId111"/>
                <a:stretch>
                  <a:fillRect/>
                </a:stretch>
              </p:blipFill>
              <p:spPr>
                <a:xfrm>
                  <a:off x="9371265" y="3220215"/>
                  <a:ext cx="8856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10C5E491-F48A-51CC-CCA8-50355DB0D9AF}"/>
                    </a:ext>
                  </a:extLst>
                </p14:cNvPr>
                <p14:cNvContentPartPr/>
                <p14:nvPr/>
              </p14:nvContentPartPr>
              <p14:xfrm>
                <a:off x="9659265" y="3422535"/>
                <a:ext cx="224280" cy="43560"/>
              </p14:xfrm>
            </p:contentPart>
          </mc:Choice>
          <mc:Fallback xmlns="">
            <p:pic>
              <p:nvPicPr>
                <p:cNvPr id="69" name="Ink 68">
                  <a:extLst>
                    <a:ext uri="{FF2B5EF4-FFF2-40B4-BE49-F238E27FC236}">
                      <a16:creationId xmlns:a16="http://schemas.microsoft.com/office/drawing/2014/main" id="{10C5E491-F48A-51CC-CCA8-50355DB0D9AF}"/>
                    </a:ext>
                  </a:extLst>
                </p:cNvPr>
                <p:cNvPicPr/>
                <p:nvPr/>
              </p:nvPicPr>
              <p:blipFill>
                <a:blip r:embed="rId113"/>
                <a:stretch>
                  <a:fillRect/>
                </a:stretch>
              </p:blipFill>
              <p:spPr>
                <a:xfrm>
                  <a:off x="9653145" y="3416415"/>
                  <a:ext cx="2365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B607BF44-1729-B63F-2BF1-B97FB8F812F0}"/>
                    </a:ext>
                  </a:extLst>
                </p14:cNvPr>
                <p14:cNvContentPartPr/>
                <p14:nvPr/>
              </p14:nvContentPartPr>
              <p14:xfrm>
                <a:off x="9967785" y="3240015"/>
                <a:ext cx="304560" cy="430920"/>
              </p14:xfrm>
            </p:contentPart>
          </mc:Choice>
          <mc:Fallback xmlns="">
            <p:pic>
              <p:nvPicPr>
                <p:cNvPr id="70" name="Ink 69">
                  <a:extLst>
                    <a:ext uri="{FF2B5EF4-FFF2-40B4-BE49-F238E27FC236}">
                      <a16:creationId xmlns:a16="http://schemas.microsoft.com/office/drawing/2014/main" id="{B607BF44-1729-B63F-2BF1-B97FB8F812F0}"/>
                    </a:ext>
                  </a:extLst>
                </p:cNvPr>
                <p:cNvPicPr/>
                <p:nvPr/>
              </p:nvPicPr>
              <p:blipFill>
                <a:blip r:embed="rId115"/>
                <a:stretch>
                  <a:fillRect/>
                </a:stretch>
              </p:blipFill>
              <p:spPr>
                <a:xfrm>
                  <a:off x="9961665" y="3233895"/>
                  <a:ext cx="31680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A79C901A-60F3-996A-8B54-2D0456EB187B}"/>
                    </a:ext>
                  </a:extLst>
                </p14:cNvPr>
                <p14:cNvContentPartPr/>
                <p14:nvPr/>
              </p14:nvContentPartPr>
              <p14:xfrm>
                <a:off x="10365585" y="3230295"/>
                <a:ext cx="242640" cy="452160"/>
              </p14:xfrm>
            </p:contentPart>
          </mc:Choice>
          <mc:Fallback xmlns="">
            <p:pic>
              <p:nvPicPr>
                <p:cNvPr id="71" name="Ink 70">
                  <a:extLst>
                    <a:ext uri="{FF2B5EF4-FFF2-40B4-BE49-F238E27FC236}">
                      <a16:creationId xmlns:a16="http://schemas.microsoft.com/office/drawing/2014/main" id="{A79C901A-60F3-996A-8B54-2D0456EB187B}"/>
                    </a:ext>
                  </a:extLst>
                </p:cNvPr>
                <p:cNvPicPr/>
                <p:nvPr/>
              </p:nvPicPr>
              <p:blipFill>
                <a:blip r:embed="rId117"/>
                <a:stretch>
                  <a:fillRect/>
                </a:stretch>
              </p:blipFill>
              <p:spPr>
                <a:xfrm>
                  <a:off x="10359465" y="3224175"/>
                  <a:ext cx="2548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6886C1E1-CDAA-0B44-4314-FFCA4B47F978}"/>
                    </a:ext>
                  </a:extLst>
                </p14:cNvPr>
                <p14:cNvContentPartPr/>
                <p14:nvPr/>
              </p14:nvContentPartPr>
              <p14:xfrm>
                <a:off x="10566825" y="3407055"/>
                <a:ext cx="208440" cy="245520"/>
              </p14:xfrm>
            </p:contentPart>
          </mc:Choice>
          <mc:Fallback xmlns="">
            <p:pic>
              <p:nvPicPr>
                <p:cNvPr id="72" name="Ink 71">
                  <a:extLst>
                    <a:ext uri="{FF2B5EF4-FFF2-40B4-BE49-F238E27FC236}">
                      <a16:creationId xmlns:a16="http://schemas.microsoft.com/office/drawing/2014/main" id="{6886C1E1-CDAA-0B44-4314-FFCA4B47F978}"/>
                    </a:ext>
                  </a:extLst>
                </p:cNvPr>
                <p:cNvPicPr/>
                <p:nvPr/>
              </p:nvPicPr>
              <p:blipFill>
                <a:blip r:embed="rId119"/>
                <a:stretch>
                  <a:fillRect/>
                </a:stretch>
              </p:blipFill>
              <p:spPr>
                <a:xfrm>
                  <a:off x="10560705" y="3400575"/>
                  <a:ext cx="2206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B16507BA-25AF-619B-9522-C51BD7DD47E7}"/>
                    </a:ext>
                  </a:extLst>
                </p14:cNvPr>
                <p14:cNvContentPartPr/>
                <p14:nvPr/>
              </p14:nvContentPartPr>
              <p14:xfrm>
                <a:off x="10490145" y="3414255"/>
                <a:ext cx="133200" cy="235800"/>
              </p14:xfrm>
            </p:contentPart>
          </mc:Choice>
          <mc:Fallback xmlns="">
            <p:pic>
              <p:nvPicPr>
                <p:cNvPr id="73" name="Ink 72">
                  <a:extLst>
                    <a:ext uri="{FF2B5EF4-FFF2-40B4-BE49-F238E27FC236}">
                      <a16:creationId xmlns:a16="http://schemas.microsoft.com/office/drawing/2014/main" id="{B16507BA-25AF-619B-9522-C51BD7DD47E7}"/>
                    </a:ext>
                  </a:extLst>
                </p:cNvPr>
                <p:cNvPicPr/>
                <p:nvPr/>
              </p:nvPicPr>
              <p:blipFill>
                <a:blip r:embed="rId121"/>
                <a:stretch>
                  <a:fillRect/>
                </a:stretch>
              </p:blipFill>
              <p:spPr>
                <a:xfrm>
                  <a:off x="10484025" y="3408135"/>
                  <a:ext cx="1454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EC46C7B8-68EE-7A9B-2030-7DF36ED3ED14}"/>
                    </a:ext>
                  </a:extLst>
                </p14:cNvPr>
                <p14:cNvContentPartPr/>
                <p14:nvPr/>
              </p14:nvContentPartPr>
              <p14:xfrm>
                <a:off x="10597785" y="3355935"/>
                <a:ext cx="256320" cy="340920"/>
              </p14:xfrm>
            </p:contentPart>
          </mc:Choice>
          <mc:Fallback xmlns="">
            <p:pic>
              <p:nvPicPr>
                <p:cNvPr id="74" name="Ink 73">
                  <a:extLst>
                    <a:ext uri="{FF2B5EF4-FFF2-40B4-BE49-F238E27FC236}">
                      <a16:creationId xmlns:a16="http://schemas.microsoft.com/office/drawing/2014/main" id="{EC46C7B8-68EE-7A9B-2030-7DF36ED3ED14}"/>
                    </a:ext>
                  </a:extLst>
                </p:cNvPr>
                <p:cNvPicPr/>
                <p:nvPr/>
              </p:nvPicPr>
              <p:blipFill>
                <a:blip r:embed="rId123"/>
                <a:stretch>
                  <a:fillRect/>
                </a:stretch>
              </p:blipFill>
              <p:spPr>
                <a:xfrm>
                  <a:off x="10591665" y="3349815"/>
                  <a:ext cx="26856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CD8AEC26-EFAA-C54D-CBB5-E339B8CCE5A4}"/>
                    </a:ext>
                  </a:extLst>
                </p14:cNvPr>
                <p14:cNvContentPartPr/>
                <p14:nvPr/>
              </p14:nvContentPartPr>
              <p14:xfrm>
                <a:off x="10404465" y="2930775"/>
                <a:ext cx="593640" cy="1213200"/>
              </p14:xfrm>
            </p:contentPart>
          </mc:Choice>
          <mc:Fallback xmlns="">
            <p:pic>
              <p:nvPicPr>
                <p:cNvPr id="76" name="Ink 75">
                  <a:extLst>
                    <a:ext uri="{FF2B5EF4-FFF2-40B4-BE49-F238E27FC236}">
                      <a16:creationId xmlns:a16="http://schemas.microsoft.com/office/drawing/2014/main" id="{CD8AEC26-EFAA-C54D-CBB5-E339B8CCE5A4}"/>
                    </a:ext>
                  </a:extLst>
                </p:cNvPr>
                <p:cNvPicPr/>
                <p:nvPr/>
              </p:nvPicPr>
              <p:blipFill>
                <a:blip r:embed="rId125"/>
                <a:stretch>
                  <a:fillRect/>
                </a:stretch>
              </p:blipFill>
              <p:spPr>
                <a:xfrm>
                  <a:off x="10398345" y="2924655"/>
                  <a:ext cx="605880" cy="1225440"/>
                </a:xfrm>
                <a:prstGeom prst="rect">
                  <a:avLst/>
                </a:prstGeom>
              </p:spPr>
            </p:pic>
          </mc:Fallback>
        </mc:AlternateContent>
      </p:grpSp>
      <p:grpSp>
        <p:nvGrpSpPr>
          <p:cNvPr id="85" name="Group 84">
            <a:extLst>
              <a:ext uri="{FF2B5EF4-FFF2-40B4-BE49-F238E27FC236}">
                <a16:creationId xmlns:a16="http://schemas.microsoft.com/office/drawing/2014/main" id="{A6D9C1FA-A74A-FA4D-72E5-A2F7D8951322}"/>
              </a:ext>
            </a:extLst>
          </p:cNvPr>
          <p:cNvGrpSpPr/>
          <p:nvPr/>
        </p:nvGrpSpPr>
        <p:grpSpPr>
          <a:xfrm>
            <a:off x="306825" y="5141535"/>
            <a:ext cx="1878840" cy="843840"/>
            <a:chOff x="306825" y="5141535"/>
            <a:chExt cx="1878840" cy="843840"/>
          </a:xfrm>
        </p:grpSpPr>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E432A491-83F3-72FC-470C-4796D67A3752}"/>
                    </a:ext>
                  </a:extLst>
                </p14:cNvPr>
                <p14:cNvContentPartPr/>
                <p14:nvPr/>
              </p14:nvContentPartPr>
              <p14:xfrm>
                <a:off x="306825" y="5157015"/>
                <a:ext cx="506880" cy="654840"/>
              </p14:xfrm>
            </p:contentPart>
          </mc:Choice>
          <mc:Fallback xmlns="">
            <p:pic>
              <p:nvPicPr>
                <p:cNvPr id="78" name="Ink 77">
                  <a:extLst>
                    <a:ext uri="{FF2B5EF4-FFF2-40B4-BE49-F238E27FC236}">
                      <a16:creationId xmlns:a16="http://schemas.microsoft.com/office/drawing/2014/main" id="{E432A491-83F3-72FC-470C-4796D67A3752}"/>
                    </a:ext>
                  </a:extLst>
                </p:cNvPr>
                <p:cNvPicPr/>
                <p:nvPr/>
              </p:nvPicPr>
              <p:blipFill>
                <a:blip r:embed="rId127"/>
                <a:stretch>
                  <a:fillRect/>
                </a:stretch>
              </p:blipFill>
              <p:spPr>
                <a:xfrm>
                  <a:off x="300705" y="5150895"/>
                  <a:ext cx="519120" cy="66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81AD7954-E136-6C44-8FC5-F4051D3FEABD}"/>
                    </a:ext>
                  </a:extLst>
                </p14:cNvPr>
                <p14:cNvContentPartPr/>
                <p14:nvPr/>
              </p14:nvContentPartPr>
              <p14:xfrm>
                <a:off x="731265" y="5475255"/>
                <a:ext cx="334800" cy="496800"/>
              </p14:xfrm>
            </p:contentPart>
          </mc:Choice>
          <mc:Fallback xmlns="">
            <p:pic>
              <p:nvPicPr>
                <p:cNvPr id="79" name="Ink 78">
                  <a:extLst>
                    <a:ext uri="{FF2B5EF4-FFF2-40B4-BE49-F238E27FC236}">
                      <a16:creationId xmlns:a16="http://schemas.microsoft.com/office/drawing/2014/main" id="{81AD7954-E136-6C44-8FC5-F4051D3FEABD}"/>
                    </a:ext>
                  </a:extLst>
                </p:cNvPr>
                <p:cNvPicPr/>
                <p:nvPr/>
              </p:nvPicPr>
              <p:blipFill>
                <a:blip r:embed="rId129"/>
                <a:stretch>
                  <a:fillRect/>
                </a:stretch>
              </p:blipFill>
              <p:spPr>
                <a:xfrm>
                  <a:off x="725145" y="5469135"/>
                  <a:ext cx="34704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4D40896E-AFEC-055E-CD5F-989536B3C728}"/>
                    </a:ext>
                  </a:extLst>
                </p14:cNvPr>
                <p14:cNvContentPartPr/>
                <p14:nvPr/>
              </p14:nvContentPartPr>
              <p14:xfrm>
                <a:off x="1466745" y="5164215"/>
                <a:ext cx="309600" cy="821160"/>
              </p14:xfrm>
            </p:contentPart>
          </mc:Choice>
          <mc:Fallback xmlns="">
            <p:pic>
              <p:nvPicPr>
                <p:cNvPr id="81" name="Ink 80">
                  <a:extLst>
                    <a:ext uri="{FF2B5EF4-FFF2-40B4-BE49-F238E27FC236}">
                      <a16:creationId xmlns:a16="http://schemas.microsoft.com/office/drawing/2014/main" id="{4D40896E-AFEC-055E-CD5F-989536B3C728}"/>
                    </a:ext>
                  </a:extLst>
                </p:cNvPr>
                <p:cNvPicPr/>
                <p:nvPr/>
              </p:nvPicPr>
              <p:blipFill>
                <a:blip r:embed="rId131"/>
                <a:stretch>
                  <a:fillRect/>
                </a:stretch>
              </p:blipFill>
              <p:spPr>
                <a:xfrm>
                  <a:off x="1460625" y="5158095"/>
                  <a:ext cx="321840" cy="833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D46CCE84-53A6-7E8D-3DBF-9B1682FD56BB}"/>
                    </a:ext>
                  </a:extLst>
                </p14:cNvPr>
                <p14:cNvContentPartPr/>
                <p14:nvPr/>
              </p14:nvContentPartPr>
              <p14:xfrm>
                <a:off x="1291425" y="5529255"/>
                <a:ext cx="408240" cy="44640"/>
              </p14:xfrm>
            </p:contentPart>
          </mc:Choice>
          <mc:Fallback xmlns="">
            <p:pic>
              <p:nvPicPr>
                <p:cNvPr id="82" name="Ink 81">
                  <a:extLst>
                    <a:ext uri="{FF2B5EF4-FFF2-40B4-BE49-F238E27FC236}">
                      <a16:creationId xmlns:a16="http://schemas.microsoft.com/office/drawing/2014/main" id="{D46CCE84-53A6-7E8D-3DBF-9B1682FD56BB}"/>
                    </a:ext>
                  </a:extLst>
                </p:cNvPr>
                <p:cNvPicPr/>
                <p:nvPr/>
              </p:nvPicPr>
              <p:blipFill>
                <a:blip r:embed="rId133"/>
                <a:stretch>
                  <a:fillRect/>
                </a:stretch>
              </p:blipFill>
              <p:spPr>
                <a:xfrm>
                  <a:off x="1285305" y="5523135"/>
                  <a:ext cx="420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0EF77FF0-80F9-35FF-7539-4B65CDA718C1}"/>
                    </a:ext>
                  </a:extLst>
                </p14:cNvPr>
                <p14:cNvContentPartPr/>
                <p14:nvPr/>
              </p14:nvContentPartPr>
              <p14:xfrm>
                <a:off x="1886865" y="5141535"/>
                <a:ext cx="298800" cy="819360"/>
              </p14:xfrm>
            </p:contentPart>
          </mc:Choice>
          <mc:Fallback xmlns="">
            <p:pic>
              <p:nvPicPr>
                <p:cNvPr id="84" name="Ink 83">
                  <a:extLst>
                    <a:ext uri="{FF2B5EF4-FFF2-40B4-BE49-F238E27FC236}">
                      <a16:creationId xmlns:a16="http://schemas.microsoft.com/office/drawing/2014/main" id="{0EF77FF0-80F9-35FF-7539-4B65CDA718C1}"/>
                    </a:ext>
                  </a:extLst>
                </p:cNvPr>
                <p:cNvPicPr/>
                <p:nvPr/>
              </p:nvPicPr>
              <p:blipFill>
                <a:blip r:embed="rId135"/>
                <a:stretch>
                  <a:fillRect/>
                </a:stretch>
              </p:blipFill>
              <p:spPr>
                <a:xfrm>
                  <a:off x="1880745" y="5135415"/>
                  <a:ext cx="311040" cy="831600"/>
                </a:xfrm>
                <a:prstGeom prst="rect">
                  <a:avLst/>
                </a:prstGeom>
              </p:spPr>
            </p:pic>
          </mc:Fallback>
        </mc:AlternateContent>
      </p:grpSp>
      <p:grpSp>
        <p:nvGrpSpPr>
          <p:cNvPr id="96" name="Group 95">
            <a:extLst>
              <a:ext uri="{FF2B5EF4-FFF2-40B4-BE49-F238E27FC236}">
                <a16:creationId xmlns:a16="http://schemas.microsoft.com/office/drawing/2014/main" id="{8CC877B6-2127-17F9-4EA0-5B08E495CD0C}"/>
              </a:ext>
            </a:extLst>
          </p:cNvPr>
          <p:cNvGrpSpPr/>
          <p:nvPr/>
        </p:nvGrpSpPr>
        <p:grpSpPr>
          <a:xfrm>
            <a:off x="2288265" y="5058375"/>
            <a:ext cx="1311840" cy="828000"/>
            <a:chOff x="2288265" y="5058375"/>
            <a:chExt cx="1311840" cy="828000"/>
          </a:xfrm>
        </p:grpSpPr>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89BA4DA9-DF2E-B3E2-0AF2-28C1239CC641}"/>
                    </a:ext>
                  </a:extLst>
                </p14:cNvPr>
                <p14:cNvContentPartPr/>
                <p14:nvPr/>
              </p14:nvContentPartPr>
              <p14:xfrm>
                <a:off x="2288265" y="5280855"/>
                <a:ext cx="264240" cy="560520"/>
              </p14:xfrm>
            </p:contentPart>
          </mc:Choice>
          <mc:Fallback xmlns="">
            <p:pic>
              <p:nvPicPr>
                <p:cNvPr id="86" name="Ink 85">
                  <a:extLst>
                    <a:ext uri="{FF2B5EF4-FFF2-40B4-BE49-F238E27FC236}">
                      <a16:creationId xmlns:a16="http://schemas.microsoft.com/office/drawing/2014/main" id="{89BA4DA9-DF2E-B3E2-0AF2-28C1239CC641}"/>
                    </a:ext>
                  </a:extLst>
                </p:cNvPr>
                <p:cNvPicPr/>
                <p:nvPr/>
              </p:nvPicPr>
              <p:blipFill>
                <a:blip r:embed="rId137"/>
                <a:stretch>
                  <a:fillRect/>
                </a:stretch>
              </p:blipFill>
              <p:spPr>
                <a:xfrm>
                  <a:off x="2282145" y="5274735"/>
                  <a:ext cx="276480" cy="572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9F29C765-5E81-1408-A380-68D102FD2EAD}"/>
                    </a:ext>
                  </a:extLst>
                </p14:cNvPr>
                <p14:cNvContentPartPr/>
                <p14:nvPr/>
              </p14:nvContentPartPr>
              <p14:xfrm>
                <a:off x="2667345" y="5408655"/>
                <a:ext cx="189000" cy="477720"/>
              </p14:xfrm>
            </p:contentPart>
          </mc:Choice>
          <mc:Fallback xmlns="">
            <p:pic>
              <p:nvPicPr>
                <p:cNvPr id="87" name="Ink 86">
                  <a:extLst>
                    <a:ext uri="{FF2B5EF4-FFF2-40B4-BE49-F238E27FC236}">
                      <a16:creationId xmlns:a16="http://schemas.microsoft.com/office/drawing/2014/main" id="{9F29C765-5E81-1408-A380-68D102FD2EAD}"/>
                    </a:ext>
                  </a:extLst>
                </p:cNvPr>
                <p:cNvPicPr/>
                <p:nvPr/>
              </p:nvPicPr>
              <p:blipFill>
                <a:blip r:embed="rId139"/>
                <a:stretch>
                  <a:fillRect/>
                </a:stretch>
              </p:blipFill>
              <p:spPr>
                <a:xfrm>
                  <a:off x="2661225" y="5402535"/>
                  <a:ext cx="20124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78683A2F-31B9-9A39-4F79-FA5EC0C3F7D6}"/>
                    </a:ext>
                  </a:extLst>
                </p14:cNvPr>
                <p14:cNvContentPartPr/>
                <p14:nvPr/>
              </p14:nvContentPartPr>
              <p14:xfrm>
                <a:off x="3091785" y="5341335"/>
                <a:ext cx="297360" cy="399600"/>
              </p14:xfrm>
            </p:contentPart>
          </mc:Choice>
          <mc:Fallback xmlns="">
            <p:pic>
              <p:nvPicPr>
                <p:cNvPr id="88" name="Ink 87">
                  <a:extLst>
                    <a:ext uri="{FF2B5EF4-FFF2-40B4-BE49-F238E27FC236}">
                      <a16:creationId xmlns:a16="http://schemas.microsoft.com/office/drawing/2014/main" id="{78683A2F-31B9-9A39-4F79-FA5EC0C3F7D6}"/>
                    </a:ext>
                  </a:extLst>
                </p:cNvPr>
                <p:cNvPicPr/>
                <p:nvPr/>
              </p:nvPicPr>
              <p:blipFill>
                <a:blip r:embed="rId141"/>
                <a:stretch>
                  <a:fillRect/>
                </a:stretch>
              </p:blipFill>
              <p:spPr>
                <a:xfrm>
                  <a:off x="3085665" y="5335215"/>
                  <a:ext cx="30960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12585C89-E8A6-F123-DD3A-BDABB2B5B32E}"/>
                    </a:ext>
                  </a:extLst>
                </p14:cNvPr>
                <p14:cNvContentPartPr/>
                <p14:nvPr/>
              </p14:nvContentPartPr>
              <p14:xfrm>
                <a:off x="2909625" y="5368335"/>
                <a:ext cx="144720" cy="498960"/>
              </p14:xfrm>
            </p:contentPart>
          </mc:Choice>
          <mc:Fallback xmlns="">
            <p:pic>
              <p:nvPicPr>
                <p:cNvPr id="90" name="Ink 89">
                  <a:extLst>
                    <a:ext uri="{FF2B5EF4-FFF2-40B4-BE49-F238E27FC236}">
                      <a16:creationId xmlns:a16="http://schemas.microsoft.com/office/drawing/2014/main" id="{12585C89-E8A6-F123-DD3A-BDABB2B5B32E}"/>
                    </a:ext>
                  </a:extLst>
                </p:cNvPr>
                <p:cNvPicPr/>
                <p:nvPr/>
              </p:nvPicPr>
              <p:blipFill>
                <a:blip r:embed="rId143"/>
                <a:stretch>
                  <a:fillRect/>
                </a:stretch>
              </p:blipFill>
              <p:spPr>
                <a:xfrm>
                  <a:off x="2903505" y="5362215"/>
                  <a:ext cx="15696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417BB783-C0CF-8AD7-25F3-A5441960348E}"/>
                    </a:ext>
                  </a:extLst>
                </p14:cNvPr>
                <p14:cNvContentPartPr/>
                <p14:nvPr/>
              </p14:nvContentPartPr>
              <p14:xfrm>
                <a:off x="3079185" y="5305335"/>
                <a:ext cx="300240" cy="580680"/>
              </p14:xfrm>
            </p:contentPart>
          </mc:Choice>
          <mc:Fallback xmlns="">
            <p:pic>
              <p:nvPicPr>
                <p:cNvPr id="91" name="Ink 90">
                  <a:extLst>
                    <a:ext uri="{FF2B5EF4-FFF2-40B4-BE49-F238E27FC236}">
                      <a16:creationId xmlns:a16="http://schemas.microsoft.com/office/drawing/2014/main" id="{417BB783-C0CF-8AD7-25F3-A5441960348E}"/>
                    </a:ext>
                  </a:extLst>
                </p:cNvPr>
                <p:cNvPicPr/>
                <p:nvPr/>
              </p:nvPicPr>
              <p:blipFill>
                <a:blip r:embed="rId145"/>
                <a:stretch>
                  <a:fillRect/>
                </a:stretch>
              </p:blipFill>
              <p:spPr>
                <a:xfrm>
                  <a:off x="3073065" y="5299215"/>
                  <a:ext cx="31248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BFFFD321-AA85-913C-AA6B-764AD377751C}"/>
                    </a:ext>
                  </a:extLst>
                </p14:cNvPr>
                <p14:cNvContentPartPr/>
                <p14:nvPr/>
              </p14:nvContentPartPr>
              <p14:xfrm>
                <a:off x="3424425" y="5196255"/>
                <a:ext cx="35640" cy="199800"/>
              </p14:xfrm>
            </p:contentPart>
          </mc:Choice>
          <mc:Fallback xmlns="">
            <p:pic>
              <p:nvPicPr>
                <p:cNvPr id="92" name="Ink 91">
                  <a:extLst>
                    <a:ext uri="{FF2B5EF4-FFF2-40B4-BE49-F238E27FC236}">
                      <a16:creationId xmlns:a16="http://schemas.microsoft.com/office/drawing/2014/main" id="{BFFFD321-AA85-913C-AA6B-764AD377751C}"/>
                    </a:ext>
                  </a:extLst>
                </p:cNvPr>
                <p:cNvPicPr/>
                <p:nvPr/>
              </p:nvPicPr>
              <p:blipFill>
                <a:blip r:embed="rId147"/>
                <a:stretch>
                  <a:fillRect/>
                </a:stretch>
              </p:blipFill>
              <p:spPr>
                <a:xfrm>
                  <a:off x="3418305" y="5190135"/>
                  <a:ext cx="478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3A249E6F-96E3-50B3-8D28-3F56BA829381}"/>
                    </a:ext>
                  </a:extLst>
                </p14:cNvPr>
                <p14:cNvContentPartPr/>
                <p14:nvPr/>
              </p14:nvContentPartPr>
              <p14:xfrm>
                <a:off x="3476985" y="5058375"/>
                <a:ext cx="9360" cy="28080"/>
              </p14:xfrm>
            </p:contentPart>
          </mc:Choice>
          <mc:Fallback xmlns="">
            <p:pic>
              <p:nvPicPr>
                <p:cNvPr id="93" name="Ink 92">
                  <a:extLst>
                    <a:ext uri="{FF2B5EF4-FFF2-40B4-BE49-F238E27FC236}">
                      <a16:creationId xmlns:a16="http://schemas.microsoft.com/office/drawing/2014/main" id="{3A249E6F-96E3-50B3-8D28-3F56BA829381}"/>
                    </a:ext>
                  </a:extLst>
                </p:cNvPr>
                <p:cNvPicPr/>
                <p:nvPr/>
              </p:nvPicPr>
              <p:blipFill>
                <a:blip r:embed="rId149"/>
                <a:stretch>
                  <a:fillRect/>
                </a:stretch>
              </p:blipFill>
              <p:spPr>
                <a:xfrm>
                  <a:off x="3470865" y="5052255"/>
                  <a:ext cx="216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74AF3DFA-63DD-DF0A-298E-99E3F5D45DDB}"/>
                    </a:ext>
                  </a:extLst>
                </p14:cNvPr>
                <p14:cNvContentPartPr/>
                <p14:nvPr/>
              </p14:nvContentPartPr>
              <p14:xfrm>
                <a:off x="3190065" y="5174655"/>
                <a:ext cx="139320" cy="331560"/>
              </p14:xfrm>
            </p:contentPart>
          </mc:Choice>
          <mc:Fallback xmlns="">
            <p:pic>
              <p:nvPicPr>
                <p:cNvPr id="94" name="Ink 93">
                  <a:extLst>
                    <a:ext uri="{FF2B5EF4-FFF2-40B4-BE49-F238E27FC236}">
                      <a16:creationId xmlns:a16="http://schemas.microsoft.com/office/drawing/2014/main" id="{74AF3DFA-63DD-DF0A-298E-99E3F5D45DDB}"/>
                    </a:ext>
                  </a:extLst>
                </p:cNvPr>
                <p:cNvPicPr/>
                <p:nvPr/>
              </p:nvPicPr>
              <p:blipFill>
                <a:blip r:embed="rId151"/>
                <a:stretch>
                  <a:fillRect/>
                </a:stretch>
              </p:blipFill>
              <p:spPr>
                <a:xfrm>
                  <a:off x="3183945" y="5168535"/>
                  <a:ext cx="1515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048851B2-3F3B-96BF-E1F1-7CB09D1E9602}"/>
                    </a:ext>
                  </a:extLst>
                </p14:cNvPr>
                <p14:cNvContentPartPr/>
                <p14:nvPr/>
              </p14:nvContentPartPr>
              <p14:xfrm>
                <a:off x="3442425" y="5184735"/>
                <a:ext cx="157680" cy="250200"/>
              </p14:xfrm>
            </p:contentPart>
          </mc:Choice>
          <mc:Fallback xmlns="">
            <p:pic>
              <p:nvPicPr>
                <p:cNvPr id="95" name="Ink 94">
                  <a:extLst>
                    <a:ext uri="{FF2B5EF4-FFF2-40B4-BE49-F238E27FC236}">
                      <a16:creationId xmlns:a16="http://schemas.microsoft.com/office/drawing/2014/main" id="{048851B2-3F3B-96BF-E1F1-7CB09D1E9602}"/>
                    </a:ext>
                  </a:extLst>
                </p:cNvPr>
                <p:cNvPicPr/>
                <p:nvPr/>
              </p:nvPicPr>
              <p:blipFill>
                <a:blip r:embed="rId153"/>
                <a:stretch>
                  <a:fillRect/>
                </a:stretch>
              </p:blipFill>
              <p:spPr>
                <a:xfrm>
                  <a:off x="3436305" y="5178615"/>
                  <a:ext cx="169920" cy="26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F644B435-68CB-B672-85B4-7EF26D23D6E2}"/>
                  </a:ext>
                </a:extLst>
              </p14:cNvPr>
              <p14:cNvContentPartPr/>
              <p14:nvPr/>
            </p14:nvContentPartPr>
            <p14:xfrm>
              <a:off x="3815025" y="5682615"/>
              <a:ext cx="143280" cy="133200"/>
            </p14:xfrm>
          </p:contentPart>
        </mc:Choice>
        <mc:Fallback xmlns="">
          <p:pic>
            <p:nvPicPr>
              <p:cNvPr id="97" name="Ink 96">
                <a:extLst>
                  <a:ext uri="{FF2B5EF4-FFF2-40B4-BE49-F238E27FC236}">
                    <a16:creationId xmlns:a16="http://schemas.microsoft.com/office/drawing/2014/main" id="{F644B435-68CB-B672-85B4-7EF26D23D6E2}"/>
                  </a:ext>
                </a:extLst>
              </p:cNvPr>
              <p:cNvPicPr/>
              <p:nvPr/>
            </p:nvPicPr>
            <p:blipFill>
              <a:blip r:embed="rId155"/>
              <a:stretch>
                <a:fillRect/>
              </a:stretch>
            </p:blipFill>
            <p:spPr>
              <a:xfrm>
                <a:off x="3808905" y="5676495"/>
                <a:ext cx="1555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0" name="Ink 119">
                <a:extLst>
                  <a:ext uri="{FF2B5EF4-FFF2-40B4-BE49-F238E27FC236}">
                    <a16:creationId xmlns:a16="http://schemas.microsoft.com/office/drawing/2014/main" id="{4D863BF4-30F8-A8C8-2634-B8F85F60A18C}"/>
                  </a:ext>
                </a:extLst>
              </p14:cNvPr>
              <p14:cNvContentPartPr/>
              <p14:nvPr/>
            </p14:nvContentPartPr>
            <p14:xfrm>
              <a:off x="9723345" y="5012295"/>
              <a:ext cx="323280" cy="837360"/>
            </p14:xfrm>
          </p:contentPart>
        </mc:Choice>
        <mc:Fallback xmlns="">
          <p:pic>
            <p:nvPicPr>
              <p:cNvPr id="120" name="Ink 119">
                <a:extLst>
                  <a:ext uri="{FF2B5EF4-FFF2-40B4-BE49-F238E27FC236}">
                    <a16:creationId xmlns:a16="http://schemas.microsoft.com/office/drawing/2014/main" id="{4D863BF4-30F8-A8C8-2634-B8F85F60A18C}"/>
                  </a:ext>
                </a:extLst>
              </p:cNvPr>
              <p:cNvPicPr/>
              <p:nvPr/>
            </p:nvPicPr>
            <p:blipFill>
              <a:blip r:embed="rId157"/>
              <a:stretch>
                <a:fillRect/>
              </a:stretch>
            </p:blipFill>
            <p:spPr>
              <a:xfrm>
                <a:off x="9717225" y="5006175"/>
                <a:ext cx="335520" cy="849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0" name="Ink 139">
                <a:extLst>
                  <a:ext uri="{FF2B5EF4-FFF2-40B4-BE49-F238E27FC236}">
                    <a16:creationId xmlns:a16="http://schemas.microsoft.com/office/drawing/2014/main" id="{27EBF1BC-A39F-329A-FAA4-860DB09E80F0}"/>
                  </a:ext>
                </a:extLst>
              </p14:cNvPr>
              <p14:cNvContentPartPr/>
              <p14:nvPr/>
            </p14:nvContentPartPr>
            <p14:xfrm>
              <a:off x="7726785" y="5997255"/>
              <a:ext cx="12240" cy="8280"/>
            </p14:xfrm>
          </p:contentPart>
        </mc:Choice>
        <mc:Fallback xmlns="">
          <p:pic>
            <p:nvPicPr>
              <p:cNvPr id="140" name="Ink 139">
                <a:extLst>
                  <a:ext uri="{FF2B5EF4-FFF2-40B4-BE49-F238E27FC236}">
                    <a16:creationId xmlns:a16="http://schemas.microsoft.com/office/drawing/2014/main" id="{27EBF1BC-A39F-329A-FAA4-860DB09E80F0}"/>
                  </a:ext>
                </a:extLst>
              </p:cNvPr>
              <p:cNvPicPr/>
              <p:nvPr/>
            </p:nvPicPr>
            <p:blipFill>
              <a:blip r:embed="rId159"/>
              <a:stretch>
                <a:fillRect/>
              </a:stretch>
            </p:blipFill>
            <p:spPr>
              <a:xfrm>
                <a:off x="7720840" y="5991390"/>
                <a:ext cx="24130" cy="20010"/>
              </a:xfrm>
              <a:prstGeom prst="rect">
                <a:avLst/>
              </a:prstGeom>
            </p:spPr>
          </p:pic>
        </mc:Fallback>
      </mc:AlternateContent>
      <p:grpSp>
        <p:nvGrpSpPr>
          <p:cNvPr id="160" name="Group 159">
            <a:extLst>
              <a:ext uri="{FF2B5EF4-FFF2-40B4-BE49-F238E27FC236}">
                <a16:creationId xmlns:a16="http://schemas.microsoft.com/office/drawing/2014/main" id="{04618E2E-6EEB-1435-4AD1-8041B94EF5F1}"/>
              </a:ext>
            </a:extLst>
          </p:cNvPr>
          <p:cNvGrpSpPr/>
          <p:nvPr/>
        </p:nvGrpSpPr>
        <p:grpSpPr>
          <a:xfrm>
            <a:off x="4328745" y="4754175"/>
            <a:ext cx="7303680" cy="1935000"/>
            <a:chOff x="4328745" y="4754175"/>
            <a:chExt cx="7303680" cy="1935000"/>
          </a:xfrm>
        </p:grpSpPr>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9EE26EFA-E1AA-AABF-C272-A8BC06AD1153}"/>
                    </a:ext>
                  </a:extLst>
                </p14:cNvPr>
                <p14:cNvContentPartPr/>
                <p14:nvPr/>
              </p14:nvContentPartPr>
              <p14:xfrm>
                <a:off x="4328745" y="5199135"/>
                <a:ext cx="464040" cy="957600"/>
              </p14:xfrm>
            </p:contentPart>
          </mc:Choice>
          <mc:Fallback xmlns="">
            <p:pic>
              <p:nvPicPr>
                <p:cNvPr id="98" name="Ink 97">
                  <a:extLst>
                    <a:ext uri="{FF2B5EF4-FFF2-40B4-BE49-F238E27FC236}">
                      <a16:creationId xmlns:a16="http://schemas.microsoft.com/office/drawing/2014/main" id="{9EE26EFA-E1AA-AABF-C272-A8BC06AD1153}"/>
                    </a:ext>
                  </a:extLst>
                </p:cNvPr>
                <p:cNvPicPr/>
                <p:nvPr/>
              </p:nvPicPr>
              <p:blipFill>
                <a:blip r:embed="rId161"/>
                <a:stretch>
                  <a:fillRect/>
                </a:stretch>
              </p:blipFill>
              <p:spPr>
                <a:xfrm>
                  <a:off x="4322625" y="5193015"/>
                  <a:ext cx="476280" cy="969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15BBB929-2324-D148-F5EE-21C0574920C4}"/>
                    </a:ext>
                  </a:extLst>
                </p14:cNvPr>
                <p14:cNvContentPartPr/>
                <p14:nvPr/>
              </p14:nvContentPartPr>
              <p14:xfrm>
                <a:off x="4902225" y="5113815"/>
                <a:ext cx="93960" cy="173160"/>
              </p14:xfrm>
            </p:contentPart>
          </mc:Choice>
          <mc:Fallback xmlns="">
            <p:pic>
              <p:nvPicPr>
                <p:cNvPr id="99" name="Ink 98">
                  <a:extLst>
                    <a:ext uri="{FF2B5EF4-FFF2-40B4-BE49-F238E27FC236}">
                      <a16:creationId xmlns:a16="http://schemas.microsoft.com/office/drawing/2014/main" id="{15BBB929-2324-D148-F5EE-21C0574920C4}"/>
                    </a:ext>
                  </a:extLst>
                </p:cNvPr>
                <p:cNvPicPr/>
                <p:nvPr/>
              </p:nvPicPr>
              <p:blipFill>
                <a:blip r:embed="rId163"/>
                <a:stretch>
                  <a:fillRect/>
                </a:stretch>
              </p:blipFill>
              <p:spPr>
                <a:xfrm>
                  <a:off x="4896105" y="5107695"/>
                  <a:ext cx="1062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06316FB5-900F-A326-2CE6-43BA9A4C3799}"/>
                    </a:ext>
                  </a:extLst>
                </p14:cNvPr>
                <p14:cNvContentPartPr/>
                <p14:nvPr/>
              </p14:nvContentPartPr>
              <p14:xfrm>
                <a:off x="4996905" y="4922655"/>
                <a:ext cx="37080" cy="60120"/>
              </p14:xfrm>
            </p:contentPart>
          </mc:Choice>
          <mc:Fallback xmlns="">
            <p:pic>
              <p:nvPicPr>
                <p:cNvPr id="100" name="Ink 99">
                  <a:extLst>
                    <a:ext uri="{FF2B5EF4-FFF2-40B4-BE49-F238E27FC236}">
                      <a16:creationId xmlns:a16="http://schemas.microsoft.com/office/drawing/2014/main" id="{06316FB5-900F-A326-2CE6-43BA9A4C3799}"/>
                    </a:ext>
                  </a:extLst>
                </p:cNvPr>
                <p:cNvPicPr/>
                <p:nvPr/>
              </p:nvPicPr>
              <p:blipFill>
                <a:blip r:embed="rId165"/>
                <a:stretch>
                  <a:fillRect/>
                </a:stretch>
              </p:blipFill>
              <p:spPr>
                <a:xfrm>
                  <a:off x="4990785" y="4916535"/>
                  <a:ext cx="493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E289CE0A-FDA6-57BA-00A7-94513CE3F505}"/>
                    </a:ext>
                  </a:extLst>
                </p14:cNvPr>
                <p14:cNvContentPartPr/>
                <p14:nvPr/>
              </p14:nvContentPartPr>
              <p14:xfrm>
                <a:off x="4725105" y="5136495"/>
                <a:ext cx="248400" cy="300600"/>
              </p14:xfrm>
            </p:contentPart>
          </mc:Choice>
          <mc:Fallback xmlns="">
            <p:pic>
              <p:nvPicPr>
                <p:cNvPr id="101" name="Ink 100">
                  <a:extLst>
                    <a:ext uri="{FF2B5EF4-FFF2-40B4-BE49-F238E27FC236}">
                      <a16:creationId xmlns:a16="http://schemas.microsoft.com/office/drawing/2014/main" id="{E289CE0A-FDA6-57BA-00A7-94513CE3F505}"/>
                    </a:ext>
                  </a:extLst>
                </p:cNvPr>
                <p:cNvPicPr/>
                <p:nvPr/>
              </p:nvPicPr>
              <p:blipFill>
                <a:blip r:embed="rId167"/>
                <a:stretch>
                  <a:fillRect/>
                </a:stretch>
              </p:blipFill>
              <p:spPr>
                <a:xfrm>
                  <a:off x="4718985" y="5130375"/>
                  <a:ext cx="2606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C0DA6D9B-5977-AAAF-0456-3CFCA4134465}"/>
                    </a:ext>
                  </a:extLst>
                </p14:cNvPr>
                <p14:cNvContentPartPr/>
                <p14:nvPr/>
              </p14:nvContentPartPr>
              <p14:xfrm>
                <a:off x="4973145" y="4999695"/>
                <a:ext cx="257400" cy="469440"/>
              </p14:xfrm>
            </p:contentPart>
          </mc:Choice>
          <mc:Fallback xmlns="">
            <p:pic>
              <p:nvPicPr>
                <p:cNvPr id="102" name="Ink 101">
                  <a:extLst>
                    <a:ext uri="{FF2B5EF4-FFF2-40B4-BE49-F238E27FC236}">
                      <a16:creationId xmlns:a16="http://schemas.microsoft.com/office/drawing/2014/main" id="{C0DA6D9B-5977-AAAF-0456-3CFCA4134465}"/>
                    </a:ext>
                  </a:extLst>
                </p:cNvPr>
                <p:cNvPicPr/>
                <p:nvPr/>
              </p:nvPicPr>
              <p:blipFill>
                <a:blip r:embed="rId169"/>
                <a:stretch>
                  <a:fillRect/>
                </a:stretch>
              </p:blipFill>
              <p:spPr>
                <a:xfrm>
                  <a:off x="4967025" y="4993575"/>
                  <a:ext cx="26964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6B3C1708-F10D-56C0-0F59-0720D7E0ECC1}"/>
                    </a:ext>
                  </a:extLst>
                </p14:cNvPr>
                <p14:cNvContentPartPr/>
                <p14:nvPr/>
              </p14:nvContentPartPr>
              <p14:xfrm>
                <a:off x="4875945" y="5024535"/>
                <a:ext cx="591120" cy="1102320"/>
              </p14:xfrm>
            </p:contentPart>
          </mc:Choice>
          <mc:Fallback xmlns="">
            <p:pic>
              <p:nvPicPr>
                <p:cNvPr id="104" name="Ink 103">
                  <a:extLst>
                    <a:ext uri="{FF2B5EF4-FFF2-40B4-BE49-F238E27FC236}">
                      <a16:creationId xmlns:a16="http://schemas.microsoft.com/office/drawing/2014/main" id="{6B3C1708-F10D-56C0-0F59-0720D7E0ECC1}"/>
                    </a:ext>
                  </a:extLst>
                </p:cNvPr>
                <p:cNvPicPr/>
                <p:nvPr/>
              </p:nvPicPr>
              <p:blipFill>
                <a:blip r:embed="rId171"/>
                <a:stretch>
                  <a:fillRect/>
                </a:stretch>
              </p:blipFill>
              <p:spPr>
                <a:xfrm>
                  <a:off x="4869825" y="5018415"/>
                  <a:ext cx="603360" cy="11145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A044A645-6182-72A4-B52D-DDC1E4594E3D}"/>
                    </a:ext>
                  </a:extLst>
                </p14:cNvPr>
                <p14:cNvContentPartPr/>
                <p14:nvPr/>
              </p14:nvContentPartPr>
              <p14:xfrm>
                <a:off x="5765145" y="5335935"/>
                <a:ext cx="248400" cy="40320"/>
              </p14:xfrm>
            </p:contentPart>
          </mc:Choice>
          <mc:Fallback xmlns="">
            <p:pic>
              <p:nvPicPr>
                <p:cNvPr id="105" name="Ink 104">
                  <a:extLst>
                    <a:ext uri="{FF2B5EF4-FFF2-40B4-BE49-F238E27FC236}">
                      <a16:creationId xmlns:a16="http://schemas.microsoft.com/office/drawing/2014/main" id="{A044A645-6182-72A4-B52D-DDC1E4594E3D}"/>
                    </a:ext>
                  </a:extLst>
                </p:cNvPr>
                <p:cNvPicPr/>
                <p:nvPr/>
              </p:nvPicPr>
              <p:blipFill>
                <a:blip r:embed="rId173"/>
                <a:stretch>
                  <a:fillRect/>
                </a:stretch>
              </p:blipFill>
              <p:spPr>
                <a:xfrm>
                  <a:off x="5759025" y="5329815"/>
                  <a:ext cx="2606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6" name="Ink 105">
                  <a:extLst>
                    <a:ext uri="{FF2B5EF4-FFF2-40B4-BE49-F238E27FC236}">
                      <a16:creationId xmlns:a16="http://schemas.microsoft.com/office/drawing/2014/main" id="{49EA8A9D-8179-E220-311F-F65539486D69}"/>
                    </a:ext>
                  </a:extLst>
                </p14:cNvPr>
                <p14:cNvContentPartPr/>
                <p14:nvPr/>
              </p14:nvContentPartPr>
              <p14:xfrm>
                <a:off x="5858745" y="5529255"/>
                <a:ext cx="181080" cy="52920"/>
              </p14:xfrm>
            </p:contentPart>
          </mc:Choice>
          <mc:Fallback xmlns="">
            <p:pic>
              <p:nvPicPr>
                <p:cNvPr id="106" name="Ink 105">
                  <a:extLst>
                    <a:ext uri="{FF2B5EF4-FFF2-40B4-BE49-F238E27FC236}">
                      <a16:creationId xmlns:a16="http://schemas.microsoft.com/office/drawing/2014/main" id="{49EA8A9D-8179-E220-311F-F65539486D69}"/>
                    </a:ext>
                  </a:extLst>
                </p:cNvPr>
                <p:cNvPicPr/>
                <p:nvPr/>
              </p:nvPicPr>
              <p:blipFill>
                <a:blip r:embed="rId175"/>
                <a:stretch>
                  <a:fillRect/>
                </a:stretch>
              </p:blipFill>
              <p:spPr>
                <a:xfrm>
                  <a:off x="5852625" y="5523135"/>
                  <a:ext cx="1933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8C9F5B51-F67D-54A9-A059-CB60D7B90A60}"/>
                    </a:ext>
                  </a:extLst>
                </p14:cNvPr>
                <p14:cNvContentPartPr/>
                <p14:nvPr/>
              </p14:nvContentPartPr>
              <p14:xfrm>
                <a:off x="6305865" y="5353575"/>
                <a:ext cx="444240" cy="64080"/>
              </p14:xfrm>
            </p:contentPart>
          </mc:Choice>
          <mc:Fallback xmlns="">
            <p:pic>
              <p:nvPicPr>
                <p:cNvPr id="109" name="Ink 108">
                  <a:extLst>
                    <a:ext uri="{FF2B5EF4-FFF2-40B4-BE49-F238E27FC236}">
                      <a16:creationId xmlns:a16="http://schemas.microsoft.com/office/drawing/2014/main" id="{8C9F5B51-F67D-54A9-A059-CB60D7B90A60}"/>
                    </a:ext>
                  </a:extLst>
                </p:cNvPr>
                <p:cNvPicPr/>
                <p:nvPr/>
              </p:nvPicPr>
              <p:blipFill>
                <a:blip r:embed="rId177"/>
                <a:stretch>
                  <a:fillRect/>
                </a:stretch>
              </p:blipFill>
              <p:spPr>
                <a:xfrm>
                  <a:off x="6299745" y="5347455"/>
                  <a:ext cx="4564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1D879929-351F-6A85-ED92-3C4C7B80C96A}"/>
                    </a:ext>
                  </a:extLst>
                </p14:cNvPr>
                <p14:cNvContentPartPr/>
                <p14:nvPr/>
              </p14:nvContentPartPr>
              <p14:xfrm>
                <a:off x="6914265" y="5057655"/>
                <a:ext cx="421920" cy="921960"/>
              </p14:xfrm>
            </p:contentPart>
          </mc:Choice>
          <mc:Fallback xmlns="">
            <p:pic>
              <p:nvPicPr>
                <p:cNvPr id="110" name="Ink 109">
                  <a:extLst>
                    <a:ext uri="{FF2B5EF4-FFF2-40B4-BE49-F238E27FC236}">
                      <a16:creationId xmlns:a16="http://schemas.microsoft.com/office/drawing/2014/main" id="{1D879929-351F-6A85-ED92-3C4C7B80C96A}"/>
                    </a:ext>
                  </a:extLst>
                </p:cNvPr>
                <p:cNvPicPr/>
                <p:nvPr/>
              </p:nvPicPr>
              <p:blipFill>
                <a:blip r:embed="rId179"/>
                <a:stretch>
                  <a:fillRect/>
                </a:stretch>
              </p:blipFill>
              <p:spPr>
                <a:xfrm>
                  <a:off x="6908145" y="5051535"/>
                  <a:ext cx="434160" cy="934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DD0E11C9-1C75-7CF0-ECD2-DD4144211388}"/>
                    </a:ext>
                  </a:extLst>
                </p14:cNvPr>
                <p14:cNvContentPartPr/>
                <p14:nvPr/>
              </p14:nvContentPartPr>
              <p14:xfrm>
                <a:off x="7590345" y="4905015"/>
                <a:ext cx="373680" cy="506160"/>
              </p14:xfrm>
            </p:contentPart>
          </mc:Choice>
          <mc:Fallback xmlns="">
            <p:pic>
              <p:nvPicPr>
                <p:cNvPr id="112" name="Ink 111">
                  <a:extLst>
                    <a:ext uri="{FF2B5EF4-FFF2-40B4-BE49-F238E27FC236}">
                      <a16:creationId xmlns:a16="http://schemas.microsoft.com/office/drawing/2014/main" id="{DD0E11C9-1C75-7CF0-ECD2-DD4144211388}"/>
                    </a:ext>
                  </a:extLst>
                </p:cNvPr>
                <p:cNvPicPr/>
                <p:nvPr/>
              </p:nvPicPr>
              <p:blipFill>
                <a:blip r:embed="rId181"/>
                <a:stretch>
                  <a:fillRect/>
                </a:stretch>
              </p:blipFill>
              <p:spPr>
                <a:xfrm>
                  <a:off x="7584225" y="4898895"/>
                  <a:ext cx="38592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47FBC757-94AB-4619-F131-DFA9D0571797}"/>
                    </a:ext>
                  </a:extLst>
                </p14:cNvPr>
                <p14:cNvContentPartPr/>
                <p14:nvPr/>
              </p14:nvContentPartPr>
              <p14:xfrm>
                <a:off x="7949985" y="5170335"/>
                <a:ext cx="243360" cy="689760"/>
              </p14:xfrm>
            </p:contentPart>
          </mc:Choice>
          <mc:Fallback xmlns="">
            <p:pic>
              <p:nvPicPr>
                <p:cNvPr id="113" name="Ink 112">
                  <a:extLst>
                    <a:ext uri="{FF2B5EF4-FFF2-40B4-BE49-F238E27FC236}">
                      <a16:creationId xmlns:a16="http://schemas.microsoft.com/office/drawing/2014/main" id="{47FBC757-94AB-4619-F131-DFA9D0571797}"/>
                    </a:ext>
                  </a:extLst>
                </p:cNvPr>
                <p:cNvPicPr/>
                <p:nvPr/>
              </p:nvPicPr>
              <p:blipFill>
                <a:blip r:embed="rId183"/>
                <a:stretch>
                  <a:fillRect/>
                </a:stretch>
              </p:blipFill>
              <p:spPr>
                <a:xfrm>
                  <a:off x="7943865" y="5164215"/>
                  <a:ext cx="255600" cy="7020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9F2EC406-395E-8C58-664E-45CCC32DD37B}"/>
                    </a:ext>
                  </a:extLst>
                </p14:cNvPr>
                <p14:cNvContentPartPr/>
                <p14:nvPr/>
              </p14:nvContentPartPr>
              <p14:xfrm>
                <a:off x="8395665" y="4754175"/>
                <a:ext cx="239760" cy="916560"/>
              </p14:xfrm>
            </p:contentPart>
          </mc:Choice>
          <mc:Fallback xmlns="">
            <p:pic>
              <p:nvPicPr>
                <p:cNvPr id="114" name="Ink 113">
                  <a:extLst>
                    <a:ext uri="{FF2B5EF4-FFF2-40B4-BE49-F238E27FC236}">
                      <a16:creationId xmlns:a16="http://schemas.microsoft.com/office/drawing/2014/main" id="{9F2EC406-395E-8C58-664E-45CCC32DD37B}"/>
                    </a:ext>
                  </a:extLst>
                </p:cNvPr>
                <p:cNvPicPr/>
                <p:nvPr/>
              </p:nvPicPr>
              <p:blipFill>
                <a:blip r:embed="rId185"/>
                <a:stretch>
                  <a:fillRect/>
                </a:stretch>
              </p:blipFill>
              <p:spPr>
                <a:xfrm>
                  <a:off x="8389545" y="4748055"/>
                  <a:ext cx="252000" cy="928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FFD3C20A-0CBE-1A86-6416-47D0CD5B8BBB}"/>
                    </a:ext>
                  </a:extLst>
                </p14:cNvPr>
                <p14:cNvContentPartPr/>
                <p14:nvPr/>
              </p14:nvContentPartPr>
              <p14:xfrm>
                <a:off x="8679345" y="4784775"/>
                <a:ext cx="429480" cy="792360"/>
              </p14:xfrm>
            </p:contentPart>
          </mc:Choice>
          <mc:Fallback xmlns="">
            <p:pic>
              <p:nvPicPr>
                <p:cNvPr id="115" name="Ink 114">
                  <a:extLst>
                    <a:ext uri="{FF2B5EF4-FFF2-40B4-BE49-F238E27FC236}">
                      <a16:creationId xmlns:a16="http://schemas.microsoft.com/office/drawing/2014/main" id="{FFD3C20A-0CBE-1A86-6416-47D0CD5B8BBB}"/>
                    </a:ext>
                  </a:extLst>
                </p:cNvPr>
                <p:cNvPicPr/>
                <p:nvPr/>
              </p:nvPicPr>
              <p:blipFill>
                <a:blip r:embed="rId187"/>
                <a:stretch>
                  <a:fillRect/>
                </a:stretch>
              </p:blipFill>
              <p:spPr>
                <a:xfrm>
                  <a:off x="8673225" y="4778655"/>
                  <a:ext cx="44172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DBA1CB82-9494-0428-557A-821E3B4A8E8C}"/>
                    </a:ext>
                  </a:extLst>
                </p14:cNvPr>
                <p14:cNvContentPartPr/>
                <p14:nvPr/>
              </p14:nvContentPartPr>
              <p14:xfrm>
                <a:off x="9172545" y="5012655"/>
                <a:ext cx="322560" cy="546840"/>
              </p14:xfrm>
            </p:contentPart>
          </mc:Choice>
          <mc:Fallback xmlns="">
            <p:pic>
              <p:nvPicPr>
                <p:cNvPr id="116" name="Ink 115">
                  <a:extLst>
                    <a:ext uri="{FF2B5EF4-FFF2-40B4-BE49-F238E27FC236}">
                      <a16:creationId xmlns:a16="http://schemas.microsoft.com/office/drawing/2014/main" id="{DBA1CB82-9494-0428-557A-821E3B4A8E8C}"/>
                    </a:ext>
                  </a:extLst>
                </p:cNvPr>
                <p:cNvPicPr/>
                <p:nvPr/>
              </p:nvPicPr>
              <p:blipFill>
                <a:blip r:embed="rId189"/>
                <a:stretch>
                  <a:fillRect/>
                </a:stretch>
              </p:blipFill>
              <p:spPr>
                <a:xfrm>
                  <a:off x="9166425" y="5006535"/>
                  <a:ext cx="33480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93F88797-8DC5-402D-4B94-5A92BEF132EF}"/>
                    </a:ext>
                  </a:extLst>
                </p14:cNvPr>
                <p14:cNvContentPartPr/>
                <p14:nvPr/>
              </p14:nvContentPartPr>
              <p14:xfrm>
                <a:off x="9530745" y="5097975"/>
                <a:ext cx="207360" cy="316800"/>
              </p14:xfrm>
            </p:contentPart>
          </mc:Choice>
          <mc:Fallback xmlns="">
            <p:pic>
              <p:nvPicPr>
                <p:cNvPr id="118" name="Ink 117">
                  <a:extLst>
                    <a:ext uri="{FF2B5EF4-FFF2-40B4-BE49-F238E27FC236}">
                      <a16:creationId xmlns:a16="http://schemas.microsoft.com/office/drawing/2014/main" id="{93F88797-8DC5-402D-4B94-5A92BEF132EF}"/>
                    </a:ext>
                  </a:extLst>
                </p:cNvPr>
                <p:cNvPicPr/>
                <p:nvPr/>
              </p:nvPicPr>
              <p:blipFill>
                <a:blip r:embed="rId191"/>
                <a:stretch>
                  <a:fillRect/>
                </a:stretch>
              </p:blipFill>
              <p:spPr>
                <a:xfrm>
                  <a:off x="9524625" y="5091855"/>
                  <a:ext cx="2196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8" name="Ink 127">
                  <a:extLst>
                    <a:ext uri="{FF2B5EF4-FFF2-40B4-BE49-F238E27FC236}">
                      <a16:creationId xmlns:a16="http://schemas.microsoft.com/office/drawing/2014/main" id="{91F9DF63-CE92-17ED-81A1-94C4EAD053CC}"/>
                    </a:ext>
                  </a:extLst>
                </p14:cNvPr>
                <p14:cNvContentPartPr/>
                <p14:nvPr/>
              </p14:nvContentPartPr>
              <p14:xfrm>
                <a:off x="9426705" y="5054055"/>
                <a:ext cx="262440" cy="664920"/>
              </p14:xfrm>
            </p:contentPart>
          </mc:Choice>
          <mc:Fallback xmlns="">
            <p:pic>
              <p:nvPicPr>
                <p:cNvPr id="128" name="Ink 127">
                  <a:extLst>
                    <a:ext uri="{FF2B5EF4-FFF2-40B4-BE49-F238E27FC236}">
                      <a16:creationId xmlns:a16="http://schemas.microsoft.com/office/drawing/2014/main" id="{91F9DF63-CE92-17ED-81A1-94C4EAD053CC}"/>
                    </a:ext>
                  </a:extLst>
                </p:cNvPr>
                <p:cNvPicPr/>
                <p:nvPr/>
              </p:nvPicPr>
              <p:blipFill>
                <a:blip r:embed="rId193"/>
                <a:stretch>
                  <a:fillRect/>
                </a:stretch>
              </p:blipFill>
              <p:spPr>
                <a:xfrm>
                  <a:off x="9420585" y="5047935"/>
                  <a:ext cx="27468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9" name="Ink 128">
                  <a:extLst>
                    <a:ext uri="{FF2B5EF4-FFF2-40B4-BE49-F238E27FC236}">
                      <a16:creationId xmlns:a16="http://schemas.microsoft.com/office/drawing/2014/main" id="{B0C6AEB8-0F4A-33CE-E6C3-83C6D375B10E}"/>
                    </a:ext>
                  </a:extLst>
                </p14:cNvPr>
                <p14:cNvContentPartPr/>
                <p14:nvPr/>
              </p14:nvContentPartPr>
              <p14:xfrm>
                <a:off x="9530025" y="5129655"/>
                <a:ext cx="277200" cy="369360"/>
              </p14:xfrm>
            </p:contentPart>
          </mc:Choice>
          <mc:Fallback xmlns="">
            <p:pic>
              <p:nvPicPr>
                <p:cNvPr id="129" name="Ink 128">
                  <a:extLst>
                    <a:ext uri="{FF2B5EF4-FFF2-40B4-BE49-F238E27FC236}">
                      <a16:creationId xmlns:a16="http://schemas.microsoft.com/office/drawing/2014/main" id="{B0C6AEB8-0F4A-33CE-E6C3-83C6D375B10E}"/>
                    </a:ext>
                  </a:extLst>
                </p:cNvPr>
                <p:cNvPicPr/>
                <p:nvPr/>
              </p:nvPicPr>
              <p:blipFill>
                <a:blip r:embed="rId195"/>
                <a:stretch>
                  <a:fillRect/>
                </a:stretch>
              </p:blipFill>
              <p:spPr>
                <a:xfrm>
                  <a:off x="9523905" y="5123535"/>
                  <a:ext cx="2894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1" name="Ink 130">
                  <a:extLst>
                    <a:ext uri="{FF2B5EF4-FFF2-40B4-BE49-F238E27FC236}">
                      <a16:creationId xmlns:a16="http://schemas.microsoft.com/office/drawing/2014/main" id="{47716AB6-ABE0-9D15-3274-82A5DE251FA8}"/>
                    </a:ext>
                  </a:extLst>
                </p14:cNvPr>
                <p14:cNvContentPartPr/>
                <p14:nvPr/>
              </p14:nvContentPartPr>
              <p14:xfrm>
                <a:off x="10248945" y="5299935"/>
                <a:ext cx="1060200" cy="68400"/>
              </p14:xfrm>
            </p:contentPart>
          </mc:Choice>
          <mc:Fallback xmlns="">
            <p:pic>
              <p:nvPicPr>
                <p:cNvPr id="131" name="Ink 130">
                  <a:extLst>
                    <a:ext uri="{FF2B5EF4-FFF2-40B4-BE49-F238E27FC236}">
                      <a16:creationId xmlns:a16="http://schemas.microsoft.com/office/drawing/2014/main" id="{47716AB6-ABE0-9D15-3274-82A5DE251FA8}"/>
                    </a:ext>
                  </a:extLst>
                </p:cNvPr>
                <p:cNvPicPr/>
                <p:nvPr/>
              </p:nvPicPr>
              <p:blipFill>
                <a:blip r:embed="rId197"/>
                <a:stretch>
                  <a:fillRect/>
                </a:stretch>
              </p:blipFill>
              <p:spPr>
                <a:xfrm>
                  <a:off x="10242825" y="5293815"/>
                  <a:ext cx="10724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4" name="Ink 133">
                  <a:extLst>
                    <a:ext uri="{FF2B5EF4-FFF2-40B4-BE49-F238E27FC236}">
                      <a16:creationId xmlns:a16="http://schemas.microsoft.com/office/drawing/2014/main" id="{D382D317-959F-EF05-5FAA-3CB4B693E734}"/>
                    </a:ext>
                  </a:extLst>
                </p14:cNvPr>
                <p14:cNvContentPartPr/>
                <p14:nvPr/>
              </p14:nvContentPartPr>
              <p14:xfrm>
                <a:off x="6720585" y="6097335"/>
                <a:ext cx="280440" cy="587880"/>
              </p14:xfrm>
            </p:contentPart>
          </mc:Choice>
          <mc:Fallback xmlns="">
            <p:pic>
              <p:nvPicPr>
                <p:cNvPr id="134" name="Ink 133">
                  <a:extLst>
                    <a:ext uri="{FF2B5EF4-FFF2-40B4-BE49-F238E27FC236}">
                      <a16:creationId xmlns:a16="http://schemas.microsoft.com/office/drawing/2014/main" id="{D382D317-959F-EF05-5FAA-3CB4B693E734}"/>
                    </a:ext>
                  </a:extLst>
                </p:cNvPr>
                <p:cNvPicPr/>
                <p:nvPr/>
              </p:nvPicPr>
              <p:blipFill>
                <a:blip r:embed="rId199"/>
                <a:stretch>
                  <a:fillRect/>
                </a:stretch>
              </p:blipFill>
              <p:spPr>
                <a:xfrm>
                  <a:off x="6714465" y="6091215"/>
                  <a:ext cx="29268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5" name="Ink 134">
                  <a:extLst>
                    <a:ext uri="{FF2B5EF4-FFF2-40B4-BE49-F238E27FC236}">
                      <a16:creationId xmlns:a16="http://schemas.microsoft.com/office/drawing/2014/main" id="{C0B30DEF-9FE4-60EA-7857-583828D92914}"/>
                    </a:ext>
                  </a:extLst>
                </p14:cNvPr>
                <p14:cNvContentPartPr/>
                <p14:nvPr/>
              </p14:nvContentPartPr>
              <p14:xfrm>
                <a:off x="6918225" y="5955135"/>
                <a:ext cx="411480" cy="662760"/>
              </p14:xfrm>
            </p:contentPart>
          </mc:Choice>
          <mc:Fallback xmlns="">
            <p:pic>
              <p:nvPicPr>
                <p:cNvPr id="135" name="Ink 134">
                  <a:extLst>
                    <a:ext uri="{FF2B5EF4-FFF2-40B4-BE49-F238E27FC236}">
                      <a16:creationId xmlns:a16="http://schemas.microsoft.com/office/drawing/2014/main" id="{C0B30DEF-9FE4-60EA-7857-583828D92914}"/>
                    </a:ext>
                  </a:extLst>
                </p:cNvPr>
                <p:cNvPicPr/>
                <p:nvPr/>
              </p:nvPicPr>
              <p:blipFill>
                <a:blip r:embed="rId201"/>
                <a:stretch>
                  <a:fillRect/>
                </a:stretch>
              </p:blipFill>
              <p:spPr>
                <a:xfrm>
                  <a:off x="6912105" y="5949015"/>
                  <a:ext cx="42372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2" name="Ink 131">
                  <a:extLst>
                    <a:ext uri="{FF2B5EF4-FFF2-40B4-BE49-F238E27FC236}">
                      <a16:creationId xmlns:a16="http://schemas.microsoft.com/office/drawing/2014/main" id="{1A0B4BC6-E165-5AD5-2A4E-12905E6B59F8}"/>
                    </a:ext>
                  </a:extLst>
                </p14:cNvPr>
                <p14:cNvContentPartPr/>
                <p14:nvPr/>
              </p14:nvContentPartPr>
              <p14:xfrm>
                <a:off x="5900505" y="6107415"/>
                <a:ext cx="83160" cy="376920"/>
              </p14:xfrm>
            </p:contentPart>
          </mc:Choice>
          <mc:Fallback xmlns="">
            <p:pic>
              <p:nvPicPr>
                <p:cNvPr id="132" name="Ink 131">
                  <a:extLst>
                    <a:ext uri="{FF2B5EF4-FFF2-40B4-BE49-F238E27FC236}">
                      <a16:creationId xmlns:a16="http://schemas.microsoft.com/office/drawing/2014/main" id="{1A0B4BC6-E165-5AD5-2A4E-12905E6B59F8}"/>
                    </a:ext>
                  </a:extLst>
                </p:cNvPr>
                <p:cNvPicPr/>
                <p:nvPr/>
              </p:nvPicPr>
              <p:blipFill>
                <a:blip r:embed="rId203"/>
                <a:stretch>
                  <a:fillRect/>
                </a:stretch>
              </p:blipFill>
              <p:spPr>
                <a:xfrm>
                  <a:off x="5894385" y="6101295"/>
                  <a:ext cx="9540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 name="Ink 132">
                  <a:extLst>
                    <a:ext uri="{FF2B5EF4-FFF2-40B4-BE49-F238E27FC236}">
                      <a16:creationId xmlns:a16="http://schemas.microsoft.com/office/drawing/2014/main" id="{DCD98A55-411C-CBCC-EADE-897A80C69FED}"/>
                    </a:ext>
                  </a:extLst>
                </p14:cNvPr>
                <p14:cNvContentPartPr/>
                <p14:nvPr/>
              </p14:nvContentPartPr>
              <p14:xfrm>
                <a:off x="6196065" y="6265095"/>
                <a:ext cx="224280" cy="66240"/>
              </p14:xfrm>
            </p:contentPart>
          </mc:Choice>
          <mc:Fallback xmlns="">
            <p:pic>
              <p:nvPicPr>
                <p:cNvPr id="133" name="Ink 132">
                  <a:extLst>
                    <a:ext uri="{FF2B5EF4-FFF2-40B4-BE49-F238E27FC236}">
                      <a16:creationId xmlns:a16="http://schemas.microsoft.com/office/drawing/2014/main" id="{DCD98A55-411C-CBCC-EADE-897A80C69FED}"/>
                    </a:ext>
                  </a:extLst>
                </p:cNvPr>
                <p:cNvPicPr/>
                <p:nvPr/>
              </p:nvPicPr>
              <p:blipFill>
                <a:blip r:embed="rId205"/>
                <a:stretch>
                  <a:fillRect/>
                </a:stretch>
              </p:blipFill>
              <p:spPr>
                <a:xfrm>
                  <a:off x="6189945" y="6258975"/>
                  <a:ext cx="2365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6" name="Ink 135">
                  <a:extLst>
                    <a:ext uri="{FF2B5EF4-FFF2-40B4-BE49-F238E27FC236}">
                      <a16:creationId xmlns:a16="http://schemas.microsoft.com/office/drawing/2014/main" id="{1DDE3537-EBD1-6CEA-00E4-9BF1C1A04FB6}"/>
                    </a:ext>
                  </a:extLst>
                </p14:cNvPr>
                <p14:cNvContentPartPr/>
                <p14:nvPr/>
              </p14:nvContentPartPr>
              <p14:xfrm>
                <a:off x="5633385" y="5971695"/>
                <a:ext cx="254520" cy="652680"/>
              </p14:xfrm>
            </p:contentPart>
          </mc:Choice>
          <mc:Fallback xmlns="">
            <p:pic>
              <p:nvPicPr>
                <p:cNvPr id="136" name="Ink 135">
                  <a:extLst>
                    <a:ext uri="{FF2B5EF4-FFF2-40B4-BE49-F238E27FC236}">
                      <a16:creationId xmlns:a16="http://schemas.microsoft.com/office/drawing/2014/main" id="{1DDE3537-EBD1-6CEA-00E4-9BF1C1A04FB6}"/>
                    </a:ext>
                  </a:extLst>
                </p:cNvPr>
                <p:cNvPicPr/>
                <p:nvPr/>
              </p:nvPicPr>
              <p:blipFill>
                <a:blip r:embed="rId207"/>
                <a:stretch>
                  <a:fillRect/>
                </a:stretch>
              </p:blipFill>
              <p:spPr>
                <a:xfrm>
                  <a:off x="5627265" y="5965575"/>
                  <a:ext cx="26676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2" name="Ink 141">
                  <a:extLst>
                    <a:ext uri="{FF2B5EF4-FFF2-40B4-BE49-F238E27FC236}">
                      <a16:creationId xmlns:a16="http://schemas.microsoft.com/office/drawing/2014/main" id="{8368D4A2-B71F-310E-94E2-AF857E95EB26}"/>
                    </a:ext>
                  </a:extLst>
                </p14:cNvPr>
                <p14:cNvContentPartPr/>
                <p14:nvPr/>
              </p14:nvContentPartPr>
              <p14:xfrm>
                <a:off x="7625625" y="5914095"/>
                <a:ext cx="171000" cy="536400"/>
              </p14:xfrm>
            </p:contentPart>
          </mc:Choice>
          <mc:Fallback xmlns="">
            <p:pic>
              <p:nvPicPr>
                <p:cNvPr id="142" name="Ink 141">
                  <a:extLst>
                    <a:ext uri="{FF2B5EF4-FFF2-40B4-BE49-F238E27FC236}">
                      <a16:creationId xmlns:a16="http://schemas.microsoft.com/office/drawing/2014/main" id="{8368D4A2-B71F-310E-94E2-AF857E95EB26}"/>
                    </a:ext>
                  </a:extLst>
                </p:cNvPr>
                <p:cNvPicPr/>
                <p:nvPr/>
              </p:nvPicPr>
              <p:blipFill>
                <a:blip r:embed="rId209"/>
                <a:stretch>
                  <a:fillRect/>
                </a:stretch>
              </p:blipFill>
              <p:spPr>
                <a:xfrm>
                  <a:off x="7619505" y="5907975"/>
                  <a:ext cx="183240" cy="548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3" name="Ink 142">
                  <a:extLst>
                    <a:ext uri="{FF2B5EF4-FFF2-40B4-BE49-F238E27FC236}">
                      <a16:creationId xmlns:a16="http://schemas.microsoft.com/office/drawing/2014/main" id="{C6D295CA-B8C3-49F0-630D-4E48C0DFD417}"/>
                    </a:ext>
                  </a:extLst>
                </p14:cNvPr>
                <p14:cNvContentPartPr/>
                <p14:nvPr/>
              </p14:nvContentPartPr>
              <p14:xfrm>
                <a:off x="7848825" y="6148815"/>
                <a:ext cx="175680" cy="213480"/>
              </p14:xfrm>
            </p:contentPart>
          </mc:Choice>
          <mc:Fallback xmlns="">
            <p:pic>
              <p:nvPicPr>
                <p:cNvPr id="143" name="Ink 142">
                  <a:extLst>
                    <a:ext uri="{FF2B5EF4-FFF2-40B4-BE49-F238E27FC236}">
                      <a16:creationId xmlns:a16="http://schemas.microsoft.com/office/drawing/2014/main" id="{C6D295CA-B8C3-49F0-630D-4E48C0DFD417}"/>
                    </a:ext>
                  </a:extLst>
                </p:cNvPr>
                <p:cNvPicPr/>
                <p:nvPr/>
              </p:nvPicPr>
              <p:blipFill>
                <a:blip r:embed="rId211"/>
                <a:stretch>
                  <a:fillRect/>
                </a:stretch>
              </p:blipFill>
              <p:spPr>
                <a:xfrm>
                  <a:off x="7842705" y="6142695"/>
                  <a:ext cx="187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4" name="Ink 143">
                  <a:extLst>
                    <a:ext uri="{FF2B5EF4-FFF2-40B4-BE49-F238E27FC236}">
                      <a16:creationId xmlns:a16="http://schemas.microsoft.com/office/drawing/2014/main" id="{4D5E3165-2BBC-1EDD-1217-C8FBBBB8B6B0}"/>
                    </a:ext>
                  </a:extLst>
                </p14:cNvPr>
                <p14:cNvContentPartPr/>
                <p14:nvPr/>
              </p14:nvContentPartPr>
              <p14:xfrm>
                <a:off x="8111265" y="6054495"/>
                <a:ext cx="348480" cy="634680"/>
              </p14:xfrm>
            </p:contentPart>
          </mc:Choice>
          <mc:Fallback xmlns="">
            <p:pic>
              <p:nvPicPr>
                <p:cNvPr id="144" name="Ink 143">
                  <a:extLst>
                    <a:ext uri="{FF2B5EF4-FFF2-40B4-BE49-F238E27FC236}">
                      <a16:creationId xmlns:a16="http://schemas.microsoft.com/office/drawing/2014/main" id="{4D5E3165-2BBC-1EDD-1217-C8FBBBB8B6B0}"/>
                    </a:ext>
                  </a:extLst>
                </p:cNvPr>
                <p:cNvPicPr/>
                <p:nvPr/>
              </p:nvPicPr>
              <p:blipFill>
                <a:blip r:embed="rId213"/>
                <a:stretch>
                  <a:fillRect/>
                </a:stretch>
              </p:blipFill>
              <p:spPr>
                <a:xfrm>
                  <a:off x="8105145" y="6048375"/>
                  <a:ext cx="36072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6" name="Ink 145">
                  <a:extLst>
                    <a:ext uri="{FF2B5EF4-FFF2-40B4-BE49-F238E27FC236}">
                      <a16:creationId xmlns:a16="http://schemas.microsoft.com/office/drawing/2014/main" id="{545DBD2C-DEE6-7E6B-0E87-A6C63303F726}"/>
                    </a:ext>
                  </a:extLst>
                </p14:cNvPr>
                <p14:cNvContentPartPr/>
                <p14:nvPr/>
              </p14:nvContentPartPr>
              <p14:xfrm>
                <a:off x="9077145" y="5932815"/>
                <a:ext cx="272880" cy="663840"/>
              </p14:xfrm>
            </p:contentPart>
          </mc:Choice>
          <mc:Fallback xmlns="">
            <p:pic>
              <p:nvPicPr>
                <p:cNvPr id="146" name="Ink 145">
                  <a:extLst>
                    <a:ext uri="{FF2B5EF4-FFF2-40B4-BE49-F238E27FC236}">
                      <a16:creationId xmlns:a16="http://schemas.microsoft.com/office/drawing/2014/main" id="{545DBD2C-DEE6-7E6B-0E87-A6C63303F726}"/>
                    </a:ext>
                  </a:extLst>
                </p:cNvPr>
                <p:cNvPicPr/>
                <p:nvPr/>
              </p:nvPicPr>
              <p:blipFill>
                <a:blip r:embed="rId215"/>
                <a:stretch>
                  <a:fillRect/>
                </a:stretch>
              </p:blipFill>
              <p:spPr>
                <a:xfrm>
                  <a:off x="9071025" y="5926695"/>
                  <a:ext cx="285120" cy="676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7" name="Ink 146">
                  <a:extLst>
                    <a:ext uri="{FF2B5EF4-FFF2-40B4-BE49-F238E27FC236}">
                      <a16:creationId xmlns:a16="http://schemas.microsoft.com/office/drawing/2014/main" id="{8784D17E-15E0-C8EB-9942-E9557BFDB79D}"/>
                    </a:ext>
                  </a:extLst>
                </p14:cNvPr>
                <p14:cNvContentPartPr/>
                <p14:nvPr/>
              </p14:nvContentPartPr>
              <p14:xfrm>
                <a:off x="9347865" y="6060255"/>
                <a:ext cx="110880" cy="335880"/>
              </p14:xfrm>
            </p:contentPart>
          </mc:Choice>
          <mc:Fallback xmlns="">
            <p:pic>
              <p:nvPicPr>
                <p:cNvPr id="147" name="Ink 146">
                  <a:extLst>
                    <a:ext uri="{FF2B5EF4-FFF2-40B4-BE49-F238E27FC236}">
                      <a16:creationId xmlns:a16="http://schemas.microsoft.com/office/drawing/2014/main" id="{8784D17E-15E0-C8EB-9942-E9557BFDB79D}"/>
                    </a:ext>
                  </a:extLst>
                </p:cNvPr>
                <p:cNvPicPr/>
                <p:nvPr/>
              </p:nvPicPr>
              <p:blipFill>
                <a:blip r:embed="rId217"/>
                <a:stretch>
                  <a:fillRect/>
                </a:stretch>
              </p:blipFill>
              <p:spPr>
                <a:xfrm>
                  <a:off x="9341745" y="6054135"/>
                  <a:ext cx="12312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8" name="Ink 147">
                  <a:extLst>
                    <a:ext uri="{FF2B5EF4-FFF2-40B4-BE49-F238E27FC236}">
                      <a16:creationId xmlns:a16="http://schemas.microsoft.com/office/drawing/2014/main" id="{BDC28B35-C3A3-BA37-B0C3-4D8E37BE982F}"/>
                    </a:ext>
                  </a:extLst>
                </p14:cNvPr>
                <p14:cNvContentPartPr/>
                <p14:nvPr/>
              </p14:nvContentPartPr>
              <p14:xfrm>
                <a:off x="9626505" y="6202095"/>
                <a:ext cx="326160" cy="33120"/>
              </p14:xfrm>
            </p:contentPart>
          </mc:Choice>
          <mc:Fallback xmlns="">
            <p:pic>
              <p:nvPicPr>
                <p:cNvPr id="148" name="Ink 147">
                  <a:extLst>
                    <a:ext uri="{FF2B5EF4-FFF2-40B4-BE49-F238E27FC236}">
                      <a16:creationId xmlns:a16="http://schemas.microsoft.com/office/drawing/2014/main" id="{BDC28B35-C3A3-BA37-B0C3-4D8E37BE982F}"/>
                    </a:ext>
                  </a:extLst>
                </p:cNvPr>
                <p:cNvPicPr/>
                <p:nvPr/>
              </p:nvPicPr>
              <p:blipFill>
                <a:blip r:embed="rId219"/>
                <a:stretch>
                  <a:fillRect/>
                </a:stretch>
              </p:blipFill>
              <p:spPr>
                <a:xfrm>
                  <a:off x="9620385" y="6195975"/>
                  <a:ext cx="3384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0" name="Ink 149">
                  <a:extLst>
                    <a:ext uri="{FF2B5EF4-FFF2-40B4-BE49-F238E27FC236}">
                      <a16:creationId xmlns:a16="http://schemas.microsoft.com/office/drawing/2014/main" id="{2E70B91D-F35C-3E08-E878-9875D05A6D1C}"/>
                    </a:ext>
                  </a:extLst>
                </p14:cNvPr>
                <p14:cNvContentPartPr/>
                <p14:nvPr/>
              </p14:nvContentPartPr>
              <p14:xfrm>
                <a:off x="10037265" y="5822295"/>
                <a:ext cx="396000" cy="551880"/>
              </p14:xfrm>
            </p:contentPart>
          </mc:Choice>
          <mc:Fallback xmlns="">
            <p:pic>
              <p:nvPicPr>
                <p:cNvPr id="150" name="Ink 149">
                  <a:extLst>
                    <a:ext uri="{FF2B5EF4-FFF2-40B4-BE49-F238E27FC236}">
                      <a16:creationId xmlns:a16="http://schemas.microsoft.com/office/drawing/2014/main" id="{2E70B91D-F35C-3E08-E878-9875D05A6D1C}"/>
                    </a:ext>
                  </a:extLst>
                </p:cNvPr>
                <p:cNvPicPr/>
                <p:nvPr/>
              </p:nvPicPr>
              <p:blipFill>
                <a:blip r:embed="rId221"/>
                <a:stretch>
                  <a:fillRect/>
                </a:stretch>
              </p:blipFill>
              <p:spPr>
                <a:xfrm>
                  <a:off x="10031145" y="5816175"/>
                  <a:ext cx="40824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2" name="Ink 151">
                  <a:extLst>
                    <a:ext uri="{FF2B5EF4-FFF2-40B4-BE49-F238E27FC236}">
                      <a16:creationId xmlns:a16="http://schemas.microsoft.com/office/drawing/2014/main" id="{F902C65D-F45F-233A-0CA9-7F4CCE80CD83}"/>
                    </a:ext>
                  </a:extLst>
                </p14:cNvPr>
                <p14:cNvContentPartPr/>
                <p14:nvPr/>
              </p14:nvContentPartPr>
              <p14:xfrm>
                <a:off x="10629105" y="5760375"/>
                <a:ext cx="312480" cy="501840"/>
              </p14:xfrm>
            </p:contentPart>
          </mc:Choice>
          <mc:Fallback xmlns="">
            <p:pic>
              <p:nvPicPr>
                <p:cNvPr id="152" name="Ink 151">
                  <a:extLst>
                    <a:ext uri="{FF2B5EF4-FFF2-40B4-BE49-F238E27FC236}">
                      <a16:creationId xmlns:a16="http://schemas.microsoft.com/office/drawing/2014/main" id="{F902C65D-F45F-233A-0CA9-7F4CCE80CD83}"/>
                    </a:ext>
                  </a:extLst>
                </p:cNvPr>
                <p:cNvPicPr/>
                <p:nvPr/>
              </p:nvPicPr>
              <p:blipFill>
                <a:blip r:embed="rId223"/>
                <a:stretch>
                  <a:fillRect/>
                </a:stretch>
              </p:blipFill>
              <p:spPr>
                <a:xfrm>
                  <a:off x="10622985" y="5754255"/>
                  <a:ext cx="324720" cy="5140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3" name="Ink 152">
                  <a:extLst>
                    <a:ext uri="{FF2B5EF4-FFF2-40B4-BE49-F238E27FC236}">
                      <a16:creationId xmlns:a16="http://schemas.microsoft.com/office/drawing/2014/main" id="{3F7BD036-2CA0-D65F-CF89-3769EC5016E9}"/>
                    </a:ext>
                  </a:extLst>
                </p14:cNvPr>
                <p14:cNvContentPartPr/>
                <p14:nvPr/>
              </p14:nvContentPartPr>
              <p14:xfrm>
                <a:off x="11090265" y="5907255"/>
                <a:ext cx="223200" cy="353880"/>
              </p14:xfrm>
            </p:contentPart>
          </mc:Choice>
          <mc:Fallback xmlns="">
            <p:pic>
              <p:nvPicPr>
                <p:cNvPr id="153" name="Ink 152">
                  <a:extLst>
                    <a:ext uri="{FF2B5EF4-FFF2-40B4-BE49-F238E27FC236}">
                      <a16:creationId xmlns:a16="http://schemas.microsoft.com/office/drawing/2014/main" id="{3F7BD036-2CA0-D65F-CF89-3769EC5016E9}"/>
                    </a:ext>
                  </a:extLst>
                </p:cNvPr>
                <p:cNvPicPr/>
                <p:nvPr/>
              </p:nvPicPr>
              <p:blipFill>
                <a:blip r:embed="rId225"/>
                <a:stretch>
                  <a:fillRect/>
                </a:stretch>
              </p:blipFill>
              <p:spPr>
                <a:xfrm>
                  <a:off x="11084145" y="5901135"/>
                  <a:ext cx="23544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4" name="Ink 153">
                  <a:extLst>
                    <a:ext uri="{FF2B5EF4-FFF2-40B4-BE49-F238E27FC236}">
                      <a16:creationId xmlns:a16="http://schemas.microsoft.com/office/drawing/2014/main" id="{C9B1FCE0-1EF6-8A99-B210-6CBE46AD9C9C}"/>
                    </a:ext>
                  </a:extLst>
                </p14:cNvPr>
                <p14:cNvContentPartPr/>
                <p14:nvPr/>
              </p14:nvContentPartPr>
              <p14:xfrm>
                <a:off x="10976505" y="5916255"/>
                <a:ext cx="122040" cy="386280"/>
              </p14:xfrm>
            </p:contentPart>
          </mc:Choice>
          <mc:Fallback xmlns="">
            <p:pic>
              <p:nvPicPr>
                <p:cNvPr id="154" name="Ink 153">
                  <a:extLst>
                    <a:ext uri="{FF2B5EF4-FFF2-40B4-BE49-F238E27FC236}">
                      <a16:creationId xmlns:a16="http://schemas.microsoft.com/office/drawing/2014/main" id="{C9B1FCE0-1EF6-8A99-B210-6CBE46AD9C9C}"/>
                    </a:ext>
                  </a:extLst>
                </p:cNvPr>
                <p:cNvPicPr/>
                <p:nvPr/>
              </p:nvPicPr>
              <p:blipFill>
                <a:blip r:embed="rId227"/>
                <a:stretch>
                  <a:fillRect/>
                </a:stretch>
              </p:blipFill>
              <p:spPr>
                <a:xfrm>
                  <a:off x="10970385" y="5910135"/>
                  <a:ext cx="1342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5" name="Ink 154">
                  <a:extLst>
                    <a:ext uri="{FF2B5EF4-FFF2-40B4-BE49-F238E27FC236}">
                      <a16:creationId xmlns:a16="http://schemas.microsoft.com/office/drawing/2014/main" id="{96F13FC1-1E09-8C95-9840-9CDB738F9C94}"/>
                    </a:ext>
                  </a:extLst>
                </p14:cNvPr>
                <p14:cNvContentPartPr/>
                <p14:nvPr/>
              </p14:nvContentPartPr>
              <p14:xfrm>
                <a:off x="11155425" y="5911935"/>
                <a:ext cx="232560" cy="464400"/>
              </p14:xfrm>
            </p:contentPart>
          </mc:Choice>
          <mc:Fallback xmlns="">
            <p:pic>
              <p:nvPicPr>
                <p:cNvPr id="155" name="Ink 154">
                  <a:extLst>
                    <a:ext uri="{FF2B5EF4-FFF2-40B4-BE49-F238E27FC236}">
                      <a16:creationId xmlns:a16="http://schemas.microsoft.com/office/drawing/2014/main" id="{96F13FC1-1E09-8C95-9840-9CDB738F9C94}"/>
                    </a:ext>
                  </a:extLst>
                </p:cNvPr>
                <p:cNvPicPr/>
                <p:nvPr/>
              </p:nvPicPr>
              <p:blipFill>
                <a:blip r:embed="rId229"/>
                <a:stretch>
                  <a:fillRect/>
                </a:stretch>
              </p:blipFill>
              <p:spPr>
                <a:xfrm>
                  <a:off x="11149305" y="5905815"/>
                  <a:ext cx="24480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6" name="Ink 155">
                  <a:extLst>
                    <a:ext uri="{FF2B5EF4-FFF2-40B4-BE49-F238E27FC236}">
                      <a16:creationId xmlns:a16="http://schemas.microsoft.com/office/drawing/2014/main" id="{BCD8E46E-C161-5413-F80E-0841DD74DE42}"/>
                    </a:ext>
                  </a:extLst>
                </p14:cNvPr>
                <p14:cNvContentPartPr/>
                <p14:nvPr/>
              </p14:nvContentPartPr>
              <p14:xfrm>
                <a:off x="10907385" y="5678655"/>
                <a:ext cx="725040" cy="745200"/>
              </p14:xfrm>
            </p:contentPart>
          </mc:Choice>
          <mc:Fallback xmlns="">
            <p:pic>
              <p:nvPicPr>
                <p:cNvPr id="156" name="Ink 155">
                  <a:extLst>
                    <a:ext uri="{FF2B5EF4-FFF2-40B4-BE49-F238E27FC236}">
                      <a16:creationId xmlns:a16="http://schemas.microsoft.com/office/drawing/2014/main" id="{BCD8E46E-C161-5413-F80E-0841DD74DE42}"/>
                    </a:ext>
                  </a:extLst>
                </p:cNvPr>
                <p:cNvPicPr/>
                <p:nvPr/>
              </p:nvPicPr>
              <p:blipFill>
                <a:blip r:embed="rId231"/>
                <a:stretch>
                  <a:fillRect/>
                </a:stretch>
              </p:blipFill>
              <p:spPr>
                <a:xfrm>
                  <a:off x="10901265" y="5672535"/>
                  <a:ext cx="737280" cy="757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8" name="Ink 157">
                  <a:extLst>
                    <a:ext uri="{FF2B5EF4-FFF2-40B4-BE49-F238E27FC236}">
                      <a16:creationId xmlns:a16="http://schemas.microsoft.com/office/drawing/2014/main" id="{7EC2652B-8ACB-D8BD-BAE4-4F6B8B45F45E}"/>
                    </a:ext>
                  </a:extLst>
                </p14:cNvPr>
                <p14:cNvContentPartPr/>
                <p14:nvPr/>
              </p14:nvContentPartPr>
              <p14:xfrm>
                <a:off x="6282825" y="5718255"/>
                <a:ext cx="992520" cy="59400"/>
              </p14:xfrm>
            </p:contentPart>
          </mc:Choice>
          <mc:Fallback xmlns="">
            <p:pic>
              <p:nvPicPr>
                <p:cNvPr id="158" name="Ink 157">
                  <a:extLst>
                    <a:ext uri="{FF2B5EF4-FFF2-40B4-BE49-F238E27FC236}">
                      <a16:creationId xmlns:a16="http://schemas.microsoft.com/office/drawing/2014/main" id="{7EC2652B-8ACB-D8BD-BAE4-4F6B8B45F45E}"/>
                    </a:ext>
                  </a:extLst>
                </p:cNvPr>
                <p:cNvPicPr/>
                <p:nvPr/>
              </p:nvPicPr>
              <p:blipFill>
                <a:blip r:embed="rId233"/>
                <a:stretch>
                  <a:fillRect/>
                </a:stretch>
              </p:blipFill>
              <p:spPr>
                <a:xfrm>
                  <a:off x="6276705" y="5712135"/>
                  <a:ext cx="10047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9" name="Ink 158">
                  <a:extLst>
                    <a:ext uri="{FF2B5EF4-FFF2-40B4-BE49-F238E27FC236}">
                      <a16:creationId xmlns:a16="http://schemas.microsoft.com/office/drawing/2014/main" id="{9201D740-AF16-0E16-9A76-39CC2418EB59}"/>
                    </a:ext>
                  </a:extLst>
                </p14:cNvPr>
                <p14:cNvContentPartPr/>
                <p14:nvPr/>
              </p14:nvContentPartPr>
              <p14:xfrm>
                <a:off x="8703825" y="5871975"/>
                <a:ext cx="1210680" cy="88920"/>
              </p14:xfrm>
            </p:contentPart>
          </mc:Choice>
          <mc:Fallback xmlns="">
            <p:pic>
              <p:nvPicPr>
                <p:cNvPr id="159" name="Ink 158">
                  <a:extLst>
                    <a:ext uri="{FF2B5EF4-FFF2-40B4-BE49-F238E27FC236}">
                      <a16:creationId xmlns:a16="http://schemas.microsoft.com/office/drawing/2014/main" id="{9201D740-AF16-0E16-9A76-39CC2418EB59}"/>
                    </a:ext>
                  </a:extLst>
                </p:cNvPr>
                <p:cNvPicPr/>
                <p:nvPr/>
              </p:nvPicPr>
              <p:blipFill>
                <a:blip r:embed="rId235"/>
                <a:stretch>
                  <a:fillRect/>
                </a:stretch>
              </p:blipFill>
              <p:spPr>
                <a:xfrm>
                  <a:off x="8697705" y="5865855"/>
                  <a:ext cx="1222920" cy="101160"/>
                </a:xfrm>
                <a:prstGeom prst="rect">
                  <a:avLst/>
                </a:prstGeom>
              </p:spPr>
            </p:pic>
          </mc:Fallback>
        </mc:AlternateContent>
      </p:grpSp>
    </p:spTree>
    <p:extLst>
      <p:ext uri="{BB962C8B-B14F-4D97-AF65-F5344CB8AC3E}">
        <p14:creationId xmlns:p14="http://schemas.microsoft.com/office/powerpoint/2010/main" val="2808909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9" name="Ink 38">
                <a:extLst>
                  <a:ext uri="{FF2B5EF4-FFF2-40B4-BE49-F238E27FC236}">
                    <a16:creationId xmlns:a16="http://schemas.microsoft.com/office/drawing/2014/main" id="{BF6615ED-1DD0-3F44-C9F6-6D3DF9BF3DE9}"/>
                  </a:ext>
                </a:extLst>
              </p14:cNvPr>
              <p14:cNvContentPartPr/>
              <p14:nvPr/>
            </p14:nvContentPartPr>
            <p14:xfrm>
              <a:off x="8122785" y="1936455"/>
              <a:ext cx="43920" cy="47880"/>
            </p14:xfrm>
          </p:contentPart>
        </mc:Choice>
        <mc:Fallback xmlns="">
          <p:pic>
            <p:nvPicPr>
              <p:cNvPr id="39" name="Ink 38">
                <a:extLst>
                  <a:ext uri="{FF2B5EF4-FFF2-40B4-BE49-F238E27FC236}">
                    <a16:creationId xmlns:a16="http://schemas.microsoft.com/office/drawing/2014/main" id="{BF6615ED-1DD0-3F44-C9F6-6D3DF9BF3DE9}"/>
                  </a:ext>
                </a:extLst>
              </p:cNvPr>
              <p:cNvPicPr/>
              <p:nvPr/>
            </p:nvPicPr>
            <p:blipFill>
              <a:blip r:embed="rId3"/>
              <a:stretch>
                <a:fillRect/>
              </a:stretch>
            </p:blipFill>
            <p:spPr>
              <a:xfrm>
                <a:off x="8116665" y="1930335"/>
                <a:ext cx="5616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6" name="Ink 45">
                <a:extLst>
                  <a:ext uri="{FF2B5EF4-FFF2-40B4-BE49-F238E27FC236}">
                    <a16:creationId xmlns:a16="http://schemas.microsoft.com/office/drawing/2014/main" id="{E315D795-3CC1-355F-8CDE-5FDF8B02CDB8}"/>
                  </a:ext>
                </a:extLst>
              </p14:cNvPr>
              <p14:cNvContentPartPr/>
              <p14:nvPr/>
            </p14:nvContentPartPr>
            <p14:xfrm>
              <a:off x="8327625" y="2466375"/>
              <a:ext cx="324000" cy="610200"/>
            </p14:xfrm>
          </p:contentPart>
        </mc:Choice>
        <mc:Fallback xmlns="">
          <p:pic>
            <p:nvPicPr>
              <p:cNvPr id="46" name="Ink 45">
                <a:extLst>
                  <a:ext uri="{FF2B5EF4-FFF2-40B4-BE49-F238E27FC236}">
                    <a16:creationId xmlns:a16="http://schemas.microsoft.com/office/drawing/2014/main" id="{E315D795-3CC1-355F-8CDE-5FDF8B02CDB8}"/>
                  </a:ext>
                </a:extLst>
              </p:cNvPr>
              <p:cNvPicPr/>
              <p:nvPr/>
            </p:nvPicPr>
            <p:blipFill>
              <a:blip r:embed="rId5"/>
              <a:stretch>
                <a:fillRect/>
              </a:stretch>
            </p:blipFill>
            <p:spPr>
              <a:xfrm>
                <a:off x="8321505" y="2460255"/>
                <a:ext cx="336240" cy="622440"/>
              </a:xfrm>
              <a:prstGeom prst="rect">
                <a:avLst/>
              </a:prstGeom>
            </p:spPr>
          </p:pic>
        </mc:Fallback>
      </mc:AlternateContent>
      <p:grpSp>
        <p:nvGrpSpPr>
          <p:cNvPr id="63" name="Group 62">
            <a:extLst>
              <a:ext uri="{FF2B5EF4-FFF2-40B4-BE49-F238E27FC236}">
                <a16:creationId xmlns:a16="http://schemas.microsoft.com/office/drawing/2014/main" id="{224C86BD-F230-C55F-8533-2269ACADD4C3}"/>
              </a:ext>
            </a:extLst>
          </p:cNvPr>
          <p:cNvGrpSpPr/>
          <p:nvPr/>
        </p:nvGrpSpPr>
        <p:grpSpPr>
          <a:xfrm>
            <a:off x="10487985" y="1428135"/>
            <a:ext cx="1236960" cy="2133720"/>
            <a:chOff x="10487985" y="1428135"/>
            <a:chExt cx="1236960" cy="2133720"/>
          </a:xfrm>
        </p:grpSpPr>
        <mc:AlternateContent xmlns:mc="http://schemas.openxmlformats.org/markup-compatibility/2006" xmlns:p14="http://schemas.microsoft.com/office/powerpoint/2010/main">
          <mc:Choice Requires="p14">
            <p:contentPart p14:bwMode="auto" r:id="rId6">
              <p14:nvContentPartPr>
                <p14:cNvPr id="47" name="Ink 46">
                  <a:extLst>
                    <a:ext uri="{FF2B5EF4-FFF2-40B4-BE49-F238E27FC236}">
                      <a16:creationId xmlns:a16="http://schemas.microsoft.com/office/drawing/2014/main" id="{396CCD22-0F1D-2C6B-92C9-7F0AE9A6439D}"/>
                    </a:ext>
                  </a:extLst>
                </p14:cNvPr>
                <p14:cNvContentPartPr/>
                <p14:nvPr/>
              </p14:nvContentPartPr>
              <p14:xfrm>
                <a:off x="10487985" y="1464135"/>
                <a:ext cx="127080" cy="575280"/>
              </p14:xfrm>
            </p:contentPart>
          </mc:Choice>
          <mc:Fallback xmlns="">
            <p:pic>
              <p:nvPicPr>
                <p:cNvPr id="47" name="Ink 46">
                  <a:extLst>
                    <a:ext uri="{FF2B5EF4-FFF2-40B4-BE49-F238E27FC236}">
                      <a16:creationId xmlns:a16="http://schemas.microsoft.com/office/drawing/2014/main" id="{396CCD22-0F1D-2C6B-92C9-7F0AE9A6439D}"/>
                    </a:ext>
                  </a:extLst>
                </p:cNvPr>
                <p:cNvPicPr/>
                <p:nvPr/>
              </p:nvPicPr>
              <p:blipFill>
                <a:blip r:embed="rId7"/>
                <a:stretch>
                  <a:fillRect/>
                </a:stretch>
              </p:blipFill>
              <p:spPr>
                <a:xfrm>
                  <a:off x="10481865" y="1458015"/>
                  <a:ext cx="139320" cy="58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Ink 47">
                  <a:extLst>
                    <a:ext uri="{FF2B5EF4-FFF2-40B4-BE49-F238E27FC236}">
                      <a16:creationId xmlns:a16="http://schemas.microsoft.com/office/drawing/2014/main" id="{EE928898-5579-73FB-AC13-B2E95F16CB84}"/>
                    </a:ext>
                  </a:extLst>
                </p14:cNvPr>
                <p14:cNvContentPartPr/>
                <p14:nvPr/>
              </p14:nvContentPartPr>
              <p14:xfrm>
                <a:off x="10652505" y="1428135"/>
                <a:ext cx="349920" cy="376560"/>
              </p14:xfrm>
            </p:contentPart>
          </mc:Choice>
          <mc:Fallback xmlns="">
            <p:pic>
              <p:nvPicPr>
                <p:cNvPr id="48" name="Ink 47">
                  <a:extLst>
                    <a:ext uri="{FF2B5EF4-FFF2-40B4-BE49-F238E27FC236}">
                      <a16:creationId xmlns:a16="http://schemas.microsoft.com/office/drawing/2014/main" id="{EE928898-5579-73FB-AC13-B2E95F16CB84}"/>
                    </a:ext>
                  </a:extLst>
                </p:cNvPr>
                <p:cNvPicPr/>
                <p:nvPr/>
              </p:nvPicPr>
              <p:blipFill>
                <a:blip r:embed="rId9"/>
                <a:stretch>
                  <a:fillRect/>
                </a:stretch>
              </p:blipFill>
              <p:spPr>
                <a:xfrm>
                  <a:off x="10646385" y="1422015"/>
                  <a:ext cx="3621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 name="Ink 48">
                  <a:extLst>
                    <a:ext uri="{FF2B5EF4-FFF2-40B4-BE49-F238E27FC236}">
                      <a16:creationId xmlns:a16="http://schemas.microsoft.com/office/drawing/2014/main" id="{B9E98B50-A359-D0EF-641A-73F03CD7B239}"/>
                    </a:ext>
                  </a:extLst>
                </p14:cNvPr>
                <p14:cNvContentPartPr/>
                <p14:nvPr/>
              </p14:nvContentPartPr>
              <p14:xfrm>
                <a:off x="10887945" y="1683015"/>
                <a:ext cx="195840" cy="258120"/>
              </p14:xfrm>
            </p:contentPart>
          </mc:Choice>
          <mc:Fallback xmlns="">
            <p:pic>
              <p:nvPicPr>
                <p:cNvPr id="49" name="Ink 48">
                  <a:extLst>
                    <a:ext uri="{FF2B5EF4-FFF2-40B4-BE49-F238E27FC236}">
                      <a16:creationId xmlns:a16="http://schemas.microsoft.com/office/drawing/2014/main" id="{B9E98B50-A359-D0EF-641A-73F03CD7B239}"/>
                    </a:ext>
                  </a:extLst>
                </p:cNvPr>
                <p:cNvPicPr/>
                <p:nvPr/>
              </p:nvPicPr>
              <p:blipFill>
                <a:blip r:embed="rId11"/>
                <a:stretch>
                  <a:fillRect/>
                </a:stretch>
              </p:blipFill>
              <p:spPr>
                <a:xfrm>
                  <a:off x="10881825" y="1676895"/>
                  <a:ext cx="2080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0" name="Ink 49">
                  <a:extLst>
                    <a:ext uri="{FF2B5EF4-FFF2-40B4-BE49-F238E27FC236}">
                      <a16:creationId xmlns:a16="http://schemas.microsoft.com/office/drawing/2014/main" id="{EB43CA28-0107-8844-7441-7EADAE9E2A65}"/>
                    </a:ext>
                  </a:extLst>
                </p14:cNvPr>
                <p14:cNvContentPartPr/>
                <p14:nvPr/>
              </p14:nvContentPartPr>
              <p14:xfrm>
                <a:off x="11115465" y="1580775"/>
                <a:ext cx="455400" cy="373320"/>
              </p14:xfrm>
            </p:contentPart>
          </mc:Choice>
          <mc:Fallback xmlns="">
            <p:pic>
              <p:nvPicPr>
                <p:cNvPr id="50" name="Ink 49">
                  <a:extLst>
                    <a:ext uri="{FF2B5EF4-FFF2-40B4-BE49-F238E27FC236}">
                      <a16:creationId xmlns:a16="http://schemas.microsoft.com/office/drawing/2014/main" id="{EB43CA28-0107-8844-7441-7EADAE9E2A65}"/>
                    </a:ext>
                  </a:extLst>
                </p:cNvPr>
                <p:cNvPicPr/>
                <p:nvPr/>
              </p:nvPicPr>
              <p:blipFill>
                <a:blip r:embed="rId13"/>
                <a:stretch>
                  <a:fillRect/>
                </a:stretch>
              </p:blipFill>
              <p:spPr>
                <a:xfrm>
                  <a:off x="11109345" y="1574655"/>
                  <a:ext cx="4676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EBABA1AD-598E-B887-34F5-50E31CB47ACE}"/>
                    </a:ext>
                  </a:extLst>
                </p14:cNvPr>
                <p14:cNvContentPartPr/>
                <p14:nvPr/>
              </p14:nvContentPartPr>
              <p14:xfrm>
                <a:off x="11619465" y="1841415"/>
                <a:ext cx="11880" cy="6480"/>
              </p14:xfrm>
            </p:contentPart>
          </mc:Choice>
          <mc:Fallback xmlns="">
            <p:pic>
              <p:nvPicPr>
                <p:cNvPr id="51" name="Ink 50">
                  <a:extLst>
                    <a:ext uri="{FF2B5EF4-FFF2-40B4-BE49-F238E27FC236}">
                      <a16:creationId xmlns:a16="http://schemas.microsoft.com/office/drawing/2014/main" id="{EBABA1AD-598E-B887-34F5-50E31CB47ACE}"/>
                    </a:ext>
                  </a:extLst>
                </p:cNvPr>
                <p:cNvPicPr/>
                <p:nvPr/>
              </p:nvPicPr>
              <p:blipFill>
                <a:blip r:embed="rId15"/>
                <a:stretch>
                  <a:fillRect/>
                </a:stretch>
              </p:blipFill>
              <p:spPr>
                <a:xfrm>
                  <a:off x="11613345" y="1835295"/>
                  <a:ext cx="241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3" name="Ink 52">
                  <a:extLst>
                    <a:ext uri="{FF2B5EF4-FFF2-40B4-BE49-F238E27FC236}">
                      <a16:creationId xmlns:a16="http://schemas.microsoft.com/office/drawing/2014/main" id="{71BEA167-BDC4-8D90-2EF8-F93406FC7FBE}"/>
                    </a:ext>
                  </a:extLst>
                </p14:cNvPr>
                <p14:cNvContentPartPr/>
                <p14:nvPr/>
              </p14:nvContentPartPr>
              <p14:xfrm>
                <a:off x="10519305" y="2007015"/>
                <a:ext cx="418320" cy="494280"/>
              </p14:xfrm>
            </p:contentPart>
          </mc:Choice>
          <mc:Fallback xmlns="">
            <p:pic>
              <p:nvPicPr>
                <p:cNvPr id="53" name="Ink 52">
                  <a:extLst>
                    <a:ext uri="{FF2B5EF4-FFF2-40B4-BE49-F238E27FC236}">
                      <a16:creationId xmlns:a16="http://schemas.microsoft.com/office/drawing/2014/main" id="{71BEA167-BDC4-8D90-2EF8-F93406FC7FBE}"/>
                    </a:ext>
                  </a:extLst>
                </p:cNvPr>
                <p:cNvPicPr/>
                <p:nvPr/>
              </p:nvPicPr>
              <p:blipFill>
                <a:blip r:embed="rId17"/>
                <a:stretch>
                  <a:fillRect/>
                </a:stretch>
              </p:blipFill>
              <p:spPr>
                <a:xfrm>
                  <a:off x="10513185" y="2000895"/>
                  <a:ext cx="430560" cy="506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4" name="Ink 53">
                  <a:extLst>
                    <a:ext uri="{FF2B5EF4-FFF2-40B4-BE49-F238E27FC236}">
                      <a16:creationId xmlns:a16="http://schemas.microsoft.com/office/drawing/2014/main" id="{B03834CA-FD1B-4090-075D-AB7F582F117A}"/>
                    </a:ext>
                  </a:extLst>
                </p14:cNvPr>
                <p14:cNvContentPartPr/>
                <p14:nvPr/>
              </p14:nvContentPartPr>
              <p14:xfrm>
                <a:off x="11005665" y="2207175"/>
                <a:ext cx="366120" cy="108360"/>
              </p14:xfrm>
            </p:contentPart>
          </mc:Choice>
          <mc:Fallback xmlns="">
            <p:pic>
              <p:nvPicPr>
                <p:cNvPr id="54" name="Ink 53">
                  <a:extLst>
                    <a:ext uri="{FF2B5EF4-FFF2-40B4-BE49-F238E27FC236}">
                      <a16:creationId xmlns:a16="http://schemas.microsoft.com/office/drawing/2014/main" id="{B03834CA-FD1B-4090-075D-AB7F582F117A}"/>
                    </a:ext>
                  </a:extLst>
                </p:cNvPr>
                <p:cNvPicPr/>
                <p:nvPr/>
              </p:nvPicPr>
              <p:blipFill>
                <a:blip r:embed="rId19"/>
                <a:stretch>
                  <a:fillRect/>
                </a:stretch>
              </p:blipFill>
              <p:spPr>
                <a:xfrm>
                  <a:off x="10999545" y="2201055"/>
                  <a:ext cx="378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5" name="Ink 54">
                  <a:extLst>
                    <a:ext uri="{FF2B5EF4-FFF2-40B4-BE49-F238E27FC236}">
                      <a16:creationId xmlns:a16="http://schemas.microsoft.com/office/drawing/2014/main" id="{1F1CC5D2-9E56-1F17-0E45-B706F3C7D576}"/>
                    </a:ext>
                  </a:extLst>
                </p14:cNvPr>
                <p14:cNvContentPartPr/>
                <p14:nvPr/>
              </p14:nvContentPartPr>
              <p14:xfrm>
                <a:off x="11368185" y="2050215"/>
                <a:ext cx="351000" cy="246240"/>
              </p14:xfrm>
            </p:contentPart>
          </mc:Choice>
          <mc:Fallback xmlns="">
            <p:pic>
              <p:nvPicPr>
                <p:cNvPr id="55" name="Ink 54">
                  <a:extLst>
                    <a:ext uri="{FF2B5EF4-FFF2-40B4-BE49-F238E27FC236}">
                      <a16:creationId xmlns:a16="http://schemas.microsoft.com/office/drawing/2014/main" id="{1F1CC5D2-9E56-1F17-0E45-B706F3C7D576}"/>
                    </a:ext>
                  </a:extLst>
                </p:cNvPr>
                <p:cNvPicPr/>
                <p:nvPr/>
              </p:nvPicPr>
              <p:blipFill>
                <a:blip r:embed="rId21"/>
                <a:stretch>
                  <a:fillRect/>
                </a:stretch>
              </p:blipFill>
              <p:spPr>
                <a:xfrm>
                  <a:off x="11362065" y="2044095"/>
                  <a:ext cx="3632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Ink 55">
                  <a:extLst>
                    <a:ext uri="{FF2B5EF4-FFF2-40B4-BE49-F238E27FC236}">
                      <a16:creationId xmlns:a16="http://schemas.microsoft.com/office/drawing/2014/main" id="{B0F37372-541C-76E1-9BD0-C1878E9FE767}"/>
                    </a:ext>
                  </a:extLst>
                </p14:cNvPr>
                <p14:cNvContentPartPr/>
                <p14:nvPr/>
              </p14:nvContentPartPr>
              <p14:xfrm>
                <a:off x="11709825" y="2202495"/>
                <a:ext cx="15120" cy="4320"/>
              </p14:xfrm>
            </p:contentPart>
          </mc:Choice>
          <mc:Fallback xmlns="">
            <p:pic>
              <p:nvPicPr>
                <p:cNvPr id="56" name="Ink 55">
                  <a:extLst>
                    <a:ext uri="{FF2B5EF4-FFF2-40B4-BE49-F238E27FC236}">
                      <a16:creationId xmlns:a16="http://schemas.microsoft.com/office/drawing/2014/main" id="{B0F37372-541C-76E1-9BD0-C1878E9FE767}"/>
                    </a:ext>
                  </a:extLst>
                </p:cNvPr>
                <p:cNvPicPr/>
                <p:nvPr/>
              </p:nvPicPr>
              <p:blipFill>
                <a:blip r:embed="rId23"/>
                <a:stretch>
                  <a:fillRect/>
                </a:stretch>
              </p:blipFill>
              <p:spPr>
                <a:xfrm>
                  <a:off x="11703705" y="2196375"/>
                  <a:ext cx="27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6025D579-9F28-91C1-DC0F-0EDA61BB1476}"/>
                    </a:ext>
                  </a:extLst>
                </p14:cNvPr>
                <p14:cNvContentPartPr/>
                <p14:nvPr/>
              </p14:nvContentPartPr>
              <p14:xfrm>
                <a:off x="10734585" y="2553495"/>
                <a:ext cx="14400" cy="69120"/>
              </p14:xfrm>
            </p:contentPart>
          </mc:Choice>
          <mc:Fallback xmlns="">
            <p:pic>
              <p:nvPicPr>
                <p:cNvPr id="58" name="Ink 57">
                  <a:extLst>
                    <a:ext uri="{FF2B5EF4-FFF2-40B4-BE49-F238E27FC236}">
                      <a16:creationId xmlns:a16="http://schemas.microsoft.com/office/drawing/2014/main" id="{6025D579-9F28-91C1-DC0F-0EDA61BB1476}"/>
                    </a:ext>
                  </a:extLst>
                </p:cNvPr>
                <p:cNvPicPr/>
                <p:nvPr/>
              </p:nvPicPr>
              <p:blipFill>
                <a:blip r:embed="rId25"/>
                <a:stretch>
                  <a:fillRect/>
                </a:stretch>
              </p:blipFill>
              <p:spPr>
                <a:xfrm>
                  <a:off x="10728465" y="2547375"/>
                  <a:ext cx="266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9" name="Ink 58">
                  <a:extLst>
                    <a:ext uri="{FF2B5EF4-FFF2-40B4-BE49-F238E27FC236}">
                      <a16:creationId xmlns:a16="http://schemas.microsoft.com/office/drawing/2014/main" id="{D444DD87-AF36-DB22-3AB5-3644D3A3B9A9}"/>
                    </a:ext>
                  </a:extLst>
                </p14:cNvPr>
                <p14:cNvContentPartPr/>
                <p14:nvPr/>
              </p14:nvContentPartPr>
              <p14:xfrm>
                <a:off x="10553505" y="2688495"/>
                <a:ext cx="424080" cy="873360"/>
              </p14:xfrm>
            </p:contentPart>
          </mc:Choice>
          <mc:Fallback xmlns="">
            <p:pic>
              <p:nvPicPr>
                <p:cNvPr id="59" name="Ink 58">
                  <a:extLst>
                    <a:ext uri="{FF2B5EF4-FFF2-40B4-BE49-F238E27FC236}">
                      <a16:creationId xmlns:a16="http://schemas.microsoft.com/office/drawing/2014/main" id="{D444DD87-AF36-DB22-3AB5-3644D3A3B9A9}"/>
                    </a:ext>
                  </a:extLst>
                </p:cNvPr>
                <p:cNvPicPr/>
                <p:nvPr/>
              </p:nvPicPr>
              <p:blipFill>
                <a:blip r:embed="rId27"/>
                <a:stretch>
                  <a:fillRect/>
                </a:stretch>
              </p:blipFill>
              <p:spPr>
                <a:xfrm>
                  <a:off x="10547385" y="2682375"/>
                  <a:ext cx="436320" cy="885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7503D367-A410-5C82-A773-36B1B2787532}"/>
                    </a:ext>
                  </a:extLst>
                </p14:cNvPr>
                <p14:cNvContentPartPr/>
                <p14:nvPr/>
              </p14:nvContentPartPr>
              <p14:xfrm>
                <a:off x="10858425" y="2647095"/>
                <a:ext cx="20880" cy="32400"/>
              </p14:xfrm>
            </p:contentPart>
          </mc:Choice>
          <mc:Fallback xmlns="">
            <p:pic>
              <p:nvPicPr>
                <p:cNvPr id="60" name="Ink 59">
                  <a:extLst>
                    <a:ext uri="{FF2B5EF4-FFF2-40B4-BE49-F238E27FC236}">
                      <a16:creationId xmlns:a16="http://schemas.microsoft.com/office/drawing/2014/main" id="{7503D367-A410-5C82-A773-36B1B2787532}"/>
                    </a:ext>
                  </a:extLst>
                </p:cNvPr>
                <p:cNvPicPr/>
                <p:nvPr/>
              </p:nvPicPr>
              <p:blipFill>
                <a:blip r:embed="rId29"/>
                <a:stretch>
                  <a:fillRect/>
                </a:stretch>
              </p:blipFill>
              <p:spPr>
                <a:xfrm>
                  <a:off x="10852305" y="2640975"/>
                  <a:ext cx="33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2" name="Ink 61">
                  <a:extLst>
                    <a:ext uri="{FF2B5EF4-FFF2-40B4-BE49-F238E27FC236}">
                      <a16:creationId xmlns:a16="http://schemas.microsoft.com/office/drawing/2014/main" id="{0387ADAB-1FA3-4477-5EA7-74186C950142}"/>
                    </a:ext>
                  </a:extLst>
                </p14:cNvPr>
                <p14:cNvContentPartPr/>
                <p14:nvPr/>
              </p14:nvContentPartPr>
              <p14:xfrm>
                <a:off x="10675545" y="2459175"/>
                <a:ext cx="456480" cy="385560"/>
              </p14:xfrm>
            </p:contentPart>
          </mc:Choice>
          <mc:Fallback xmlns="">
            <p:pic>
              <p:nvPicPr>
                <p:cNvPr id="62" name="Ink 61">
                  <a:extLst>
                    <a:ext uri="{FF2B5EF4-FFF2-40B4-BE49-F238E27FC236}">
                      <a16:creationId xmlns:a16="http://schemas.microsoft.com/office/drawing/2014/main" id="{0387ADAB-1FA3-4477-5EA7-74186C950142}"/>
                    </a:ext>
                  </a:extLst>
                </p:cNvPr>
                <p:cNvPicPr/>
                <p:nvPr/>
              </p:nvPicPr>
              <p:blipFill>
                <a:blip r:embed="rId31"/>
                <a:stretch>
                  <a:fillRect/>
                </a:stretch>
              </p:blipFill>
              <p:spPr>
                <a:xfrm>
                  <a:off x="10669425" y="2453055"/>
                  <a:ext cx="468720" cy="39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67" name="Ink 66">
                <a:extLst>
                  <a:ext uri="{FF2B5EF4-FFF2-40B4-BE49-F238E27FC236}">
                    <a16:creationId xmlns:a16="http://schemas.microsoft.com/office/drawing/2014/main" id="{54955D7A-BD31-D020-AB93-2455929A79C7}"/>
                  </a:ext>
                </a:extLst>
              </p14:cNvPr>
              <p14:cNvContentPartPr/>
              <p14:nvPr/>
            </p14:nvContentPartPr>
            <p14:xfrm>
              <a:off x="10797585" y="3811335"/>
              <a:ext cx="52920" cy="288360"/>
            </p14:xfrm>
          </p:contentPart>
        </mc:Choice>
        <mc:Fallback xmlns="">
          <p:pic>
            <p:nvPicPr>
              <p:cNvPr id="67" name="Ink 66">
                <a:extLst>
                  <a:ext uri="{FF2B5EF4-FFF2-40B4-BE49-F238E27FC236}">
                    <a16:creationId xmlns:a16="http://schemas.microsoft.com/office/drawing/2014/main" id="{54955D7A-BD31-D020-AB93-2455929A79C7}"/>
                  </a:ext>
                </a:extLst>
              </p:cNvPr>
              <p:cNvPicPr/>
              <p:nvPr/>
            </p:nvPicPr>
            <p:blipFill>
              <a:blip r:embed="rId33"/>
              <a:stretch>
                <a:fillRect/>
              </a:stretch>
            </p:blipFill>
            <p:spPr>
              <a:xfrm>
                <a:off x="10791465" y="3805215"/>
                <a:ext cx="6516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8" name="Ink 67">
                <a:extLst>
                  <a:ext uri="{FF2B5EF4-FFF2-40B4-BE49-F238E27FC236}">
                    <a16:creationId xmlns:a16="http://schemas.microsoft.com/office/drawing/2014/main" id="{BF5B1772-E81D-DCEB-29CF-F2F97D2AFBCD}"/>
                  </a:ext>
                </a:extLst>
              </p14:cNvPr>
              <p14:cNvContentPartPr/>
              <p14:nvPr/>
            </p14:nvContentPartPr>
            <p14:xfrm>
              <a:off x="8525625" y="4386615"/>
              <a:ext cx="54000" cy="381960"/>
            </p14:xfrm>
          </p:contentPart>
        </mc:Choice>
        <mc:Fallback xmlns="">
          <p:pic>
            <p:nvPicPr>
              <p:cNvPr id="68" name="Ink 67">
                <a:extLst>
                  <a:ext uri="{FF2B5EF4-FFF2-40B4-BE49-F238E27FC236}">
                    <a16:creationId xmlns:a16="http://schemas.microsoft.com/office/drawing/2014/main" id="{BF5B1772-E81D-DCEB-29CF-F2F97D2AFBCD}"/>
                  </a:ext>
                </a:extLst>
              </p:cNvPr>
              <p:cNvPicPr/>
              <p:nvPr/>
            </p:nvPicPr>
            <p:blipFill>
              <a:blip r:embed="rId35"/>
              <a:stretch>
                <a:fillRect/>
              </a:stretch>
            </p:blipFill>
            <p:spPr>
              <a:xfrm>
                <a:off x="8519505" y="4380495"/>
                <a:ext cx="6624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9" name="Ink 68">
                <a:extLst>
                  <a:ext uri="{FF2B5EF4-FFF2-40B4-BE49-F238E27FC236}">
                    <a16:creationId xmlns:a16="http://schemas.microsoft.com/office/drawing/2014/main" id="{D0BBA4FC-AF7C-7BC7-DE0B-5C152DE4D9EF}"/>
                  </a:ext>
                </a:extLst>
              </p14:cNvPr>
              <p14:cNvContentPartPr/>
              <p14:nvPr/>
            </p14:nvContentPartPr>
            <p14:xfrm>
              <a:off x="10820625" y="4471575"/>
              <a:ext cx="48240" cy="295920"/>
            </p14:xfrm>
          </p:contentPart>
        </mc:Choice>
        <mc:Fallback xmlns="">
          <p:pic>
            <p:nvPicPr>
              <p:cNvPr id="69" name="Ink 68">
                <a:extLst>
                  <a:ext uri="{FF2B5EF4-FFF2-40B4-BE49-F238E27FC236}">
                    <a16:creationId xmlns:a16="http://schemas.microsoft.com/office/drawing/2014/main" id="{D0BBA4FC-AF7C-7BC7-DE0B-5C152DE4D9EF}"/>
                  </a:ext>
                </a:extLst>
              </p:cNvPr>
              <p:cNvPicPr/>
              <p:nvPr/>
            </p:nvPicPr>
            <p:blipFill>
              <a:blip r:embed="rId37"/>
              <a:stretch>
                <a:fillRect/>
              </a:stretch>
            </p:blipFill>
            <p:spPr>
              <a:xfrm>
                <a:off x="10814505" y="4465455"/>
                <a:ext cx="604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2" name="Ink 71">
                <a:extLst>
                  <a:ext uri="{FF2B5EF4-FFF2-40B4-BE49-F238E27FC236}">
                    <a16:creationId xmlns:a16="http://schemas.microsoft.com/office/drawing/2014/main" id="{24E11240-ECB7-96E8-6941-A3B4A6B383DD}"/>
                  </a:ext>
                </a:extLst>
              </p14:cNvPr>
              <p14:cNvContentPartPr/>
              <p14:nvPr/>
            </p14:nvContentPartPr>
            <p14:xfrm>
              <a:off x="10887225" y="5085375"/>
              <a:ext cx="279000" cy="272520"/>
            </p14:xfrm>
          </p:contentPart>
        </mc:Choice>
        <mc:Fallback xmlns="">
          <p:pic>
            <p:nvPicPr>
              <p:cNvPr id="72" name="Ink 71">
                <a:extLst>
                  <a:ext uri="{FF2B5EF4-FFF2-40B4-BE49-F238E27FC236}">
                    <a16:creationId xmlns:a16="http://schemas.microsoft.com/office/drawing/2014/main" id="{24E11240-ECB7-96E8-6941-A3B4A6B383DD}"/>
                  </a:ext>
                </a:extLst>
              </p:cNvPr>
              <p:cNvPicPr/>
              <p:nvPr/>
            </p:nvPicPr>
            <p:blipFill>
              <a:blip r:embed="rId39"/>
              <a:stretch>
                <a:fillRect/>
              </a:stretch>
            </p:blipFill>
            <p:spPr>
              <a:xfrm>
                <a:off x="10881105" y="5079255"/>
                <a:ext cx="29124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4" name="Ink 73">
                <a:extLst>
                  <a:ext uri="{FF2B5EF4-FFF2-40B4-BE49-F238E27FC236}">
                    <a16:creationId xmlns:a16="http://schemas.microsoft.com/office/drawing/2014/main" id="{A8705E59-7A76-6515-EC28-27E906AEBB3A}"/>
                  </a:ext>
                </a:extLst>
              </p14:cNvPr>
              <p14:cNvContentPartPr/>
              <p14:nvPr/>
            </p14:nvContentPartPr>
            <p14:xfrm>
              <a:off x="8571705" y="5771895"/>
              <a:ext cx="34200" cy="7920"/>
            </p14:xfrm>
          </p:contentPart>
        </mc:Choice>
        <mc:Fallback xmlns="">
          <p:pic>
            <p:nvPicPr>
              <p:cNvPr id="74" name="Ink 73">
                <a:extLst>
                  <a:ext uri="{FF2B5EF4-FFF2-40B4-BE49-F238E27FC236}">
                    <a16:creationId xmlns:a16="http://schemas.microsoft.com/office/drawing/2014/main" id="{A8705E59-7A76-6515-EC28-27E906AEBB3A}"/>
                  </a:ext>
                </a:extLst>
              </p:cNvPr>
              <p:cNvPicPr/>
              <p:nvPr/>
            </p:nvPicPr>
            <p:blipFill>
              <a:blip r:embed="rId41"/>
              <a:stretch>
                <a:fillRect/>
              </a:stretch>
            </p:blipFill>
            <p:spPr>
              <a:xfrm>
                <a:off x="8565585" y="5765775"/>
                <a:ext cx="464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9" name="Ink 78">
                <a:extLst>
                  <a:ext uri="{FF2B5EF4-FFF2-40B4-BE49-F238E27FC236}">
                    <a16:creationId xmlns:a16="http://schemas.microsoft.com/office/drawing/2014/main" id="{044F20C1-5BDB-4CD3-61B0-F85381B6336C}"/>
                  </a:ext>
                </a:extLst>
              </p14:cNvPr>
              <p14:cNvContentPartPr/>
              <p14:nvPr/>
            </p14:nvContentPartPr>
            <p14:xfrm>
              <a:off x="10954185" y="5672535"/>
              <a:ext cx="69480" cy="313200"/>
            </p14:xfrm>
          </p:contentPart>
        </mc:Choice>
        <mc:Fallback xmlns="">
          <p:pic>
            <p:nvPicPr>
              <p:cNvPr id="79" name="Ink 78">
                <a:extLst>
                  <a:ext uri="{FF2B5EF4-FFF2-40B4-BE49-F238E27FC236}">
                    <a16:creationId xmlns:a16="http://schemas.microsoft.com/office/drawing/2014/main" id="{044F20C1-5BDB-4CD3-61B0-F85381B6336C}"/>
                  </a:ext>
                </a:extLst>
              </p:cNvPr>
              <p:cNvPicPr/>
              <p:nvPr/>
            </p:nvPicPr>
            <p:blipFill>
              <a:blip r:embed="rId43"/>
              <a:stretch>
                <a:fillRect/>
              </a:stretch>
            </p:blipFill>
            <p:spPr>
              <a:xfrm>
                <a:off x="10948065" y="5666415"/>
                <a:ext cx="817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1" name="Ink 80">
                <a:extLst>
                  <a:ext uri="{FF2B5EF4-FFF2-40B4-BE49-F238E27FC236}">
                    <a16:creationId xmlns:a16="http://schemas.microsoft.com/office/drawing/2014/main" id="{DB9E22B2-F3C1-71C7-879C-B9D086610DA8}"/>
                  </a:ext>
                </a:extLst>
              </p14:cNvPr>
              <p14:cNvContentPartPr/>
              <p14:nvPr/>
            </p14:nvContentPartPr>
            <p14:xfrm>
              <a:off x="10986225" y="6165735"/>
              <a:ext cx="141120" cy="350640"/>
            </p14:xfrm>
          </p:contentPart>
        </mc:Choice>
        <mc:Fallback xmlns="">
          <p:pic>
            <p:nvPicPr>
              <p:cNvPr id="81" name="Ink 80">
                <a:extLst>
                  <a:ext uri="{FF2B5EF4-FFF2-40B4-BE49-F238E27FC236}">
                    <a16:creationId xmlns:a16="http://schemas.microsoft.com/office/drawing/2014/main" id="{DB9E22B2-F3C1-71C7-879C-B9D086610DA8}"/>
                  </a:ext>
                </a:extLst>
              </p:cNvPr>
              <p:cNvPicPr/>
              <p:nvPr/>
            </p:nvPicPr>
            <p:blipFill>
              <a:blip r:embed="rId45"/>
              <a:stretch>
                <a:fillRect/>
              </a:stretch>
            </p:blipFill>
            <p:spPr>
              <a:xfrm>
                <a:off x="10980105" y="6159615"/>
                <a:ext cx="15336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9" name="Ink 118">
                <a:extLst>
                  <a:ext uri="{FF2B5EF4-FFF2-40B4-BE49-F238E27FC236}">
                    <a16:creationId xmlns:a16="http://schemas.microsoft.com/office/drawing/2014/main" id="{E31E0AEB-1C47-E099-9102-8661D4E4E547}"/>
                  </a:ext>
                </a:extLst>
              </p14:cNvPr>
              <p14:cNvContentPartPr/>
              <p14:nvPr/>
            </p14:nvContentPartPr>
            <p14:xfrm>
              <a:off x="8519865" y="4051095"/>
              <a:ext cx="60840" cy="29520"/>
            </p14:xfrm>
          </p:contentPart>
        </mc:Choice>
        <mc:Fallback xmlns="">
          <p:pic>
            <p:nvPicPr>
              <p:cNvPr id="119" name="Ink 118">
                <a:extLst>
                  <a:ext uri="{FF2B5EF4-FFF2-40B4-BE49-F238E27FC236}">
                    <a16:creationId xmlns:a16="http://schemas.microsoft.com/office/drawing/2014/main" id="{E31E0AEB-1C47-E099-9102-8661D4E4E547}"/>
                  </a:ext>
                </a:extLst>
              </p:cNvPr>
              <p:cNvPicPr/>
              <p:nvPr/>
            </p:nvPicPr>
            <p:blipFill>
              <a:blip r:embed="rId47"/>
              <a:stretch>
                <a:fillRect/>
              </a:stretch>
            </p:blipFill>
            <p:spPr>
              <a:xfrm>
                <a:off x="8513745" y="4044975"/>
                <a:ext cx="730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25" name="Ink 124">
                <a:extLst>
                  <a:ext uri="{FF2B5EF4-FFF2-40B4-BE49-F238E27FC236}">
                    <a16:creationId xmlns:a16="http://schemas.microsoft.com/office/drawing/2014/main" id="{7D082D37-6A06-FB9E-857B-0CD004702BC3}"/>
                  </a:ext>
                </a:extLst>
              </p14:cNvPr>
              <p14:cNvContentPartPr/>
              <p14:nvPr/>
            </p14:nvContentPartPr>
            <p14:xfrm>
              <a:off x="10816305" y="4638615"/>
              <a:ext cx="17280" cy="35280"/>
            </p14:xfrm>
          </p:contentPart>
        </mc:Choice>
        <mc:Fallback xmlns="">
          <p:pic>
            <p:nvPicPr>
              <p:cNvPr id="125" name="Ink 124">
                <a:extLst>
                  <a:ext uri="{FF2B5EF4-FFF2-40B4-BE49-F238E27FC236}">
                    <a16:creationId xmlns:a16="http://schemas.microsoft.com/office/drawing/2014/main" id="{7D082D37-6A06-FB9E-857B-0CD004702BC3}"/>
                  </a:ext>
                </a:extLst>
              </p:cNvPr>
              <p:cNvPicPr/>
              <p:nvPr/>
            </p:nvPicPr>
            <p:blipFill>
              <a:blip r:embed="rId49"/>
              <a:stretch>
                <a:fillRect/>
              </a:stretch>
            </p:blipFill>
            <p:spPr>
              <a:xfrm>
                <a:off x="10810185" y="4632495"/>
                <a:ext cx="295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0" name="Ink 129">
                <a:extLst>
                  <a:ext uri="{FF2B5EF4-FFF2-40B4-BE49-F238E27FC236}">
                    <a16:creationId xmlns:a16="http://schemas.microsoft.com/office/drawing/2014/main" id="{8EC60A3B-8051-56D6-048D-C2E904E3A3F2}"/>
                  </a:ext>
                </a:extLst>
              </p14:cNvPr>
              <p14:cNvContentPartPr/>
              <p14:nvPr/>
            </p14:nvContentPartPr>
            <p14:xfrm>
              <a:off x="8722185" y="5321535"/>
              <a:ext cx="23400" cy="29160"/>
            </p14:xfrm>
          </p:contentPart>
        </mc:Choice>
        <mc:Fallback xmlns="">
          <p:pic>
            <p:nvPicPr>
              <p:cNvPr id="130" name="Ink 129">
                <a:extLst>
                  <a:ext uri="{FF2B5EF4-FFF2-40B4-BE49-F238E27FC236}">
                    <a16:creationId xmlns:a16="http://schemas.microsoft.com/office/drawing/2014/main" id="{8EC60A3B-8051-56D6-048D-C2E904E3A3F2}"/>
                  </a:ext>
                </a:extLst>
              </p:cNvPr>
              <p:cNvPicPr/>
              <p:nvPr/>
            </p:nvPicPr>
            <p:blipFill>
              <a:blip r:embed="rId51"/>
              <a:stretch>
                <a:fillRect/>
              </a:stretch>
            </p:blipFill>
            <p:spPr>
              <a:xfrm>
                <a:off x="8716065" y="5315415"/>
                <a:ext cx="356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6" name="Ink 135">
                <a:extLst>
                  <a:ext uri="{FF2B5EF4-FFF2-40B4-BE49-F238E27FC236}">
                    <a16:creationId xmlns:a16="http://schemas.microsoft.com/office/drawing/2014/main" id="{A56A541D-B184-24D1-AAFC-819B546D8EA5}"/>
                  </a:ext>
                </a:extLst>
              </p14:cNvPr>
              <p14:cNvContentPartPr/>
              <p14:nvPr/>
            </p14:nvContentPartPr>
            <p14:xfrm>
              <a:off x="8371185" y="5648055"/>
              <a:ext cx="228960" cy="394920"/>
            </p14:xfrm>
          </p:contentPart>
        </mc:Choice>
        <mc:Fallback xmlns="">
          <p:pic>
            <p:nvPicPr>
              <p:cNvPr id="136" name="Ink 135">
                <a:extLst>
                  <a:ext uri="{FF2B5EF4-FFF2-40B4-BE49-F238E27FC236}">
                    <a16:creationId xmlns:a16="http://schemas.microsoft.com/office/drawing/2014/main" id="{A56A541D-B184-24D1-AAFC-819B546D8EA5}"/>
                  </a:ext>
                </a:extLst>
              </p:cNvPr>
              <p:cNvPicPr/>
              <p:nvPr/>
            </p:nvPicPr>
            <p:blipFill>
              <a:blip r:embed="rId53"/>
              <a:stretch>
                <a:fillRect/>
              </a:stretch>
            </p:blipFill>
            <p:spPr>
              <a:xfrm>
                <a:off x="8365065" y="5641935"/>
                <a:ext cx="24120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0" name="Ink 139">
                <a:extLst>
                  <a:ext uri="{FF2B5EF4-FFF2-40B4-BE49-F238E27FC236}">
                    <a16:creationId xmlns:a16="http://schemas.microsoft.com/office/drawing/2014/main" id="{95E125D8-7080-89DF-EBE1-BC94071A071D}"/>
                  </a:ext>
                </a:extLst>
              </p14:cNvPr>
              <p14:cNvContentPartPr/>
              <p14:nvPr/>
            </p14:nvContentPartPr>
            <p14:xfrm>
              <a:off x="8430585" y="6480015"/>
              <a:ext cx="20880" cy="6480"/>
            </p14:xfrm>
          </p:contentPart>
        </mc:Choice>
        <mc:Fallback xmlns="">
          <p:pic>
            <p:nvPicPr>
              <p:cNvPr id="140" name="Ink 139">
                <a:extLst>
                  <a:ext uri="{FF2B5EF4-FFF2-40B4-BE49-F238E27FC236}">
                    <a16:creationId xmlns:a16="http://schemas.microsoft.com/office/drawing/2014/main" id="{95E125D8-7080-89DF-EBE1-BC94071A071D}"/>
                  </a:ext>
                </a:extLst>
              </p:cNvPr>
              <p:cNvPicPr/>
              <p:nvPr/>
            </p:nvPicPr>
            <p:blipFill>
              <a:blip r:embed="rId55"/>
              <a:stretch>
                <a:fillRect/>
              </a:stretch>
            </p:blipFill>
            <p:spPr>
              <a:xfrm>
                <a:off x="8424465" y="6473895"/>
                <a:ext cx="331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1" name="Ink 140">
                <a:extLst>
                  <a:ext uri="{FF2B5EF4-FFF2-40B4-BE49-F238E27FC236}">
                    <a16:creationId xmlns:a16="http://schemas.microsoft.com/office/drawing/2014/main" id="{31C3CE63-7AFE-F5C6-8D0B-2812DFD2AA52}"/>
                  </a:ext>
                </a:extLst>
              </p14:cNvPr>
              <p14:cNvContentPartPr/>
              <p14:nvPr/>
            </p14:nvContentPartPr>
            <p14:xfrm>
              <a:off x="1044465" y="2868495"/>
              <a:ext cx="393120" cy="332280"/>
            </p14:xfrm>
          </p:contentPart>
        </mc:Choice>
        <mc:Fallback xmlns="">
          <p:pic>
            <p:nvPicPr>
              <p:cNvPr id="141" name="Ink 140">
                <a:extLst>
                  <a:ext uri="{FF2B5EF4-FFF2-40B4-BE49-F238E27FC236}">
                    <a16:creationId xmlns:a16="http://schemas.microsoft.com/office/drawing/2014/main" id="{31C3CE63-7AFE-F5C6-8D0B-2812DFD2AA52}"/>
                  </a:ext>
                </a:extLst>
              </p:cNvPr>
              <p:cNvPicPr/>
              <p:nvPr/>
            </p:nvPicPr>
            <p:blipFill>
              <a:blip r:embed="rId57"/>
              <a:stretch>
                <a:fillRect/>
              </a:stretch>
            </p:blipFill>
            <p:spPr>
              <a:xfrm>
                <a:off x="1038345" y="2862375"/>
                <a:ext cx="40536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9" name="Ink 148">
                <a:extLst>
                  <a:ext uri="{FF2B5EF4-FFF2-40B4-BE49-F238E27FC236}">
                    <a16:creationId xmlns:a16="http://schemas.microsoft.com/office/drawing/2014/main" id="{4B1BC337-DD7A-B418-B8FF-7BD38623A77A}"/>
                  </a:ext>
                </a:extLst>
              </p14:cNvPr>
              <p14:cNvContentPartPr/>
              <p14:nvPr/>
            </p14:nvContentPartPr>
            <p14:xfrm>
              <a:off x="10517865" y="4315695"/>
              <a:ext cx="8280" cy="13680"/>
            </p14:xfrm>
          </p:contentPart>
        </mc:Choice>
        <mc:Fallback xmlns="">
          <p:pic>
            <p:nvPicPr>
              <p:cNvPr id="149" name="Ink 148">
                <a:extLst>
                  <a:ext uri="{FF2B5EF4-FFF2-40B4-BE49-F238E27FC236}">
                    <a16:creationId xmlns:a16="http://schemas.microsoft.com/office/drawing/2014/main" id="{4B1BC337-DD7A-B418-B8FF-7BD38623A77A}"/>
                  </a:ext>
                </a:extLst>
              </p:cNvPr>
              <p:cNvPicPr/>
              <p:nvPr/>
            </p:nvPicPr>
            <p:blipFill>
              <a:blip r:embed="rId59"/>
              <a:stretch>
                <a:fillRect/>
              </a:stretch>
            </p:blipFill>
            <p:spPr>
              <a:xfrm>
                <a:off x="10511745" y="4309575"/>
                <a:ext cx="205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01" name="Ink 200">
                <a:extLst>
                  <a:ext uri="{FF2B5EF4-FFF2-40B4-BE49-F238E27FC236}">
                    <a16:creationId xmlns:a16="http://schemas.microsoft.com/office/drawing/2014/main" id="{82B2B83F-E2D4-BDFE-C6C6-A888E31A62B6}"/>
                  </a:ext>
                </a:extLst>
              </p14:cNvPr>
              <p14:cNvContentPartPr/>
              <p14:nvPr/>
            </p14:nvContentPartPr>
            <p14:xfrm>
              <a:off x="1518945" y="3255135"/>
              <a:ext cx="16920" cy="15840"/>
            </p14:xfrm>
          </p:contentPart>
        </mc:Choice>
        <mc:Fallback xmlns="">
          <p:pic>
            <p:nvPicPr>
              <p:cNvPr id="201" name="Ink 200">
                <a:extLst>
                  <a:ext uri="{FF2B5EF4-FFF2-40B4-BE49-F238E27FC236}">
                    <a16:creationId xmlns:a16="http://schemas.microsoft.com/office/drawing/2014/main" id="{82B2B83F-E2D4-BDFE-C6C6-A888E31A62B6}"/>
                  </a:ext>
                </a:extLst>
              </p:cNvPr>
              <p:cNvPicPr/>
              <p:nvPr/>
            </p:nvPicPr>
            <p:blipFill>
              <a:blip r:embed="rId61"/>
              <a:stretch>
                <a:fillRect/>
              </a:stretch>
            </p:blipFill>
            <p:spPr>
              <a:xfrm>
                <a:off x="1512825" y="3249015"/>
                <a:ext cx="291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04" name="Ink 203">
                <a:extLst>
                  <a:ext uri="{FF2B5EF4-FFF2-40B4-BE49-F238E27FC236}">
                    <a16:creationId xmlns:a16="http://schemas.microsoft.com/office/drawing/2014/main" id="{6BEEC25D-643A-A226-6355-7577FD6F058C}"/>
                  </a:ext>
                </a:extLst>
              </p14:cNvPr>
              <p14:cNvContentPartPr/>
              <p14:nvPr/>
            </p14:nvContentPartPr>
            <p14:xfrm>
              <a:off x="10997745" y="3902055"/>
              <a:ext cx="14040" cy="33120"/>
            </p14:xfrm>
          </p:contentPart>
        </mc:Choice>
        <mc:Fallback xmlns="">
          <p:pic>
            <p:nvPicPr>
              <p:cNvPr id="204" name="Ink 203">
                <a:extLst>
                  <a:ext uri="{FF2B5EF4-FFF2-40B4-BE49-F238E27FC236}">
                    <a16:creationId xmlns:a16="http://schemas.microsoft.com/office/drawing/2014/main" id="{6BEEC25D-643A-A226-6355-7577FD6F058C}"/>
                  </a:ext>
                </a:extLst>
              </p:cNvPr>
              <p:cNvPicPr/>
              <p:nvPr/>
            </p:nvPicPr>
            <p:blipFill>
              <a:blip r:embed="rId63"/>
              <a:stretch>
                <a:fillRect/>
              </a:stretch>
            </p:blipFill>
            <p:spPr>
              <a:xfrm>
                <a:off x="10991625" y="3895935"/>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87942F54-E12A-2FC7-AF3A-B19FF2A7B7CA}"/>
                  </a:ext>
                </a:extLst>
              </p14:cNvPr>
              <p14:cNvContentPartPr/>
              <p14:nvPr/>
            </p14:nvContentPartPr>
            <p14:xfrm>
              <a:off x="5984745" y="4998615"/>
              <a:ext cx="226800" cy="46800"/>
            </p14:xfrm>
          </p:contentPart>
        </mc:Choice>
        <mc:Fallback xmlns="">
          <p:pic>
            <p:nvPicPr>
              <p:cNvPr id="34" name="Ink 33">
                <a:extLst>
                  <a:ext uri="{FF2B5EF4-FFF2-40B4-BE49-F238E27FC236}">
                    <a16:creationId xmlns:a16="http://schemas.microsoft.com/office/drawing/2014/main" id="{87942F54-E12A-2FC7-AF3A-B19FF2A7B7CA}"/>
                  </a:ext>
                </a:extLst>
              </p:cNvPr>
              <p:cNvPicPr/>
              <p:nvPr/>
            </p:nvPicPr>
            <p:blipFill>
              <a:blip r:embed="rId65"/>
              <a:stretch>
                <a:fillRect/>
              </a:stretch>
            </p:blipFill>
            <p:spPr>
              <a:xfrm>
                <a:off x="5978625" y="4992495"/>
                <a:ext cx="2390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7C89BF70-0E87-62FC-2DA8-AEE72EDC976B}"/>
                  </a:ext>
                </a:extLst>
              </p14:cNvPr>
              <p14:cNvContentPartPr/>
              <p14:nvPr/>
            </p14:nvContentPartPr>
            <p14:xfrm>
              <a:off x="6341145" y="5604135"/>
              <a:ext cx="271080" cy="9000"/>
            </p14:xfrm>
          </p:contentPart>
        </mc:Choice>
        <mc:Fallback xmlns="">
          <p:pic>
            <p:nvPicPr>
              <p:cNvPr id="37" name="Ink 36">
                <a:extLst>
                  <a:ext uri="{FF2B5EF4-FFF2-40B4-BE49-F238E27FC236}">
                    <a16:creationId xmlns:a16="http://schemas.microsoft.com/office/drawing/2014/main" id="{7C89BF70-0E87-62FC-2DA8-AEE72EDC976B}"/>
                  </a:ext>
                </a:extLst>
              </p:cNvPr>
              <p:cNvPicPr/>
              <p:nvPr/>
            </p:nvPicPr>
            <p:blipFill>
              <a:blip r:embed="rId67"/>
              <a:stretch>
                <a:fillRect/>
              </a:stretch>
            </p:blipFill>
            <p:spPr>
              <a:xfrm>
                <a:off x="6335025" y="5598015"/>
                <a:ext cx="2833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0" name="Ink 69">
                <a:extLst>
                  <a:ext uri="{FF2B5EF4-FFF2-40B4-BE49-F238E27FC236}">
                    <a16:creationId xmlns:a16="http://schemas.microsoft.com/office/drawing/2014/main" id="{AB19DF41-3EE3-2CCA-306A-1BEA0B10328D}"/>
                  </a:ext>
                </a:extLst>
              </p14:cNvPr>
              <p14:cNvContentPartPr/>
              <p14:nvPr/>
            </p14:nvContentPartPr>
            <p14:xfrm>
              <a:off x="8275785" y="5373015"/>
              <a:ext cx="61200" cy="111600"/>
            </p14:xfrm>
          </p:contentPart>
        </mc:Choice>
        <mc:Fallback xmlns="">
          <p:pic>
            <p:nvPicPr>
              <p:cNvPr id="70" name="Ink 69">
                <a:extLst>
                  <a:ext uri="{FF2B5EF4-FFF2-40B4-BE49-F238E27FC236}">
                    <a16:creationId xmlns:a16="http://schemas.microsoft.com/office/drawing/2014/main" id="{AB19DF41-3EE3-2CCA-306A-1BEA0B10328D}"/>
                  </a:ext>
                </a:extLst>
              </p:cNvPr>
              <p:cNvPicPr/>
              <p:nvPr/>
            </p:nvPicPr>
            <p:blipFill>
              <a:blip r:embed="rId69"/>
              <a:stretch>
                <a:fillRect/>
              </a:stretch>
            </p:blipFill>
            <p:spPr>
              <a:xfrm>
                <a:off x="8269665" y="5366895"/>
                <a:ext cx="734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1" name="Ink 70">
                <a:extLst>
                  <a:ext uri="{FF2B5EF4-FFF2-40B4-BE49-F238E27FC236}">
                    <a16:creationId xmlns:a16="http://schemas.microsoft.com/office/drawing/2014/main" id="{D0E4BCE2-685C-9163-63A0-A2D823C4F319}"/>
                  </a:ext>
                </a:extLst>
              </p14:cNvPr>
              <p14:cNvContentPartPr/>
              <p14:nvPr/>
            </p14:nvContentPartPr>
            <p14:xfrm>
              <a:off x="8484945" y="5077815"/>
              <a:ext cx="216000" cy="291960"/>
            </p14:xfrm>
          </p:contentPart>
        </mc:Choice>
        <mc:Fallback xmlns="">
          <p:pic>
            <p:nvPicPr>
              <p:cNvPr id="71" name="Ink 70">
                <a:extLst>
                  <a:ext uri="{FF2B5EF4-FFF2-40B4-BE49-F238E27FC236}">
                    <a16:creationId xmlns:a16="http://schemas.microsoft.com/office/drawing/2014/main" id="{D0E4BCE2-685C-9163-63A0-A2D823C4F319}"/>
                  </a:ext>
                </a:extLst>
              </p:cNvPr>
              <p:cNvPicPr/>
              <p:nvPr/>
            </p:nvPicPr>
            <p:blipFill>
              <a:blip r:embed="rId71"/>
              <a:stretch>
                <a:fillRect/>
              </a:stretch>
            </p:blipFill>
            <p:spPr>
              <a:xfrm>
                <a:off x="8478825" y="5071695"/>
                <a:ext cx="22824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0" name="Ink 79">
                <a:extLst>
                  <a:ext uri="{FF2B5EF4-FFF2-40B4-BE49-F238E27FC236}">
                    <a16:creationId xmlns:a16="http://schemas.microsoft.com/office/drawing/2014/main" id="{8D2E4CB5-A107-7918-502D-7A9E940F2EB6}"/>
                  </a:ext>
                </a:extLst>
              </p14:cNvPr>
              <p14:cNvContentPartPr/>
              <p14:nvPr/>
            </p14:nvContentPartPr>
            <p14:xfrm>
              <a:off x="8528865" y="6263655"/>
              <a:ext cx="81360" cy="307080"/>
            </p14:xfrm>
          </p:contentPart>
        </mc:Choice>
        <mc:Fallback xmlns="">
          <p:pic>
            <p:nvPicPr>
              <p:cNvPr id="80" name="Ink 79">
                <a:extLst>
                  <a:ext uri="{FF2B5EF4-FFF2-40B4-BE49-F238E27FC236}">
                    <a16:creationId xmlns:a16="http://schemas.microsoft.com/office/drawing/2014/main" id="{8D2E4CB5-A107-7918-502D-7A9E940F2EB6}"/>
                  </a:ext>
                </a:extLst>
              </p:cNvPr>
              <p:cNvPicPr/>
              <p:nvPr/>
            </p:nvPicPr>
            <p:blipFill>
              <a:blip r:embed="rId73"/>
              <a:stretch>
                <a:fillRect/>
              </a:stretch>
            </p:blipFill>
            <p:spPr>
              <a:xfrm>
                <a:off x="8522745" y="6257535"/>
                <a:ext cx="936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2" name="Ink 81">
                <a:extLst>
                  <a:ext uri="{FF2B5EF4-FFF2-40B4-BE49-F238E27FC236}">
                    <a16:creationId xmlns:a16="http://schemas.microsoft.com/office/drawing/2014/main" id="{FDFB9D16-2984-98F8-4B1A-335E670918FB}"/>
                  </a:ext>
                </a:extLst>
              </p14:cNvPr>
              <p14:cNvContentPartPr/>
              <p14:nvPr/>
            </p14:nvContentPartPr>
            <p14:xfrm>
              <a:off x="5571825" y="6112815"/>
              <a:ext cx="227880" cy="356040"/>
            </p14:xfrm>
          </p:contentPart>
        </mc:Choice>
        <mc:Fallback xmlns="">
          <p:pic>
            <p:nvPicPr>
              <p:cNvPr id="82" name="Ink 81">
                <a:extLst>
                  <a:ext uri="{FF2B5EF4-FFF2-40B4-BE49-F238E27FC236}">
                    <a16:creationId xmlns:a16="http://schemas.microsoft.com/office/drawing/2014/main" id="{FDFB9D16-2984-98F8-4B1A-335E670918FB}"/>
                  </a:ext>
                </a:extLst>
              </p:cNvPr>
              <p:cNvPicPr/>
              <p:nvPr/>
            </p:nvPicPr>
            <p:blipFill>
              <a:blip r:embed="rId75"/>
              <a:stretch>
                <a:fillRect/>
              </a:stretch>
            </p:blipFill>
            <p:spPr>
              <a:xfrm>
                <a:off x="5565705" y="6106695"/>
                <a:ext cx="2401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3" name="Ink 82">
                <a:extLst>
                  <a:ext uri="{FF2B5EF4-FFF2-40B4-BE49-F238E27FC236}">
                    <a16:creationId xmlns:a16="http://schemas.microsoft.com/office/drawing/2014/main" id="{F998E4A3-64F9-193E-266C-246DF9859B70}"/>
                  </a:ext>
                </a:extLst>
              </p14:cNvPr>
              <p14:cNvContentPartPr/>
              <p14:nvPr/>
            </p14:nvContentPartPr>
            <p14:xfrm>
              <a:off x="6014265" y="6498015"/>
              <a:ext cx="98280" cy="69840"/>
            </p14:xfrm>
          </p:contentPart>
        </mc:Choice>
        <mc:Fallback xmlns="">
          <p:pic>
            <p:nvPicPr>
              <p:cNvPr id="83" name="Ink 82">
                <a:extLst>
                  <a:ext uri="{FF2B5EF4-FFF2-40B4-BE49-F238E27FC236}">
                    <a16:creationId xmlns:a16="http://schemas.microsoft.com/office/drawing/2014/main" id="{F998E4A3-64F9-193E-266C-246DF9859B70}"/>
                  </a:ext>
                </a:extLst>
              </p:cNvPr>
              <p:cNvPicPr/>
              <p:nvPr/>
            </p:nvPicPr>
            <p:blipFill>
              <a:blip r:embed="rId77"/>
              <a:stretch>
                <a:fillRect/>
              </a:stretch>
            </p:blipFill>
            <p:spPr>
              <a:xfrm>
                <a:off x="6008145" y="6491895"/>
                <a:ext cx="1105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5" name="Ink 84">
                <a:extLst>
                  <a:ext uri="{FF2B5EF4-FFF2-40B4-BE49-F238E27FC236}">
                    <a16:creationId xmlns:a16="http://schemas.microsoft.com/office/drawing/2014/main" id="{073946EA-73B2-C982-DE85-DCAC07910DFF}"/>
                  </a:ext>
                </a:extLst>
              </p14:cNvPr>
              <p14:cNvContentPartPr/>
              <p14:nvPr/>
            </p14:nvContentPartPr>
            <p14:xfrm>
              <a:off x="8671065" y="6625095"/>
              <a:ext cx="46800" cy="3600"/>
            </p14:xfrm>
          </p:contentPart>
        </mc:Choice>
        <mc:Fallback xmlns="">
          <p:pic>
            <p:nvPicPr>
              <p:cNvPr id="85" name="Ink 84">
                <a:extLst>
                  <a:ext uri="{FF2B5EF4-FFF2-40B4-BE49-F238E27FC236}">
                    <a16:creationId xmlns:a16="http://schemas.microsoft.com/office/drawing/2014/main" id="{073946EA-73B2-C982-DE85-DCAC07910DFF}"/>
                  </a:ext>
                </a:extLst>
              </p:cNvPr>
              <p:cNvPicPr/>
              <p:nvPr/>
            </p:nvPicPr>
            <p:blipFill>
              <a:blip r:embed="rId79"/>
              <a:stretch>
                <a:fillRect/>
              </a:stretch>
            </p:blipFill>
            <p:spPr>
              <a:xfrm>
                <a:off x="8664945" y="6618975"/>
                <a:ext cx="59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6" name="Ink 85">
                <a:extLst>
                  <a:ext uri="{FF2B5EF4-FFF2-40B4-BE49-F238E27FC236}">
                    <a16:creationId xmlns:a16="http://schemas.microsoft.com/office/drawing/2014/main" id="{BBBBC605-F6D8-FBDE-051E-F0F1513F9D88}"/>
                  </a:ext>
                </a:extLst>
              </p14:cNvPr>
              <p14:cNvContentPartPr/>
              <p14:nvPr/>
            </p14:nvContentPartPr>
            <p14:xfrm>
              <a:off x="6996705" y="6201375"/>
              <a:ext cx="59040" cy="298440"/>
            </p14:xfrm>
          </p:contentPart>
        </mc:Choice>
        <mc:Fallback xmlns="">
          <p:pic>
            <p:nvPicPr>
              <p:cNvPr id="86" name="Ink 85">
                <a:extLst>
                  <a:ext uri="{FF2B5EF4-FFF2-40B4-BE49-F238E27FC236}">
                    <a16:creationId xmlns:a16="http://schemas.microsoft.com/office/drawing/2014/main" id="{BBBBC605-F6D8-FBDE-051E-F0F1513F9D88}"/>
                  </a:ext>
                </a:extLst>
              </p:cNvPr>
              <p:cNvPicPr/>
              <p:nvPr/>
            </p:nvPicPr>
            <p:blipFill>
              <a:blip r:embed="rId81"/>
              <a:stretch>
                <a:fillRect/>
              </a:stretch>
            </p:blipFill>
            <p:spPr>
              <a:xfrm>
                <a:off x="6990585" y="6195255"/>
                <a:ext cx="7128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7" name="Ink 86">
                <a:extLst>
                  <a:ext uri="{FF2B5EF4-FFF2-40B4-BE49-F238E27FC236}">
                    <a16:creationId xmlns:a16="http://schemas.microsoft.com/office/drawing/2014/main" id="{928BD793-AC55-3F62-71DB-A4754655AB91}"/>
                  </a:ext>
                </a:extLst>
              </p14:cNvPr>
              <p14:cNvContentPartPr/>
              <p14:nvPr/>
            </p14:nvContentPartPr>
            <p14:xfrm>
              <a:off x="5716185" y="6566415"/>
              <a:ext cx="34560" cy="237960"/>
            </p14:xfrm>
          </p:contentPart>
        </mc:Choice>
        <mc:Fallback xmlns="">
          <p:pic>
            <p:nvPicPr>
              <p:cNvPr id="87" name="Ink 86">
                <a:extLst>
                  <a:ext uri="{FF2B5EF4-FFF2-40B4-BE49-F238E27FC236}">
                    <a16:creationId xmlns:a16="http://schemas.microsoft.com/office/drawing/2014/main" id="{928BD793-AC55-3F62-71DB-A4754655AB91}"/>
                  </a:ext>
                </a:extLst>
              </p:cNvPr>
              <p:cNvPicPr/>
              <p:nvPr/>
            </p:nvPicPr>
            <p:blipFill>
              <a:blip r:embed="rId83"/>
              <a:stretch>
                <a:fillRect/>
              </a:stretch>
            </p:blipFill>
            <p:spPr>
              <a:xfrm>
                <a:off x="5710065" y="6560295"/>
                <a:ext cx="46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8" name="Ink 87">
                <a:extLst>
                  <a:ext uri="{FF2B5EF4-FFF2-40B4-BE49-F238E27FC236}">
                    <a16:creationId xmlns:a16="http://schemas.microsoft.com/office/drawing/2014/main" id="{3FE9F13F-0C3B-0E06-C7D7-070D7924DA2C}"/>
                  </a:ext>
                </a:extLst>
              </p14:cNvPr>
              <p14:cNvContentPartPr/>
              <p14:nvPr/>
            </p14:nvContentPartPr>
            <p14:xfrm>
              <a:off x="6869625" y="6611055"/>
              <a:ext cx="178920" cy="178200"/>
            </p14:xfrm>
          </p:contentPart>
        </mc:Choice>
        <mc:Fallback xmlns="">
          <p:pic>
            <p:nvPicPr>
              <p:cNvPr id="88" name="Ink 87">
                <a:extLst>
                  <a:ext uri="{FF2B5EF4-FFF2-40B4-BE49-F238E27FC236}">
                    <a16:creationId xmlns:a16="http://schemas.microsoft.com/office/drawing/2014/main" id="{3FE9F13F-0C3B-0E06-C7D7-070D7924DA2C}"/>
                  </a:ext>
                </a:extLst>
              </p:cNvPr>
              <p:cNvPicPr/>
              <p:nvPr/>
            </p:nvPicPr>
            <p:blipFill>
              <a:blip r:embed="rId85"/>
              <a:stretch>
                <a:fillRect/>
              </a:stretch>
            </p:blipFill>
            <p:spPr>
              <a:xfrm>
                <a:off x="6863505" y="6604935"/>
                <a:ext cx="191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11" name="Ink 110">
                <a:extLst>
                  <a:ext uri="{FF2B5EF4-FFF2-40B4-BE49-F238E27FC236}">
                    <a16:creationId xmlns:a16="http://schemas.microsoft.com/office/drawing/2014/main" id="{7816B624-96CA-E53E-0074-C84E0C6760E6}"/>
                  </a:ext>
                </a:extLst>
              </p14:cNvPr>
              <p14:cNvContentPartPr/>
              <p14:nvPr/>
            </p14:nvContentPartPr>
            <p14:xfrm>
              <a:off x="509505" y="5245575"/>
              <a:ext cx="35640" cy="348120"/>
            </p14:xfrm>
          </p:contentPart>
        </mc:Choice>
        <mc:Fallback xmlns="">
          <p:pic>
            <p:nvPicPr>
              <p:cNvPr id="111" name="Ink 110">
                <a:extLst>
                  <a:ext uri="{FF2B5EF4-FFF2-40B4-BE49-F238E27FC236}">
                    <a16:creationId xmlns:a16="http://schemas.microsoft.com/office/drawing/2014/main" id="{7816B624-96CA-E53E-0074-C84E0C6760E6}"/>
                  </a:ext>
                </a:extLst>
              </p:cNvPr>
              <p:cNvPicPr/>
              <p:nvPr/>
            </p:nvPicPr>
            <p:blipFill>
              <a:blip r:embed="rId87"/>
              <a:stretch>
                <a:fillRect/>
              </a:stretch>
            </p:blipFill>
            <p:spPr>
              <a:xfrm>
                <a:off x="503385" y="5239455"/>
                <a:ext cx="478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2" name="Ink 111">
                <a:extLst>
                  <a:ext uri="{FF2B5EF4-FFF2-40B4-BE49-F238E27FC236}">
                    <a16:creationId xmlns:a16="http://schemas.microsoft.com/office/drawing/2014/main" id="{F33A809B-55FC-54B9-CB9A-4416B2F93A71}"/>
                  </a:ext>
                </a:extLst>
              </p14:cNvPr>
              <p14:cNvContentPartPr/>
              <p14:nvPr/>
            </p14:nvContentPartPr>
            <p14:xfrm>
              <a:off x="382785" y="4924815"/>
              <a:ext cx="227880" cy="288360"/>
            </p14:xfrm>
          </p:contentPart>
        </mc:Choice>
        <mc:Fallback xmlns="">
          <p:pic>
            <p:nvPicPr>
              <p:cNvPr id="112" name="Ink 111">
                <a:extLst>
                  <a:ext uri="{FF2B5EF4-FFF2-40B4-BE49-F238E27FC236}">
                    <a16:creationId xmlns:a16="http://schemas.microsoft.com/office/drawing/2014/main" id="{F33A809B-55FC-54B9-CB9A-4416B2F93A71}"/>
                  </a:ext>
                </a:extLst>
              </p:cNvPr>
              <p:cNvPicPr/>
              <p:nvPr/>
            </p:nvPicPr>
            <p:blipFill>
              <a:blip r:embed="rId89"/>
              <a:stretch>
                <a:fillRect/>
              </a:stretch>
            </p:blipFill>
            <p:spPr>
              <a:xfrm>
                <a:off x="376665" y="4918695"/>
                <a:ext cx="2401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13" name="Ink 112">
                <a:extLst>
                  <a:ext uri="{FF2B5EF4-FFF2-40B4-BE49-F238E27FC236}">
                    <a16:creationId xmlns:a16="http://schemas.microsoft.com/office/drawing/2014/main" id="{726B54EA-0867-5B4B-DC6D-4A7D5D7665B3}"/>
                  </a:ext>
                </a:extLst>
              </p14:cNvPr>
              <p14:cNvContentPartPr/>
              <p14:nvPr/>
            </p14:nvContentPartPr>
            <p14:xfrm>
              <a:off x="653505" y="5204535"/>
              <a:ext cx="315720" cy="164520"/>
            </p14:xfrm>
          </p:contentPart>
        </mc:Choice>
        <mc:Fallback xmlns="">
          <p:pic>
            <p:nvPicPr>
              <p:cNvPr id="113" name="Ink 112">
                <a:extLst>
                  <a:ext uri="{FF2B5EF4-FFF2-40B4-BE49-F238E27FC236}">
                    <a16:creationId xmlns:a16="http://schemas.microsoft.com/office/drawing/2014/main" id="{726B54EA-0867-5B4B-DC6D-4A7D5D7665B3}"/>
                  </a:ext>
                </a:extLst>
              </p:cNvPr>
              <p:cNvPicPr/>
              <p:nvPr/>
            </p:nvPicPr>
            <p:blipFill>
              <a:blip r:embed="rId91"/>
              <a:stretch>
                <a:fillRect/>
              </a:stretch>
            </p:blipFill>
            <p:spPr>
              <a:xfrm>
                <a:off x="647385" y="5198415"/>
                <a:ext cx="3279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 name="Ink 1">
                <a:extLst>
                  <a:ext uri="{FF2B5EF4-FFF2-40B4-BE49-F238E27FC236}">
                    <a16:creationId xmlns:a16="http://schemas.microsoft.com/office/drawing/2014/main" id="{0FED7F69-38C3-37DE-1396-758106DA1C97}"/>
                  </a:ext>
                </a:extLst>
              </p14:cNvPr>
              <p14:cNvContentPartPr/>
              <p14:nvPr/>
            </p14:nvContentPartPr>
            <p14:xfrm>
              <a:off x="1193865" y="472695"/>
              <a:ext cx="90000" cy="799200"/>
            </p14:xfrm>
          </p:contentPart>
        </mc:Choice>
        <mc:Fallback xmlns="">
          <p:pic>
            <p:nvPicPr>
              <p:cNvPr id="2" name="Ink 1">
                <a:extLst>
                  <a:ext uri="{FF2B5EF4-FFF2-40B4-BE49-F238E27FC236}">
                    <a16:creationId xmlns:a16="http://schemas.microsoft.com/office/drawing/2014/main" id="{0FED7F69-38C3-37DE-1396-758106DA1C97}"/>
                  </a:ext>
                </a:extLst>
              </p:cNvPr>
              <p:cNvPicPr/>
              <p:nvPr/>
            </p:nvPicPr>
            <p:blipFill>
              <a:blip r:embed="rId93"/>
              <a:stretch>
                <a:fillRect/>
              </a:stretch>
            </p:blipFill>
            <p:spPr>
              <a:xfrm>
                <a:off x="1187745" y="466575"/>
                <a:ext cx="102240" cy="811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 name="Ink 2">
                <a:extLst>
                  <a:ext uri="{FF2B5EF4-FFF2-40B4-BE49-F238E27FC236}">
                    <a16:creationId xmlns:a16="http://schemas.microsoft.com/office/drawing/2014/main" id="{BD6E38BD-0276-18F3-CA3A-B97F407DED30}"/>
                  </a:ext>
                </a:extLst>
              </p14:cNvPr>
              <p14:cNvContentPartPr/>
              <p14:nvPr/>
            </p14:nvContentPartPr>
            <p14:xfrm>
              <a:off x="899385" y="369015"/>
              <a:ext cx="681840" cy="952200"/>
            </p14:xfrm>
          </p:contentPart>
        </mc:Choice>
        <mc:Fallback xmlns="">
          <p:pic>
            <p:nvPicPr>
              <p:cNvPr id="3" name="Ink 2">
                <a:extLst>
                  <a:ext uri="{FF2B5EF4-FFF2-40B4-BE49-F238E27FC236}">
                    <a16:creationId xmlns:a16="http://schemas.microsoft.com/office/drawing/2014/main" id="{BD6E38BD-0276-18F3-CA3A-B97F407DED30}"/>
                  </a:ext>
                </a:extLst>
              </p:cNvPr>
              <p:cNvPicPr/>
              <p:nvPr/>
            </p:nvPicPr>
            <p:blipFill>
              <a:blip r:embed="rId95"/>
              <a:stretch>
                <a:fillRect/>
              </a:stretch>
            </p:blipFill>
            <p:spPr>
              <a:xfrm>
                <a:off x="893265" y="362895"/>
                <a:ext cx="694080" cy="964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 name="Ink 3">
                <a:extLst>
                  <a:ext uri="{FF2B5EF4-FFF2-40B4-BE49-F238E27FC236}">
                    <a16:creationId xmlns:a16="http://schemas.microsoft.com/office/drawing/2014/main" id="{0B4B4DE1-3CFD-8AE4-DEEC-60EA3E4E2572}"/>
                  </a:ext>
                </a:extLst>
              </p14:cNvPr>
              <p14:cNvContentPartPr/>
              <p14:nvPr/>
            </p14:nvContentPartPr>
            <p14:xfrm>
              <a:off x="2151105" y="339135"/>
              <a:ext cx="577440" cy="601560"/>
            </p14:xfrm>
          </p:contentPart>
        </mc:Choice>
        <mc:Fallback xmlns="">
          <p:pic>
            <p:nvPicPr>
              <p:cNvPr id="4" name="Ink 3">
                <a:extLst>
                  <a:ext uri="{FF2B5EF4-FFF2-40B4-BE49-F238E27FC236}">
                    <a16:creationId xmlns:a16="http://schemas.microsoft.com/office/drawing/2014/main" id="{0B4B4DE1-3CFD-8AE4-DEEC-60EA3E4E2572}"/>
                  </a:ext>
                </a:extLst>
              </p:cNvPr>
              <p:cNvPicPr/>
              <p:nvPr/>
            </p:nvPicPr>
            <p:blipFill>
              <a:blip r:embed="rId97"/>
              <a:stretch>
                <a:fillRect/>
              </a:stretch>
            </p:blipFill>
            <p:spPr>
              <a:xfrm>
                <a:off x="2144985" y="333015"/>
                <a:ext cx="589680" cy="613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 name="Ink 4">
                <a:extLst>
                  <a:ext uri="{FF2B5EF4-FFF2-40B4-BE49-F238E27FC236}">
                    <a16:creationId xmlns:a16="http://schemas.microsoft.com/office/drawing/2014/main" id="{C2AB6979-7F52-E906-E6A4-39ECED7C7520}"/>
                  </a:ext>
                </a:extLst>
              </p14:cNvPr>
              <p14:cNvContentPartPr/>
              <p14:nvPr/>
            </p14:nvContentPartPr>
            <p14:xfrm>
              <a:off x="2893065" y="565215"/>
              <a:ext cx="405720" cy="371160"/>
            </p14:xfrm>
          </p:contentPart>
        </mc:Choice>
        <mc:Fallback xmlns="">
          <p:pic>
            <p:nvPicPr>
              <p:cNvPr id="5" name="Ink 4">
                <a:extLst>
                  <a:ext uri="{FF2B5EF4-FFF2-40B4-BE49-F238E27FC236}">
                    <a16:creationId xmlns:a16="http://schemas.microsoft.com/office/drawing/2014/main" id="{C2AB6979-7F52-E906-E6A4-39ECED7C7520}"/>
                  </a:ext>
                </a:extLst>
              </p:cNvPr>
              <p:cNvPicPr/>
              <p:nvPr/>
            </p:nvPicPr>
            <p:blipFill>
              <a:blip r:embed="rId99"/>
              <a:stretch>
                <a:fillRect/>
              </a:stretch>
            </p:blipFill>
            <p:spPr>
              <a:xfrm>
                <a:off x="2886945" y="559095"/>
                <a:ext cx="41796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 name="Ink 5">
                <a:extLst>
                  <a:ext uri="{FF2B5EF4-FFF2-40B4-BE49-F238E27FC236}">
                    <a16:creationId xmlns:a16="http://schemas.microsoft.com/office/drawing/2014/main" id="{18BF858B-B6B7-E98B-41B1-1847262C4AEC}"/>
                  </a:ext>
                </a:extLst>
              </p14:cNvPr>
              <p14:cNvContentPartPr/>
              <p14:nvPr/>
            </p14:nvContentPartPr>
            <p14:xfrm>
              <a:off x="3410385" y="156615"/>
              <a:ext cx="771120" cy="1281240"/>
            </p14:xfrm>
          </p:contentPart>
        </mc:Choice>
        <mc:Fallback xmlns="">
          <p:pic>
            <p:nvPicPr>
              <p:cNvPr id="6" name="Ink 5">
                <a:extLst>
                  <a:ext uri="{FF2B5EF4-FFF2-40B4-BE49-F238E27FC236}">
                    <a16:creationId xmlns:a16="http://schemas.microsoft.com/office/drawing/2014/main" id="{18BF858B-B6B7-E98B-41B1-1847262C4AEC}"/>
                  </a:ext>
                </a:extLst>
              </p:cNvPr>
              <p:cNvPicPr/>
              <p:nvPr/>
            </p:nvPicPr>
            <p:blipFill>
              <a:blip r:embed="rId101"/>
              <a:stretch>
                <a:fillRect/>
              </a:stretch>
            </p:blipFill>
            <p:spPr>
              <a:xfrm>
                <a:off x="3404265" y="150495"/>
                <a:ext cx="783360" cy="1293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 name="Ink 6">
                <a:extLst>
                  <a:ext uri="{FF2B5EF4-FFF2-40B4-BE49-F238E27FC236}">
                    <a16:creationId xmlns:a16="http://schemas.microsoft.com/office/drawing/2014/main" id="{2391D436-EAA8-822E-73DF-0FBF4D68249F}"/>
                  </a:ext>
                </a:extLst>
              </p14:cNvPr>
              <p14:cNvContentPartPr/>
              <p14:nvPr/>
            </p14:nvContentPartPr>
            <p14:xfrm>
              <a:off x="4280865" y="572775"/>
              <a:ext cx="433080" cy="438480"/>
            </p14:xfrm>
          </p:contentPart>
        </mc:Choice>
        <mc:Fallback xmlns="">
          <p:pic>
            <p:nvPicPr>
              <p:cNvPr id="7" name="Ink 6">
                <a:extLst>
                  <a:ext uri="{FF2B5EF4-FFF2-40B4-BE49-F238E27FC236}">
                    <a16:creationId xmlns:a16="http://schemas.microsoft.com/office/drawing/2014/main" id="{2391D436-EAA8-822E-73DF-0FBF4D68249F}"/>
                  </a:ext>
                </a:extLst>
              </p:cNvPr>
              <p:cNvPicPr/>
              <p:nvPr/>
            </p:nvPicPr>
            <p:blipFill>
              <a:blip r:embed="rId103"/>
              <a:stretch>
                <a:fillRect/>
              </a:stretch>
            </p:blipFill>
            <p:spPr>
              <a:xfrm>
                <a:off x="4274745" y="566655"/>
                <a:ext cx="4453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 name="Ink 7">
                <a:extLst>
                  <a:ext uri="{FF2B5EF4-FFF2-40B4-BE49-F238E27FC236}">
                    <a16:creationId xmlns:a16="http://schemas.microsoft.com/office/drawing/2014/main" id="{4CD7DD6F-B86E-0C9C-50CE-8B0B6B4B1DE7}"/>
                  </a:ext>
                </a:extLst>
              </p14:cNvPr>
              <p14:cNvContentPartPr/>
              <p14:nvPr/>
            </p14:nvContentPartPr>
            <p14:xfrm>
              <a:off x="4757145" y="583575"/>
              <a:ext cx="61920" cy="38520"/>
            </p14:xfrm>
          </p:contentPart>
        </mc:Choice>
        <mc:Fallback xmlns="">
          <p:pic>
            <p:nvPicPr>
              <p:cNvPr id="8" name="Ink 7">
                <a:extLst>
                  <a:ext uri="{FF2B5EF4-FFF2-40B4-BE49-F238E27FC236}">
                    <a16:creationId xmlns:a16="http://schemas.microsoft.com/office/drawing/2014/main" id="{4CD7DD6F-B86E-0C9C-50CE-8B0B6B4B1DE7}"/>
                  </a:ext>
                </a:extLst>
              </p:cNvPr>
              <p:cNvPicPr/>
              <p:nvPr/>
            </p:nvPicPr>
            <p:blipFill>
              <a:blip r:embed="rId105"/>
              <a:stretch>
                <a:fillRect/>
              </a:stretch>
            </p:blipFill>
            <p:spPr>
              <a:xfrm>
                <a:off x="4751025" y="577455"/>
                <a:ext cx="741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 name="Ink 8">
                <a:extLst>
                  <a:ext uri="{FF2B5EF4-FFF2-40B4-BE49-F238E27FC236}">
                    <a16:creationId xmlns:a16="http://schemas.microsoft.com/office/drawing/2014/main" id="{1B2DC3AE-EA8A-CE92-F0CC-A968FBF0CF0A}"/>
                  </a:ext>
                </a:extLst>
              </p14:cNvPr>
              <p14:cNvContentPartPr/>
              <p14:nvPr/>
            </p14:nvContentPartPr>
            <p14:xfrm>
              <a:off x="4857225" y="696615"/>
              <a:ext cx="152280" cy="266760"/>
            </p14:xfrm>
          </p:contentPart>
        </mc:Choice>
        <mc:Fallback xmlns="">
          <p:pic>
            <p:nvPicPr>
              <p:cNvPr id="9" name="Ink 8">
                <a:extLst>
                  <a:ext uri="{FF2B5EF4-FFF2-40B4-BE49-F238E27FC236}">
                    <a16:creationId xmlns:a16="http://schemas.microsoft.com/office/drawing/2014/main" id="{1B2DC3AE-EA8A-CE92-F0CC-A968FBF0CF0A}"/>
                  </a:ext>
                </a:extLst>
              </p:cNvPr>
              <p:cNvPicPr/>
              <p:nvPr/>
            </p:nvPicPr>
            <p:blipFill>
              <a:blip r:embed="rId107"/>
              <a:stretch>
                <a:fillRect/>
              </a:stretch>
            </p:blipFill>
            <p:spPr>
              <a:xfrm>
                <a:off x="4851105" y="690495"/>
                <a:ext cx="1645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 name="Ink 9">
                <a:extLst>
                  <a:ext uri="{FF2B5EF4-FFF2-40B4-BE49-F238E27FC236}">
                    <a16:creationId xmlns:a16="http://schemas.microsoft.com/office/drawing/2014/main" id="{9C4BDEB7-D7AC-56B7-F71D-FF0D47643E86}"/>
                  </a:ext>
                </a:extLst>
              </p14:cNvPr>
              <p14:cNvContentPartPr/>
              <p14:nvPr/>
            </p14:nvContentPartPr>
            <p14:xfrm>
              <a:off x="5125065" y="681135"/>
              <a:ext cx="254160" cy="352080"/>
            </p14:xfrm>
          </p:contentPart>
        </mc:Choice>
        <mc:Fallback xmlns="">
          <p:pic>
            <p:nvPicPr>
              <p:cNvPr id="10" name="Ink 9">
                <a:extLst>
                  <a:ext uri="{FF2B5EF4-FFF2-40B4-BE49-F238E27FC236}">
                    <a16:creationId xmlns:a16="http://schemas.microsoft.com/office/drawing/2014/main" id="{9C4BDEB7-D7AC-56B7-F71D-FF0D47643E86}"/>
                  </a:ext>
                </a:extLst>
              </p:cNvPr>
              <p:cNvPicPr/>
              <p:nvPr/>
            </p:nvPicPr>
            <p:blipFill>
              <a:blip r:embed="rId109"/>
              <a:stretch>
                <a:fillRect/>
              </a:stretch>
            </p:blipFill>
            <p:spPr>
              <a:xfrm>
                <a:off x="5118945" y="675015"/>
                <a:ext cx="26640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 name="Ink 10">
                <a:extLst>
                  <a:ext uri="{FF2B5EF4-FFF2-40B4-BE49-F238E27FC236}">
                    <a16:creationId xmlns:a16="http://schemas.microsoft.com/office/drawing/2014/main" id="{7147E957-6BBC-6EA7-F8CB-3AE4091EDADE}"/>
                  </a:ext>
                </a:extLst>
              </p14:cNvPr>
              <p14:cNvContentPartPr/>
              <p14:nvPr/>
            </p14:nvContentPartPr>
            <p14:xfrm>
              <a:off x="6297585" y="518775"/>
              <a:ext cx="1351440" cy="414360"/>
            </p14:xfrm>
          </p:contentPart>
        </mc:Choice>
        <mc:Fallback xmlns="">
          <p:pic>
            <p:nvPicPr>
              <p:cNvPr id="11" name="Ink 10">
                <a:extLst>
                  <a:ext uri="{FF2B5EF4-FFF2-40B4-BE49-F238E27FC236}">
                    <a16:creationId xmlns:a16="http://schemas.microsoft.com/office/drawing/2014/main" id="{7147E957-6BBC-6EA7-F8CB-3AE4091EDADE}"/>
                  </a:ext>
                </a:extLst>
              </p:cNvPr>
              <p:cNvPicPr/>
              <p:nvPr/>
            </p:nvPicPr>
            <p:blipFill>
              <a:blip r:embed="rId111"/>
              <a:stretch>
                <a:fillRect/>
              </a:stretch>
            </p:blipFill>
            <p:spPr>
              <a:xfrm>
                <a:off x="6291465" y="512655"/>
                <a:ext cx="13636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 name="Ink 11">
                <a:extLst>
                  <a:ext uri="{FF2B5EF4-FFF2-40B4-BE49-F238E27FC236}">
                    <a16:creationId xmlns:a16="http://schemas.microsoft.com/office/drawing/2014/main" id="{AC54C22C-28CE-B1F0-9EBE-E806987D5D81}"/>
                  </a:ext>
                </a:extLst>
              </p14:cNvPr>
              <p14:cNvContentPartPr/>
              <p14:nvPr/>
            </p14:nvContentPartPr>
            <p14:xfrm>
              <a:off x="7463625" y="667815"/>
              <a:ext cx="327240" cy="42480"/>
            </p14:xfrm>
          </p:contentPart>
        </mc:Choice>
        <mc:Fallback xmlns="">
          <p:pic>
            <p:nvPicPr>
              <p:cNvPr id="12" name="Ink 11">
                <a:extLst>
                  <a:ext uri="{FF2B5EF4-FFF2-40B4-BE49-F238E27FC236}">
                    <a16:creationId xmlns:a16="http://schemas.microsoft.com/office/drawing/2014/main" id="{AC54C22C-28CE-B1F0-9EBE-E806987D5D81}"/>
                  </a:ext>
                </a:extLst>
              </p:cNvPr>
              <p:cNvPicPr/>
              <p:nvPr/>
            </p:nvPicPr>
            <p:blipFill>
              <a:blip r:embed="rId113"/>
              <a:stretch>
                <a:fillRect/>
              </a:stretch>
            </p:blipFill>
            <p:spPr>
              <a:xfrm>
                <a:off x="7457505" y="661695"/>
                <a:ext cx="339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 name="Ink 12">
                <a:extLst>
                  <a:ext uri="{FF2B5EF4-FFF2-40B4-BE49-F238E27FC236}">
                    <a16:creationId xmlns:a16="http://schemas.microsoft.com/office/drawing/2014/main" id="{B8497F32-AD08-45A3-1546-32D71677D449}"/>
                  </a:ext>
                </a:extLst>
              </p14:cNvPr>
              <p14:cNvContentPartPr/>
              <p14:nvPr/>
            </p14:nvContentPartPr>
            <p14:xfrm>
              <a:off x="7927665" y="615975"/>
              <a:ext cx="281520" cy="225000"/>
            </p14:xfrm>
          </p:contentPart>
        </mc:Choice>
        <mc:Fallback xmlns="">
          <p:pic>
            <p:nvPicPr>
              <p:cNvPr id="13" name="Ink 12">
                <a:extLst>
                  <a:ext uri="{FF2B5EF4-FFF2-40B4-BE49-F238E27FC236}">
                    <a16:creationId xmlns:a16="http://schemas.microsoft.com/office/drawing/2014/main" id="{B8497F32-AD08-45A3-1546-32D71677D449}"/>
                  </a:ext>
                </a:extLst>
              </p:cNvPr>
              <p:cNvPicPr/>
              <p:nvPr/>
            </p:nvPicPr>
            <p:blipFill>
              <a:blip r:embed="rId115"/>
              <a:stretch>
                <a:fillRect/>
              </a:stretch>
            </p:blipFill>
            <p:spPr>
              <a:xfrm>
                <a:off x="7921545" y="609855"/>
                <a:ext cx="293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4" name="Ink 13">
                <a:extLst>
                  <a:ext uri="{FF2B5EF4-FFF2-40B4-BE49-F238E27FC236}">
                    <a16:creationId xmlns:a16="http://schemas.microsoft.com/office/drawing/2014/main" id="{A981B142-0875-D546-AD63-21C525CDAEB2}"/>
                  </a:ext>
                </a:extLst>
              </p14:cNvPr>
              <p14:cNvContentPartPr/>
              <p14:nvPr/>
            </p14:nvContentPartPr>
            <p14:xfrm>
              <a:off x="8302425" y="438495"/>
              <a:ext cx="67680" cy="66240"/>
            </p14:xfrm>
          </p:contentPart>
        </mc:Choice>
        <mc:Fallback xmlns="">
          <p:pic>
            <p:nvPicPr>
              <p:cNvPr id="14" name="Ink 13">
                <a:extLst>
                  <a:ext uri="{FF2B5EF4-FFF2-40B4-BE49-F238E27FC236}">
                    <a16:creationId xmlns:a16="http://schemas.microsoft.com/office/drawing/2014/main" id="{A981B142-0875-D546-AD63-21C525CDAEB2}"/>
                  </a:ext>
                </a:extLst>
              </p:cNvPr>
              <p:cNvPicPr/>
              <p:nvPr/>
            </p:nvPicPr>
            <p:blipFill>
              <a:blip r:embed="rId117"/>
              <a:stretch>
                <a:fillRect/>
              </a:stretch>
            </p:blipFill>
            <p:spPr>
              <a:xfrm>
                <a:off x="8296305" y="432375"/>
                <a:ext cx="799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5" name="Ink 14">
                <a:extLst>
                  <a:ext uri="{FF2B5EF4-FFF2-40B4-BE49-F238E27FC236}">
                    <a16:creationId xmlns:a16="http://schemas.microsoft.com/office/drawing/2014/main" id="{1AD61A74-E47D-9217-A140-BE589D7844D7}"/>
                  </a:ext>
                </a:extLst>
              </p14:cNvPr>
              <p14:cNvContentPartPr/>
              <p14:nvPr/>
            </p14:nvContentPartPr>
            <p14:xfrm>
              <a:off x="8390625" y="668895"/>
              <a:ext cx="227880" cy="199800"/>
            </p14:xfrm>
          </p:contentPart>
        </mc:Choice>
        <mc:Fallback xmlns="">
          <p:pic>
            <p:nvPicPr>
              <p:cNvPr id="15" name="Ink 14">
                <a:extLst>
                  <a:ext uri="{FF2B5EF4-FFF2-40B4-BE49-F238E27FC236}">
                    <a16:creationId xmlns:a16="http://schemas.microsoft.com/office/drawing/2014/main" id="{1AD61A74-E47D-9217-A140-BE589D7844D7}"/>
                  </a:ext>
                </a:extLst>
              </p:cNvPr>
              <p:cNvPicPr/>
              <p:nvPr/>
            </p:nvPicPr>
            <p:blipFill>
              <a:blip r:embed="rId119"/>
              <a:stretch>
                <a:fillRect/>
              </a:stretch>
            </p:blipFill>
            <p:spPr>
              <a:xfrm>
                <a:off x="8384505" y="662775"/>
                <a:ext cx="24012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6" name="Ink 15">
                <a:extLst>
                  <a:ext uri="{FF2B5EF4-FFF2-40B4-BE49-F238E27FC236}">
                    <a16:creationId xmlns:a16="http://schemas.microsoft.com/office/drawing/2014/main" id="{5A781997-E4E9-144D-901B-BE45734C05DD}"/>
                  </a:ext>
                </a:extLst>
              </p14:cNvPr>
              <p14:cNvContentPartPr/>
              <p14:nvPr/>
            </p14:nvContentPartPr>
            <p14:xfrm>
              <a:off x="8422665" y="628575"/>
              <a:ext cx="127080" cy="325440"/>
            </p14:xfrm>
          </p:contentPart>
        </mc:Choice>
        <mc:Fallback xmlns="">
          <p:pic>
            <p:nvPicPr>
              <p:cNvPr id="16" name="Ink 15">
                <a:extLst>
                  <a:ext uri="{FF2B5EF4-FFF2-40B4-BE49-F238E27FC236}">
                    <a16:creationId xmlns:a16="http://schemas.microsoft.com/office/drawing/2014/main" id="{5A781997-E4E9-144D-901B-BE45734C05DD}"/>
                  </a:ext>
                </a:extLst>
              </p:cNvPr>
              <p:cNvPicPr/>
              <p:nvPr/>
            </p:nvPicPr>
            <p:blipFill>
              <a:blip r:embed="rId121"/>
              <a:stretch>
                <a:fillRect/>
              </a:stretch>
            </p:blipFill>
            <p:spPr>
              <a:xfrm>
                <a:off x="8416545" y="622455"/>
                <a:ext cx="1393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7" name="Ink 16">
                <a:extLst>
                  <a:ext uri="{FF2B5EF4-FFF2-40B4-BE49-F238E27FC236}">
                    <a16:creationId xmlns:a16="http://schemas.microsoft.com/office/drawing/2014/main" id="{9FCD1765-6B94-C09A-AFB9-4FA9CA377BA4}"/>
                  </a:ext>
                </a:extLst>
              </p14:cNvPr>
              <p14:cNvContentPartPr/>
              <p14:nvPr/>
            </p14:nvContentPartPr>
            <p14:xfrm>
              <a:off x="8857905" y="691575"/>
              <a:ext cx="16200" cy="7560"/>
            </p14:xfrm>
          </p:contentPart>
        </mc:Choice>
        <mc:Fallback xmlns="">
          <p:pic>
            <p:nvPicPr>
              <p:cNvPr id="17" name="Ink 16">
                <a:extLst>
                  <a:ext uri="{FF2B5EF4-FFF2-40B4-BE49-F238E27FC236}">
                    <a16:creationId xmlns:a16="http://schemas.microsoft.com/office/drawing/2014/main" id="{9FCD1765-6B94-C09A-AFB9-4FA9CA377BA4}"/>
                  </a:ext>
                </a:extLst>
              </p:cNvPr>
              <p:cNvPicPr/>
              <p:nvPr/>
            </p:nvPicPr>
            <p:blipFill>
              <a:blip r:embed="rId123"/>
              <a:stretch>
                <a:fillRect/>
              </a:stretch>
            </p:blipFill>
            <p:spPr>
              <a:xfrm>
                <a:off x="8851785" y="685455"/>
                <a:ext cx="284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7" name="Ink 26">
                <a:extLst>
                  <a:ext uri="{FF2B5EF4-FFF2-40B4-BE49-F238E27FC236}">
                    <a16:creationId xmlns:a16="http://schemas.microsoft.com/office/drawing/2014/main" id="{C5C66229-F151-784A-1D1D-A03AA06AE415}"/>
                  </a:ext>
                </a:extLst>
              </p14:cNvPr>
              <p14:cNvContentPartPr/>
              <p14:nvPr/>
            </p14:nvContentPartPr>
            <p14:xfrm>
              <a:off x="4067745" y="2937975"/>
              <a:ext cx="202680" cy="64080"/>
            </p14:xfrm>
          </p:contentPart>
        </mc:Choice>
        <mc:Fallback xmlns="">
          <p:pic>
            <p:nvPicPr>
              <p:cNvPr id="27" name="Ink 26">
                <a:extLst>
                  <a:ext uri="{FF2B5EF4-FFF2-40B4-BE49-F238E27FC236}">
                    <a16:creationId xmlns:a16="http://schemas.microsoft.com/office/drawing/2014/main" id="{C5C66229-F151-784A-1D1D-A03AA06AE415}"/>
                  </a:ext>
                </a:extLst>
              </p:cNvPr>
              <p:cNvPicPr/>
              <p:nvPr/>
            </p:nvPicPr>
            <p:blipFill>
              <a:blip r:embed="rId125"/>
              <a:stretch>
                <a:fillRect/>
              </a:stretch>
            </p:blipFill>
            <p:spPr>
              <a:xfrm>
                <a:off x="4061625" y="2931855"/>
                <a:ext cx="2149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8" name="Ink 27">
                <a:extLst>
                  <a:ext uri="{FF2B5EF4-FFF2-40B4-BE49-F238E27FC236}">
                    <a16:creationId xmlns:a16="http://schemas.microsoft.com/office/drawing/2014/main" id="{0D3DBE51-8D89-DA22-B815-CC8DED8DE4FF}"/>
                  </a:ext>
                </a:extLst>
              </p14:cNvPr>
              <p14:cNvContentPartPr/>
              <p14:nvPr/>
            </p14:nvContentPartPr>
            <p14:xfrm>
              <a:off x="5939025" y="2711895"/>
              <a:ext cx="319320" cy="72360"/>
            </p14:xfrm>
          </p:contentPart>
        </mc:Choice>
        <mc:Fallback xmlns="">
          <p:pic>
            <p:nvPicPr>
              <p:cNvPr id="28" name="Ink 27">
                <a:extLst>
                  <a:ext uri="{FF2B5EF4-FFF2-40B4-BE49-F238E27FC236}">
                    <a16:creationId xmlns:a16="http://schemas.microsoft.com/office/drawing/2014/main" id="{0D3DBE51-8D89-DA22-B815-CC8DED8DE4FF}"/>
                  </a:ext>
                </a:extLst>
              </p:cNvPr>
              <p:cNvPicPr/>
              <p:nvPr/>
            </p:nvPicPr>
            <p:blipFill>
              <a:blip r:embed="rId127"/>
              <a:stretch>
                <a:fillRect/>
              </a:stretch>
            </p:blipFill>
            <p:spPr>
              <a:xfrm>
                <a:off x="5932905" y="2705775"/>
                <a:ext cx="331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9" name="Ink 28">
                <a:extLst>
                  <a:ext uri="{FF2B5EF4-FFF2-40B4-BE49-F238E27FC236}">
                    <a16:creationId xmlns:a16="http://schemas.microsoft.com/office/drawing/2014/main" id="{2792A678-4646-CF2B-8C43-F96342D5B9E4}"/>
                  </a:ext>
                </a:extLst>
              </p14:cNvPr>
              <p14:cNvContentPartPr/>
              <p14:nvPr/>
            </p14:nvContentPartPr>
            <p14:xfrm>
              <a:off x="4153425" y="3630615"/>
              <a:ext cx="475920" cy="74520"/>
            </p14:xfrm>
          </p:contentPart>
        </mc:Choice>
        <mc:Fallback xmlns="">
          <p:pic>
            <p:nvPicPr>
              <p:cNvPr id="29" name="Ink 28">
                <a:extLst>
                  <a:ext uri="{FF2B5EF4-FFF2-40B4-BE49-F238E27FC236}">
                    <a16:creationId xmlns:a16="http://schemas.microsoft.com/office/drawing/2014/main" id="{2792A678-4646-CF2B-8C43-F96342D5B9E4}"/>
                  </a:ext>
                </a:extLst>
              </p:cNvPr>
              <p:cNvPicPr/>
              <p:nvPr/>
            </p:nvPicPr>
            <p:blipFill>
              <a:blip r:embed="rId129"/>
              <a:stretch>
                <a:fillRect/>
              </a:stretch>
            </p:blipFill>
            <p:spPr>
              <a:xfrm>
                <a:off x="4147305" y="3624495"/>
                <a:ext cx="488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0" name="Ink 29">
                <a:extLst>
                  <a:ext uri="{FF2B5EF4-FFF2-40B4-BE49-F238E27FC236}">
                    <a16:creationId xmlns:a16="http://schemas.microsoft.com/office/drawing/2014/main" id="{8EBB3C25-A45D-887E-D9FB-ECC39AA3674C}"/>
                  </a:ext>
                </a:extLst>
              </p14:cNvPr>
              <p14:cNvContentPartPr/>
              <p14:nvPr/>
            </p14:nvContentPartPr>
            <p14:xfrm>
              <a:off x="6140985" y="3596415"/>
              <a:ext cx="175320" cy="85680"/>
            </p14:xfrm>
          </p:contentPart>
        </mc:Choice>
        <mc:Fallback xmlns="">
          <p:pic>
            <p:nvPicPr>
              <p:cNvPr id="30" name="Ink 29">
                <a:extLst>
                  <a:ext uri="{FF2B5EF4-FFF2-40B4-BE49-F238E27FC236}">
                    <a16:creationId xmlns:a16="http://schemas.microsoft.com/office/drawing/2014/main" id="{8EBB3C25-A45D-887E-D9FB-ECC39AA3674C}"/>
                  </a:ext>
                </a:extLst>
              </p:cNvPr>
              <p:cNvPicPr/>
              <p:nvPr/>
            </p:nvPicPr>
            <p:blipFill>
              <a:blip r:embed="rId131"/>
              <a:stretch>
                <a:fillRect/>
              </a:stretch>
            </p:blipFill>
            <p:spPr>
              <a:xfrm>
                <a:off x="6134865" y="3590295"/>
                <a:ext cx="1875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1" name="Ink 30">
                <a:extLst>
                  <a:ext uri="{FF2B5EF4-FFF2-40B4-BE49-F238E27FC236}">
                    <a16:creationId xmlns:a16="http://schemas.microsoft.com/office/drawing/2014/main" id="{94B304F6-7C23-A4A6-69B7-BB82FD1B8263}"/>
                  </a:ext>
                </a:extLst>
              </p14:cNvPr>
              <p14:cNvContentPartPr/>
              <p14:nvPr/>
            </p14:nvContentPartPr>
            <p14:xfrm>
              <a:off x="4353585" y="4355655"/>
              <a:ext cx="378720" cy="90000"/>
            </p14:xfrm>
          </p:contentPart>
        </mc:Choice>
        <mc:Fallback xmlns="">
          <p:pic>
            <p:nvPicPr>
              <p:cNvPr id="31" name="Ink 30">
                <a:extLst>
                  <a:ext uri="{FF2B5EF4-FFF2-40B4-BE49-F238E27FC236}">
                    <a16:creationId xmlns:a16="http://schemas.microsoft.com/office/drawing/2014/main" id="{94B304F6-7C23-A4A6-69B7-BB82FD1B8263}"/>
                  </a:ext>
                </a:extLst>
              </p:cNvPr>
              <p:cNvPicPr/>
              <p:nvPr/>
            </p:nvPicPr>
            <p:blipFill>
              <a:blip r:embed="rId133"/>
              <a:stretch>
                <a:fillRect/>
              </a:stretch>
            </p:blipFill>
            <p:spPr>
              <a:xfrm>
                <a:off x="4347465" y="4349535"/>
                <a:ext cx="3909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2" name="Ink 31">
                <a:extLst>
                  <a:ext uri="{FF2B5EF4-FFF2-40B4-BE49-F238E27FC236}">
                    <a16:creationId xmlns:a16="http://schemas.microsoft.com/office/drawing/2014/main" id="{B8E9781A-1864-0CA8-FA77-F767AB7DF9D4}"/>
                  </a:ext>
                </a:extLst>
              </p14:cNvPr>
              <p14:cNvContentPartPr/>
              <p14:nvPr/>
            </p14:nvContentPartPr>
            <p14:xfrm>
              <a:off x="6039465" y="4373655"/>
              <a:ext cx="187920" cy="60480"/>
            </p14:xfrm>
          </p:contentPart>
        </mc:Choice>
        <mc:Fallback xmlns="">
          <p:pic>
            <p:nvPicPr>
              <p:cNvPr id="32" name="Ink 31">
                <a:extLst>
                  <a:ext uri="{FF2B5EF4-FFF2-40B4-BE49-F238E27FC236}">
                    <a16:creationId xmlns:a16="http://schemas.microsoft.com/office/drawing/2014/main" id="{B8E9781A-1864-0CA8-FA77-F767AB7DF9D4}"/>
                  </a:ext>
                </a:extLst>
              </p:cNvPr>
              <p:cNvPicPr/>
              <p:nvPr/>
            </p:nvPicPr>
            <p:blipFill>
              <a:blip r:embed="rId135"/>
              <a:stretch>
                <a:fillRect/>
              </a:stretch>
            </p:blipFill>
            <p:spPr>
              <a:xfrm>
                <a:off x="6033345" y="4367535"/>
                <a:ext cx="20016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0" name="Ink 39">
                <a:extLst>
                  <a:ext uri="{FF2B5EF4-FFF2-40B4-BE49-F238E27FC236}">
                    <a16:creationId xmlns:a16="http://schemas.microsoft.com/office/drawing/2014/main" id="{C053E9C3-DC5D-6B2C-67CC-08F4DC5D156F}"/>
                  </a:ext>
                </a:extLst>
              </p14:cNvPr>
              <p14:cNvContentPartPr/>
              <p14:nvPr/>
            </p14:nvContentPartPr>
            <p14:xfrm>
              <a:off x="8117385" y="1599135"/>
              <a:ext cx="231120" cy="382320"/>
            </p14:xfrm>
          </p:contentPart>
        </mc:Choice>
        <mc:Fallback xmlns="">
          <p:pic>
            <p:nvPicPr>
              <p:cNvPr id="40" name="Ink 39">
                <a:extLst>
                  <a:ext uri="{FF2B5EF4-FFF2-40B4-BE49-F238E27FC236}">
                    <a16:creationId xmlns:a16="http://schemas.microsoft.com/office/drawing/2014/main" id="{C053E9C3-DC5D-6B2C-67CC-08F4DC5D156F}"/>
                  </a:ext>
                </a:extLst>
              </p:cNvPr>
              <p:cNvPicPr/>
              <p:nvPr/>
            </p:nvPicPr>
            <p:blipFill>
              <a:blip r:embed="rId137"/>
              <a:stretch>
                <a:fillRect/>
              </a:stretch>
            </p:blipFill>
            <p:spPr>
              <a:xfrm>
                <a:off x="8111265" y="1593015"/>
                <a:ext cx="24336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1" name="Ink 40">
                <a:extLst>
                  <a:ext uri="{FF2B5EF4-FFF2-40B4-BE49-F238E27FC236}">
                    <a16:creationId xmlns:a16="http://schemas.microsoft.com/office/drawing/2014/main" id="{7605CE7A-4AC1-90EE-02B9-A10C1D769ACA}"/>
                  </a:ext>
                </a:extLst>
              </p14:cNvPr>
              <p14:cNvContentPartPr/>
              <p14:nvPr/>
            </p14:nvContentPartPr>
            <p14:xfrm>
              <a:off x="8282985" y="1501215"/>
              <a:ext cx="438840" cy="893160"/>
            </p14:xfrm>
          </p:contentPart>
        </mc:Choice>
        <mc:Fallback xmlns="">
          <p:pic>
            <p:nvPicPr>
              <p:cNvPr id="41" name="Ink 40">
                <a:extLst>
                  <a:ext uri="{FF2B5EF4-FFF2-40B4-BE49-F238E27FC236}">
                    <a16:creationId xmlns:a16="http://schemas.microsoft.com/office/drawing/2014/main" id="{7605CE7A-4AC1-90EE-02B9-A10C1D769ACA}"/>
                  </a:ext>
                </a:extLst>
              </p:cNvPr>
              <p:cNvPicPr/>
              <p:nvPr/>
            </p:nvPicPr>
            <p:blipFill>
              <a:blip r:embed="rId139"/>
              <a:stretch>
                <a:fillRect/>
              </a:stretch>
            </p:blipFill>
            <p:spPr>
              <a:xfrm>
                <a:off x="8276865" y="1495095"/>
                <a:ext cx="451080" cy="9054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3" name="Ink 42">
                <a:extLst>
                  <a:ext uri="{FF2B5EF4-FFF2-40B4-BE49-F238E27FC236}">
                    <a16:creationId xmlns:a16="http://schemas.microsoft.com/office/drawing/2014/main" id="{1BF4CD6A-FFC3-1375-53F4-45EF02ACEF43}"/>
                  </a:ext>
                </a:extLst>
              </p14:cNvPr>
              <p14:cNvContentPartPr/>
              <p14:nvPr/>
            </p14:nvContentPartPr>
            <p14:xfrm>
              <a:off x="8896785" y="1631895"/>
              <a:ext cx="127080" cy="387000"/>
            </p14:xfrm>
          </p:contentPart>
        </mc:Choice>
        <mc:Fallback xmlns="">
          <p:pic>
            <p:nvPicPr>
              <p:cNvPr id="43" name="Ink 42">
                <a:extLst>
                  <a:ext uri="{FF2B5EF4-FFF2-40B4-BE49-F238E27FC236}">
                    <a16:creationId xmlns:a16="http://schemas.microsoft.com/office/drawing/2014/main" id="{1BF4CD6A-FFC3-1375-53F4-45EF02ACEF43}"/>
                  </a:ext>
                </a:extLst>
              </p:cNvPr>
              <p:cNvPicPr/>
              <p:nvPr/>
            </p:nvPicPr>
            <p:blipFill>
              <a:blip r:embed="rId141"/>
              <a:stretch>
                <a:fillRect/>
              </a:stretch>
            </p:blipFill>
            <p:spPr>
              <a:xfrm>
                <a:off x="8890665" y="1625775"/>
                <a:ext cx="13932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4" name="Ink 43">
                <a:extLst>
                  <a:ext uri="{FF2B5EF4-FFF2-40B4-BE49-F238E27FC236}">
                    <a16:creationId xmlns:a16="http://schemas.microsoft.com/office/drawing/2014/main" id="{10787094-7FD3-7F86-46A3-103767CC50DD}"/>
                  </a:ext>
                </a:extLst>
              </p14:cNvPr>
              <p14:cNvContentPartPr/>
              <p14:nvPr/>
            </p14:nvContentPartPr>
            <p14:xfrm>
              <a:off x="8887785" y="1725135"/>
              <a:ext cx="289800" cy="198000"/>
            </p14:xfrm>
          </p:contentPart>
        </mc:Choice>
        <mc:Fallback xmlns="">
          <p:pic>
            <p:nvPicPr>
              <p:cNvPr id="44" name="Ink 43">
                <a:extLst>
                  <a:ext uri="{FF2B5EF4-FFF2-40B4-BE49-F238E27FC236}">
                    <a16:creationId xmlns:a16="http://schemas.microsoft.com/office/drawing/2014/main" id="{10787094-7FD3-7F86-46A3-103767CC50DD}"/>
                  </a:ext>
                </a:extLst>
              </p:cNvPr>
              <p:cNvPicPr/>
              <p:nvPr/>
            </p:nvPicPr>
            <p:blipFill>
              <a:blip r:embed="rId143"/>
              <a:stretch>
                <a:fillRect/>
              </a:stretch>
            </p:blipFill>
            <p:spPr>
              <a:xfrm>
                <a:off x="8881665" y="1719015"/>
                <a:ext cx="3020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1" name="Ink 20">
                <a:extLst>
                  <a:ext uri="{FF2B5EF4-FFF2-40B4-BE49-F238E27FC236}">
                    <a16:creationId xmlns:a16="http://schemas.microsoft.com/office/drawing/2014/main" id="{12BA67BB-2EB6-0E65-AD17-BA36189BF295}"/>
                  </a:ext>
                </a:extLst>
              </p14:cNvPr>
              <p14:cNvContentPartPr/>
              <p14:nvPr/>
            </p14:nvContentPartPr>
            <p14:xfrm>
              <a:off x="4019865" y="1865895"/>
              <a:ext cx="537480" cy="318600"/>
            </p14:xfrm>
          </p:contentPart>
        </mc:Choice>
        <mc:Fallback xmlns="">
          <p:pic>
            <p:nvPicPr>
              <p:cNvPr id="21" name="Ink 20">
                <a:extLst>
                  <a:ext uri="{FF2B5EF4-FFF2-40B4-BE49-F238E27FC236}">
                    <a16:creationId xmlns:a16="http://schemas.microsoft.com/office/drawing/2014/main" id="{12BA67BB-2EB6-0E65-AD17-BA36189BF295}"/>
                  </a:ext>
                </a:extLst>
              </p:cNvPr>
              <p:cNvPicPr/>
              <p:nvPr/>
            </p:nvPicPr>
            <p:blipFill>
              <a:blip r:embed="rId145"/>
              <a:stretch>
                <a:fillRect/>
              </a:stretch>
            </p:blipFill>
            <p:spPr>
              <a:xfrm>
                <a:off x="4013745" y="1859775"/>
                <a:ext cx="54972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2" name="Ink 21">
                <a:extLst>
                  <a:ext uri="{FF2B5EF4-FFF2-40B4-BE49-F238E27FC236}">
                    <a16:creationId xmlns:a16="http://schemas.microsoft.com/office/drawing/2014/main" id="{637B3CF6-25A3-8C02-8D5B-4BF02C40470A}"/>
                  </a:ext>
                </a:extLst>
              </p14:cNvPr>
              <p14:cNvContentPartPr/>
              <p14:nvPr/>
            </p14:nvContentPartPr>
            <p14:xfrm>
              <a:off x="4632225" y="2095215"/>
              <a:ext cx="57600" cy="156240"/>
            </p14:xfrm>
          </p:contentPart>
        </mc:Choice>
        <mc:Fallback xmlns="">
          <p:pic>
            <p:nvPicPr>
              <p:cNvPr id="22" name="Ink 21">
                <a:extLst>
                  <a:ext uri="{FF2B5EF4-FFF2-40B4-BE49-F238E27FC236}">
                    <a16:creationId xmlns:a16="http://schemas.microsoft.com/office/drawing/2014/main" id="{637B3CF6-25A3-8C02-8D5B-4BF02C40470A}"/>
                  </a:ext>
                </a:extLst>
              </p:cNvPr>
              <p:cNvPicPr/>
              <p:nvPr/>
            </p:nvPicPr>
            <p:blipFill>
              <a:blip r:embed="rId147"/>
              <a:stretch>
                <a:fillRect/>
              </a:stretch>
            </p:blipFill>
            <p:spPr>
              <a:xfrm>
                <a:off x="4626105" y="2089095"/>
                <a:ext cx="698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3" name="Ink 22">
                <a:extLst>
                  <a:ext uri="{FF2B5EF4-FFF2-40B4-BE49-F238E27FC236}">
                    <a16:creationId xmlns:a16="http://schemas.microsoft.com/office/drawing/2014/main" id="{BDE1A913-D35E-064C-D051-3C39474B3199}"/>
                  </a:ext>
                </a:extLst>
              </p14:cNvPr>
              <p14:cNvContentPartPr/>
              <p14:nvPr/>
            </p14:nvContentPartPr>
            <p14:xfrm>
              <a:off x="5733465" y="1813695"/>
              <a:ext cx="432000" cy="334800"/>
            </p14:xfrm>
          </p:contentPart>
        </mc:Choice>
        <mc:Fallback xmlns="">
          <p:pic>
            <p:nvPicPr>
              <p:cNvPr id="23" name="Ink 22">
                <a:extLst>
                  <a:ext uri="{FF2B5EF4-FFF2-40B4-BE49-F238E27FC236}">
                    <a16:creationId xmlns:a16="http://schemas.microsoft.com/office/drawing/2014/main" id="{BDE1A913-D35E-064C-D051-3C39474B3199}"/>
                  </a:ext>
                </a:extLst>
              </p:cNvPr>
              <p:cNvPicPr/>
              <p:nvPr/>
            </p:nvPicPr>
            <p:blipFill>
              <a:blip r:embed="rId149"/>
              <a:stretch>
                <a:fillRect/>
              </a:stretch>
            </p:blipFill>
            <p:spPr>
              <a:xfrm>
                <a:off x="5727345" y="1807575"/>
                <a:ext cx="4442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4" name="Ink 23">
                <a:extLst>
                  <a:ext uri="{FF2B5EF4-FFF2-40B4-BE49-F238E27FC236}">
                    <a16:creationId xmlns:a16="http://schemas.microsoft.com/office/drawing/2014/main" id="{5E5056AA-A0B0-9690-9242-7A5A152646B2}"/>
                  </a:ext>
                </a:extLst>
              </p14:cNvPr>
              <p14:cNvContentPartPr/>
              <p14:nvPr/>
            </p14:nvContentPartPr>
            <p14:xfrm>
              <a:off x="6346545" y="2001975"/>
              <a:ext cx="214560" cy="291600"/>
            </p14:xfrm>
          </p:contentPart>
        </mc:Choice>
        <mc:Fallback xmlns="">
          <p:pic>
            <p:nvPicPr>
              <p:cNvPr id="24" name="Ink 23">
                <a:extLst>
                  <a:ext uri="{FF2B5EF4-FFF2-40B4-BE49-F238E27FC236}">
                    <a16:creationId xmlns:a16="http://schemas.microsoft.com/office/drawing/2014/main" id="{5E5056AA-A0B0-9690-9242-7A5A152646B2}"/>
                  </a:ext>
                </a:extLst>
              </p:cNvPr>
              <p:cNvPicPr/>
              <p:nvPr/>
            </p:nvPicPr>
            <p:blipFill>
              <a:blip r:embed="rId151"/>
              <a:stretch>
                <a:fillRect/>
              </a:stretch>
            </p:blipFill>
            <p:spPr>
              <a:xfrm>
                <a:off x="6340425" y="1995855"/>
                <a:ext cx="2268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0" name="Ink 99">
                <a:extLst>
                  <a:ext uri="{FF2B5EF4-FFF2-40B4-BE49-F238E27FC236}">
                    <a16:creationId xmlns:a16="http://schemas.microsoft.com/office/drawing/2014/main" id="{DE3ECC8D-AE48-E3C3-C999-D53F8C1451B8}"/>
                  </a:ext>
                </a:extLst>
              </p14:cNvPr>
              <p14:cNvContentPartPr/>
              <p14:nvPr/>
            </p14:nvContentPartPr>
            <p14:xfrm>
              <a:off x="3817545" y="1498335"/>
              <a:ext cx="213840" cy="259200"/>
            </p14:xfrm>
          </p:contentPart>
        </mc:Choice>
        <mc:Fallback xmlns="">
          <p:pic>
            <p:nvPicPr>
              <p:cNvPr id="100" name="Ink 99">
                <a:extLst>
                  <a:ext uri="{FF2B5EF4-FFF2-40B4-BE49-F238E27FC236}">
                    <a16:creationId xmlns:a16="http://schemas.microsoft.com/office/drawing/2014/main" id="{DE3ECC8D-AE48-E3C3-C999-D53F8C1451B8}"/>
                  </a:ext>
                </a:extLst>
              </p:cNvPr>
              <p:cNvPicPr/>
              <p:nvPr/>
            </p:nvPicPr>
            <p:blipFill>
              <a:blip r:embed="rId153"/>
              <a:stretch>
                <a:fillRect/>
              </a:stretch>
            </p:blipFill>
            <p:spPr>
              <a:xfrm>
                <a:off x="3811425" y="1492215"/>
                <a:ext cx="22608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3B7112D1-BE72-980B-B87A-919C09BA69A2}"/>
                  </a:ext>
                </a:extLst>
              </p14:cNvPr>
              <p14:cNvContentPartPr/>
              <p14:nvPr/>
            </p14:nvContentPartPr>
            <p14:xfrm>
              <a:off x="3921585" y="1638015"/>
              <a:ext cx="107640" cy="45720"/>
            </p14:xfrm>
          </p:contentPart>
        </mc:Choice>
        <mc:Fallback xmlns="">
          <p:pic>
            <p:nvPicPr>
              <p:cNvPr id="101" name="Ink 100">
                <a:extLst>
                  <a:ext uri="{FF2B5EF4-FFF2-40B4-BE49-F238E27FC236}">
                    <a16:creationId xmlns:a16="http://schemas.microsoft.com/office/drawing/2014/main" id="{3B7112D1-BE72-980B-B87A-919C09BA69A2}"/>
                  </a:ext>
                </a:extLst>
              </p:cNvPr>
              <p:cNvPicPr/>
              <p:nvPr/>
            </p:nvPicPr>
            <p:blipFill>
              <a:blip r:embed="rId155"/>
              <a:stretch>
                <a:fillRect/>
              </a:stretch>
            </p:blipFill>
            <p:spPr>
              <a:xfrm>
                <a:off x="3915465" y="1631895"/>
                <a:ext cx="1198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2" name="Ink 101">
                <a:extLst>
                  <a:ext uri="{FF2B5EF4-FFF2-40B4-BE49-F238E27FC236}">
                    <a16:creationId xmlns:a16="http://schemas.microsoft.com/office/drawing/2014/main" id="{D4DE5C00-EA06-8797-1835-9FDAA06BC882}"/>
                  </a:ext>
                </a:extLst>
              </p14:cNvPr>
              <p14:cNvContentPartPr/>
              <p14:nvPr/>
            </p14:nvContentPartPr>
            <p14:xfrm>
              <a:off x="4285905" y="1432095"/>
              <a:ext cx="198360" cy="163800"/>
            </p14:xfrm>
          </p:contentPart>
        </mc:Choice>
        <mc:Fallback xmlns="">
          <p:pic>
            <p:nvPicPr>
              <p:cNvPr id="102" name="Ink 101">
                <a:extLst>
                  <a:ext uri="{FF2B5EF4-FFF2-40B4-BE49-F238E27FC236}">
                    <a16:creationId xmlns:a16="http://schemas.microsoft.com/office/drawing/2014/main" id="{D4DE5C00-EA06-8797-1835-9FDAA06BC882}"/>
                  </a:ext>
                </a:extLst>
              </p:cNvPr>
              <p:cNvPicPr/>
              <p:nvPr/>
            </p:nvPicPr>
            <p:blipFill>
              <a:blip r:embed="rId157"/>
              <a:stretch>
                <a:fillRect/>
              </a:stretch>
            </p:blipFill>
            <p:spPr>
              <a:xfrm>
                <a:off x="4279785" y="1425975"/>
                <a:ext cx="2106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3" name="Ink 102">
                <a:extLst>
                  <a:ext uri="{FF2B5EF4-FFF2-40B4-BE49-F238E27FC236}">
                    <a16:creationId xmlns:a16="http://schemas.microsoft.com/office/drawing/2014/main" id="{C7504031-02C4-3D36-C8DB-8D330A6912C2}"/>
                  </a:ext>
                </a:extLst>
              </p14:cNvPr>
              <p14:cNvContentPartPr/>
              <p14:nvPr/>
            </p14:nvContentPartPr>
            <p14:xfrm>
              <a:off x="4471305" y="1279455"/>
              <a:ext cx="575280" cy="274680"/>
            </p14:xfrm>
          </p:contentPart>
        </mc:Choice>
        <mc:Fallback xmlns="">
          <p:pic>
            <p:nvPicPr>
              <p:cNvPr id="103" name="Ink 102">
                <a:extLst>
                  <a:ext uri="{FF2B5EF4-FFF2-40B4-BE49-F238E27FC236}">
                    <a16:creationId xmlns:a16="http://schemas.microsoft.com/office/drawing/2014/main" id="{C7504031-02C4-3D36-C8DB-8D330A6912C2}"/>
                  </a:ext>
                </a:extLst>
              </p:cNvPr>
              <p:cNvPicPr/>
              <p:nvPr/>
            </p:nvPicPr>
            <p:blipFill>
              <a:blip r:embed="rId159"/>
              <a:stretch>
                <a:fillRect/>
              </a:stretch>
            </p:blipFill>
            <p:spPr>
              <a:xfrm>
                <a:off x="4465185" y="1273335"/>
                <a:ext cx="5875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A734C091-D6A9-686D-A650-FF3EF96E51F6}"/>
                  </a:ext>
                </a:extLst>
              </p14:cNvPr>
              <p14:cNvContentPartPr/>
              <p14:nvPr/>
            </p14:nvContentPartPr>
            <p14:xfrm>
              <a:off x="5234865" y="1400055"/>
              <a:ext cx="11880" cy="11520"/>
            </p14:xfrm>
          </p:contentPart>
        </mc:Choice>
        <mc:Fallback xmlns="">
          <p:pic>
            <p:nvPicPr>
              <p:cNvPr id="104" name="Ink 103">
                <a:extLst>
                  <a:ext uri="{FF2B5EF4-FFF2-40B4-BE49-F238E27FC236}">
                    <a16:creationId xmlns:a16="http://schemas.microsoft.com/office/drawing/2014/main" id="{A734C091-D6A9-686D-A650-FF3EF96E51F6}"/>
                  </a:ext>
                </a:extLst>
              </p:cNvPr>
              <p:cNvPicPr/>
              <p:nvPr/>
            </p:nvPicPr>
            <p:blipFill>
              <a:blip r:embed="rId161"/>
              <a:stretch>
                <a:fillRect/>
              </a:stretch>
            </p:blipFill>
            <p:spPr>
              <a:xfrm>
                <a:off x="5228745" y="1393935"/>
                <a:ext cx="241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F30A16FF-BCEF-F019-EC03-236C7F731D7E}"/>
                  </a:ext>
                </a:extLst>
              </p14:cNvPr>
              <p14:cNvContentPartPr/>
              <p14:nvPr/>
            </p14:nvContentPartPr>
            <p14:xfrm>
              <a:off x="5276985" y="1270455"/>
              <a:ext cx="254160" cy="257760"/>
            </p14:xfrm>
          </p:contentPart>
        </mc:Choice>
        <mc:Fallback xmlns="">
          <p:pic>
            <p:nvPicPr>
              <p:cNvPr id="105" name="Ink 104">
                <a:extLst>
                  <a:ext uri="{FF2B5EF4-FFF2-40B4-BE49-F238E27FC236}">
                    <a16:creationId xmlns:a16="http://schemas.microsoft.com/office/drawing/2014/main" id="{F30A16FF-BCEF-F019-EC03-236C7F731D7E}"/>
                  </a:ext>
                </a:extLst>
              </p:cNvPr>
              <p:cNvPicPr/>
              <p:nvPr/>
            </p:nvPicPr>
            <p:blipFill>
              <a:blip r:embed="rId163"/>
              <a:stretch>
                <a:fillRect/>
              </a:stretch>
            </p:blipFill>
            <p:spPr>
              <a:xfrm>
                <a:off x="5270865" y="1264335"/>
                <a:ext cx="2664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D0BBD540-FA73-3C4D-4DA1-578AFDCEB289}"/>
                  </a:ext>
                </a:extLst>
              </p14:cNvPr>
              <p14:cNvContentPartPr/>
              <p14:nvPr/>
            </p14:nvContentPartPr>
            <p14:xfrm>
              <a:off x="5764065" y="1290255"/>
              <a:ext cx="28800" cy="44640"/>
            </p14:xfrm>
          </p:contentPart>
        </mc:Choice>
        <mc:Fallback xmlns="">
          <p:pic>
            <p:nvPicPr>
              <p:cNvPr id="106" name="Ink 105">
                <a:extLst>
                  <a:ext uri="{FF2B5EF4-FFF2-40B4-BE49-F238E27FC236}">
                    <a16:creationId xmlns:a16="http://schemas.microsoft.com/office/drawing/2014/main" id="{D0BBD540-FA73-3C4D-4DA1-578AFDCEB289}"/>
                  </a:ext>
                </a:extLst>
              </p:cNvPr>
              <p:cNvPicPr/>
              <p:nvPr/>
            </p:nvPicPr>
            <p:blipFill>
              <a:blip r:embed="rId165"/>
              <a:stretch>
                <a:fillRect/>
              </a:stretch>
            </p:blipFill>
            <p:spPr>
              <a:xfrm>
                <a:off x="5757945" y="1284135"/>
                <a:ext cx="410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75" name="Ink 74">
                <a:extLst>
                  <a:ext uri="{FF2B5EF4-FFF2-40B4-BE49-F238E27FC236}">
                    <a16:creationId xmlns:a16="http://schemas.microsoft.com/office/drawing/2014/main" id="{F8B226DF-6D1A-1C23-5893-5035B41504A0}"/>
                  </a:ext>
                </a:extLst>
              </p14:cNvPr>
              <p14:cNvContentPartPr/>
              <p14:nvPr/>
            </p14:nvContentPartPr>
            <p14:xfrm>
              <a:off x="8536785" y="5796735"/>
              <a:ext cx="28800" cy="76320"/>
            </p14:xfrm>
          </p:contentPart>
        </mc:Choice>
        <mc:Fallback xmlns="">
          <p:pic>
            <p:nvPicPr>
              <p:cNvPr id="75" name="Ink 74">
                <a:extLst>
                  <a:ext uri="{FF2B5EF4-FFF2-40B4-BE49-F238E27FC236}">
                    <a16:creationId xmlns:a16="http://schemas.microsoft.com/office/drawing/2014/main" id="{F8B226DF-6D1A-1C23-5893-5035B41504A0}"/>
                  </a:ext>
                </a:extLst>
              </p:cNvPr>
              <p:cNvPicPr/>
              <p:nvPr/>
            </p:nvPicPr>
            <p:blipFill>
              <a:blip r:embed="rId167"/>
              <a:stretch>
                <a:fillRect/>
              </a:stretch>
            </p:blipFill>
            <p:spPr>
              <a:xfrm>
                <a:off x="8530665" y="5790615"/>
                <a:ext cx="410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76" name="Ink 75">
                <a:extLst>
                  <a:ext uri="{FF2B5EF4-FFF2-40B4-BE49-F238E27FC236}">
                    <a16:creationId xmlns:a16="http://schemas.microsoft.com/office/drawing/2014/main" id="{5F70251F-19AC-0F3C-74BB-0558FA180595}"/>
                  </a:ext>
                </a:extLst>
              </p14:cNvPr>
              <p14:cNvContentPartPr/>
              <p14:nvPr/>
            </p14:nvContentPartPr>
            <p14:xfrm>
              <a:off x="8454705" y="5596215"/>
              <a:ext cx="123480" cy="479880"/>
            </p14:xfrm>
          </p:contentPart>
        </mc:Choice>
        <mc:Fallback xmlns="">
          <p:pic>
            <p:nvPicPr>
              <p:cNvPr id="76" name="Ink 75">
                <a:extLst>
                  <a:ext uri="{FF2B5EF4-FFF2-40B4-BE49-F238E27FC236}">
                    <a16:creationId xmlns:a16="http://schemas.microsoft.com/office/drawing/2014/main" id="{5F70251F-19AC-0F3C-74BB-0558FA180595}"/>
                  </a:ext>
                </a:extLst>
              </p:cNvPr>
              <p:cNvPicPr/>
              <p:nvPr/>
            </p:nvPicPr>
            <p:blipFill>
              <a:blip r:embed="rId169"/>
              <a:stretch>
                <a:fillRect/>
              </a:stretch>
            </p:blipFill>
            <p:spPr>
              <a:xfrm>
                <a:off x="8448585" y="5590095"/>
                <a:ext cx="13572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3" name="Ink 142">
                <a:extLst>
                  <a:ext uri="{FF2B5EF4-FFF2-40B4-BE49-F238E27FC236}">
                    <a16:creationId xmlns:a16="http://schemas.microsoft.com/office/drawing/2014/main" id="{8860BB76-B888-BC85-152D-60849E226DAC}"/>
                  </a:ext>
                </a:extLst>
              </p14:cNvPr>
              <p14:cNvContentPartPr/>
              <p14:nvPr/>
            </p14:nvContentPartPr>
            <p14:xfrm>
              <a:off x="5727345" y="6280215"/>
              <a:ext cx="25560" cy="37440"/>
            </p14:xfrm>
          </p:contentPart>
        </mc:Choice>
        <mc:Fallback xmlns="">
          <p:pic>
            <p:nvPicPr>
              <p:cNvPr id="143" name="Ink 142">
                <a:extLst>
                  <a:ext uri="{FF2B5EF4-FFF2-40B4-BE49-F238E27FC236}">
                    <a16:creationId xmlns:a16="http://schemas.microsoft.com/office/drawing/2014/main" id="{8860BB76-B888-BC85-152D-60849E226DAC}"/>
                  </a:ext>
                </a:extLst>
              </p:cNvPr>
              <p:cNvPicPr/>
              <p:nvPr/>
            </p:nvPicPr>
            <p:blipFill>
              <a:blip r:embed="rId171"/>
              <a:stretch>
                <a:fillRect/>
              </a:stretch>
            </p:blipFill>
            <p:spPr>
              <a:xfrm>
                <a:off x="5721225" y="6274095"/>
                <a:ext cx="378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48" name="Ink 147">
                <a:extLst>
                  <a:ext uri="{FF2B5EF4-FFF2-40B4-BE49-F238E27FC236}">
                    <a16:creationId xmlns:a16="http://schemas.microsoft.com/office/drawing/2014/main" id="{1D646FCD-815B-14C7-16BD-01B9D14265A4}"/>
                  </a:ext>
                </a:extLst>
              </p14:cNvPr>
              <p14:cNvContentPartPr/>
              <p14:nvPr/>
            </p14:nvContentPartPr>
            <p14:xfrm>
              <a:off x="8335545" y="4044975"/>
              <a:ext cx="7200" cy="2520"/>
            </p14:xfrm>
          </p:contentPart>
        </mc:Choice>
        <mc:Fallback xmlns="">
          <p:pic>
            <p:nvPicPr>
              <p:cNvPr id="148" name="Ink 147">
                <a:extLst>
                  <a:ext uri="{FF2B5EF4-FFF2-40B4-BE49-F238E27FC236}">
                    <a16:creationId xmlns:a16="http://schemas.microsoft.com/office/drawing/2014/main" id="{1D646FCD-815B-14C7-16BD-01B9D14265A4}"/>
                  </a:ext>
                </a:extLst>
              </p:cNvPr>
              <p:cNvPicPr/>
              <p:nvPr/>
            </p:nvPicPr>
            <p:blipFill>
              <a:blip r:embed="rId173"/>
              <a:stretch>
                <a:fillRect/>
              </a:stretch>
            </p:blipFill>
            <p:spPr>
              <a:xfrm>
                <a:off x="8329425" y="4038855"/>
                <a:ext cx="1944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776FBB7F-FC4E-C742-7FB4-1F85A50A155D}"/>
                  </a:ext>
                </a:extLst>
              </p14:cNvPr>
              <p14:cNvContentPartPr/>
              <p14:nvPr/>
            </p14:nvContentPartPr>
            <p14:xfrm>
              <a:off x="753945" y="2655015"/>
              <a:ext cx="2364840" cy="51120"/>
            </p14:xfrm>
          </p:contentPart>
        </mc:Choice>
        <mc:Fallback xmlns="">
          <p:pic>
            <p:nvPicPr>
              <p:cNvPr id="89" name="Ink 88">
                <a:extLst>
                  <a:ext uri="{FF2B5EF4-FFF2-40B4-BE49-F238E27FC236}">
                    <a16:creationId xmlns:a16="http://schemas.microsoft.com/office/drawing/2014/main" id="{776FBB7F-FC4E-C742-7FB4-1F85A50A155D}"/>
                  </a:ext>
                </a:extLst>
              </p:cNvPr>
              <p:cNvPicPr/>
              <p:nvPr/>
            </p:nvPicPr>
            <p:blipFill>
              <a:blip r:embed="rId175"/>
              <a:stretch>
                <a:fillRect/>
              </a:stretch>
            </p:blipFill>
            <p:spPr>
              <a:xfrm>
                <a:off x="747825" y="2648895"/>
                <a:ext cx="2377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0" name="Ink 89">
                <a:extLst>
                  <a:ext uri="{FF2B5EF4-FFF2-40B4-BE49-F238E27FC236}">
                    <a16:creationId xmlns:a16="http://schemas.microsoft.com/office/drawing/2014/main" id="{E0FBC2C3-66DA-0AEA-AC04-8C8F470617CA}"/>
                  </a:ext>
                </a:extLst>
              </p14:cNvPr>
              <p14:cNvContentPartPr/>
              <p14:nvPr/>
            </p14:nvContentPartPr>
            <p14:xfrm>
              <a:off x="613545" y="2695335"/>
              <a:ext cx="2550240" cy="1436760"/>
            </p14:xfrm>
          </p:contentPart>
        </mc:Choice>
        <mc:Fallback xmlns="">
          <p:pic>
            <p:nvPicPr>
              <p:cNvPr id="90" name="Ink 89">
                <a:extLst>
                  <a:ext uri="{FF2B5EF4-FFF2-40B4-BE49-F238E27FC236}">
                    <a16:creationId xmlns:a16="http://schemas.microsoft.com/office/drawing/2014/main" id="{E0FBC2C3-66DA-0AEA-AC04-8C8F470617CA}"/>
                  </a:ext>
                </a:extLst>
              </p:cNvPr>
              <p:cNvPicPr/>
              <p:nvPr/>
            </p:nvPicPr>
            <p:blipFill>
              <a:blip r:embed="rId177"/>
              <a:stretch>
                <a:fillRect/>
              </a:stretch>
            </p:blipFill>
            <p:spPr>
              <a:xfrm>
                <a:off x="607425" y="2689215"/>
                <a:ext cx="2562480" cy="1449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1" name="Ink 90">
                <a:extLst>
                  <a:ext uri="{FF2B5EF4-FFF2-40B4-BE49-F238E27FC236}">
                    <a16:creationId xmlns:a16="http://schemas.microsoft.com/office/drawing/2014/main" id="{4B726C31-EBB9-F03B-D181-2148FC1E6D6C}"/>
                  </a:ext>
                </a:extLst>
              </p14:cNvPr>
              <p14:cNvContentPartPr/>
              <p14:nvPr/>
            </p14:nvContentPartPr>
            <p14:xfrm>
              <a:off x="3027705" y="2695695"/>
              <a:ext cx="113400" cy="1247040"/>
            </p14:xfrm>
          </p:contentPart>
        </mc:Choice>
        <mc:Fallback xmlns="">
          <p:pic>
            <p:nvPicPr>
              <p:cNvPr id="91" name="Ink 90">
                <a:extLst>
                  <a:ext uri="{FF2B5EF4-FFF2-40B4-BE49-F238E27FC236}">
                    <a16:creationId xmlns:a16="http://schemas.microsoft.com/office/drawing/2014/main" id="{4B726C31-EBB9-F03B-D181-2148FC1E6D6C}"/>
                  </a:ext>
                </a:extLst>
              </p:cNvPr>
              <p:cNvPicPr/>
              <p:nvPr/>
            </p:nvPicPr>
            <p:blipFill>
              <a:blip r:embed="rId179"/>
              <a:stretch>
                <a:fillRect/>
              </a:stretch>
            </p:blipFill>
            <p:spPr>
              <a:xfrm>
                <a:off x="3021585" y="2689575"/>
                <a:ext cx="125640" cy="12592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3" name="Ink 92">
                <a:extLst>
                  <a:ext uri="{FF2B5EF4-FFF2-40B4-BE49-F238E27FC236}">
                    <a16:creationId xmlns:a16="http://schemas.microsoft.com/office/drawing/2014/main" id="{5733553C-9CE0-B0B8-AF20-2931621055B8}"/>
                  </a:ext>
                </a:extLst>
              </p14:cNvPr>
              <p14:cNvContentPartPr/>
              <p14:nvPr/>
            </p14:nvContentPartPr>
            <p14:xfrm>
              <a:off x="1180545" y="2192775"/>
              <a:ext cx="74520" cy="256320"/>
            </p14:xfrm>
          </p:contentPart>
        </mc:Choice>
        <mc:Fallback xmlns="">
          <p:pic>
            <p:nvPicPr>
              <p:cNvPr id="93" name="Ink 92">
                <a:extLst>
                  <a:ext uri="{FF2B5EF4-FFF2-40B4-BE49-F238E27FC236}">
                    <a16:creationId xmlns:a16="http://schemas.microsoft.com/office/drawing/2014/main" id="{5733553C-9CE0-B0B8-AF20-2931621055B8}"/>
                  </a:ext>
                </a:extLst>
              </p:cNvPr>
              <p:cNvPicPr/>
              <p:nvPr/>
            </p:nvPicPr>
            <p:blipFill>
              <a:blip r:embed="rId181"/>
              <a:stretch>
                <a:fillRect/>
              </a:stretch>
            </p:blipFill>
            <p:spPr>
              <a:xfrm>
                <a:off x="1174425" y="2186655"/>
                <a:ext cx="867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4" name="Ink 93">
                <a:extLst>
                  <a:ext uri="{FF2B5EF4-FFF2-40B4-BE49-F238E27FC236}">
                    <a16:creationId xmlns:a16="http://schemas.microsoft.com/office/drawing/2014/main" id="{FAA82AE4-7EFA-7933-E37F-75D20E189C30}"/>
                  </a:ext>
                </a:extLst>
              </p14:cNvPr>
              <p14:cNvContentPartPr/>
              <p14:nvPr/>
            </p14:nvContentPartPr>
            <p14:xfrm>
              <a:off x="2533425" y="2202495"/>
              <a:ext cx="232560" cy="317880"/>
            </p14:xfrm>
          </p:contentPart>
        </mc:Choice>
        <mc:Fallback xmlns="">
          <p:pic>
            <p:nvPicPr>
              <p:cNvPr id="94" name="Ink 93">
                <a:extLst>
                  <a:ext uri="{FF2B5EF4-FFF2-40B4-BE49-F238E27FC236}">
                    <a16:creationId xmlns:a16="http://schemas.microsoft.com/office/drawing/2014/main" id="{FAA82AE4-7EFA-7933-E37F-75D20E189C30}"/>
                  </a:ext>
                </a:extLst>
              </p:cNvPr>
              <p:cNvPicPr/>
              <p:nvPr/>
            </p:nvPicPr>
            <p:blipFill>
              <a:blip r:embed="rId183"/>
              <a:stretch>
                <a:fillRect/>
              </a:stretch>
            </p:blipFill>
            <p:spPr>
              <a:xfrm>
                <a:off x="2527305" y="2196375"/>
                <a:ext cx="24480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6" name="Ink 95">
                <a:extLst>
                  <a:ext uri="{FF2B5EF4-FFF2-40B4-BE49-F238E27FC236}">
                    <a16:creationId xmlns:a16="http://schemas.microsoft.com/office/drawing/2014/main" id="{1F3F789E-37B0-D3FF-B62C-3C9C57C009EC}"/>
                  </a:ext>
                </a:extLst>
              </p14:cNvPr>
              <p14:cNvContentPartPr/>
              <p14:nvPr/>
            </p14:nvContentPartPr>
            <p14:xfrm>
              <a:off x="361185" y="2837535"/>
              <a:ext cx="60840" cy="306720"/>
            </p14:xfrm>
          </p:contentPart>
        </mc:Choice>
        <mc:Fallback xmlns="">
          <p:pic>
            <p:nvPicPr>
              <p:cNvPr id="96" name="Ink 95">
                <a:extLst>
                  <a:ext uri="{FF2B5EF4-FFF2-40B4-BE49-F238E27FC236}">
                    <a16:creationId xmlns:a16="http://schemas.microsoft.com/office/drawing/2014/main" id="{1F3F789E-37B0-D3FF-B62C-3C9C57C009EC}"/>
                  </a:ext>
                </a:extLst>
              </p:cNvPr>
              <p:cNvPicPr/>
              <p:nvPr/>
            </p:nvPicPr>
            <p:blipFill>
              <a:blip r:embed="rId185"/>
              <a:stretch>
                <a:fillRect/>
              </a:stretch>
            </p:blipFill>
            <p:spPr>
              <a:xfrm>
                <a:off x="355065" y="2831415"/>
                <a:ext cx="7308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7" name="Ink 96">
                <a:extLst>
                  <a:ext uri="{FF2B5EF4-FFF2-40B4-BE49-F238E27FC236}">
                    <a16:creationId xmlns:a16="http://schemas.microsoft.com/office/drawing/2014/main" id="{C2E4D54E-DBD6-4C07-8A81-9203D64BF7C8}"/>
                  </a:ext>
                </a:extLst>
              </p14:cNvPr>
              <p14:cNvContentPartPr/>
              <p14:nvPr/>
            </p14:nvContentPartPr>
            <p14:xfrm>
              <a:off x="450105" y="3536655"/>
              <a:ext cx="203400" cy="352800"/>
            </p14:xfrm>
          </p:contentPart>
        </mc:Choice>
        <mc:Fallback xmlns="">
          <p:pic>
            <p:nvPicPr>
              <p:cNvPr id="97" name="Ink 96">
                <a:extLst>
                  <a:ext uri="{FF2B5EF4-FFF2-40B4-BE49-F238E27FC236}">
                    <a16:creationId xmlns:a16="http://schemas.microsoft.com/office/drawing/2014/main" id="{C2E4D54E-DBD6-4C07-8A81-9203D64BF7C8}"/>
                  </a:ext>
                </a:extLst>
              </p:cNvPr>
              <p:cNvPicPr/>
              <p:nvPr/>
            </p:nvPicPr>
            <p:blipFill>
              <a:blip r:embed="rId187"/>
              <a:stretch>
                <a:fillRect/>
              </a:stretch>
            </p:blipFill>
            <p:spPr>
              <a:xfrm>
                <a:off x="443985" y="3530535"/>
                <a:ext cx="21564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9" name="Ink 98">
                <a:extLst>
                  <a:ext uri="{FF2B5EF4-FFF2-40B4-BE49-F238E27FC236}">
                    <a16:creationId xmlns:a16="http://schemas.microsoft.com/office/drawing/2014/main" id="{468CE62D-1451-3317-2726-C848C7A82708}"/>
                  </a:ext>
                </a:extLst>
              </p14:cNvPr>
              <p14:cNvContentPartPr/>
              <p14:nvPr/>
            </p14:nvContentPartPr>
            <p14:xfrm>
              <a:off x="3165945" y="1972455"/>
              <a:ext cx="451800" cy="269640"/>
            </p14:xfrm>
          </p:contentPart>
        </mc:Choice>
        <mc:Fallback xmlns="">
          <p:pic>
            <p:nvPicPr>
              <p:cNvPr id="99" name="Ink 98">
                <a:extLst>
                  <a:ext uri="{FF2B5EF4-FFF2-40B4-BE49-F238E27FC236}">
                    <a16:creationId xmlns:a16="http://schemas.microsoft.com/office/drawing/2014/main" id="{468CE62D-1451-3317-2726-C848C7A82708}"/>
                  </a:ext>
                </a:extLst>
              </p:cNvPr>
              <p:cNvPicPr/>
              <p:nvPr/>
            </p:nvPicPr>
            <p:blipFill>
              <a:blip r:embed="rId189"/>
              <a:stretch>
                <a:fillRect/>
              </a:stretch>
            </p:blipFill>
            <p:spPr>
              <a:xfrm>
                <a:off x="3159825" y="1966335"/>
                <a:ext cx="4640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Ink 107">
                <a:extLst>
                  <a:ext uri="{FF2B5EF4-FFF2-40B4-BE49-F238E27FC236}">
                    <a16:creationId xmlns:a16="http://schemas.microsoft.com/office/drawing/2014/main" id="{C98FAD00-60B7-819C-5C0C-B003E0A299C2}"/>
                  </a:ext>
                </a:extLst>
              </p14:cNvPr>
              <p14:cNvContentPartPr/>
              <p14:nvPr/>
            </p14:nvContentPartPr>
            <p14:xfrm>
              <a:off x="144105" y="2922495"/>
              <a:ext cx="205200" cy="927360"/>
            </p14:xfrm>
          </p:contentPart>
        </mc:Choice>
        <mc:Fallback xmlns="">
          <p:pic>
            <p:nvPicPr>
              <p:cNvPr id="108" name="Ink 107">
                <a:extLst>
                  <a:ext uri="{FF2B5EF4-FFF2-40B4-BE49-F238E27FC236}">
                    <a16:creationId xmlns:a16="http://schemas.microsoft.com/office/drawing/2014/main" id="{C98FAD00-60B7-819C-5C0C-B003E0A299C2}"/>
                  </a:ext>
                </a:extLst>
              </p:cNvPr>
              <p:cNvPicPr/>
              <p:nvPr/>
            </p:nvPicPr>
            <p:blipFill>
              <a:blip r:embed="rId191"/>
              <a:stretch>
                <a:fillRect/>
              </a:stretch>
            </p:blipFill>
            <p:spPr>
              <a:xfrm>
                <a:off x="137985" y="2916375"/>
                <a:ext cx="217440" cy="939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0" name="Ink 109">
                <a:extLst>
                  <a:ext uri="{FF2B5EF4-FFF2-40B4-BE49-F238E27FC236}">
                    <a16:creationId xmlns:a16="http://schemas.microsoft.com/office/drawing/2014/main" id="{41A26D2B-5CC9-04D2-5D89-909091FF3990}"/>
                  </a:ext>
                </a:extLst>
              </p14:cNvPr>
              <p14:cNvContentPartPr/>
              <p14:nvPr/>
            </p14:nvContentPartPr>
            <p14:xfrm>
              <a:off x="92265" y="4084215"/>
              <a:ext cx="62280" cy="484920"/>
            </p14:xfrm>
          </p:contentPart>
        </mc:Choice>
        <mc:Fallback xmlns="">
          <p:pic>
            <p:nvPicPr>
              <p:cNvPr id="110" name="Ink 109">
                <a:extLst>
                  <a:ext uri="{FF2B5EF4-FFF2-40B4-BE49-F238E27FC236}">
                    <a16:creationId xmlns:a16="http://schemas.microsoft.com/office/drawing/2014/main" id="{41A26D2B-5CC9-04D2-5D89-909091FF3990}"/>
                  </a:ext>
                </a:extLst>
              </p:cNvPr>
              <p:cNvPicPr/>
              <p:nvPr/>
            </p:nvPicPr>
            <p:blipFill>
              <a:blip r:embed="rId193"/>
              <a:stretch>
                <a:fillRect/>
              </a:stretch>
            </p:blipFill>
            <p:spPr>
              <a:xfrm>
                <a:off x="86145" y="4078095"/>
                <a:ext cx="74520" cy="497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1B9D0696-A9CC-CC87-21F3-19D279FA7BB8}"/>
                  </a:ext>
                </a:extLst>
              </p14:cNvPr>
              <p14:cNvContentPartPr/>
              <p14:nvPr/>
            </p14:nvContentPartPr>
            <p14:xfrm>
              <a:off x="1865265" y="2665455"/>
              <a:ext cx="124920" cy="1328400"/>
            </p14:xfrm>
          </p:contentPart>
        </mc:Choice>
        <mc:Fallback xmlns="">
          <p:pic>
            <p:nvPicPr>
              <p:cNvPr id="116" name="Ink 115">
                <a:extLst>
                  <a:ext uri="{FF2B5EF4-FFF2-40B4-BE49-F238E27FC236}">
                    <a16:creationId xmlns:a16="http://schemas.microsoft.com/office/drawing/2014/main" id="{1B9D0696-A9CC-CC87-21F3-19D279FA7BB8}"/>
                  </a:ext>
                </a:extLst>
              </p:cNvPr>
              <p:cNvPicPr/>
              <p:nvPr/>
            </p:nvPicPr>
            <p:blipFill>
              <a:blip r:embed="rId195"/>
              <a:stretch>
                <a:fillRect/>
              </a:stretch>
            </p:blipFill>
            <p:spPr>
              <a:xfrm>
                <a:off x="1859145" y="2659335"/>
                <a:ext cx="137160" cy="1340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7" name="Ink 116">
                <a:extLst>
                  <a:ext uri="{FF2B5EF4-FFF2-40B4-BE49-F238E27FC236}">
                    <a16:creationId xmlns:a16="http://schemas.microsoft.com/office/drawing/2014/main" id="{04C293BF-4DAD-7434-7AD3-31D1DFE92970}"/>
                  </a:ext>
                </a:extLst>
              </p14:cNvPr>
              <p14:cNvContentPartPr/>
              <p14:nvPr/>
            </p14:nvContentPartPr>
            <p14:xfrm>
              <a:off x="706065" y="3315975"/>
              <a:ext cx="2490840" cy="92880"/>
            </p14:xfrm>
          </p:contentPart>
        </mc:Choice>
        <mc:Fallback xmlns="">
          <p:pic>
            <p:nvPicPr>
              <p:cNvPr id="117" name="Ink 116">
                <a:extLst>
                  <a:ext uri="{FF2B5EF4-FFF2-40B4-BE49-F238E27FC236}">
                    <a16:creationId xmlns:a16="http://schemas.microsoft.com/office/drawing/2014/main" id="{04C293BF-4DAD-7434-7AD3-31D1DFE92970}"/>
                  </a:ext>
                </a:extLst>
              </p:cNvPr>
              <p:cNvPicPr/>
              <p:nvPr/>
            </p:nvPicPr>
            <p:blipFill>
              <a:blip r:embed="rId197"/>
              <a:stretch>
                <a:fillRect/>
              </a:stretch>
            </p:blipFill>
            <p:spPr>
              <a:xfrm>
                <a:off x="699945" y="3309855"/>
                <a:ext cx="25030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2" name="Ink 121">
                <a:extLst>
                  <a:ext uri="{FF2B5EF4-FFF2-40B4-BE49-F238E27FC236}">
                    <a16:creationId xmlns:a16="http://schemas.microsoft.com/office/drawing/2014/main" id="{57655C74-0209-E3BA-250A-CD5142032F50}"/>
                  </a:ext>
                </a:extLst>
              </p14:cNvPr>
              <p14:cNvContentPartPr/>
              <p14:nvPr/>
            </p14:nvContentPartPr>
            <p14:xfrm>
              <a:off x="473865" y="3119415"/>
              <a:ext cx="16560" cy="10440"/>
            </p14:xfrm>
          </p:contentPart>
        </mc:Choice>
        <mc:Fallback xmlns="">
          <p:pic>
            <p:nvPicPr>
              <p:cNvPr id="122" name="Ink 121">
                <a:extLst>
                  <a:ext uri="{FF2B5EF4-FFF2-40B4-BE49-F238E27FC236}">
                    <a16:creationId xmlns:a16="http://schemas.microsoft.com/office/drawing/2014/main" id="{57655C74-0209-E3BA-250A-CD5142032F50}"/>
                  </a:ext>
                </a:extLst>
              </p:cNvPr>
              <p:cNvPicPr/>
              <p:nvPr/>
            </p:nvPicPr>
            <p:blipFill>
              <a:blip r:embed="rId199"/>
              <a:stretch>
                <a:fillRect/>
              </a:stretch>
            </p:blipFill>
            <p:spPr>
              <a:xfrm>
                <a:off x="467745" y="3113295"/>
                <a:ext cx="288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8" name="Ink 127">
                <a:extLst>
                  <a:ext uri="{FF2B5EF4-FFF2-40B4-BE49-F238E27FC236}">
                    <a16:creationId xmlns:a16="http://schemas.microsoft.com/office/drawing/2014/main" id="{C19EC854-2D8D-EA7C-0B86-09DBCD4FC4A9}"/>
                  </a:ext>
                </a:extLst>
              </p14:cNvPr>
              <p14:cNvContentPartPr/>
              <p14:nvPr/>
            </p14:nvContentPartPr>
            <p14:xfrm>
              <a:off x="1302945" y="2401215"/>
              <a:ext cx="24480" cy="36360"/>
            </p14:xfrm>
          </p:contentPart>
        </mc:Choice>
        <mc:Fallback xmlns="">
          <p:pic>
            <p:nvPicPr>
              <p:cNvPr id="128" name="Ink 127">
                <a:extLst>
                  <a:ext uri="{FF2B5EF4-FFF2-40B4-BE49-F238E27FC236}">
                    <a16:creationId xmlns:a16="http://schemas.microsoft.com/office/drawing/2014/main" id="{C19EC854-2D8D-EA7C-0B86-09DBCD4FC4A9}"/>
                  </a:ext>
                </a:extLst>
              </p:cNvPr>
              <p:cNvPicPr/>
              <p:nvPr/>
            </p:nvPicPr>
            <p:blipFill>
              <a:blip r:embed="rId201"/>
              <a:stretch>
                <a:fillRect/>
              </a:stretch>
            </p:blipFill>
            <p:spPr>
              <a:xfrm>
                <a:off x="1296825" y="2395095"/>
                <a:ext cx="367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9" name="Ink 128">
                <a:extLst>
                  <a:ext uri="{FF2B5EF4-FFF2-40B4-BE49-F238E27FC236}">
                    <a16:creationId xmlns:a16="http://schemas.microsoft.com/office/drawing/2014/main" id="{A1D6C9CD-E735-CE3E-1022-801B8EE32036}"/>
                  </a:ext>
                </a:extLst>
              </p14:cNvPr>
              <p14:cNvContentPartPr/>
              <p14:nvPr/>
            </p14:nvContentPartPr>
            <p14:xfrm>
              <a:off x="82185" y="3239655"/>
              <a:ext cx="48960" cy="18720"/>
            </p14:xfrm>
          </p:contentPart>
        </mc:Choice>
        <mc:Fallback xmlns="">
          <p:pic>
            <p:nvPicPr>
              <p:cNvPr id="129" name="Ink 128">
                <a:extLst>
                  <a:ext uri="{FF2B5EF4-FFF2-40B4-BE49-F238E27FC236}">
                    <a16:creationId xmlns:a16="http://schemas.microsoft.com/office/drawing/2014/main" id="{A1D6C9CD-E735-CE3E-1022-801B8EE32036}"/>
                  </a:ext>
                </a:extLst>
              </p:cNvPr>
              <p:cNvPicPr/>
              <p:nvPr/>
            </p:nvPicPr>
            <p:blipFill>
              <a:blip r:embed="rId203"/>
              <a:stretch>
                <a:fillRect/>
              </a:stretch>
            </p:blipFill>
            <p:spPr>
              <a:xfrm>
                <a:off x="76065" y="3233535"/>
                <a:ext cx="612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1" name="Ink 130">
                <a:extLst>
                  <a:ext uri="{FF2B5EF4-FFF2-40B4-BE49-F238E27FC236}">
                    <a16:creationId xmlns:a16="http://schemas.microsoft.com/office/drawing/2014/main" id="{58C53736-DAA6-3E02-5E6E-12C2748A41A7}"/>
                  </a:ext>
                </a:extLst>
              </p14:cNvPr>
              <p14:cNvContentPartPr/>
              <p14:nvPr/>
            </p14:nvContentPartPr>
            <p14:xfrm>
              <a:off x="2707665" y="2460975"/>
              <a:ext cx="12960" cy="11520"/>
            </p14:xfrm>
          </p:contentPart>
        </mc:Choice>
        <mc:Fallback xmlns="">
          <p:pic>
            <p:nvPicPr>
              <p:cNvPr id="131" name="Ink 130">
                <a:extLst>
                  <a:ext uri="{FF2B5EF4-FFF2-40B4-BE49-F238E27FC236}">
                    <a16:creationId xmlns:a16="http://schemas.microsoft.com/office/drawing/2014/main" id="{58C53736-DAA6-3E02-5E6E-12C2748A41A7}"/>
                  </a:ext>
                </a:extLst>
              </p:cNvPr>
              <p:cNvPicPr/>
              <p:nvPr/>
            </p:nvPicPr>
            <p:blipFill>
              <a:blip r:embed="rId205"/>
              <a:stretch>
                <a:fillRect/>
              </a:stretch>
            </p:blipFill>
            <p:spPr>
              <a:xfrm>
                <a:off x="2701545" y="2454855"/>
                <a:ext cx="25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A6D15BC1-D387-9FE3-2E6E-9A9D3CE44BBA}"/>
                  </a:ext>
                </a:extLst>
              </p14:cNvPr>
              <p14:cNvContentPartPr/>
              <p14:nvPr/>
            </p14:nvContentPartPr>
            <p14:xfrm>
              <a:off x="575745" y="3861015"/>
              <a:ext cx="64440" cy="43560"/>
            </p14:xfrm>
          </p:contentPart>
        </mc:Choice>
        <mc:Fallback xmlns="">
          <p:pic>
            <p:nvPicPr>
              <p:cNvPr id="133" name="Ink 132">
                <a:extLst>
                  <a:ext uri="{FF2B5EF4-FFF2-40B4-BE49-F238E27FC236}">
                    <a16:creationId xmlns:a16="http://schemas.microsoft.com/office/drawing/2014/main" id="{A6D15BC1-D387-9FE3-2E6E-9A9D3CE44BBA}"/>
                  </a:ext>
                </a:extLst>
              </p:cNvPr>
              <p:cNvPicPr/>
              <p:nvPr/>
            </p:nvPicPr>
            <p:blipFill>
              <a:blip r:embed="rId207"/>
              <a:stretch>
                <a:fillRect/>
              </a:stretch>
            </p:blipFill>
            <p:spPr>
              <a:xfrm>
                <a:off x="569625" y="3854895"/>
                <a:ext cx="766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0" name="Ink 119">
                <a:extLst>
                  <a:ext uri="{FF2B5EF4-FFF2-40B4-BE49-F238E27FC236}">
                    <a16:creationId xmlns:a16="http://schemas.microsoft.com/office/drawing/2014/main" id="{B2A1663F-4AB8-B65E-B31F-28547D6D44B1}"/>
                  </a:ext>
                </a:extLst>
              </p14:cNvPr>
              <p14:cNvContentPartPr/>
              <p14:nvPr/>
            </p14:nvContentPartPr>
            <p14:xfrm>
              <a:off x="2681385" y="2493735"/>
              <a:ext cx="18720" cy="3600"/>
            </p14:xfrm>
          </p:contentPart>
        </mc:Choice>
        <mc:Fallback xmlns="">
          <p:pic>
            <p:nvPicPr>
              <p:cNvPr id="120" name="Ink 119">
                <a:extLst>
                  <a:ext uri="{FF2B5EF4-FFF2-40B4-BE49-F238E27FC236}">
                    <a16:creationId xmlns:a16="http://schemas.microsoft.com/office/drawing/2014/main" id="{B2A1663F-4AB8-B65E-B31F-28547D6D44B1}"/>
                  </a:ext>
                </a:extLst>
              </p:cNvPr>
              <p:cNvPicPr/>
              <p:nvPr/>
            </p:nvPicPr>
            <p:blipFill>
              <a:blip r:embed="rId209"/>
              <a:stretch>
                <a:fillRect/>
              </a:stretch>
            </p:blipFill>
            <p:spPr>
              <a:xfrm>
                <a:off x="2675265" y="2487615"/>
                <a:ext cx="309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1" name="Ink 120">
                <a:extLst>
                  <a:ext uri="{FF2B5EF4-FFF2-40B4-BE49-F238E27FC236}">
                    <a16:creationId xmlns:a16="http://schemas.microsoft.com/office/drawing/2014/main" id="{FCBA7F4B-7A3B-2988-834F-0F24A5ADB5D1}"/>
                  </a:ext>
                </a:extLst>
              </p14:cNvPr>
              <p14:cNvContentPartPr/>
              <p14:nvPr/>
            </p14:nvContentPartPr>
            <p14:xfrm>
              <a:off x="2812785" y="2435415"/>
              <a:ext cx="11880" cy="14760"/>
            </p14:xfrm>
          </p:contentPart>
        </mc:Choice>
        <mc:Fallback xmlns="">
          <p:pic>
            <p:nvPicPr>
              <p:cNvPr id="121" name="Ink 120">
                <a:extLst>
                  <a:ext uri="{FF2B5EF4-FFF2-40B4-BE49-F238E27FC236}">
                    <a16:creationId xmlns:a16="http://schemas.microsoft.com/office/drawing/2014/main" id="{FCBA7F4B-7A3B-2988-834F-0F24A5ADB5D1}"/>
                  </a:ext>
                </a:extLst>
              </p:cNvPr>
              <p:cNvPicPr/>
              <p:nvPr/>
            </p:nvPicPr>
            <p:blipFill>
              <a:blip r:embed="rId211"/>
              <a:stretch>
                <a:fillRect/>
              </a:stretch>
            </p:blipFill>
            <p:spPr>
              <a:xfrm>
                <a:off x="2806665" y="2429295"/>
                <a:ext cx="24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4" name="Ink 143">
                <a:extLst>
                  <a:ext uri="{FF2B5EF4-FFF2-40B4-BE49-F238E27FC236}">
                    <a16:creationId xmlns:a16="http://schemas.microsoft.com/office/drawing/2014/main" id="{2495C227-F99B-9F64-C839-ADA7F750DC34}"/>
                  </a:ext>
                </a:extLst>
              </p14:cNvPr>
              <p14:cNvContentPartPr/>
              <p14:nvPr/>
            </p14:nvContentPartPr>
            <p14:xfrm>
              <a:off x="2617305" y="2504175"/>
              <a:ext cx="16200" cy="8640"/>
            </p14:xfrm>
          </p:contentPart>
        </mc:Choice>
        <mc:Fallback xmlns="">
          <p:pic>
            <p:nvPicPr>
              <p:cNvPr id="144" name="Ink 143">
                <a:extLst>
                  <a:ext uri="{FF2B5EF4-FFF2-40B4-BE49-F238E27FC236}">
                    <a16:creationId xmlns:a16="http://schemas.microsoft.com/office/drawing/2014/main" id="{2495C227-F99B-9F64-C839-ADA7F750DC34}"/>
                  </a:ext>
                </a:extLst>
              </p:cNvPr>
              <p:cNvPicPr/>
              <p:nvPr/>
            </p:nvPicPr>
            <p:blipFill>
              <a:blip r:embed="rId213"/>
              <a:stretch>
                <a:fillRect/>
              </a:stretch>
            </p:blipFill>
            <p:spPr>
              <a:xfrm>
                <a:off x="2611185" y="2498055"/>
                <a:ext cx="284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5" name="Ink 144">
                <a:extLst>
                  <a:ext uri="{FF2B5EF4-FFF2-40B4-BE49-F238E27FC236}">
                    <a16:creationId xmlns:a16="http://schemas.microsoft.com/office/drawing/2014/main" id="{9B93EE36-94EC-B202-FDD1-9115E8FAC1F9}"/>
                  </a:ext>
                </a:extLst>
              </p14:cNvPr>
              <p14:cNvContentPartPr/>
              <p14:nvPr/>
            </p14:nvContentPartPr>
            <p14:xfrm>
              <a:off x="410145" y="3195375"/>
              <a:ext cx="43920" cy="7560"/>
            </p14:xfrm>
          </p:contentPart>
        </mc:Choice>
        <mc:Fallback xmlns="">
          <p:pic>
            <p:nvPicPr>
              <p:cNvPr id="145" name="Ink 144">
                <a:extLst>
                  <a:ext uri="{FF2B5EF4-FFF2-40B4-BE49-F238E27FC236}">
                    <a16:creationId xmlns:a16="http://schemas.microsoft.com/office/drawing/2014/main" id="{9B93EE36-94EC-B202-FDD1-9115E8FAC1F9}"/>
                  </a:ext>
                </a:extLst>
              </p:cNvPr>
              <p:cNvPicPr/>
              <p:nvPr/>
            </p:nvPicPr>
            <p:blipFill>
              <a:blip r:embed="rId215"/>
              <a:stretch>
                <a:fillRect/>
              </a:stretch>
            </p:blipFill>
            <p:spPr>
              <a:xfrm>
                <a:off x="404025" y="3189255"/>
                <a:ext cx="561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7" name="Ink 146">
                <a:extLst>
                  <a:ext uri="{FF2B5EF4-FFF2-40B4-BE49-F238E27FC236}">
                    <a16:creationId xmlns:a16="http://schemas.microsoft.com/office/drawing/2014/main" id="{838631FB-020F-3BDA-55B8-291DAD78A90C}"/>
                  </a:ext>
                </a:extLst>
              </p14:cNvPr>
              <p14:cNvContentPartPr/>
              <p14:nvPr/>
            </p14:nvContentPartPr>
            <p14:xfrm>
              <a:off x="2405985" y="2888295"/>
              <a:ext cx="426600" cy="286920"/>
            </p14:xfrm>
          </p:contentPart>
        </mc:Choice>
        <mc:Fallback xmlns="">
          <p:pic>
            <p:nvPicPr>
              <p:cNvPr id="147" name="Ink 146">
                <a:extLst>
                  <a:ext uri="{FF2B5EF4-FFF2-40B4-BE49-F238E27FC236}">
                    <a16:creationId xmlns:a16="http://schemas.microsoft.com/office/drawing/2014/main" id="{838631FB-020F-3BDA-55B8-291DAD78A90C}"/>
                  </a:ext>
                </a:extLst>
              </p:cNvPr>
              <p:cNvPicPr/>
              <p:nvPr/>
            </p:nvPicPr>
            <p:blipFill>
              <a:blip r:embed="rId217"/>
              <a:stretch>
                <a:fillRect/>
              </a:stretch>
            </p:blipFill>
            <p:spPr>
              <a:xfrm>
                <a:off x="2399865" y="2882175"/>
                <a:ext cx="4388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1" name="Ink 150">
                <a:extLst>
                  <a:ext uri="{FF2B5EF4-FFF2-40B4-BE49-F238E27FC236}">
                    <a16:creationId xmlns:a16="http://schemas.microsoft.com/office/drawing/2014/main" id="{1DDD318E-04FF-4520-B0D8-5A8F7AF6CAB4}"/>
                  </a:ext>
                </a:extLst>
              </p14:cNvPr>
              <p14:cNvContentPartPr/>
              <p14:nvPr/>
            </p14:nvContentPartPr>
            <p14:xfrm>
              <a:off x="2891625" y="3131655"/>
              <a:ext cx="16200" cy="1440"/>
            </p14:xfrm>
          </p:contentPart>
        </mc:Choice>
        <mc:Fallback xmlns="">
          <p:pic>
            <p:nvPicPr>
              <p:cNvPr id="151" name="Ink 150">
                <a:extLst>
                  <a:ext uri="{FF2B5EF4-FFF2-40B4-BE49-F238E27FC236}">
                    <a16:creationId xmlns:a16="http://schemas.microsoft.com/office/drawing/2014/main" id="{1DDD318E-04FF-4520-B0D8-5A8F7AF6CAB4}"/>
                  </a:ext>
                </a:extLst>
              </p:cNvPr>
              <p:cNvPicPr/>
              <p:nvPr/>
            </p:nvPicPr>
            <p:blipFill>
              <a:blip r:embed="rId219"/>
              <a:stretch>
                <a:fillRect/>
              </a:stretch>
            </p:blipFill>
            <p:spPr>
              <a:xfrm>
                <a:off x="2885505" y="3125535"/>
                <a:ext cx="284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3" name="Ink 152">
                <a:extLst>
                  <a:ext uri="{FF2B5EF4-FFF2-40B4-BE49-F238E27FC236}">
                    <a16:creationId xmlns:a16="http://schemas.microsoft.com/office/drawing/2014/main" id="{CA93E47C-0C01-E0AB-8511-7A1D3319CAD1}"/>
                  </a:ext>
                </a:extLst>
              </p14:cNvPr>
              <p14:cNvContentPartPr/>
              <p14:nvPr/>
            </p14:nvContentPartPr>
            <p14:xfrm>
              <a:off x="2405985" y="3542055"/>
              <a:ext cx="165240" cy="316080"/>
            </p14:xfrm>
          </p:contentPart>
        </mc:Choice>
        <mc:Fallback xmlns="">
          <p:pic>
            <p:nvPicPr>
              <p:cNvPr id="153" name="Ink 152">
                <a:extLst>
                  <a:ext uri="{FF2B5EF4-FFF2-40B4-BE49-F238E27FC236}">
                    <a16:creationId xmlns:a16="http://schemas.microsoft.com/office/drawing/2014/main" id="{CA93E47C-0C01-E0AB-8511-7A1D3319CAD1}"/>
                  </a:ext>
                </a:extLst>
              </p:cNvPr>
              <p:cNvPicPr/>
              <p:nvPr/>
            </p:nvPicPr>
            <p:blipFill>
              <a:blip r:embed="rId221"/>
              <a:stretch>
                <a:fillRect/>
              </a:stretch>
            </p:blipFill>
            <p:spPr>
              <a:xfrm>
                <a:off x="2399865" y="3535935"/>
                <a:ext cx="1774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4" name="Ink 153">
                <a:extLst>
                  <a:ext uri="{FF2B5EF4-FFF2-40B4-BE49-F238E27FC236}">
                    <a16:creationId xmlns:a16="http://schemas.microsoft.com/office/drawing/2014/main" id="{84959E6E-79D2-E01B-D377-80514E3A07C6}"/>
                  </a:ext>
                </a:extLst>
              </p14:cNvPr>
              <p14:cNvContentPartPr/>
              <p14:nvPr/>
            </p14:nvContentPartPr>
            <p14:xfrm>
              <a:off x="5724105" y="6290655"/>
              <a:ext cx="3960" cy="11520"/>
            </p14:xfrm>
          </p:contentPart>
        </mc:Choice>
        <mc:Fallback xmlns="">
          <p:pic>
            <p:nvPicPr>
              <p:cNvPr id="154" name="Ink 153">
                <a:extLst>
                  <a:ext uri="{FF2B5EF4-FFF2-40B4-BE49-F238E27FC236}">
                    <a16:creationId xmlns:a16="http://schemas.microsoft.com/office/drawing/2014/main" id="{84959E6E-79D2-E01B-D377-80514E3A07C6}"/>
                  </a:ext>
                </a:extLst>
              </p:cNvPr>
              <p:cNvPicPr/>
              <p:nvPr/>
            </p:nvPicPr>
            <p:blipFill>
              <a:blip r:embed="rId223"/>
              <a:stretch>
                <a:fillRect/>
              </a:stretch>
            </p:blipFill>
            <p:spPr>
              <a:xfrm>
                <a:off x="5717985" y="6284535"/>
                <a:ext cx="16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5" name="Ink 154">
                <a:extLst>
                  <a:ext uri="{FF2B5EF4-FFF2-40B4-BE49-F238E27FC236}">
                    <a16:creationId xmlns:a16="http://schemas.microsoft.com/office/drawing/2014/main" id="{CA6B04A9-5B1B-B286-5D52-329F0DE13C1D}"/>
                  </a:ext>
                </a:extLst>
              </p14:cNvPr>
              <p14:cNvContentPartPr/>
              <p14:nvPr/>
            </p14:nvContentPartPr>
            <p14:xfrm>
              <a:off x="1028625" y="2377455"/>
              <a:ext cx="67680" cy="67320"/>
            </p14:xfrm>
          </p:contentPart>
        </mc:Choice>
        <mc:Fallback xmlns="">
          <p:pic>
            <p:nvPicPr>
              <p:cNvPr id="155" name="Ink 154">
                <a:extLst>
                  <a:ext uri="{FF2B5EF4-FFF2-40B4-BE49-F238E27FC236}">
                    <a16:creationId xmlns:a16="http://schemas.microsoft.com/office/drawing/2014/main" id="{CA6B04A9-5B1B-B286-5D52-329F0DE13C1D}"/>
                  </a:ext>
                </a:extLst>
              </p:cNvPr>
              <p:cNvPicPr/>
              <p:nvPr/>
            </p:nvPicPr>
            <p:blipFill>
              <a:blip r:embed="rId225"/>
              <a:stretch>
                <a:fillRect/>
              </a:stretch>
            </p:blipFill>
            <p:spPr>
              <a:xfrm>
                <a:off x="1022505" y="2371335"/>
                <a:ext cx="799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6" name="Ink 155">
                <a:extLst>
                  <a:ext uri="{FF2B5EF4-FFF2-40B4-BE49-F238E27FC236}">
                    <a16:creationId xmlns:a16="http://schemas.microsoft.com/office/drawing/2014/main" id="{D88D1EAF-6EAE-4994-31F8-3F9B489874CF}"/>
                  </a:ext>
                </a:extLst>
              </p14:cNvPr>
              <p14:cNvContentPartPr/>
              <p14:nvPr/>
            </p14:nvContentPartPr>
            <p14:xfrm>
              <a:off x="1086225" y="3570855"/>
              <a:ext cx="210240" cy="444960"/>
            </p14:xfrm>
          </p:contentPart>
        </mc:Choice>
        <mc:Fallback xmlns="">
          <p:pic>
            <p:nvPicPr>
              <p:cNvPr id="156" name="Ink 155">
                <a:extLst>
                  <a:ext uri="{FF2B5EF4-FFF2-40B4-BE49-F238E27FC236}">
                    <a16:creationId xmlns:a16="http://schemas.microsoft.com/office/drawing/2014/main" id="{D88D1EAF-6EAE-4994-31F8-3F9B489874CF}"/>
                  </a:ext>
                </a:extLst>
              </p:cNvPr>
              <p:cNvPicPr/>
              <p:nvPr/>
            </p:nvPicPr>
            <p:blipFill>
              <a:blip r:embed="rId227"/>
              <a:stretch>
                <a:fillRect/>
              </a:stretch>
            </p:blipFill>
            <p:spPr>
              <a:xfrm>
                <a:off x="1080105" y="3564735"/>
                <a:ext cx="22248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7" name="Ink 156">
                <a:extLst>
                  <a:ext uri="{FF2B5EF4-FFF2-40B4-BE49-F238E27FC236}">
                    <a16:creationId xmlns:a16="http://schemas.microsoft.com/office/drawing/2014/main" id="{72998A95-2D61-E033-BEF3-6786E84643FA}"/>
                  </a:ext>
                </a:extLst>
              </p14:cNvPr>
              <p14:cNvContentPartPr/>
              <p14:nvPr/>
            </p14:nvContentPartPr>
            <p14:xfrm>
              <a:off x="1127985" y="3622695"/>
              <a:ext cx="144000" cy="277560"/>
            </p14:xfrm>
          </p:contentPart>
        </mc:Choice>
        <mc:Fallback xmlns="">
          <p:pic>
            <p:nvPicPr>
              <p:cNvPr id="157" name="Ink 156">
                <a:extLst>
                  <a:ext uri="{FF2B5EF4-FFF2-40B4-BE49-F238E27FC236}">
                    <a16:creationId xmlns:a16="http://schemas.microsoft.com/office/drawing/2014/main" id="{72998A95-2D61-E033-BEF3-6786E84643FA}"/>
                  </a:ext>
                </a:extLst>
              </p:cNvPr>
              <p:cNvPicPr/>
              <p:nvPr/>
            </p:nvPicPr>
            <p:blipFill>
              <a:blip r:embed="rId229"/>
              <a:stretch>
                <a:fillRect/>
              </a:stretch>
            </p:blipFill>
            <p:spPr>
              <a:xfrm>
                <a:off x="1121865" y="3616575"/>
                <a:ext cx="1562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33" name="Ink 32">
                <a:extLst>
                  <a:ext uri="{FF2B5EF4-FFF2-40B4-BE49-F238E27FC236}">
                    <a16:creationId xmlns:a16="http://schemas.microsoft.com/office/drawing/2014/main" id="{46B1AC3D-007D-66CB-FDA2-CBE86A827E5A}"/>
                  </a:ext>
                </a:extLst>
              </p14:cNvPr>
              <p14:cNvContentPartPr/>
              <p14:nvPr/>
            </p14:nvContentPartPr>
            <p14:xfrm>
              <a:off x="4463025" y="4983135"/>
              <a:ext cx="540360" cy="86760"/>
            </p14:xfrm>
          </p:contentPart>
        </mc:Choice>
        <mc:Fallback xmlns="">
          <p:pic>
            <p:nvPicPr>
              <p:cNvPr id="33" name="Ink 32">
                <a:extLst>
                  <a:ext uri="{FF2B5EF4-FFF2-40B4-BE49-F238E27FC236}">
                    <a16:creationId xmlns:a16="http://schemas.microsoft.com/office/drawing/2014/main" id="{46B1AC3D-007D-66CB-FDA2-CBE86A827E5A}"/>
                  </a:ext>
                </a:extLst>
              </p:cNvPr>
              <p:cNvPicPr/>
              <p:nvPr/>
            </p:nvPicPr>
            <p:blipFill>
              <a:blip r:embed="rId231"/>
              <a:stretch>
                <a:fillRect/>
              </a:stretch>
            </p:blipFill>
            <p:spPr>
              <a:xfrm>
                <a:off x="4456905" y="4977015"/>
                <a:ext cx="552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35" name="Ink 34">
                <a:extLst>
                  <a:ext uri="{FF2B5EF4-FFF2-40B4-BE49-F238E27FC236}">
                    <a16:creationId xmlns:a16="http://schemas.microsoft.com/office/drawing/2014/main" id="{B02FCF68-EE89-332F-767F-60EA230D9A64}"/>
                  </a:ext>
                </a:extLst>
              </p14:cNvPr>
              <p14:cNvContentPartPr/>
              <p14:nvPr/>
            </p14:nvContentPartPr>
            <p14:xfrm>
              <a:off x="4744545" y="5436735"/>
              <a:ext cx="12960" cy="8640"/>
            </p14:xfrm>
          </p:contentPart>
        </mc:Choice>
        <mc:Fallback xmlns="">
          <p:pic>
            <p:nvPicPr>
              <p:cNvPr id="35" name="Ink 34">
                <a:extLst>
                  <a:ext uri="{FF2B5EF4-FFF2-40B4-BE49-F238E27FC236}">
                    <a16:creationId xmlns:a16="http://schemas.microsoft.com/office/drawing/2014/main" id="{B02FCF68-EE89-332F-767F-60EA230D9A64}"/>
                  </a:ext>
                </a:extLst>
              </p:cNvPr>
              <p:cNvPicPr/>
              <p:nvPr/>
            </p:nvPicPr>
            <p:blipFill>
              <a:blip r:embed="rId233"/>
              <a:stretch>
                <a:fillRect/>
              </a:stretch>
            </p:blipFill>
            <p:spPr>
              <a:xfrm>
                <a:off x="4738425" y="5430615"/>
                <a:ext cx="252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6" name="Ink 35">
                <a:extLst>
                  <a:ext uri="{FF2B5EF4-FFF2-40B4-BE49-F238E27FC236}">
                    <a16:creationId xmlns:a16="http://schemas.microsoft.com/office/drawing/2014/main" id="{00652015-F04C-49D1-1C17-773B78D6D256}"/>
                  </a:ext>
                </a:extLst>
              </p14:cNvPr>
              <p14:cNvContentPartPr/>
              <p14:nvPr/>
            </p14:nvContentPartPr>
            <p14:xfrm>
              <a:off x="4793865" y="5456535"/>
              <a:ext cx="316800" cy="50760"/>
            </p14:xfrm>
          </p:contentPart>
        </mc:Choice>
        <mc:Fallback xmlns="">
          <p:pic>
            <p:nvPicPr>
              <p:cNvPr id="36" name="Ink 35">
                <a:extLst>
                  <a:ext uri="{FF2B5EF4-FFF2-40B4-BE49-F238E27FC236}">
                    <a16:creationId xmlns:a16="http://schemas.microsoft.com/office/drawing/2014/main" id="{00652015-F04C-49D1-1C17-773B78D6D256}"/>
                  </a:ext>
                </a:extLst>
              </p:cNvPr>
              <p:cNvPicPr/>
              <p:nvPr/>
            </p:nvPicPr>
            <p:blipFill>
              <a:blip r:embed="rId235"/>
              <a:stretch>
                <a:fillRect/>
              </a:stretch>
            </p:blipFill>
            <p:spPr>
              <a:xfrm>
                <a:off x="4787745" y="5450415"/>
                <a:ext cx="3290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9" name="Ink 158">
                <a:extLst>
                  <a:ext uri="{FF2B5EF4-FFF2-40B4-BE49-F238E27FC236}">
                    <a16:creationId xmlns:a16="http://schemas.microsoft.com/office/drawing/2014/main" id="{33F2FB73-A158-4960-1848-556D36E535E4}"/>
                  </a:ext>
                </a:extLst>
              </p14:cNvPr>
              <p14:cNvContentPartPr/>
              <p14:nvPr/>
            </p14:nvContentPartPr>
            <p14:xfrm>
              <a:off x="1306185" y="4956495"/>
              <a:ext cx="268920" cy="1269000"/>
            </p14:xfrm>
          </p:contentPart>
        </mc:Choice>
        <mc:Fallback xmlns="">
          <p:pic>
            <p:nvPicPr>
              <p:cNvPr id="159" name="Ink 158">
                <a:extLst>
                  <a:ext uri="{FF2B5EF4-FFF2-40B4-BE49-F238E27FC236}">
                    <a16:creationId xmlns:a16="http://schemas.microsoft.com/office/drawing/2014/main" id="{33F2FB73-A158-4960-1848-556D36E535E4}"/>
                  </a:ext>
                </a:extLst>
              </p:cNvPr>
              <p:cNvPicPr/>
              <p:nvPr/>
            </p:nvPicPr>
            <p:blipFill>
              <a:blip r:embed="rId237"/>
              <a:stretch>
                <a:fillRect/>
              </a:stretch>
            </p:blipFill>
            <p:spPr>
              <a:xfrm>
                <a:off x="1300065" y="4950375"/>
                <a:ext cx="281160" cy="1281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0" name="Ink 159">
                <a:extLst>
                  <a:ext uri="{FF2B5EF4-FFF2-40B4-BE49-F238E27FC236}">
                    <a16:creationId xmlns:a16="http://schemas.microsoft.com/office/drawing/2014/main" id="{7F8FF9D3-B74D-D13E-C409-71AB10CA2EF8}"/>
                  </a:ext>
                </a:extLst>
              </p14:cNvPr>
              <p14:cNvContentPartPr/>
              <p14:nvPr/>
            </p14:nvContentPartPr>
            <p14:xfrm>
              <a:off x="1649985" y="4921575"/>
              <a:ext cx="2740320" cy="145800"/>
            </p14:xfrm>
          </p:contentPart>
        </mc:Choice>
        <mc:Fallback xmlns="">
          <p:pic>
            <p:nvPicPr>
              <p:cNvPr id="160" name="Ink 159">
                <a:extLst>
                  <a:ext uri="{FF2B5EF4-FFF2-40B4-BE49-F238E27FC236}">
                    <a16:creationId xmlns:a16="http://schemas.microsoft.com/office/drawing/2014/main" id="{7F8FF9D3-B74D-D13E-C409-71AB10CA2EF8}"/>
                  </a:ext>
                </a:extLst>
              </p:cNvPr>
              <p:cNvPicPr/>
              <p:nvPr/>
            </p:nvPicPr>
            <p:blipFill>
              <a:blip r:embed="rId239"/>
              <a:stretch>
                <a:fillRect/>
              </a:stretch>
            </p:blipFill>
            <p:spPr>
              <a:xfrm>
                <a:off x="1643865" y="4915455"/>
                <a:ext cx="27525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1" name="Ink 160">
                <a:extLst>
                  <a:ext uri="{FF2B5EF4-FFF2-40B4-BE49-F238E27FC236}">
                    <a16:creationId xmlns:a16="http://schemas.microsoft.com/office/drawing/2014/main" id="{F3062373-3F63-5801-6212-A8A9DD3008A4}"/>
                  </a:ext>
                </a:extLst>
              </p14:cNvPr>
              <p14:cNvContentPartPr/>
              <p14:nvPr/>
            </p14:nvContentPartPr>
            <p14:xfrm>
              <a:off x="1227345" y="6257895"/>
              <a:ext cx="3101040" cy="100080"/>
            </p14:xfrm>
          </p:contentPart>
        </mc:Choice>
        <mc:Fallback xmlns="">
          <p:pic>
            <p:nvPicPr>
              <p:cNvPr id="161" name="Ink 160">
                <a:extLst>
                  <a:ext uri="{FF2B5EF4-FFF2-40B4-BE49-F238E27FC236}">
                    <a16:creationId xmlns:a16="http://schemas.microsoft.com/office/drawing/2014/main" id="{F3062373-3F63-5801-6212-A8A9DD3008A4}"/>
                  </a:ext>
                </a:extLst>
              </p:cNvPr>
              <p:cNvPicPr/>
              <p:nvPr/>
            </p:nvPicPr>
            <p:blipFill>
              <a:blip r:embed="rId241"/>
              <a:stretch>
                <a:fillRect/>
              </a:stretch>
            </p:blipFill>
            <p:spPr>
              <a:xfrm>
                <a:off x="1221225" y="6251775"/>
                <a:ext cx="3113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2" name="Ink 161">
                <a:extLst>
                  <a:ext uri="{FF2B5EF4-FFF2-40B4-BE49-F238E27FC236}">
                    <a16:creationId xmlns:a16="http://schemas.microsoft.com/office/drawing/2014/main" id="{2E5E4444-52BE-07CD-57B4-027901199932}"/>
                  </a:ext>
                </a:extLst>
              </p14:cNvPr>
              <p14:cNvContentPartPr/>
              <p14:nvPr/>
            </p14:nvContentPartPr>
            <p14:xfrm>
              <a:off x="3951465" y="4968735"/>
              <a:ext cx="578160" cy="1535760"/>
            </p14:xfrm>
          </p:contentPart>
        </mc:Choice>
        <mc:Fallback xmlns="">
          <p:pic>
            <p:nvPicPr>
              <p:cNvPr id="162" name="Ink 161">
                <a:extLst>
                  <a:ext uri="{FF2B5EF4-FFF2-40B4-BE49-F238E27FC236}">
                    <a16:creationId xmlns:a16="http://schemas.microsoft.com/office/drawing/2014/main" id="{2E5E4444-52BE-07CD-57B4-027901199932}"/>
                  </a:ext>
                </a:extLst>
              </p:cNvPr>
              <p:cNvPicPr/>
              <p:nvPr/>
            </p:nvPicPr>
            <p:blipFill>
              <a:blip r:embed="rId243"/>
              <a:stretch>
                <a:fillRect/>
              </a:stretch>
            </p:blipFill>
            <p:spPr>
              <a:xfrm>
                <a:off x="3945345" y="4962615"/>
                <a:ext cx="590400" cy="1548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4" name="Ink 163">
                <a:extLst>
                  <a:ext uri="{FF2B5EF4-FFF2-40B4-BE49-F238E27FC236}">
                    <a16:creationId xmlns:a16="http://schemas.microsoft.com/office/drawing/2014/main" id="{7FA3119A-ADE1-CDED-78CE-AB00C7483613}"/>
                  </a:ext>
                </a:extLst>
              </p14:cNvPr>
              <p14:cNvContentPartPr/>
              <p14:nvPr/>
            </p14:nvContentPartPr>
            <p14:xfrm>
              <a:off x="2664105" y="4947135"/>
              <a:ext cx="354600" cy="1548720"/>
            </p14:xfrm>
          </p:contentPart>
        </mc:Choice>
        <mc:Fallback xmlns="">
          <p:pic>
            <p:nvPicPr>
              <p:cNvPr id="164" name="Ink 163">
                <a:extLst>
                  <a:ext uri="{FF2B5EF4-FFF2-40B4-BE49-F238E27FC236}">
                    <a16:creationId xmlns:a16="http://schemas.microsoft.com/office/drawing/2014/main" id="{7FA3119A-ADE1-CDED-78CE-AB00C7483613}"/>
                  </a:ext>
                </a:extLst>
              </p:cNvPr>
              <p:cNvPicPr/>
              <p:nvPr/>
            </p:nvPicPr>
            <p:blipFill>
              <a:blip r:embed="rId245"/>
              <a:stretch>
                <a:fillRect/>
              </a:stretch>
            </p:blipFill>
            <p:spPr>
              <a:xfrm>
                <a:off x="2657985" y="4941015"/>
                <a:ext cx="366840" cy="1560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5" name="Ink 164">
                <a:extLst>
                  <a:ext uri="{FF2B5EF4-FFF2-40B4-BE49-F238E27FC236}">
                    <a16:creationId xmlns:a16="http://schemas.microsoft.com/office/drawing/2014/main" id="{7AA9664B-C695-EC90-7B65-43B92BB99304}"/>
                  </a:ext>
                </a:extLst>
              </p14:cNvPr>
              <p14:cNvContentPartPr/>
              <p14:nvPr/>
            </p14:nvContentPartPr>
            <p14:xfrm>
              <a:off x="1475385" y="5678295"/>
              <a:ext cx="2953800" cy="172080"/>
            </p14:xfrm>
          </p:contentPart>
        </mc:Choice>
        <mc:Fallback xmlns="">
          <p:pic>
            <p:nvPicPr>
              <p:cNvPr id="165" name="Ink 164">
                <a:extLst>
                  <a:ext uri="{FF2B5EF4-FFF2-40B4-BE49-F238E27FC236}">
                    <a16:creationId xmlns:a16="http://schemas.microsoft.com/office/drawing/2014/main" id="{7AA9664B-C695-EC90-7B65-43B92BB99304}"/>
                  </a:ext>
                </a:extLst>
              </p:cNvPr>
              <p:cNvPicPr/>
              <p:nvPr/>
            </p:nvPicPr>
            <p:blipFill>
              <a:blip r:embed="rId247"/>
              <a:stretch>
                <a:fillRect/>
              </a:stretch>
            </p:blipFill>
            <p:spPr>
              <a:xfrm>
                <a:off x="1469265" y="5672175"/>
                <a:ext cx="29660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7" name="Ink 166">
                <a:extLst>
                  <a:ext uri="{FF2B5EF4-FFF2-40B4-BE49-F238E27FC236}">
                    <a16:creationId xmlns:a16="http://schemas.microsoft.com/office/drawing/2014/main" id="{28915563-8A50-6925-099F-6D8F31CB45CB}"/>
                  </a:ext>
                </a:extLst>
              </p14:cNvPr>
              <p14:cNvContentPartPr/>
              <p14:nvPr/>
            </p14:nvContentPartPr>
            <p14:xfrm>
              <a:off x="2723505" y="4251615"/>
              <a:ext cx="349920" cy="507960"/>
            </p14:xfrm>
          </p:contentPart>
        </mc:Choice>
        <mc:Fallback xmlns="">
          <p:pic>
            <p:nvPicPr>
              <p:cNvPr id="167" name="Ink 166">
                <a:extLst>
                  <a:ext uri="{FF2B5EF4-FFF2-40B4-BE49-F238E27FC236}">
                    <a16:creationId xmlns:a16="http://schemas.microsoft.com/office/drawing/2014/main" id="{28915563-8A50-6925-099F-6D8F31CB45CB}"/>
                  </a:ext>
                </a:extLst>
              </p:cNvPr>
              <p:cNvPicPr/>
              <p:nvPr/>
            </p:nvPicPr>
            <p:blipFill>
              <a:blip r:embed="rId249"/>
              <a:stretch>
                <a:fillRect/>
              </a:stretch>
            </p:blipFill>
            <p:spPr>
              <a:xfrm>
                <a:off x="2717385" y="4245495"/>
                <a:ext cx="362160" cy="5202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8" name="Ink 167">
                <a:extLst>
                  <a:ext uri="{FF2B5EF4-FFF2-40B4-BE49-F238E27FC236}">
                    <a16:creationId xmlns:a16="http://schemas.microsoft.com/office/drawing/2014/main" id="{AE236115-EAA4-E478-1A55-F718D8C4C135}"/>
                  </a:ext>
                </a:extLst>
              </p14:cNvPr>
              <p14:cNvContentPartPr/>
              <p14:nvPr/>
            </p14:nvContentPartPr>
            <p14:xfrm>
              <a:off x="2932305" y="4502895"/>
              <a:ext cx="556200" cy="58680"/>
            </p14:xfrm>
          </p:contentPart>
        </mc:Choice>
        <mc:Fallback xmlns="">
          <p:pic>
            <p:nvPicPr>
              <p:cNvPr id="168" name="Ink 167">
                <a:extLst>
                  <a:ext uri="{FF2B5EF4-FFF2-40B4-BE49-F238E27FC236}">
                    <a16:creationId xmlns:a16="http://schemas.microsoft.com/office/drawing/2014/main" id="{AE236115-EAA4-E478-1A55-F718D8C4C135}"/>
                  </a:ext>
                </a:extLst>
              </p:cNvPr>
              <p:cNvPicPr/>
              <p:nvPr/>
            </p:nvPicPr>
            <p:blipFill>
              <a:blip r:embed="rId251"/>
              <a:stretch>
                <a:fillRect/>
              </a:stretch>
            </p:blipFill>
            <p:spPr>
              <a:xfrm>
                <a:off x="2926185" y="4496775"/>
                <a:ext cx="5684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9" name="Ink 168">
                <a:extLst>
                  <a:ext uri="{FF2B5EF4-FFF2-40B4-BE49-F238E27FC236}">
                    <a16:creationId xmlns:a16="http://schemas.microsoft.com/office/drawing/2014/main" id="{5450E21B-4DB9-F6DE-9F08-EF7C40CA117C}"/>
                  </a:ext>
                </a:extLst>
              </p14:cNvPr>
              <p14:cNvContentPartPr/>
              <p14:nvPr/>
            </p14:nvContentPartPr>
            <p14:xfrm>
              <a:off x="3482385" y="4547895"/>
              <a:ext cx="14040" cy="37440"/>
            </p14:xfrm>
          </p:contentPart>
        </mc:Choice>
        <mc:Fallback xmlns="">
          <p:pic>
            <p:nvPicPr>
              <p:cNvPr id="169" name="Ink 168">
                <a:extLst>
                  <a:ext uri="{FF2B5EF4-FFF2-40B4-BE49-F238E27FC236}">
                    <a16:creationId xmlns:a16="http://schemas.microsoft.com/office/drawing/2014/main" id="{5450E21B-4DB9-F6DE-9F08-EF7C40CA117C}"/>
                  </a:ext>
                </a:extLst>
              </p:cNvPr>
              <p:cNvPicPr/>
              <p:nvPr/>
            </p:nvPicPr>
            <p:blipFill>
              <a:blip r:embed="rId253"/>
              <a:stretch>
                <a:fillRect/>
              </a:stretch>
            </p:blipFill>
            <p:spPr>
              <a:xfrm>
                <a:off x="3476265" y="4541775"/>
                <a:ext cx="262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1" name="Ink 170">
                <a:extLst>
                  <a:ext uri="{FF2B5EF4-FFF2-40B4-BE49-F238E27FC236}">
                    <a16:creationId xmlns:a16="http://schemas.microsoft.com/office/drawing/2014/main" id="{C6EEB8A2-0E47-040A-5083-58603E24CEF7}"/>
                  </a:ext>
                </a:extLst>
              </p14:cNvPr>
              <p14:cNvContentPartPr/>
              <p14:nvPr/>
            </p14:nvContentPartPr>
            <p14:xfrm>
              <a:off x="861585" y="5069535"/>
              <a:ext cx="268920" cy="301680"/>
            </p14:xfrm>
          </p:contentPart>
        </mc:Choice>
        <mc:Fallback xmlns="">
          <p:pic>
            <p:nvPicPr>
              <p:cNvPr id="171" name="Ink 170">
                <a:extLst>
                  <a:ext uri="{FF2B5EF4-FFF2-40B4-BE49-F238E27FC236}">
                    <a16:creationId xmlns:a16="http://schemas.microsoft.com/office/drawing/2014/main" id="{C6EEB8A2-0E47-040A-5083-58603E24CEF7}"/>
                  </a:ext>
                </a:extLst>
              </p:cNvPr>
              <p:cNvPicPr/>
              <p:nvPr/>
            </p:nvPicPr>
            <p:blipFill>
              <a:blip r:embed="rId255"/>
              <a:stretch>
                <a:fillRect/>
              </a:stretch>
            </p:blipFill>
            <p:spPr>
              <a:xfrm>
                <a:off x="855465" y="5063415"/>
                <a:ext cx="28116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2" name="Ink 171">
                <a:extLst>
                  <a:ext uri="{FF2B5EF4-FFF2-40B4-BE49-F238E27FC236}">
                    <a16:creationId xmlns:a16="http://schemas.microsoft.com/office/drawing/2014/main" id="{938EBE4C-987C-1E55-CB6F-D72192AF29E1}"/>
                  </a:ext>
                </a:extLst>
              </p14:cNvPr>
              <p14:cNvContentPartPr/>
              <p14:nvPr/>
            </p14:nvContentPartPr>
            <p14:xfrm>
              <a:off x="1062825" y="4744455"/>
              <a:ext cx="214920" cy="465840"/>
            </p14:xfrm>
          </p:contentPart>
        </mc:Choice>
        <mc:Fallback xmlns="">
          <p:pic>
            <p:nvPicPr>
              <p:cNvPr id="172" name="Ink 171">
                <a:extLst>
                  <a:ext uri="{FF2B5EF4-FFF2-40B4-BE49-F238E27FC236}">
                    <a16:creationId xmlns:a16="http://schemas.microsoft.com/office/drawing/2014/main" id="{938EBE4C-987C-1E55-CB6F-D72192AF29E1}"/>
                  </a:ext>
                </a:extLst>
              </p:cNvPr>
              <p:cNvPicPr/>
              <p:nvPr/>
            </p:nvPicPr>
            <p:blipFill>
              <a:blip r:embed="rId257"/>
              <a:stretch>
                <a:fillRect/>
              </a:stretch>
            </p:blipFill>
            <p:spPr>
              <a:xfrm>
                <a:off x="1056705" y="4738335"/>
                <a:ext cx="22716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3" name="Ink 172">
                <a:extLst>
                  <a:ext uri="{FF2B5EF4-FFF2-40B4-BE49-F238E27FC236}">
                    <a16:creationId xmlns:a16="http://schemas.microsoft.com/office/drawing/2014/main" id="{0A33D543-9F83-94ED-47C2-72CA5F522011}"/>
                  </a:ext>
                </a:extLst>
              </p14:cNvPr>
              <p14:cNvContentPartPr/>
              <p14:nvPr/>
            </p14:nvContentPartPr>
            <p14:xfrm>
              <a:off x="1355505" y="5000775"/>
              <a:ext cx="2520" cy="11520"/>
            </p14:xfrm>
          </p:contentPart>
        </mc:Choice>
        <mc:Fallback xmlns="">
          <p:pic>
            <p:nvPicPr>
              <p:cNvPr id="173" name="Ink 172">
                <a:extLst>
                  <a:ext uri="{FF2B5EF4-FFF2-40B4-BE49-F238E27FC236}">
                    <a16:creationId xmlns:a16="http://schemas.microsoft.com/office/drawing/2014/main" id="{0A33D543-9F83-94ED-47C2-72CA5F522011}"/>
                  </a:ext>
                </a:extLst>
              </p:cNvPr>
              <p:cNvPicPr/>
              <p:nvPr/>
            </p:nvPicPr>
            <p:blipFill>
              <a:blip r:embed="rId259"/>
              <a:stretch>
                <a:fillRect/>
              </a:stretch>
            </p:blipFill>
            <p:spPr>
              <a:xfrm>
                <a:off x="1349385" y="4994655"/>
                <a:ext cx="14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5" name="Ink 174">
                <a:extLst>
                  <a:ext uri="{FF2B5EF4-FFF2-40B4-BE49-F238E27FC236}">
                    <a16:creationId xmlns:a16="http://schemas.microsoft.com/office/drawing/2014/main" id="{5267377C-446D-9190-500F-CE2200309C14}"/>
                  </a:ext>
                </a:extLst>
              </p14:cNvPr>
              <p14:cNvContentPartPr/>
              <p14:nvPr/>
            </p14:nvContentPartPr>
            <p14:xfrm>
              <a:off x="1763385" y="5135415"/>
              <a:ext cx="676080" cy="62280"/>
            </p14:xfrm>
          </p:contentPart>
        </mc:Choice>
        <mc:Fallback xmlns="">
          <p:pic>
            <p:nvPicPr>
              <p:cNvPr id="175" name="Ink 174">
                <a:extLst>
                  <a:ext uri="{FF2B5EF4-FFF2-40B4-BE49-F238E27FC236}">
                    <a16:creationId xmlns:a16="http://schemas.microsoft.com/office/drawing/2014/main" id="{5267377C-446D-9190-500F-CE2200309C14}"/>
                  </a:ext>
                </a:extLst>
              </p:cNvPr>
              <p:cNvPicPr/>
              <p:nvPr/>
            </p:nvPicPr>
            <p:blipFill>
              <a:blip r:embed="rId261"/>
              <a:stretch>
                <a:fillRect/>
              </a:stretch>
            </p:blipFill>
            <p:spPr>
              <a:xfrm>
                <a:off x="1757265" y="5129295"/>
                <a:ext cx="688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6" name="Ink 175">
                <a:extLst>
                  <a:ext uri="{FF2B5EF4-FFF2-40B4-BE49-F238E27FC236}">
                    <a16:creationId xmlns:a16="http://schemas.microsoft.com/office/drawing/2014/main" id="{87843320-7ABC-6CF3-8884-E2F4BB69F2A6}"/>
                  </a:ext>
                </a:extLst>
              </p14:cNvPr>
              <p14:cNvContentPartPr/>
              <p14:nvPr/>
            </p14:nvContentPartPr>
            <p14:xfrm>
              <a:off x="1899465" y="5189055"/>
              <a:ext cx="139680" cy="319320"/>
            </p14:xfrm>
          </p:contentPart>
        </mc:Choice>
        <mc:Fallback xmlns="">
          <p:pic>
            <p:nvPicPr>
              <p:cNvPr id="176" name="Ink 175">
                <a:extLst>
                  <a:ext uri="{FF2B5EF4-FFF2-40B4-BE49-F238E27FC236}">
                    <a16:creationId xmlns:a16="http://schemas.microsoft.com/office/drawing/2014/main" id="{87843320-7ABC-6CF3-8884-E2F4BB69F2A6}"/>
                  </a:ext>
                </a:extLst>
              </p:cNvPr>
              <p:cNvPicPr/>
              <p:nvPr/>
            </p:nvPicPr>
            <p:blipFill>
              <a:blip r:embed="rId263"/>
              <a:stretch>
                <a:fillRect/>
              </a:stretch>
            </p:blipFill>
            <p:spPr>
              <a:xfrm>
                <a:off x="1893345" y="5182935"/>
                <a:ext cx="15192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8" name="Ink 177">
                <a:extLst>
                  <a:ext uri="{FF2B5EF4-FFF2-40B4-BE49-F238E27FC236}">
                    <a16:creationId xmlns:a16="http://schemas.microsoft.com/office/drawing/2014/main" id="{E998E11B-023A-D98F-921B-3D09CB3125B6}"/>
                  </a:ext>
                </a:extLst>
              </p14:cNvPr>
              <p14:cNvContentPartPr/>
              <p14:nvPr/>
            </p14:nvContentPartPr>
            <p14:xfrm>
              <a:off x="2390865" y="5305335"/>
              <a:ext cx="99720" cy="271800"/>
            </p14:xfrm>
          </p:contentPart>
        </mc:Choice>
        <mc:Fallback xmlns="">
          <p:pic>
            <p:nvPicPr>
              <p:cNvPr id="178" name="Ink 177">
                <a:extLst>
                  <a:ext uri="{FF2B5EF4-FFF2-40B4-BE49-F238E27FC236}">
                    <a16:creationId xmlns:a16="http://schemas.microsoft.com/office/drawing/2014/main" id="{E998E11B-023A-D98F-921B-3D09CB3125B6}"/>
                  </a:ext>
                </a:extLst>
              </p:cNvPr>
              <p:cNvPicPr/>
              <p:nvPr/>
            </p:nvPicPr>
            <p:blipFill>
              <a:blip r:embed="rId265"/>
              <a:stretch>
                <a:fillRect/>
              </a:stretch>
            </p:blipFill>
            <p:spPr>
              <a:xfrm>
                <a:off x="2384745" y="5299215"/>
                <a:ext cx="1119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9" name="Ink 178">
                <a:extLst>
                  <a:ext uri="{FF2B5EF4-FFF2-40B4-BE49-F238E27FC236}">
                    <a16:creationId xmlns:a16="http://schemas.microsoft.com/office/drawing/2014/main" id="{F96777B0-9E93-536D-5E60-F98FE2ED6546}"/>
                  </a:ext>
                </a:extLst>
              </p14:cNvPr>
              <p14:cNvContentPartPr/>
              <p14:nvPr/>
            </p14:nvContentPartPr>
            <p14:xfrm>
              <a:off x="2404545" y="5136495"/>
              <a:ext cx="201240" cy="372960"/>
            </p14:xfrm>
          </p:contentPart>
        </mc:Choice>
        <mc:Fallback xmlns="">
          <p:pic>
            <p:nvPicPr>
              <p:cNvPr id="179" name="Ink 178">
                <a:extLst>
                  <a:ext uri="{FF2B5EF4-FFF2-40B4-BE49-F238E27FC236}">
                    <a16:creationId xmlns:a16="http://schemas.microsoft.com/office/drawing/2014/main" id="{F96777B0-9E93-536D-5E60-F98FE2ED6546}"/>
                  </a:ext>
                </a:extLst>
              </p:cNvPr>
              <p:cNvPicPr/>
              <p:nvPr/>
            </p:nvPicPr>
            <p:blipFill>
              <a:blip r:embed="rId267"/>
              <a:stretch>
                <a:fillRect/>
              </a:stretch>
            </p:blipFill>
            <p:spPr>
              <a:xfrm>
                <a:off x="2398425" y="5130375"/>
                <a:ext cx="21348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1" name="Ink 180">
                <a:extLst>
                  <a:ext uri="{FF2B5EF4-FFF2-40B4-BE49-F238E27FC236}">
                    <a16:creationId xmlns:a16="http://schemas.microsoft.com/office/drawing/2014/main" id="{25AAC413-0FCC-C3A0-D653-A08F9DFABF00}"/>
                  </a:ext>
                </a:extLst>
              </p14:cNvPr>
              <p14:cNvContentPartPr/>
              <p14:nvPr/>
            </p14:nvContentPartPr>
            <p14:xfrm>
              <a:off x="3134985" y="5274375"/>
              <a:ext cx="111240" cy="324000"/>
            </p14:xfrm>
          </p:contentPart>
        </mc:Choice>
        <mc:Fallback xmlns="">
          <p:pic>
            <p:nvPicPr>
              <p:cNvPr id="181" name="Ink 180">
                <a:extLst>
                  <a:ext uri="{FF2B5EF4-FFF2-40B4-BE49-F238E27FC236}">
                    <a16:creationId xmlns:a16="http://schemas.microsoft.com/office/drawing/2014/main" id="{25AAC413-0FCC-C3A0-D653-A08F9DFABF00}"/>
                  </a:ext>
                </a:extLst>
              </p:cNvPr>
              <p:cNvPicPr/>
              <p:nvPr/>
            </p:nvPicPr>
            <p:blipFill>
              <a:blip r:embed="rId269"/>
              <a:stretch>
                <a:fillRect/>
              </a:stretch>
            </p:blipFill>
            <p:spPr>
              <a:xfrm>
                <a:off x="3128865" y="5268255"/>
                <a:ext cx="12348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2" name="Ink 181">
                <a:extLst>
                  <a:ext uri="{FF2B5EF4-FFF2-40B4-BE49-F238E27FC236}">
                    <a16:creationId xmlns:a16="http://schemas.microsoft.com/office/drawing/2014/main" id="{6F03F28A-6E53-1A1E-59D3-11E99469A5E0}"/>
                  </a:ext>
                </a:extLst>
              </p14:cNvPr>
              <p14:cNvContentPartPr/>
              <p14:nvPr/>
            </p14:nvContentPartPr>
            <p14:xfrm>
              <a:off x="3337305" y="5202375"/>
              <a:ext cx="128520" cy="38520"/>
            </p14:xfrm>
          </p:contentPart>
        </mc:Choice>
        <mc:Fallback xmlns="">
          <p:pic>
            <p:nvPicPr>
              <p:cNvPr id="182" name="Ink 181">
                <a:extLst>
                  <a:ext uri="{FF2B5EF4-FFF2-40B4-BE49-F238E27FC236}">
                    <a16:creationId xmlns:a16="http://schemas.microsoft.com/office/drawing/2014/main" id="{6F03F28A-6E53-1A1E-59D3-11E99469A5E0}"/>
                  </a:ext>
                </a:extLst>
              </p:cNvPr>
              <p:cNvPicPr/>
              <p:nvPr/>
            </p:nvPicPr>
            <p:blipFill>
              <a:blip r:embed="rId271"/>
              <a:stretch>
                <a:fillRect/>
              </a:stretch>
            </p:blipFill>
            <p:spPr>
              <a:xfrm>
                <a:off x="3331185" y="5196255"/>
                <a:ext cx="140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3" name="Ink 182">
                <a:extLst>
                  <a:ext uri="{FF2B5EF4-FFF2-40B4-BE49-F238E27FC236}">
                    <a16:creationId xmlns:a16="http://schemas.microsoft.com/office/drawing/2014/main" id="{DD97917D-E1AF-2F69-5042-4176B0CFF1EF}"/>
                  </a:ext>
                </a:extLst>
              </p14:cNvPr>
              <p14:cNvContentPartPr/>
              <p14:nvPr/>
            </p14:nvContentPartPr>
            <p14:xfrm>
              <a:off x="3233265" y="5412255"/>
              <a:ext cx="138600" cy="95040"/>
            </p14:xfrm>
          </p:contentPart>
        </mc:Choice>
        <mc:Fallback xmlns="">
          <p:pic>
            <p:nvPicPr>
              <p:cNvPr id="183" name="Ink 182">
                <a:extLst>
                  <a:ext uri="{FF2B5EF4-FFF2-40B4-BE49-F238E27FC236}">
                    <a16:creationId xmlns:a16="http://schemas.microsoft.com/office/drawing/2014/main" id="{DD97917D-E1AF-2F69-5042-4176B0CFF1EF}"/>
                  </a:ext>
                </a:extLst>
              </p:cNvPr>
              <p:cNvPicPr/>
              <p:nvPr/>
            </p:nvPicPr>
            <p:blipFill>
              <a:blip r:embed="rId273"/>
              <a:stretch>
                <a:fillRect/>
              </a:stretch>
            </p:blipFill>
            <p:spPr>
              <a:xfrm>
                <a:off x="3227145" y="5406135"/>
                <a:ext cx="150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4" name="Ink 183">
                <a:extLst>
                  <a:ext uri="{FF2B5EF4-FFF2-40B4-BE49-F238E27FC236}">
                    <a16:creationId xmlns:a16="http://schemas.microsoft.com/office/drawing/2014/main" id="{61EFA3BD-2A7A-A9C9-C411-CB405F319C5A}"/>
                  </a:ext>
                </a:extLst>
              </p14:cNvPr>
              <p14:cNvContentPartPr/>
              <p14:nvPr/>
            </p14:nvContentPartPr>
            <p14:xfrm>
              <a:off x="3564465" y="5375895"/>
              <a:ext cx="36000" cy="218880"/>
            </p14:xfrm>
          </p:contentPart>
        </mc:Choice>
        <mc:Fallback xmlns="">
          <p:pic>
            <p:nvPicPr>
              <p:cNvPr id="184" name="Ink 183">
                <a:extLst>
                  <a:ext uri="{FF2B5EF4-FFF2-40B4-BE49-F238E27FC236}">
                    <a16:creationId xmlns:a16="http://schemas.microsoft.com/office/drawing/2014/main" id="{61EFA3BD-2A7A-A9C9-C411-CB405F319C5A}"/>
                  </a:ext>
                </a:extLst>
              </p:cNvPr>
              <p:cNvPicPr/>
              <p:nvPr/>
            </p:nvPicPr>
            <p:blipFill>
              <a:blip r:embed="rId275"/>
              <a:stretch>
                <a:fillRect/>
              </a:stretch>
            </p:blipFill>
            <p:spPr>
              <a:xfrm>
                <a:off x="3558345" y="5369775"/>
                <a:ext cx="482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5" name="Ink 184">
                <a:extLst>
                  <a:ext uri="{FF2B5EF4-FFF2-40B4-BE49-F238E27FC236}">
                    <a16:creationId xmlns:a16="http://schemas.microsoft.com/office/drawing/2014/main" id="{A608A9B3-F725-745E-4AAF-3F6DB233CE99}"/>
                  </a:ext>
                </a:extLst>
              </p14:cNvPr>
              <p14:cNvContentPartPr/>
              <p14:nvPr/>
            </p14:nvContentPartPr>
            <p14:xfrm>
              <a:off x="3545385" y="5198415"/>
              <a:ext cx="335520" cy="315000"/>
            </p14:xfrm>
          </p:contentPart>
        </mc:Choice>
        <mc:Fallback xmlns="">
          <p:pic>
            <p:nvPicPr>
              <p:cNvPr id="185" name="Ink 184">
                <a:extLst>
                  <a:ext uri="{FF2B5EF4-FFF2-40B4-BE49-F238E27FC236}">
                    <a16:creationId xmlns:a16="http://schemas.microsoft.com/office/drawing/2014/main" id="{A608A9B3-F725-745E-4AAF-3F6DB233CE99}"/>
                  </a:ext>
                </a:extLst>
              </p:cNvPr>
              <p:cNvPicPr/>
              <p:nvPr/>
            </p:nvPicPr>
            <p:blipFill>
              <a:blip r:embed="rId277"/>
              <a:stretch>
                <a:fillRect/>
              </a:stretch>
            </p:blipFill>
            <p:spPr>
              <a:xfrm>
                <a:off x="3539265" y="5192295"/>
                <a:ext cx="34776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7" name="Ink 186">
                <a:extLst>
                  <a:ext uri="{FF2B5EF4-FFF2-40B4-BE49-F238E27FC236}">
                    <a16:creationId xmlns:a16="http://schemas.microsoft.com/office/drawing/2014/main" id="{380BE5C3-7B48-C630-B1FB-C5E16C806D92}"/>
                  </a:ext>
                </a:extLst>
              </p14:cNvPr>
              <p14:cNvContentPartPr/>
              <p14:nvPr/>
            </p14:nvContentPartPr>
            <p14:xfrm>
              <a:off x="3026625" y="5949375"/>
              <a:ext cx="494640" cy="54720"/>
            </p14:xfrm>
          </p:contentPart>
        </mc:Choice>
        <mc:Fallback xmlns="">
          <p:pic>
            <p:nvPicPr>
              <p:cNvPr id="187" name="Ink 186">
                <a:extLst>
                  <a:ext uri="{FF2B5EF4-FFF2-40B4-BE49-F238E27FC236}">
                    <a16:creationId xmlns:a16="http://schemas.microsoft.com/office/drawing/2014/main" id="{380BE5C3-7B48-C630-B1FB-C5E16C806D92}"/>
                  </a:ext>
                </a:extLst>
              </p:cNvPr>
              <p:cNvPicPr/>
              <p:nvPr/>
            </p:nvPicPr>
            <p:blipFill>
              <a:blip r:embed="rId279"/>
              <a:stretch>
                <a:fillRect/>
              </a:stretch>
            </p:blipFill>
            <p:spPr>
              <a:xfrm>
                <a:off x="3020505" y="5943255"/>
                <a:ext cx="5068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8" name="Ink 187">
                <a:extLst>
                  <a:ext uri="{FF2B5EF4-FFF2-40B4-BE49-F238E27FC236}">
                    <a16:creationId xmlns:a16="http://schemas.microsoft.com/office/drawing/2014/main" id="{D90707AE-C0E3-2DAF-DE5B-0A9DBFCC8808}"/>
                  </a:ext>
                </a:extLst>
              </p14:cNvPr>
              <p14:cNvContentPartPr/>
              <p14:nvPr/>
            </p14:nvContentPartPr>
            <p14:xfrm>
              <a:off x="3206985" y="5993295"/>
              <a:ext cx="78480" cy="260640"/>
            </p14:xfrm>
          </p:contentPart>
        </mc:Choice>
        <mc:Fallback xmlns="">
          <p:pic>
            <p:nvPicPr>
              <p:cNvPr id="188" name="Ink 187">
                <a:extLst>
                  <a:ext uri="{FF2B5EF4-FFF2-40B4-BE49-F238E27FC236}">
                    <a16:creationId xmlns:a16="http://schemas.microsoft.com/office/drawing/2014/main" id="{D90707AE-C0E3-2DAF-DE5B-0A9DBFCC8808}"/>
                  </a:ext>
                </a:extLst>
              </p:cNvPr>
              <p:cNvPicPr/>
              <p:nvPr/>
            </p:nvPicPr>
            <p:blipFill>
              <a:blip r:embed="rId281"/>
              <a:stretch>
                <a:fillRect/>
              </a:stretch>
            </p:blipFill>
            <p:spPr>
              <a:xfrm>
                <a:off x="3200865" y="5987175"/>
                <a:ext cx="907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9" name="Ink 188">
                <a:extLst>
                  <a:ext uri="{FF2B5EF4-FFF2-40B4-BE49-F238E27FC236}">
                    <a16:creationId xmlns:a16="http://schemas.microsoft.com/office/drawing/2014/main" id="{7A786A59-552D-A961-EBC2-39671462A04B}"/>
                  </a:ext>
                </a:extLst>
              </p14:cNvPr>
              <p14:cNvContentPartPr/>
              <p14:nvPr/>
            </p14:nvContentPartPr>
            <p14:xfrm>
              <a:off x="3595785" y="6008775"/>
              <a:ext cx="10800" cy="196920"/>
            </p14:xfrm>
          </p:contentPart>
        </mc:Choice>
        <mc:Fallback xmlns="">
          <p:pic>
            <p:nvPicPr>
              <p:cNvPr id="189" name="Ink 188">
                <a:extLst>
                  <a:ext uri="{FF2B5EF4-FFF2-40B4-BE49-F238E27FC236}">
                    <a16:creationId xmlns:a16="http://schemas.microsoft.com/office/drawing/2014/main" id="{7A786A59-552D-A961-EBC2-39671462A04B}"/>
                  </a:ext>
                </a:extLst>
              </p:cNvPr>
              <p:cNvPicPr/>
              <p:nvPr/>
            </p:nvPicPr>
            <p:blipFill>
              <a:blip r:embed="rId283"/>
              <a:stretch>
                <a:fillRect/>
              </a:stretch>
            </p:blipFill>
            <p:spPr>
              <a:xfrm>
                <a:off x="3589665" y="6002655"/>
                <a:ext cx="230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0" name="Ink 189">
                <a:extLst>
                  <a:ext uri="{FF2B5EF4-FFF2-40B4-BE49-F238E27FC236}">
                    <a16:creationId xmlns:a16="http://schemas.microsoft.com/office/drawing/2014/main" id="{9CB7DDD2-8D90-3CDA-D366-DDD236F44FC9}"/>
                  </a:ext>
                </a:extLst>
              </p14:cNvPr>
              <p14:cNvContentPartPr/>
              <p14:nvPr/>
            </p14:nvContentPartPr>
            <p14:xfrm>
              <a:off x="3655905" y="6003375"/>
              <a:ext cx="318960" cy="298080"/>
            </p14:xfrm>
          </p:contentPart>
        </mc:Choice>
        <mc:Fallback xmlns="">
          <p:pic>
            <p:nvPicPr>
              <p:cNvPr id="190" name="Ink 189">
                <a:extLst>
                  <a:ext uri="{FF2B5EF4-FFF2-40B4-BE49-F238E27FC236}">
                    <a16:creationId xmlns:a16="http://schemas.microsoft.com/office/drawing/2014/main" id="{9CB7DDD2-8D90-3CDA-D366-DDD236F44FC9}"/>
                  </a:ext>
                </a:extLst>
              </p:cNvPr>
              <p:cNvPicPr/>
              <p:nvPr/>
            </p:nvPicPr>
            <p:blipFill>
              <a:blip r:embed="rId285"/>
              <a:stretch>
                <a:fillRect/>
              </a:stretch>
            </p:blipFill>
            <p:spPr>
              <a:xfrm>
                <a:off x="3649785" y="5997255"/>
                <a:ext cx="33120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2" name="Ink 191">
                <a:extLst>
                  <a:ext uri="{FF2B5EF4-FFF2-40B4-BE49-F238E27FC236}">
                    <a16:creationId xmlns:a16="http://schemas.microsoft.com/office/drawing/2014/main" id="{59718675-39E2-54F5-AA40-2D5F85B576FB}"/>
                  </a:ext>
                </a:extLst>
              </p14:cNvPr>
              <p14:cNvContentPartPr/>
              <p14:nvPr/>
            </p14:nvContentPartPr>
            <p14:xfrm>
              <a:off x="1521105" y="5859735"/>
              <a:ext cx="127440" cy="401400"/>
            </p14:xfrm>
          </p:contentPart>
        </mc:Choice>
        <mc:Fallback xmlns="">
          <p:pic>
            <p:nvPicPr>
              <p:cNvPr id="192" name="Ink 191">
                <a:extLst>
                  <a:ext uri="{FF2B5EF4-FFF2-40B4-BE49-F238E27FC236}">
                    <a16:creationId xmlns:a16="http://schemas.microsoft.com/office/drawing/2014/main" id="{59718675-39E2-54F5-AA40-2D5F85B576FB}"/>
                  </a:ext>
                </a:extLst>
              </p:cNvPr>
              <p:cNvPicPr/>
              <p:nvPr/>
            </p:nvPicPr>
            <p:blipFill>
              <a:blip r:embed="rId287"/>
              <a:stretch>
                <a:fillRect/>
              </a:stretch>
            </p:blipFill>
            <p:spPr>
              <a:xfrm>
                <a:off x="1514985" y="5853615"/>
                <a:ext cx="1396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3" name="Ink 192">
                <a:extLst>
                  <a:ext uri="{FF2B5EF4-FFF2-40B4-BE49-F238E27FC236}">
                    <a16:creationId xmlns:a16="http://schemas.microsoft.com/office/drawing/2014/main" id="{CCAD23CD-35DE-D447-0A95-A4A9314DF437}"/>
                  </a:ext>
                </a:extLst>
              </p14:cNvPr>
              <p14:cNvContentPartPr/>
              <p14:nvPr/>
            </p14:nvContentPartPr>
            <p14:xfrm>
              <a:off x="1665105" y="5757855"/>
              <a:ext cx="176400" cy="51840"/>
            </p14:xfrm>
          </p:contentPart>
        </mc:Choice>
        <mc:Fallback xmlns="">
          <p:pic>
            <p:nvPicPr>
              <p:cNvPr id="193" name="Ink 192">
                <a:extLst>
                  <a:ext uri="{FF2B5EF4-FFF2-40B4-BE49-F238E27FC236}">
                    <a16:creationId xmlns:a16="http://schemas.microsoft.com/office/drawing/2014/main" id="{CCAD23CD-35DE-D447-0A95-A4A9314DF437}"/>
                  </a:ext>
                </a:extLst>
              </p:cNvPr>
              <p:cNvPicPr/>
              <p:nvPr/>
            </p:nvPicPr>
            <p:blipFill>
              <a:blip r:embed="rId289"/>
              <a:stretch>
                <a:fillRect/>
              </a:stretch>
            </p:blipFill>
            <p:spPr>
              <a:xfrm>
                <a:off x="1658985" y="5751735"/>
                <a:ext cx="188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94" name="Ink 193">
                <a:extLst>
                  <a:ext uri="{FF2B5EF4-FFF2-40B4-BE49-F238E27FC236}">
                    <a16:creationId xmlns:a16="http://schemas.microsoft.com/office/drawing/2014/main" id="{D3B8E149-ED00-AEBD-176D-A0533B315903}"/>
                  </a:ext>
                </a:extLst>
              </p14:cNvPr>
              <p14:cNvContentPartPr/>
              <p14:nvPr/>
            </p14:nvContentPartPr>
            <p14:xfrm>
              <a:off x="1574745" y="6039735"/>
              <a:ext cx="246240" cy="56880"/>
            </p14:xfrm>
          </p:contentPart>
        </mc:Choice>
        <mc:Fallback xmlns="">
          <p:pic>
            <p:nvPicPr>
              <p:cNvPr id="194" name="Ink 193">
                <a:extLst>
                  <a:ext uri="{FF2B5EF4-FFF2-40B4-BE49-F238E27FC236}">
                    <a16:creationId xmlns:a16="http://schemas.microsoft.com/office/drawing/2014/main" id="{D3B8E149-ED00-AEBD-176D-A0533B315903}"/>
                  </a:ext>
                </a:extLst>
              </p:cNvPr>
              <p:cNvPicPr/>
              <p:nvPr/>
            </p:nvPicPr>
            <p:blipFill>
              <a:blip r:embed="rId291"/>
              <a:stretch>
                <a:fillRect/>
              </a:stretch>
            </p:blipFill>
            <p:spPr>
              <a:xfrm>
                <a:off x="1568625" y="6033615"/>
                <a:ext cx="258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6" name="Ink 195">
                <a:extLst>
                  <a:ext uri="{FF2B5EF4-FFF2-40B4-BE49-F238E27FC236}">
                    <a16:creationId xmlns:a16="http://schemas.microsoft.com/office/drawing/2014/main" id="{C36FB0C2-BAAF-C2B7-7D60-DF8228DF252A}"/>
                  </a:ext>
                </a:extLst>
              </p14:cNvPr>
              <p14:cNvContentPartPr/>
              <p14:nvPr/>
            </p14:nvContentPartPr>
            <p14:xfrm>
              <a:off x="2021865" y="5798535"/>
              <a:ext cx="177480" cy="345240"/>
            </p14:xfrm>
          </p:contentPart>
        </mc:Choice>
        <mc:Fallback xmlns="">
          <p:pic>
            <p:nvPicPr>
              <p:cNvPr id="196" name="Ink 195">
                <a:extLst>
                  <a:ext uri="{FF2B5EF4-FFF2-40B4-BE49-F238E27FC236}">
                    <a16:creationId xmlns:a16="http://schemas.microsoft.com/office/drawing/2014/main" id="{C36FB0C2-BAAF-C2B7-7D60-DF8228DF252A}"/>
                  </a:ext>
                </a:extLst>
              </p:cNvPr>
              <p:cNvPicPr/>
              <p:nvPr/>
            </p:nvPicPr>
            <p:blipFill>
              <a:blip r:embed="rId293"/>
              <a:stretch>
                <a:fillRect/>
              </a:stretch>
            </p:blipFill>
            <p:spPr>
              <a:xfrm>
                <a:off x="2015745" y="5792415"/>
                <a:ext cx="1897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7" name="Ink 196">
                <a:extLst>
                  <a:ext uri="{FF2B5EF4-FFF2-40B4-BE49-F238E27FC236}">
                    <a16:creationId xmlns:a16="http://schemas.microsoft.com/office/drawing/2014/main" id="{E3182FB3-F3A0-B624-88A5-600589E9997D}"/>
                  </a:ext>
                </a:extLst>
              </p14:cNvPr>
              <p14:cNvContentPartPr/>
              <p14:nvPr/>
            </p14:nvContentPartPr>
            <p14:xfrm>
              <a:off x="2162265" y="5890335"/>
              <a:ext cx="199080" cy="245160"/>
            </p14:xfrm>
          </p:contentPart>
        </mc:Choice>
        <mc:Fallback xmlns="">
          <p:pic>
            <p:nvPicPr>
              <p:cNvPr id="197" name="Ink 196">
                <a:extLst>
                  <a:ext uri="{FF2B5EF4-FFF2-40B4-BE49-F238E27FC236}">
                    <a16:creationId xmlns:a16="http://schemas.microsoft.com/office/drawing/2014/main" id="{E3182FB3-F3A0-B624-88A5-600589E9997D}"/>
                  </a:ext>
                </a:extLst>
              </p:cNvPr>
              <p:cNvPicPr/>
              <p:nvPr/>
            </p:nvPicPr>
            <p:blipFill>
              <a:blip r:embed="rId295"/>
              <a:stretch>
                <a:fillRect/>
              </a:stretch>
            </p:blipFill>
            <p:spPr>
              <a:xfrm>
                <a:off x="2156145" y="5884215"/>
                <a:ext cx="21132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8" name="Ink 197">
                <a:extLst>
                  <a:ext uri="{FF2B5EF4-FFF2-40B4-BE49-F238E27FC236}">
                    <a16:creationId xmlns:a16="http://schemas.microsoft.com/office/drawing/2014/main" id="{61BB093C-CEF1-CED8-321C-7D9FFFB06C17}"/>
                  </a:ext>
                </a:extLst>
              </p14:cNvPr>
              <p14:cNvContentPartPr/>
              <p14:nvPr/>
            </p14:nvContentPartPr>
            <p14:xfrm>
              <a:off x="2360265" y="5838135"/>
              <a:ext cx="165960" cy="374760"/>
            </p14:xfrm>
          </p:contentPart>
        </mc:Choice>
        <mc:Fallback xmlns="">
          <p:pic>
            <p:nvPicPr>
              <p:cNvPr id="198" name="Ink 197">
                <a:extLst>
                  <a:ext uri="{FF2B5EF4-FFF2-40B4-BE49-F238E27FC236}">
                    <a16:creationId xmlns:a16="http://schemas.microsoft.com/office/drawing/2014/main" id="{61BB093C-CEF1-CED8-321C-7D9FFFB06C17}"/>
                  </a:ext>
                </a:extLst>
              </p:cNvPr>
              <p:cNvPicPr/>
              <p:nvPr/>
            </p:nvPicPr>
            <p:blipFill>
              <a:blip r:embed="rId297"/>
              <a:stretch>
                <a:fillRect/>
              </a:stretch>
            </p:blipFill>
            <p:spPr>
              <a:xfrm>
                <a:off x="2354145" y="5832015"/>
                <a:ext cx="1782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9" name="Ink 198">
                <a:extLst>
                  <a:ext uri="{FF2B5EF4-FFF2-40B4-BE49-F238E27FC236}">
                    <a16:creationId xmlns:a16="http://schemas.microsoft.com/office/drawing/2014/main" id="{0F04D1DE-5792-1414-12A1-B37414BF88BB}"/>
                  </a:ext>
                </a:extLst>
              </p14:cNvPr>
              <p14:cNvContentPartPr/>
              <p14:nvPr/>
            </p14:nvContentPartPr>
            <p14:xfrm>
              <a:off x="2538465" y="6087975"/>
              <a:ext cx="12960" cy="4320"/>
            </p14:xfrm>
          </p:contentPart>
        </mc:Choice>
        <mc:Fallback xmlns="">
          <p:pic>
            <p:nvPicPr>
              <p:cNvPr id="199" name="Ink 198">
                <a:extLst>
                  <a:ext uri="{FF2B5EF4-FFF2-40B4-BE49-F238E27FC236}">
                    <a16:creationId xmlns:a16="http://schemas.microsoft.com/office/drawing/2014/main" id="{0F04D1DE-5792-1414-12A1-B37414BF88BB}"/>
                  </a:ext>
                </a:extLst>
              </p:cNvPr>
              <p:cNvPicPr/>
              <p:nvPr/>
            </p:nvPicPr>
            <p:blipFill>
              <a:blip r:embed="rId299"/>
              <a:stretch>
                <a:fillRect/>
              </a:stretch>
            </p:blipFill>
            <p:spPr>
              <a:xfrm>
                <a:off x="2532345" y="6081855"/>
                <a:ext cx="252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3" name="Ink 202">
                <a:extLst>
                  <a:ext uri="{FF2B5EF4-FFF2-40B4-BE49-F238E27FC236}">
                    <a16:creationId xmlns:a16="http://schemas.microsoft.com/office/drawing/2014/main" id="{AA478B6A-D1E2-0AB0-C4B4-886567BA32D7}"/>
                  </a:ext>
                </a:extLst>
              </p14:cNvPr>
              <p14:cNvContentPartPr/>
              <p14:nvPr/>
            </p14:nvContentPartPr>
            <p14:xfrm>
              <a:off x="8875185" y="3670215"/>
              <a:ext cx="52920" cy="45000"/>
            </p14:xfrm>
          </p:contentPart>
        </mc:Choice>
        <mc:Fallback xmlns="">
          <p:pic>
            <p:nvPicPr>
              <p:cNvPr id="203" name="Ink 202">
                <a:extLst>
                  <a:ext uri="{FF2B5EF4-FFF2-40B4-BE49-F238E27FC236}">
                    <a16:creationId xmlns:a16="http://schemas.microsoft.com/office/drawing/2014/main" id="{AA478B6A-D1E2-0AB0-C4B4-886567BA32D7}"/>
                  </a:ext>
                </a:extLst>
              </p:cNvPr>
              <p:cNvPicPr/>
              <p:nvPr/>
            </p:nvPicPr>
            <p:blipFill>
              <a:blip r:embed="rId301"/>
              <a:stretch>
                <a:fillRect/>
              </a:stretch>
            </p:blipFill>
            <p:spPr>
              <a:xfrm>
                <a:off x="8869065" y="3664095"/>
                <a:ext cx="651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05" name="Ink 204">
                <a:extLst>
                  <a:ext uri="{FF2B5EF4-FFF2-40B4-BE49-F238E27FC236}">
                    <a16:creationId xmlns:a16="http://schemas.microsoft.com/office/drawing/2014/main" id="{964A1E1A-B84D-0C89-B7EA-1ED5E002F98D}"/>
                  </a:ext>
                </a:extLst>
              </p14:cNvPr>
              <p14:cNvContentPartPr/>
              <p14:nvPr/>
            </p14:nvContentPartPr>
            <p14:xfrm>
              <a:off x="4054065" y="5019135"/>
              <a:ext cx="290520" cy="291600"/>
            </p14:xfrm>
          </p:contentPart>
        </mc:Choice>
        <mc:Fallback xmlns="">
          <p:pic>
            <p:nvPicPr>
              <p:cNvPr id="205" name="Ink 204">
                <a:extLst>
                  <a:ext uri="{FF2B5EF4-FFF2-40B4-BE49-F238E27FC236}">
                    <a16:creationId xmlns:a16="http://schemas.microsoft.com/office/drawing/2014/main" id="{964A1E1A-B84D-0C89-B7EA-1ED5E002F98D}"/>
                  </a:ext>
                </a:extLst>
              </p:cNvPr>
              <p:cNvPicPr/>
              <p:nvPr/>
            </p:nvPicPr>
            <p:blipFill>
              <a:blip r:embed="rId303"/>
              <a:stretch>
                <a:fillRect/>
              </a:stretch>
            </p:blipFill>
            <p:spPr>
              <a:xfrm>
                <a:off x="4047945" y="5013015"/>
                <a:ext cx="3027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06" name="Ink 205">
                <a:extLst>
                  <a:ext uri="{FF2B5EF4-FFF2-40B4-BE49-F238E27FC236}">
                    <a16:creationId xmlns:a16="http://schemas.microsoft.com/office/drawing/2014/main" id="{2A8CB8D0-770F-4452-D9B8-A1611512F8DD}"/>
                  </a:ext>
                </a:extLst>
              </p14:cNvPr>
              <p14:cNvContentPartPr/>
              <p14:nvPr/>
            </p14:nvContentPartPr>
            <p14:xfrm>
              <a:off x="4031025" y="5153055"/>
              <a:ext cx="178560" cy="78480"/>
            </p14:xfrm>
          </p:contentPart>
        </mc:Choice>
        <mc:Fallback xmlns="">
          <p:pic>
            <p:nvPicPr>
              <p:cNvPr id="206" name="Ink 205">
                <a:extLst>
                  <a:ext uri="{FF2B5EF4-FFF2-40B4-BE49-F238E27FC236}">
                    <a16:creationId xmlns:a16="http://schemas.microsoft.com/office/drawing/2014/main" id="{2A8CB8D0-770F-4452-D9B8-A1611512F8DD}"/>
                  </a:ext>
                </a:extLst>
              </p:cNvPr>
              <p:cNvPicPr/>
              <p:nvPr/>
            </p:nvPicPr>
            <p:blipFill>
              <a:blip r:embed="rId305"/>
              <a:stretch>
                <a:fillRect/>
              </a:stretch>
            </p:blipFill>
            <p:spPr>
              <a:xfrm>
                <a:off x="4024905" y="5146935"/>
                <a:ext cx="190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08" name="Ink 207">
                <a:extLst>
                  <a:ext uri="{FF2B5EF4-FFF2-40B4-BE49-F238E27FC236}">
                    <a16:creationId xmlns:a16="http://schemas.microsoft.com/office/drawing/2014/main" id="{66AAB3E8-AC15-1B0C-BF56-E7E7153CB3BE}"/>
                  </a:ext>
                </a:extLst>
              </p14:cNvPr>
              <p14:cNvContentPartPr/>
              <p14:nvPr/>
            </p14:nvContentPartPr>
            <p14:xfrm>
              <a:off x="2942025" y="3171975"/>
              <a:ext cx="25560" cy="34200"/>
            </p14:xfrm>
          </p:contentPart>
        </mc:Choice>
        <mc:Fallback xmlns="">
          <p:pic>
            <p:nvPicPr>
              <p:cNvPr id="208" name="Ink 207">
                <a:extLst>
                  <a:ext uri="{FF2B5EF4-FFF2-40B4-BE49-F238E27FC236}">
                    <a16:creationId xmlns:a16="http://schemas.microsoft.com/office/drawing/2014/main" id="{66AAB3E8-AC15-1B0C-BF56-E7E7153CB3BE}"/>
                  </a:ext>
                </a:extLst>
              </p:cNvPr>
              <p:cNvPicPr/>
              <p:nvPr/>
            </p:nvPicPr>
            <p:blipFill>
              <a:blip r:embed="rId307"/>
              <a:stretch>
                <a:fillRect/>
              </a:stretch>
            </p:blipFill>
            <p:spPr>
              <a:xfrm>
                <a:off x="2935905" y="3165855"/>
                <a:ext cx="37800" cy="46440"/>
              </a:xfrm>
              <a:prstGeom prst="rect">
                <a:avLst/>
              </a:prstGeom>
            </p:spPr>
          </p:pic>
        </mc:Fallback>
      </mc:AlternateContent>
      <p:grpSp>
        <p:nvGrpSpPr>
          <p:cNvPr id="211" name="Group 210">
            <a:extLst>
              <a:ext uri="{FF2B5EF4-FFF2-40B4-BE49-F238E27FC236}">
                <a16:creationId xmlns:a16="http://schemas.microsoft.com/office/drawing/2014/main" id="{9947FEAA-F0EA-38C1-CE7F-B32A03E67486}"/>
              </a:ext>
            </a:extLst>
          </p:cNvPr>
          <p:cNvGrpSpPr/>
          <p:nvPr/>
        </p:nvGrpSpPr>
        <p:grpSpPr>
          <a:xfrm>
            <a:off x="8082105" y="3661215"/>
            <a:ext cx="545760" cy="297000"/>
            <a:chOff x="8082105" y="3661215"/>
            <a:chExt cx="545760" cy="297000"/>
          </a:xfrm>
        </p:grpSpPr>
        <mc:AlternateContent xmlns:mc="http://schemas.openxmlformats.org/markup-compatibility/2006" xmlns:p14="http://schemas.microsoft.com/office/powerpoint/2010/main">
          <mc:Choice Requires="p14">
            <p:contentPart p14:bwMode="auto" r:id="rId308">
              <p14:nvContentPartPr>
                <p14:cNvPr id="64" name="Ink 63">
                  <a:extLst>
                    <a:ext uri="{FF2B5EF4-FFF2-40B4-BE49-F238E27FC236}">
                      <a16:creationId xmlns:a16="http://schemas.microsoft.com/office/drawing/2014/main" id="{3458B7B1-AB7A-53F4-E432-E0CE422B73B8}"/>
                    </a:ext>
                  </a:extLst>
                </p14:cNvPr>
                <p14:cNvContentPartPr/>
                <p14:nvPr/>
              </p14:nvContentPartPr>
              <p14:xfrm>
                <a:off x="8375505" y="3661215"/>
                <a:ext cx="252360" cy="297000"/>
              </p14:xfrm>
            </p:contentPart>
          </mc:Choice>
          <mc:Fallback xmlns="">
            <p:pic>
              <p:nvPicPr>
                <p:cNvPr id="64" name="Ink 63">
                  <a:extLst>
                    <a:ext uri="{FF2B5EF4-FFF2-40B4-BE49-F238E27FC236}">
                      <a16:creationId xmlns:a16="http://schemas.microsoft.com/office/drawing/2014/main" id="{3458B7B1-AB7A-53F4-E432-E0CE422B73B8}"/>
                    </a:ext>
                  </a:extLst>
                </p:cNvPr>
                <p:cNvPicPr/>
                <p:nvPr/>
              </p:nvPicPr>
              <p:blipFill>
                <a:blip r:embed="rId309"/>
                <a:stretch>
                  <a:fillRect/>
                </a:stretch>
              </p:blipFill>
              <p:spPr>
                <a:xfrm>
                  <a:off x="8369385" y="3655095"/>
                  <a:ext cx="26460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65" name="Ink 64">
                  <a:extLst>
                    <a:ext uri="{FF2B5EF4-FFF2-40B4-BE49-F238E27FC236}">
                      <a16:creationId xmlns:a16="http://schemas.microsoft.com/office/drawing/2014/main" id="{310650C3-2E8A-6DF3-5B62-69FB38BFCC18}"/>
                    </a:ext>
                  </a:extLst>
                </p14:cNvPr>
                <p14:cNvContentPartPr/>
                <p14:nvPr/>
              </p14:nvContentPartPr>
              <p14:xfrm>
                <a:off x="8425545" y="3677055"/>
                <a:ext cx="165240" cy="123480"/>
              </p14:xfrm>
            </p:contentPart>
          </mc:Choice>
          <mc:Fallback xmlns="">
            <p:pic>
              <p:nvPicPr>
                <p:cNvPr id="65" name="Ink 64">
                  <a:extLst>
                    <a:ext uri="{FF2B5EF4-FFF2-40B4-BE49-F238E27FC236}">
                      <a16:creationId xmlns:a16="http://schemas.microsoft.com/office/drawing/2014/main" id="{310650C3-2E8A-6DF3-5B62-69FB38BFCC18}"/>
                    </a:ext>
                  </a:extLst>
                </p:cNvPr>
                <p:cNvPicPr/>
                <p:nvPr/>
              </p:nvPicPr>
              <p:blipFill>
                <a:blip r:embed="rId311"/>
                <a:stretch>
                  <a:fillRect/>
                </a:stretch>
              </p:blipFill>
              <p:spPr>
                <a:xfrm>
                  <a:off x="8419425" y="3670935"/>
                  <a:ext cx="1774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0" name="Ink 209">
                  <a:extLst>
                    <a:ext uri="{FF2B5EF4-FFF2-40B4-BE49-F238E27FC236}">
                      <a16:creationId xmlns:a16="http://schemas.microsoft.com/office/drawing/2014/main" id="{9CA2827D-676E-67E7-1243-346F1BB12CEA}"/>
                    </a:ext>
                  </a:extLst>
                </p14:cNvPr>
                <p14:cNvContentPartPr/>
                <p14:nvPr/>
              </p14:nvContentPartPr>
              <p14:xfrm>
                <a:off x="8082105" y="3844095"/>
                <a:ext cx="305640" cy="57240"/>
              </p14:xfrm>
            </p:contentPart>
          </mc:Choice>
          <mc:Fallback xmlns="">
            <p:pic>
              <p:nvPicPr>
                <p:cNvPr id="210" name="Ink 209">
                  <a:extLst>
                    <a:ext uri="{FF2B5EF4-FFF2-40B4-BE49-F238E27FC236}">
                      <a16:creationId xmlns:a16="http://schemas.microsoft.com/office/drawing/2014/main" id="{9CA2827D-676E-67E7-1243-346F1BB12CEA}"/>
                    </a:ext>
                  </a:extLst>
                </p:cNvPr>
                <p:cNvPicPr/>
                <p:nvPr/>
              </p:nvPicPr>
              <p:blipFill>
                <a:blip r:embed="rId313"/>
                <a:stretch>
                  <a:fillRect/>
                </a:stretch>
              </p:blipFill>
              <p:spPr>
                <a:xfrm>
                  <a:off x="8075985" y="3837975"/>
                  <a:ext cx="31788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4">
            <p14:nvContentPartPr>
              <p14:cNvPr id="212" name="Ink 211">
                <a:extLst>
                  <a:ext uri="{FF2B5EF4-FFF2-40B4-BE49-F238E27FC236}">
                    <a16:creationId xmlns:a16="http://schemas.microsoft.com/office/drawing/2014/main" id="{BA193471-EF86-AEF1-AB77-007947924EBA}"/>
                  </a:ext>
                </a:extLst>
              </p14:cNvPr>
              <p14:cNvContentPartPr/>
              <p14:nvPr/>
            </p14:nvContentPartPr>
            <p14:xfrm>
              <a:off x="5919585" y="6042615"/>
              <a:ext cx="393480" cy="105120"/>
            </p14:xfrm>
          </p:contentPart>
        </mc:Choice>
        <mc:Fallback xmlns="">
          <p:pic>
            <p:nvPicPr>
              <p:cNvPr id="212" name="Ink 211">
                <a:extLst>
                  <a:ext uri="{FF2B5EF4-FFF2-40B4-BE49-F238E27FC236}">
                    <a16:creationId xmlns:a16="http://schemas.microsoft.com/office/drawing/2014/main" id="{BA193471-EF86-AEF1-AB77-007947924EBA}"/>
                  </a:ext>
                </a:extLst>
              </p:cNvPr>
              <p:cNvPicPr/>
              <p:nvPr/>
            </p:nvPicPr>
            <p:blipFill>
              <a:blip r:embed="rId315"/>
              <a:stretch>
                <a:fillRect/>
              </a:stretch>
            </p:blipFill>
            <p:spPr>
              <a:xfrm>
                <a:off x="5913465" y="6036495"/>
                <a:ext cx="405720" cy="117360"/>
              </a:xfrm>
              <a:prstGeom prst="rect">
                <a:avLst/>
              </a:prstGeom>
            </p:spPr>
          </p:pic>
        </mc:Fallback>
      </mc:AlternateContent>
    </p:spTree>
    <p:extLst>
      <p:ext uri="{BB962C8B-B14F-4D97-AF65-F5344CB8AC3E}">
        <p14:creationId xmlns:p14="http://schemas.microsoft.com/office/powerpoint/2010/main" val="3002537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333121-882A-63B8-9A90-39A40A2E8184}"/>
              </a:ext>
            </a:extLst>
          </p:cNvPr>
          <p:cNvSpPr txBox="1"/>
          <p:nvPr/>
        </p:nvSpPr>
        <p:spPr>
          <a:xfrm>
            <a:off x="3048885" y="2413338"/>
            <a:ext cx="7711263" cy="1754326"/>
          </a:xfrm>
          <a:prstGeom prst="rect">
            <a:avLst/>
          </a:prstGeom>
          <a:noFill/>
        </p:spPr>
        <p:txBody>
          <a:bodyPr wrap="square">
            <a:spAutoFit/>
          </a:bodyPr>
          <a:lstStyle/>
          <a:p>
            <a:r>
              <a:rPr lang="en-US" b="0" i="0" dirty="0">
                <a:effectLst/>
                <a:latin typeface="Droid Sans"/>
              </a:rPr>
              <a:t>A confusion matrix is a 2X2 table that summarizes the accuracy of a </a:t>
            </a:r>
            <a:r>
              <a:rPr lang="en-US" b="0" i="0" u="none" strike="noStrike" dirty="0">
                <a:effectLst/>
                <a:latin typeface="Droid Sans"/>
                <a:hlinkClick r:id="rId2">
                  <a:extLst>
                    <a:ext uri="{A12FA001-AC4F-418D-AE19-62706E023703}">
                      <ahyp:hlinkClr xmlns:ahyp="http://schemas.microsoft.com/office/drawing/2018/hyperlinkcolor" val="tx"/>
                    </a:ext>
                  </a:extLst>
                </a:hlinkClick>
              </a:rPr>
              <a:t>classification</a:t>
            </a:r>
            <a:r>
              <a:rPr lang="en-US" b="0" i="0" dirty="0">
                <a:effectLst/>
                <a:latin typeface="Droid Sans"/>
              </a:rPr>
              <a:t> model or diagnostic test by comparing predicted outcomes to actual outcomes. It shows where the model or test made correct predictions and where it was wrong. This summary helps you understand whether it confuses positive and negatives, helping you improve its accuracy.</a:t>
            </a:r>
            <a:endParaRPr lang="en-US" dirty="0"/>
          </a:p>
        </p:txBody>
      </p:sp>
    </p:spTree>
    <p:extLst>
      <p:ext uri="{BB962C8B-B14F-4D97-AF65-F5344CB8AC3E}">
        <p14:creationId xmlns:p14="http://schemas.microsoft.com/office/powerpoint/2010/main" val="32970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A8763A-8ECC-ADBF-1859-8ACDEBEF0A44}"/>
              </a:ext>
            </a:extLst>
          </p:cNvPr>
          <p:cNvSpPr txBox="1"/>
          <p:nvPr/>
        </p:nvSpPr>
        <p:spPr>
          <a:xfrm>
            <a:off x="499730" y="265814"/>
            <a:ext cx="8646928" cy="2523768"/>
          </a:xfrm>
          <a:prstGeom prst="rect">
            <a:avLst/>
          </a:prstGeom>
          <a:noFill/>
        </p:spPr>
        <p:txBody>
          <a:bodyPr wrap="square">
            <a:spAutoFit/>
          </a:bodyPr>
          <a:lstStyle/>
          <a:p>
            <a:pPr algn="l">
              <a:spcAft>
                <a:spcPts val="1950"/>
              </a:spcAft>
              <a:buFont typeface="Arial" panose="020B0604020202020204" pitchFamily="34" charset="0"/>
              <a:buChar char="•"/>
            </a:pPr>
            <a:r>
              <a:rPr lang="en-US" b="1" i="0" dirty="0">
                <a:effectLst/>
                <a:latin typeface="Droid Sans"/>
              </a:rPr>
              <a:t>True Positive (TP): The model correctly predicts a positive case.</a:t>
            </a:r>
          </a:p>
          <a:p>
            <a:pPr algn="l">
              <a:spcAft>
                <a:spcPts val="1950"/>
              </a:spcAft>
              <a:buFont typeface="Arial" panose="020B0604020202020204" pitchFamily="34" charset="0"/>
              <a:buChar char="•"/>
            </a:pPr>
            <a:r>
              <a:rPr lang="en-US" b="1" i="0" u="none" strike="noStrike" dirty="0">
                <a:effectLst/>
                <a:latin typeface="Droid Sans"/>
                <a:hlinkClick r:id="rId2">
                  <a:extLst>
                    <a:ext uri="{A12FA001-AC4F-418D-AE19-62706E023703}">
                      <ahyp:hlinkClr xmlns:ahyp="http://schemas.microsoft.com/office/drawing/2018/hyperlinkcolor" val="tx"/>
                    </a:ext>
                  </a:extLst>
                </a:hlinkClick>
              </a:rPr>
              <a:t>False Positive</a:t>
            </a:r>
            <a:r>
              <a:rPr lang="en-US" b="1" i="0" dirty="0">
                <a:effectLst/>
                <a:latin typeface="Droid Sans"/>
              </a:rPr>
              <a:t> (FP): The model incorrectly predicts a positive case when it is actually negative.</a:t>
            </a:r>
          </a:p>
          <a:p>
            <a:pPr algn="l">
              <a:spcAft>
                <a:spcPts val="1950"/>
              </a:spcAft>
              <a:buFont typeface="Arial" panose="020B0604020202020204" pitchFamily="34" charset="0"/>
              <a:buChar char="•"/>
            </a:pPr>
            <a:r>
              <a:rPr lang="en-US" b="1" i="0" u="none" strike="noStrike" dirty="0">
                <a:effectLst/>
                <a:latin typeface="Droid Sans"/>
                <a:hlinkClick r:id="rId3">
                  <a:extLst>
                    <a:ext uri="{A12FA001-AC4F-418D-AE19-62706E023703}">
                      <ahyp:hlinkClr xmlns:ahyp="http://schemas.microsoft.com/office/drawing/2018/hyperlinkcolor" val="tx"/>
                    </a:ext>
                  </a:extLst>
                </a:hlinkClick>
              </a:rPr>
              <a:t>False Negative</a:t>
            </a:r>
            <a:r>
              <a:rPr lang="en-US" b="1" i="0" dirty="0">
                <a:effectLst/>
                <a:latin typeface="Droid Sans"/>
              </a:rPr>
              <a:t> (FN): The model incorrectly predicts a negative case when it is actually positive.</a:t>
            </a:r>
          </a:p>
          <a:p>
            <a:pPr algn="l">
              <a:spcAft>
                <a:spcPts val="1950"/>
              </a:spcAft>
              <a:buFont typeface="Arial" panose="020B0604020202020204" pitchFamily="34" charset="0"/>
              <a:buChar char="•"/>
            </a:pPr>
            <a:r>
              <a:rPr lang="en-US" b="1" i="0" dirty="0">
                <a:effectLst/>
                <a:latin typeface="Droid Sans"/>
              </a:rPr>
              <a:t>True Negative (TN): The model correctly predicts a negative case.</a:t>
            </a:r>
          </a:p>
        </p:txBody>
      </p:sp>
      <p:pic>
        <p:nvPicPr>
          <p:cNvPr id="6" name="Picture 5" descr="Image displaying the confusion matrix.">
            <a:extLst>
              <a:ext uri="{FF2B5EF4-FFF2-40B4-BE49-F238E27FC236}">
                <a16:creationId xmlns:a16="http://schemas.microsoft.com/office/drawing/2014/main" id="{84A11089-B535-E452-E5B2-4CD6F52D9FFB}"/>
              </a:ext>
            </a:extLst>
          </p:cNvPr>
          <p:cNvPicPr>
            <a:picLocks noChangeAspect="1"/>
          </p:cNvPicPr>
          <p:nvPr/>
        </p:nvPicPr>
        <p:blipFill>
          <a:blip r:embed="rId4"/>
          <a:stretch>
            <a:fillRect/>
          </a:stretch>
        </p:blipFill>
        <p:spPr>
          <a:xfrm>
            <a:off x="1020725" y="3327990"/>
            <a:ext cx="3496560" cy="2860822"/>
          </a:xfrm>
          <a:prstGeom prst="rect">
            <a:avLst/>
          </a:prstGeom>
        </p:spPr>
      </p:pic>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D32600EF-2089-C9D0-67D1-9CD4B47DD5E9}"/>
                  </a:ext>
                </a:extLst>
              </p14:cNvPr>
              <p14:cNvContentPartPr/>
              <p14:nvPr/>
            </p14:nvContentPartPr>
            <p14:xfrm>
              <a:off x="5069729" y="4438649"/>
              <a:ext cx="920520" cy="72000"/>
            </p14:xfrm>
          </p:contentPart>
        </mc:Choice>
        <mc:Fallback>
          <p:pic>
            <p:nvPicPr>
              <p:cNvPr id="10" name="Ink 9">
                <a:extLst>
                  <a:ext uri="{FF2B5EF4-FFF2-40B4-BE49-F238E27FC236}">
                    <a16:creationId xmlns:a16="http://schemas.microsoft.com/office/drawing/2014/main" id="{D32600EF-2089-C9D0-67D1-9CD4B47DD5E9}"/>
                  </a:ext>
                </a:extLst>
              </p:cNvPr>
              <p:cNvPicPr/>
              <p:nvPr/>
            </p:nvPicPr>
            <p:blipFill>
              <a:blip r:embed="rId6"/>
              <a:stretch>
                <a:fillRect/>
              </a:stretch>
            </p:blipFill>
            <p:spPr>
              <a:xfrm>
                <a:off x="5063609" y="4432529"/>
                <a:ext cx="9327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69BD86F3-5F72-4582-BD2E-0C752CABEEBA}"/>
                  </a:ext>
                </a:extLst>
              </p14:cNvPr>
              <p14:cNvContentPartPr/>
              <p14:nvPr/>
            </p14:nvContentPartPr>
            <p14:xfrm>
              <a:off x="5193569" y="4901969"/>
              <a:ext cx="634680" cy="112680"/>
            </p14:xfrm>
          </p:contentPart>
        </mc:Choice>
        <mc:Fallback>
          <p:pic>
            <p:nvPicPr>
              <p:cNvPr id="11" name="Ink 10">
                <a:extLst>
                  <a:ext uri="{FF2B5EF4-FFF2-40B4-BE49-F238E27FC236}">
                    <a16:creationId xmlns:a16="http://schemas.microsoft.com/office/drawing/2014/main" id="{69BD86F3-5F72-4582-BD2E-0C752CABEEBA}"/>
                  </a:ext>
                </a:extLst>
              </p:cNvPr>
              <p:cNvPicPr/>
              <p:nvPr/>
            </p:nvPicPr>
            <p:blipFill>
              <a:blip r:embed="rId8"/>
              <a:stretch>
                <a:fillRect/>
              </a:stretch>
            </p:blipFill>
            <p:spPr>
              <a:xfrm>
                <a:off x="5187449" y="4895849"/>
                <a:ext cx="64692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6DF514AC-7061-646A-625C-76A4BA8EBACF}"/>
                  </a:ext>
                </a:extLst>
              </p14:cNvPr>
              <p14:cNvContentPartPr/>
              <p14:nvPr/>
            </p14:nvContentPartPr>
            <p14:xfrm>
              <a:off x="5610809" y="4023569"/>
              <a:ext cx="718920" cy="1485000"/>
            </p14:xfrm>
          </p:contentPart>
        </mc:Choice>
        <mc:Fallback>
          <p:pic>
            <p:nvPicPr>
              <p:cNvPr id="12" name="Ink 11">
                <a:extLst>
                  <a:ext uri="{FF2B5EF4-FFF2-40B4-BE49-F238E27FC236}">
                    <a16:creationId xmlns:a16="http://schemas.microsoft.com/office/drawing/2014/main" id="{6DF514AC-7061-646A-625C-76A4BA8EBACF}"/>
                  </a:ext>
                </a:extLst>
              </p:cNvPr>
              <p:cNvPicPr/>
              <p:nvPr/>
            </p:nvPicPr>
            <p:blipFill>
              <a:blip r:embed="rId10"/>
              <a:stretch>
                <a:fillRect/>
              </a:stretch>
            </p:blipFill>
            <p:spPr>
              <a:xfrm>
                <a:off x="5604689" y="4017449"/>
                <a:ext cx="731160" cy="1497240"/>
              </a:xfrm>
              <a:prstGeom prst="rect">
                <a:avLst/>
              </a:prstGeom>
            </p:spPr>
          </p:pic>
        </mc:Fallback>
      </mc:AlternateContent>
      <p:grpSp>
        <p:nvGrpSpPr>
          <p:cNvPr id="34" name="Group 33">
            <a:extLst>
              <a:ext uri="{FF2B5EF4-FFF2-40B4-BE49-F238E27FC236}">
                <a16:creationId xmlns:a16="http://schemas.microsoft.com/office/drawing/2014/main" id="{D75AB108-68FE-204E-FF24-B3027540B983}"/>
              </a:ext>
            </a:extLst>
          </p:cNvPr>
          <p:cNvGrpSpPr/>
          <p:nvPr/>
        </p:nvGrpSpPr>
        <p:grpSpPr>
          <a:xfrm>
            <a:off x="6788729" y="3120329"/>
            <a:ext cx="3904560" cy="2733840"/>
            <a:chOff x="6788729" y="3120329"/>
            <a:chExt cx="3904560" cy="2733840"/>
          </a:xfrm>
        </p:grpSpPr>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F0E6611F-8B9B-B82F-BA75-D6CE3101CAE4}"/>
                    </a:ext>
                  </a:extLst>
                </p14:cNvPr>
                <p14:cNvContentPartPr/>
                <p14:nvPr/>
              </p14:nvContentPartPr>
              <p14:xfrm>
                <a:off x="6788729" y="3569969"/>
                <a:ext cx="844920" cy="720000"/>
              </p14:xfrm>
            </p:contentPart>
          </mc:Choice>
          <mc:Fallback>
            <p:pic>
              <p:nvPicPr>
                <p:cNvPr id="14" name="Ink 13">
                  <a:extLst>
                    <a:ext uri="{FF2B5EF4-FFF2-40B4-BE49-F238E27FC236}">
                      <a16:creationId xmlns:a16="http://schemas.microsoft.com/office/drawing/2014/main" id="{F0E6611F-8B9B-B82F-BA75-D6CE3101CAE4}"/>
                    </a:ext>
                  </a:extLst>
                </p:cNvPr>
                <p:cNvPicPr/>
                <p:nvPr/>
              </p:nvPicPr>
              <p:blipFill>
                <a:blip r:embed="rId12"/>
                <a:stretch>
                  <a:fillRect/>
                </a:stretch>
              </p:blipFill>
              <p:spPr>
                <a:xfrm>
                  <a:off x="6782609" y="3563849"/>
                  <a:ext cx="857160" cy="7322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BC1E1C3C-E867-C6E1-5AF9-EFA4BCFA862F}"/>
                    </a:ext>
                  </a:extLst>
                </p14:cNvPr>
                <p14:cNvContentPartPr/>
                <p14:nvPr/>
              </p14:nvContentPartPr>
              <p14:xfrm>
                <a:off x="7922009" y="3801089"/>
                <a:ext cx="372240" cy="356040"/>
              </p14:xfrm>
            </p:contentPart>
          </mc:Choice>
          <mc:Fallback>
            <p:pic>
              <p:nvPicPr>
                <p:cNvPr id="15" name="Ink 14">
                  <a:extLst>
                    <a:ext uri="{FF2B5EF4-FFF2-40B4-BE49-F238E27FC236}">
                      <a16:creationId xmlns:a16="http://schemas.microsoft.com/office/drawing/2014/main" id="{BC1E1C3C-E867-C6E1-5AF9-EFA4BCFA862F}"/>
                    </a:ext>
                  </a:extLst>
                </p:cNvPr>
                <p:cNvPicPr/>
                <p:nvPr/>
              </p:nvPicPr>
              <p:blipFill>
                <a:blip r:embed="rId14"/>
                <a:stretch>
                  <a:fillRect/>
                </a:stretch>
              </p:blipFill>
              <p:spPr>
                <a:xfrm>
                  <a:off x="7915889" y="3794969"/>
                  <a:ext cx="38448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 name="Ink 16">
                  <a:extLst>
                    <a:ext uri="{FF2B5EF4-FFF2-40B4-BE49-F238E27FC236}">
                      <a16:creationId xmlns:a16="http://schemas.microsoft.com/office/drawing/2014/main" id="{CBCC3EF2-546F-46C2-5551-EB1587CBB76E}"/>
                    </a:ext>
                  </a:extLst>
                </p14:cNvPr>
                <p14:cNvContentPartPr/>
                <p14:nvPr/>
              </p14:nvContentPartPr>
              <p14:xfrm>
                <a:off x="8367689" y="3120329"/>
                <a:ext cx="480600" cy="1667160"/>
              </p14:xfrm>
            </p:contentPart>
          </mc:Choice>
          <mc:Fallback>
            <p:pic>
              <p:nvPicPr>
                <p:cNvPr id="17" name="Ink 16">
                  <a:extLst>
                    <a:ext uri="{FF2B5EF4-FFF2-40B4-BE49-F238E27FC236}">
                      <a16:creationId xmlns:a16="http://schemas.microsoft.com/office/drawing/2014/main" id="{CBCC3EF2-546F-46C2-5551-EB1587CBB76E}"/>
                    </a:ext>
                  </a:extLst>
                </p:cNvPr>
                <p:cNvPicPr/>
                <p:nvPr/>
              </p:nvPicPr>
              <p:blipFill>
                <a:blip r:embed="rId16"/>
                <a:stretch>
                  <a:fillRect/>
                </a:stretch>
              </p:blipFill>
              <p:spPr>
                <a:xfrm>
                  <a:off x="8361569" y="3114209"/>
                  <a:ext cx="492840" cy="1679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8" name="Ink 17">
                  <a:extLst>
                    <a:ext uri="{FF2B5EF4-FFF2-40B4-BE49-F238E27FC236}">
                      <a16:creationId xmlns:a16="http://schemas.microsoft.com/office/drawing/2014/main" id="{3C5F7BF5-83FD-FA23-EB3D-0761C49A3C91}"/>
                    </a:ext>
                  </a:extLst>
                </p14:cNvPr>
                <p14:cNvContentPartPr/>
                <p14:nvPr/>
              </p14:nvContentPartPr>
              <p14:xfrm>
                <a:off x="8830289" y="3442529"/>
                <a:ext cx="884520" cy="537480"/>
              </p14:xfrm>
            </p:contentPart>
          </mc:Choice>
          <mc:Fallback>
            <p:pic>
              <p:nvPicPr>
                <p:cNvPr id="18" name="Ink 17">
                  <a:extLst>
                    <a:ext uri="{FF2B5EF4-FFF2-40B4-BE49-F238E27FC236}">
                      <a16:creationId xmlns:a16="http://schemas.microsoft.com/office/drawing/2014/main" id="{3C5F7BF5-83FD-FA23-EB3D-0761C49A3C91}"/>
                    </a:ext>
                  </a:extLst>
                </p:cNvPr>
                <p:cNvPicPr/>
                <p:nvPr/>
              </p:nvPicPr>
              <p:blipFill>
                <a:blip r:embed="rId18"/>
                <a:stretch>
                  <a:fillRect/>
                </a:stretch>
              </p:blipFill>
              <p:spPr>
                <a:xfrm>
                  <a:off x="8824169" y="3436409"/>
                  <a:ext cx="896760" cy="5497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9" name="Ink 18">
                  <a:extLst>
                    <a:ext uri="{FF2B5EF4-FFF2-40B4-BE49-F238E27FC236}">
                      <a16:creationId xmlns:a16="http://schemas.microsoft.com/office/drawing/2014/main" id="{11E43FED-737C-6A06-0AA0-6164E6248378}"/>
                    </a:ext>
                  </a:extLst>
                </p14:cNvPr>
                <p14:cNvContentPartPr/>
                <p14:nvPr/>
              </p14:nvContentPartPr>
              <p14:xfrm>
                <a:off x="9715529" y="3243809"/>
                <a:ext cx="30960" cy="62280"/>
              </p14:xfrm>
            </p:contentPart>
          </mc:Choice>
          <mc:Fallback>
            <p:pic>
              <p:nvPicPr>
                <p:cNvPr id="19" name="Ink 18">
                  <a:extLst>
                    <a:ext uri="{FF2B5EF4-FFF2-40B4-BE49-F238E27FC236}">
                      <a16:creationId xmlns:a16="http://schemas.microsoft.com/office/drawing/2014/main" id="{11E43FED-737C-6A06-0AA0-6164E6248378}"/>
                    </a:ext>
                  </a:extLst>
                </p:cNvPr>
                <p:cNvPicPr/>
                <p:nvPr/>
              </p:nvPicPr>
              <p:blipFill>
                <a:blip r:embed="rId20"/>
                <a:stretch>
                  <a:fillRect/>
                </a:stretch>
              </p:blipFill>
              <p:spPr>
                <a:xfrm>
                  <a:off x="9709409" y="3237689"/>
                  <a:ext cx="4320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0" name="Ink 19">
                  <a:extLst>
                    <a:ext uri="{FF2B5EF4-FFF2-40B4-BE49-F238E27FC236}">
                      <a16:creationId xmlns:a16="http://schemas.microsoft.com/office/drawing/2014/main" id="{BFCD9D17-D886-4104-57A7-ED450C511A12}"/>
                    </a:ext>
                  </a:extLst>
                </p14:cNvPr>
                <p14:cNvContentPartPr/>
                <p14:nvPr/>
              </p14:nvContentPartPr>
              <p14:xfrm>
                <a:off x="9869969" y="3441089"/>
                <a:ext cx="196920" cy="339480"/>
              </p14:xfrm>
            </p:contentPart>
          </mc:Choice>
          <mc:Fallback>
            <p:pic>
              <p:nvPicPr>
                <p:cNvPr id="20" name="Ink 19">
                  <a:extLst>
                    <a:ext uri="{FF2B5EF4-FFF2-40B4-BE49-F238E27FC236}">
                      <a16:creationId xmlns:a16="http://schemas.microsoft.com/office/drawing/2014/main" id="{BFCD9D17-D886-4104-57A7-ED450C511A12}"/>
                    </a:ext>
                  </a:extLst>
                </p:cNvPr>
                <p:cNvPicPr/>
                <p:nvPr/>
              </p:nvPicPr>
              <p:blipFill>
                <a:blip r:embed="rId22"/>
                <a:stretch>
                  <a:fillRect/>
                </a:stretch>
              </p:blipFill>
              <p:spPr>
                <a:xfrm>
                  <a:off x="9863849" y="3434969"/>
                  <a:ext cx="20916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1" name="Ink 20">
                  <a:extLst>
                    <a:ext uri="{FF2B5EF4-FFF2-40B4-BE49-F238E27FC236}">
                      <a16:creationId xmlns:a16="http://schemas.microsoft.com/office/drawing/2014/main" id="{C426BB25-9CF5-35B6-BA11-5B889A097FF1}"/>
                    </a:ext>
                  </a:extLst>
                </p14:cNvPr>
                <p14:cNvContentPartPr/>
                <p14:nvPr/>
              </p14:nvContentPartPr>
              <p14:xfrm>
                <a:off x="10255169" y="3391049"/>
                <a:ext cx="438120" cy="299880"/>
              </p14:xfrm>
            </p:contentPart>
          </mc:Choice>
          <mc:Fallback>
            <p:pic>
              <p:nvPicPr>
                <p:cNvPr id="21" name="Ink 20">
                  <a:extLst>
                    <a:ext uri="{FF2B5EF4-FFF2-40B4-BE49-F238E27FC236}">
                      <a16:creationId xmlns:a16="http://schemas.microsoft.com/office/drawing/2014/main" id="{C426BB25-9CF5-35B6-BA11-5B889A097FF1}"/>
                    </a:ext>
                  </a:extLst>
                </p:cNvPr>
                <p:cNvPicPr/>
                <p:nvPr/>
              </p:nvPicPr>
              <p:blipFill>
                <a:blip r:embed="rId24"/>
                <a:stretch>
                  <a:fillRect/>
                </a:stretch>
              </p:blipFill>
              <p:spPr>
                <a:xfrm>
                  <a:off x="10249049" y="3384929"/>
                  <a:ext cx="45036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3" name="Ink 22">
                  <a:extLst>
                    <a:ext uri="{FF2B5EF4-FFF2-40B4-BE49-F238E27FC236}">
                      <a16:creationId xmlns:a16="http://schemas.microsoft.com/office/drawing/2014/main" id="{15946431-0066-8B4B-CD09-898C142C9C3E}"/>
                    </a:ext>
                  </a:extLst>
                </p14:cNvPr>
                <p14:cNvContentPartPr/>
                <p14:nvPr/>
              </p14:nvContentPartPr>
              <p14:xfrm>
                <a:off x="7285529" y="5219489"/>
                <a:ext cx="206280" cy="634680"/>
              </p14:xfrm>
            </p:contentPart>
          </mc:Choice>
          <mc:Fallback>
            <p:pic>
              <p:nvPicPr>
                <p:cNvPr id="23" name="Ink 22">
                  <a:extLst>
                    <a:ext uri="{FF2B5EF4-FFF2-40B4-BE49-F238E27FC236}">
                      <a16:creationId xmlns:a16="http://schemas.microsoft.com/office/drawing/2014/main" id="{15946431-0066-8B4B-CD09-898C142C9C3E}"/>
                    </a:ext>
                  </a:extLst>
                </p:cNvPr>
                <p:cNvPicPr/>
                <p:nvPr/>
              </p:nvPicPr>
              <p:blipFill>
                <a:blip r:embed="rId26"/>
                <a:stretch>
                  <a:fillRect/>
                </a:stretch>
              </p:blipFill>
              <p:spPr>
                <a:xfrm>
                  <a:off x="7279409" y="5213369"/>
                  <a:ext cx="218520" cy="646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4" name="Ink 23">
                  <a:extLst>
                    <a:ext uri="{FF2B5EF4-FFF2-40B4-BE49-F238E27FC236}">
                      <a16:creationId xmlns:a16="http://schemas.microsoft.com/office/drawing/2014/main" id="{73BEE7C3-202F-06EC-2E31-F072C8559FA2}"/>
                    </a:ext>
                  </a:extLst>
                </p14:cNvPr>
                <p14:cNvContentPartPr/>
                <p14:nvPr/>
              </p14:nvContentPartPr>
              <p14:xfrm>
                <a:off x="7320809" y="5095649"/>
                <a:ext cx="946800" cy="601200"/>
              </p14:xfrm>
            </p:contentPart>
          </mc:Choice>
          <mc:Fallback>
            <p:pic>
              <p:nvPicPr>
                <p:cNvPr id="24" name="Ink 23">
                  <a:extLst>
                    <a:ext uri="{FF2B5EF4-FFF2-40B4-BE49-F238E27FC236}">
                      <a16:creationId xmlns:a16="http://schemas.microsoft.com/office/drawing/2014/main" id="{73BEE7C3-202F-06EC-2E31-F072C8559FA2}"/>
                    </a:ext>
                  </a:extLst>
                </p:cNvPr>
                <p:cNvPicPr/>
                <p:nvPr/>
              </p:nvPicPr>
              <p:blipFill>
                <a:blip r:embed="rId28"/>
                <a:stretch>
                  <a:fillRect/>
                </a:stretch>
              </p:blipFill>
              <p:spPr>
                <a:xfrm>
                  <a:off x="7314689" y="5089529"/>
                  <a:ext cx="959040" cy="613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Ink 24">
                  <a:extLst>
                    <a:ext uri="{FF2B5EF4-FFF2-40B4-BE49-F238E27FC236}">
                      <a16:creationId xmlns:a16="http://schemas.microsoft.com/office/drawing/2014/main" id="{BAE54B03-96B5-87A4-1DA4-C992F7A87968}"/>
                    </a:ext>
                  </a:extLst>
                </p14:cNvPr>
                <p14:cNvContentPartPr/>
                <p14:nvPr/>
              </p14:nvContentPartPr>
              <p14:xfrm>
                <a:off x="8378129" y="5199329"/>
                <a:ext cx="327240" cy="297720"/>
              </p14:xfrm>
            </p:contentPart>
          </mc:Choice>
          <mc:Fallback>
            <p:pic>
              <p:nvPicPr>
                <p:cNvPr id="25" name="Ink 24">
                  <a:extLst>
                    <a:ext uri="{FF2B5EF4-FFF2-40B4-BE49-F238E27FC236}">
                      <a16:creationId xmlns:a16="http://schemas.microsoft.com/office/drawing/2014/main" id="{BAE54B03-96B5-87A4-1DA4-C992F7A87968}"/>
                    </a:ext>
                  </a:extLst>
                </p:cNvPr>
                <p:cNvPicPr/>
                <p:nvPr/>
              </p:nvPicPr>
              <p:blipFill>
                <a:blip r:embed="rId30"/>
                <a:stretch>
                  <a:fillRect/>
                </a:stretch>
              </p:blipFill>
              <p:spPr>
                <a:xfrm>
                  <a:off x="8372009" y="5193209"/>
                  <a:ext cx="33948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6" name="Ink 25">
                  <a:extLst>
                    <a:ext uri="{FF2B5EF4-FFF2-40B4-BE49-F238E27FC236}">
                      <a16:creationId xmlns:a16="http://schemas.microsoft.com/office/drawing/2014/main" id="{DE04B0BA-B344-E090-6868-5758D3B50742}"/>
                    </a:ext>
                  </a:extLst>
                </p14:cNvPr>
                <p14:cNvContentPartPr/>
                <p14:nvPr/>
              </p14:nvContentPartPr>
              <p14:xfrm>
                <a:off x="8933249" y="4962809"/>
                <a:ext cx="101160" cy="477000"/>
              </p14:xfrm>
            </p:contentPart>
          </mc:Choice>
          <mc:Fallback>
            <p:pic>
              <p:nvPicPr>
                <p:cNvPr id="26" name="Ink 25">
                  <a:extLst>
                    <a:ext uri="{FF2B5EF4-FFF2-40B4-BE49-F238E27FC236}">
                      <a16:creationId xmlns:a16="http://schemas.microsoft.com/office/drawing/2014/main" id="{DE04B0BA-B344-E090-6868-5758D3B50742}"/>
                    </a:ext>
                  </a:extLst>
                </p:cNvPr>
                <p:cNvPicPr/>
                <p:nvPr/>
              </p:nvPicPr>
              <p:blipFill>
                <a:blip r:embed="rId32"/>
                <a:stretch>
                  <a:fillRect/>
                </a:stretch>
              </p:blipFill>
              <p:spPr>
                <a:xfrm>
                  <a:off x="8927129" y="4956689"/>
                  <a:ext cx="113400" cy="4892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7" name="Ink 26">
                  <a:extLst>
                    <a:ext uri="{FF2B5EF4-FFF2-40B4-BE49-F238E27FC236}">
                      <a16:creationId xmlns:a16="http://schemas.microsoft.com/office/drawing/2014/main" id="{7486A2C1-35FC-FE59-D6FE-5A23B166BFDE}"/>
                    </a:ext>
                  </a:extLst>
                </p14:cNvPr>
                <p14:cNvContentPartPr/>
                <p14:nvPr/>
              </p14:nvContentPartPr>
              <p14:xfrm>
                <a:off x="8781329" y="5176289"/>
                <a:ext cx="353880" cy="140400"/>
              </p14:xfrm>
            </p:contentPart>
          </mc:Choice>
          <mc:Fallback>
            <p:pic>
              <p:nvPicPr>
                <p:cNvPr id="27" name="Ink 26">
                  <a:extLst>
                    <a:ext uri="{FF2B5EF4-FFF2-40B4-BE49-F238E27FC236}">
                      <a16:creationId xmlns:a16="http://schemas.microsoft.com/office/drawing/2014/main" id="{7486A2C1-35FC-FE59-D6FE-5A23B166BFDE}"/>
                    </a:ext>
                  </a:extLst>
                </p:cNvPr>
                <p:cNvPicPr/>
                <p:nvPr/>
              </p:nvPicPr>
              <p:blipFill>
                <a:blip r:embed="rId34"/>
                <a:stretch>
                  <a:fillRect/>
                </a:stretch>
              </p:blipFill>
              <p:spPr>
                <a:xfrm>
                  <a:off x="8775209" y="5170169"/>
                  <a:ext cx="36612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Ink 27">
                  <a:extLst>
                    <a:ext uri="{FF2B5EF4-FFF2-40B4-BE49-F238E27FC236}">
                      <a16:creationId xmlns:a16="http://schemas.microsoft.com/office/drawing/2014/main" id="{665FFD54-9663-4F08-F7DA-269BDFDA1939}"/>
                    </a:ext>
                  </a:extLst>
                </p14:cNvPr>
                <p14:cNvContentPartPr/>
                <p14:nvPr/>
              </p14:nvContentPartPr>
              <p14:xfrm>
                <a:off x="9185969" y="5000609"/>
                <a:ext cx="483840" cy="339480"/>
              </p14:xfrm>
            </p:contentPart>
          </mc:Choice>
          <mc:Fallback>
            <p:pic>
              <p:nvPicPr>
                <p:cNvPr id="28" name="Ink 27">
                  <a:extLst>
                    <a:ext uri="{FF2B5EF4-FFF2-40B4-BE49-F238E27FC236}">
                      <a16:creationId xmlns:a16="http://schemas.microsoft.com/office/drawing/2014/main" id="{665FFD54-9663-4F08-F7DA-269BDFDA1939}"/>
                    </a:ext>
                  </a:extLst>
                </p:cNvPr>
                <p:cNvPicPr/>
                <p:nvPr/>
              </p:nvPicPr>
              <p:blipFill>
                <a:blip r:embed="rId36"/>
                <a:stretch>
                  <a:fillRect/>
                </a:stretch>
              </p:blipFill>
              <p:spPr>
                <a:xfrm>
                  <a:off x="9179849" y="4994489"/>
                  <a:ext cx="49608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4FC326F8-FACB-C759-1C16-ECD2F048BF9A}"/>
                    </a:ext>
                  </a:extLst>
                </p14:cNvPr>
                <p14:cNvContentPartPr/>
                <p14:nvPr/>
              </p14:nvContentPartPr>
              <p14:xfrm>
                <a:off x="9609689" y="4667609"/>
                <a:ext cx="63000" cy="29160"/>
              </p14:xfrm>
            </p:contentPart>
          </mc:Choice>
          <mc:Fallback>
            <p:pic>
              <p:nvPicPr>
                <p:cNvPr id="29" name="Ink 28">
                  <a:extLst>
                    <a:ext uri="{FF2B5EF4-FFF2-40B4-BE49-F238E27FC236}">
                      <a16:creationId xmlns:a16="http://schemas.microsoft.com/office/drawing/2014/main" id="{4FC326F8-FACB-C759-1C16-ECD2F048BF9A}"/>
                    </a:ext>
                  </a:extLst>
                </p:cNvPr>
                <p:cNvPicPr/>
                <p:nvPr/>
              </p:nvPicPr>
              <p:blipFill>
                <a:blip r:embed="rId38"/>
                <a:stretch>
                  <a:fillRect/>
                </a:stretch>
              </p:blipFill>
              <p:spPr>
                <a:xfrm>
                  <a:off x="9603569" y="4661489"/>
                  <a:ext cx="752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51EFC51A-A9A2-B84A-4240-19FC6E50FF90}"/>
                    </a:ext>
                  </a:extLst>
                </p14:cNvPr>
                <p14:cNvContentPartPr/>
                <p14:nvPr/>
              </p14:nvContentPartPr>
              <p14:xfrm>
                <a:off x="9887609" y="4866329"/>
                <a:ext cx="587160" cy="385560"/>
              </p14:xfrm>
            </p:contentPart>
          </mc:Choice>
          <mc:Fallback>
            <p:pic>
              <p:nvPicPr>
                <p:cNvPr id="30" name="Ink 29">
                  <a:extLst>
                    <a:ext uri="{FF2B5EF4-FFF2-40B4-BE49-F238E27FC236}">
                      <a16:creationId xmlns:a16="http://schemas.microsoft.com/office/drawing/2014/main" id="{51EFC51A-A9A2-B84A-4240-19FC6E50FF90}"/>
                    </a:ext>
                  </a:extLst>
                </p:cNvPr>
                <p:cNvPicPr/>
                <p:nvPr/>
              </p:nvPicPr>
              <p:blipFill>
                <a:blip r:embed="rId40"/>
                <a:stretch>
                  <a:fillRect/>
                </a:stretch>
              </p:blipFill>
              <p:spPr>
                <a:xfrm>
                  <a:off x="9881489" y="4860209"/>
                  <a:ext cx="59940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2" name="Ink 31">
                  <a:extLst>
                    <a:ext uri="{FF2B5EF4-FFF2-40B4-BE49-F238E27FC236}">
                      <a16:creationId xmlns:a16="http://schemas.microsoft.com/office/drawing/2014/main" id="{02F8BAA3-CF68-603D-3143-79452DF91154}"/>
                    </a:ext>
                  </a:extLst>
                </p14:cNvPr>
                <p14:cNvContentPartPr/>
                <p14:nvPr/>
              </p14:nvContentPartPr>
              <p14:xfrm>
                <a:off x="9851249" y="4868129"/>
                <a:ext cx="491040" cy="338760"/>
              </p14:xfrm>
            </p:contentPart>
          </mc:Choice>
          <mc:Fallback>
            <p:pic>
              <p:nvPicPr>
                <p:cNvPr id="32" name="Ink 31">
                  <a:extLst>
                    <a:ext uri="{FF2B5EF4-FFF2-40B4-BE49-F238E27FC236}">
                      <a16:creationId xmlns:a16="http://schemas.microsoft.com/office/drawing/2014/main" id="{02F8BAA3-CF68-603D-3143-79452DF91154}"/>
                    </a:ext>
                  </a:extLst>
                </p:cNvPr>
                <p:cNvPicPr/>
                <p:nvPr/>
              </p:nvPicPr>
              <p:blipFill>
                <a:blip r:embed="rId42"/>
                <a:stretch>
                  <a:fillRect/>
                </a:stretch>
              </p:blipFill>
              <p:spPr>
                <a:xfrm>
                  <a:off x="9845129" y="4862009"/>
                  <a:ext cx="50328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3" name="Ink 32">
                  <a:extLst>
                    <a:ext uri="{FF2B5EF4-FFF2-40B4-BE49-F238E27FC236}">
                      <a16:creationId xmlns:a16="http://schemas.microsoft.com/office/drawing/2014/main" id="{90C3DA47-BFCB-FBB6-E47B-F015AE71927B}"/>
                    </a:ext>
                  </a:extLst>
                </p14:cNvPr>
                <p14:cNvContentPartPr/>
                <p14:nvPr/>
              </p14:nvContentPartPr>
              <p14:xfrm>
                <a:off x="9764489" y="4788209"/>
                <a:ext cx="348120" cy="808920"/>
              </p14:xfrm>
            </p:contentPart>
          </mc:Choice>
          <mc:Fallback>
            <p:pic>
              <p:nvPicPr>
                <p:cNvPr id="33" name="Ink 32">
                  <a:extLst>
                    <a:ext uri="{FF2B5EF4-FFF2-40B4-BE49-F238E27FC236}">
                      <a16:creationId xmlns:a16="http://schemas.microsoft.com/office/drawing/2014/main" id="{90C3DA47-BFCB-FBB6-E47B-F015AE71927B}"/>
                    </a:ext>
                  </a:extLst>
                </p:cNvPr>
                <p:cNvPicPr/>
                <p:nvPr/>
              </p:nvPicPr>
              <p:blipFill>
                <a:blip r:embed="rId44"/>
                <a:stretch>
                  <a:fillRect/>
                </a:stretch>
              </p:blipFill>
              <p:spPr>
                <a:xfrm>
                  <a:off x="9758369" y="4782089"/>
                  <a:ext cx="360360" cy="821160"/>
                </a:xfrm>
                <a:prstGeom prst="rect">
                  <a:avLst/>
                </a:prstGeom>
              </p:spPr>
            </p:pic>
          </mc:Fallback>
        </mc:AlternateContent>
      </p:grpSp>
    </p:spTree>
    <p:extLst>
      <p:ext uri="{BB962C8B-B14F-4D97-AF65-F5344CB8AC3E}">
        <p14:creationId xmlns:p14="http://schemas.microsoft.com/office/powerpoint/2010/main" val="2443299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2A92F71-3E05-2239-5A06-79274A02E6BE}"/>
              </a:ext>
            </a:extLst>
          </p:cNvPr>
          <p:cNvGrpSpPr/>
          <p:nvPr/>
        </p:nvGrpSpPr>
        <p:grpSpPr>
          <a:xfrm>
            <a:off x="684465" y="637215"/>
            <a:ext cx="2297880" cy="748800"/>
            <a:chOff x="684465" y="637215"/>
            <a:chExt cx="2297880" cy="74880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BB3099E-0433-E858-705D-24EE947BD81B}"/>
                    </a:ext>
                  </a:extLst>
                </p14:cNvPr>
                <p14:cNvContentPartPr/>
                <p14:nvPr/>
              </p14:nvContentPartPr>
              <p14:xfrm>
                <a:off x="684465" y="637215"/>
                <a:ext cx="426600" cy="748800"/>
              </p14:xfrm>
            </p:contentPart>
          </mc:Choice>
          <mc:Fallback xmlns="">
            <p:pic>
              <p:nvPicPr>
                <p:cNvPr id="2" name="Ink 1">
                  <a:extLst>
                    <a:ext uri="{FF2B5EF4-FFF2-40B4-BE49-F238E27FC236}">
                      <a16:creationId xmlns:a16="http://schemas.microsoft.com/office/drawing/2014/main" id="{EBB3099E-0433-E858-705D-24EE947BD81B}"/>
                    </a:ext>
                  </a:extLst>
                </p:cNvPr>
                <p:cNvPicPr/>
                <p:nvPr/>
              </p:nvPicPr>
              <p:blipFill>
                <a:blip r:embed="rId3"/>
                <a:stretch>
                  <a:fillRect/>
                </a:stretch>
              </p:blipFill>
              <p:spPr>
                <a:xfrm>
                  <a:off x="678345" y="631095"/>
                  <a:ext cx="438840" cy="761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CB868B0-F51A-D22D-A858-E27D4DAC44A7}"/>
                    </a:ext>
                  </a:extLst>
                </p14:cNvPr>
                <p14:cNvContentPartPr/>
                <p14:nvPr/>
              </p14:nvContentPartPr>
              <p14:xfrm>
                <a:off x="693465" y="1059855"/>
                <a:ext cx="443880" cy="31320"/>
              </p14:xfrm>
            </p:contentPart>
          </mc:Choice>
          <mc:Fallback xmlns="">
            <p:pic>
              <p:nvPicPr>
                <p:cNvPr id="3" name="Ink 2">
                  <a:extLst>
                    <a:ext uri="{FF2B5EF4-FFF2-40B4-BE49-F238E27FC236}">
                      <a16:creationId xmlns:a16="http://schemas.microsoft.com/office/drawing/2014/main" id="{DCB868B0-F51A-D22D-A858-E27D4DAC44A7}"/>
                    </a:ext>
                  </a:extLst>
                </p:cNvPr>
                <p:cNvPicPr/>
                <p:nvPr/>
              </p:nvPicPr>
              <p:blipFill>
                <a:blip r:embed="rId5"/>
                <a:stretch>
                  <a:fillRect/>
                </a:stretch>
              </p:blipFill>
              <p:spPr>
                <a:xfrm>
                  <a:off x="687345" y="1053735"/>
                  <a:ext cx="4561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BE57D3B-D76C-E9C2-3526-281E533A0A40}"/>
                    </a:ext>
                  </a:extLst>
                </p14:cNvPr>
                <p14:cNvContentPartPr/>
                <p14:nvPr/>
              </p14:nvContentPartPr>
              <p14:xfrm>
                <a:off x="1388985" y="897495"/>
                <a:ext cx="342720" cy="354240"/>
              </p14:xfrm>
            </p:contentPart>
          </mc:Choice>
          <mc:Fallback xmlns="">
            <p:pic>
              <p:nvPicPr>
                <p:cNvPr id="4" name="Ink 3">
                  <a:extLst>
                    <a:ext uri="{FF2B5EF4-FFF2-40B4-BE49-F238E27FC236}">
                      <a16:creationId xmlns:a16="http://schemas.microsoft.com/office/drawing/2014/main" id="{DBE57D3B-D76C-E9C2-3526-281E533A0A40}"/>
                    </a:ext>
                  </a:extLst>
                </p:cNvPr>
                <p:cNvPicPr/>
                <p:nvPr/>
              </p:nvPicPr>
              <p:blipFill>
                <a:blip r:embed="rId7"/>
                <a:stretch>
                  <a:fillRect/>
                </a:stretch>
              </p:blipFill>
              <p:spPr>
                <a:xfrm>
                  <a:off x="1382865" y="891375"/>
                  <a:ext cx="3549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99F9823-2980-80A7-DE1D-79F46AC4C28A}"/>
                    </a:ext>
                  </a:extLst>
                </p14:cNvPr>
                <p14:cNvContentPartPr/>
                <p14:nvPr/>
              </p14:nvContentPartPr>
              <p14:xfrm>
                <a:off x="1800105" y="820095"/>
                <a:ext cx="114480" cy="385200"/>
              </p14:xfrm>
            </p:contentPart>
          </mc:Choice>
          <mc:Fallback xmlns="">
            <p:pic>
              <p:nvPicPr>
                <p:cNvPr id="5" name="Ink 4">
                  <a:extLst>
                    <a:ext uri="{FF2B5EF4-FFF2-40B4-BE49-F238E27FC236}">
                      <a16:creationId xmlns:a16="http://schemas.microsoft.com/office/drawing/2014/main" id="{A99F9823-2980-80A7-DE1D-79F46AC4C28A}"/>
                    </a:ext>
                  </a:extLst>
                </p:cNvPr>
                <p:cNvPicPr/>
                <p:nvPr/>
              </p:nvPicPr>
              <p:blipFill>
                <a:blip r:embed="rId9"/>
                <a:stretch>
                  <a:fillRect/>
                </a:stretch>
              </p:blipFill>
              <p:spPr>
                <a:xfrm>
                  <a:off x="1793985" y="813975"/>
                  <a:ext cx="12672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0A3AA1A-7089-CB9C-2AA2-39B6E7C1E8A9}"/>
                    </a:ext>
                  </a:extLst>
                </p14:cNvPr>
                <p14:cNvContentPartPr/>
                <p14:nvPr/>
              </p14:nvContentPartPr>
              <p14:xfrm>
                <a:off x="2134905" y="867255"/>
                <a:ext cx="265680" cy="268920"/>
              </p14:xfrm>
            </p:contentPart>
          </mc:Choice>
          <mc:Fallback xmlns="">
            <p:pic>
              <p:nvPicPr>
                <p:cNvPr id="6" name="Ink 5">
                  <a:extLst>
                    <a:ext uri="{FF2B5EF4-FFF2-40B4-BE49-F238E27FC236}">
                      <a16:creationId xmlns:a16="http://schemas.microsoft.com/office/drawing/2014/main" id="{80A3AA1A-7089-CB9C-2AA2-39B6E7C1E8A9}"/>
                    </a:ext>
                  </a:extLst>
                </p:cNvPr>
                <p:cNvPicPr/>
                <p:nvPr/>
              </p:nvPicPr>
              <p:blipFill>
                <a:blip r:embed="rId11"/>
                <a:stretch>
                  <a:fillRect/>
                </a:stretch>
              </p:blipFill>
              <p:spPr>
                <a:xfrm>
                  <a:off x="2128785" y="861135"/>
                  <a:ext cx="2779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04CB5F9A-2349-1AA0-3AC0-B30211D0AFBB}"/>
                    </a:ext>
                  </a:extLst>
                </p14:cNvPr>
                <p14:cNvContentPartPr/>
                <p14:nvPr/>
              </p14:nvContentPartPr>
              <p14:xfrm>
                <a:off x="2515425" y="861135"/>
                <a:ext cx="300960" cy="333720"/>
              </p14:xfrm>
            </p:contentPart>
          </mc:Choice>
          <mc:Fallback xmlns="">
            <p:pic>
              <p:nvPicPr>
                <p:cNvPr id="7" name="Ink 6">
                  <a:extLst>
                    <a:ext uri="{FF2B5EF4-FFF2-40B4-BE49-F238E27FC236}">
                      <a16:creationId xmlns:a16="http://schemas.microsoft.com/office/drawing/2014/main" id="{04CB5F9A-2349-1AA0-3AC0-B30211D0AFBB}"/>
                    </a:ext>
                  </a:extLst>
                </p:cNvPr>
                <p:cNvPicPr/>
                <p:nvPr/>
              </p:nvPicPr>
              <p:blipFill>
                <a:blip r:embed="rId13"/>
                <a:stretch>
                  <a:fillRect/>
                </a:stretch>
              </p:blipFill>
              <p:spPr>
                <a:xfrm>
                  <a:off x="2509305" y="855015"/>
                  <a:ext cx="31320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13C22294-7400-18AC-8972-8307A03D24D4}"/>
                    </a:ext>
                  </a:extLst>
                </p14:cNvPr>
                <p14:cNvContentPartPr/>
                <p14:nvPr/>
              </p14:nvContentPartPr>
              <p14:xfrm>
                <a:off x="2760945" y="942495"/>
                <a:ext cx="221400" cy="253080"/>
              </p14:xfrm>
            </p:contentPart>
          </mc:Choice>
          <mc:Fallback xmlns="">
            <p:pic>
              <p:nvPicPr>
                <p:cNvPr id="8" name="Ink 7">
                  <a:extLst>
                    <a:ext uri="{FF2B5EF4-FFF2-40B4-BE49-F238E27FC236}">
                      <a16:creationId xmlns:a16="http://schemas.microsoft.com/office/drawing/2014/main" id="{13C22294-7400-18AC-8972-8307A03D24D4}"/>
                    </a:ext>
                  </a:extLst>
                </p:cNvPr>
                <p:cNvPicPr/>
                <p:nvPr/>
              </p:nvPicPr>
              <p:blipFill>
                <a:blip r:embed="rId15"/>
                <a:stretch>
                  <a:fillRect/>
                </a:stretch>
              </p:blipFill>
              <p:spPr>
                <a:xfrm>
                  <a:off x="2754825" y="936375"/>
                  <a:ext cx="233640" cy="265320"/>
                </a:xfrm>
                <a:prstGeom prst="rect">
                  <a:avLst/>
                </a:prstGeom>
              </p:spPr>
            </p:pic>
          </mc:Fallback>
        </mc:AlternateContent>
      </p:grpSp>
      <p:grpSp>
        <p:nvGrpSpPr>
          <p:cNvPr id="12" name="Group 11">
            <a:extLst>
              <a:ext uri="{FF2B5EF4-FFF2-40B4-BE49-F238E27FC236}">
                <a16:creationId xmlns:a16="http://schemas.microsoft.com/office/drawing/2014/main" id="{F2FDC80F-354C-CC60-D791-2B585546DFF7}"/>
              </a:ext>
            </a:extLst>
          </p:cNvPr>
          <p:cNvGrpSpPr/>
          <p:nvPr/>
        </p:nvGrpSpPr>
        <p:grpSpPr>
          <a:xfrm>
            <a:off x="3447105" y="780855"/>
            <a:ext cx="1346760" cy="1165320"/>
            <a:chOff x="3447105" y="780855"/>
            <a:chExt cx="1346760" cy="1165320"/>
          </a:xfrm>
        </p:grpSpPr>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2A67874-3646-5695-E2FE-19A81F92D554}"/>
                    </a:ext>
                  </a:extLst>
                </p14:cNvPr>
                <p14:cNvContentPartPr/>
                <p14:nvPr/>
              </p14:nvContentPartPr>
              <p14:xfrm>
                <a:off x="3447105" y="780855"/>
                <a:ext cx="765360" cy="1165320"/>
              </p14:xfrm>
            </p:contentPart>
          </mc:Choice>
          <mc:Fallback xmlns="">
            <p:pic>
              <p:nvPicPr>
                <p:cNvPr id="9" name="Ink 8">
                  <a:extLst>
                    <a:ext uri="{FF2B5EF4-FFF2-40B4-BE49-F238E27FC236}">
                      <a16:creationId xmlns:a16="http://schemas.microsoft.com/office/drawing/2014/main" id="{F2A67874-3646-5695-E2FE-19A81F92D554}"/>
                    </a:ext>
                  </a:extLst>
                </p:cNvPr>
                <p:cNvPicPr/>
                <p:nvPr/>
              </p:nvPicPr>
              <p:blipFill>
                <a:blip r:embed="rId17"/>
                <a:stretch>
                  <a:fillRect/>
                </a:stretch>
              </p:blipFill>
              <p:spPr>
                <a:xfrm>
                  <a:off x="3440985" y="774735"/>
                  <a:ext cx="777600" cy="1177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9146215D-D06C-96A5-4BAD-8FA56C0E52BF}"/>
                    </a:ext>
                  </a:extLst>
                </p14:cNvPr>
                <p14:cNvContentPartPr/>
                <p14:nvPr/>
              </p14:nvContentPartPr>
              <p14:xfrm>
                <a:off x="4472385" y="1033935"/>
                <a:ext cx="99720" cy="32400"/>
              </p14:xfrm>
            </p:contentPart>
          </mc:Choice>
          <mc:Fallback xmlns="">
            <p:pic>
              <p:nvPicPr>
                <p:cNvPr id="10" name="Ink 9">
                  <a:extLst>
                    <a:ext uri="{FF2B5EF4-FFF2-40B4-BE49-F238E27FC236}">
                      <a16:creationId xmlns:a16="http://schemas.microsoft.com/office/drawing/2014/main" id="{9146215D-D06C-96A5-4BAD-8FA56C0E52BF}"/>
                    </a:ext>
                  </a:extLst>
                </p:cNvPr>
                <p:cNvPicPr/>
                <p:nvPr/>
              </p:nvPicPr>
              <p:blipFill>
                <a:blip r:embed="rId19"/>
                <a:stretch>
                  <a:fillRect/>
                </a:stretch>
              </p:blipFill>
              <p:spPr>
                <a:xfrm>
                  <a:off x="4466265" y="1027815"/>
                  <a:ext cx="1119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0A92BAB8-BAA8-5346-4FC0-2F3D1B39648A}"/>
                    </a:ext>
                  </a:extLst>
                </p14:cNvPr>
                <p14:cNvContentPartPr/>
                <p14:nvPr/>
              </p14:nvContentPartPr>
              <p14:xfrm>
                <a:off x="4641585" y="1377735"/>
                <a:ext cx="152280" cy="72360"/>
              </p14:xfrm>
            </p:contentPart>
          </mc:Choice>
          <mc:Fallback xmlns="">
            <p:pic>
              <p:nvPicPr>
                <p:cNvPr id="11" name="Ink 10">
                  <a:extLst>
                    <a:ext uri="{FF2B5EF4-FFF2-40B4-BE49-F238E27FC236}">
                      <a16:creationId xmlns:a16="http://schemas.microsoft.com/office/drawing/2014/main" id="{0A92BAB8-BAA8-5346-4FC0-2F3D1B39648A}"/>
                    </a:ext>
                  </a:extLst>
                </p:cNvPr>
                <p:cNvPicPr/>
                <p:nvPr/>
              </p:nvPicPr>
              <p:blipFill>
                <a:blip r:embed="rId21"/>
                <a:stretch>
                  <a:fillRect/>
                </a:stretch>
              </p:blipFill>
              <p:spPr>
                <a:xfrm>
                  <a:off x="4635465" y="1371615"/>
                  <a:ext cx="164520" cy="84600"/>
                </a:xfrm>
                <a:prstGeom prst="rect">
                  <a:avLst/>
                </a:prstGeom>
              </p:spPr>
            </p:pic>
          </mc:Fallback>
        </mc:AlternateContent>
      </p:grpSp>
      <p:grpSp>
        <p:nvGrpSpPr>
          <p:cNvPr id="21" name="Group 20">
            <a:extLst>
              <a:ext uri="{FF2B5EF4-FFF2-40B4-BE49-F238E27FC236}">
                <a16:creationId xmlns:a16="http://schemas.microsoft.com/office/drawing/2014/main" id="{71B4F58C-D18F-5C96-A272-3E6D819CE860}"/>
              </a:ext>
            </a:extLst>
          </p:cNvPr>
          <p:cNvGrpSpPr/>
          <p:nvPr/>
        </p:nvGrpSpPr>
        <p:grpSpPr>
          <a:xfrm>
            <a:off x="5824545" y="578175"/>
            <a:ext cx="1182240" cy="657720"/>
            <a:chOff x="5824545" y="578175"/>
            <a:chExt cx="1182240" cy="657720"/>
          </a:xfrm>
        </p:grpSpPr>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CA413B66-8D70-F736-92C6-57095902DBCC}"/>
                    </a:ext>
                  </a:extLst>
                </p14:cNvPr>
                <p14:cNvContentPartPr/>
                <p14:nvPr/>
              </p14:nvContentPartPr>
              <p14:xfrm>
                <a:off x="5824545" y="578175"/>
                <a:ext cx="899280" cy="153360"/>
              </p14:xfrm>
            </p:contentPart>
          </mc:Choice>
          <mc:Fallback xmlns="">
            <p:pic>
              <p:nvPicPr>
                <p:cNvPr id="14" name="Ink 13">
                  <a:extLst>
                    <a:ext uri="{FF2B5EF4-FFF2-40B4-BE49-F238E27FC236}">
                      <a16:creationId xmlns:a16="http://schemas.microsoft.com/office/drawing/2014/main" id="{CA413B66-8D70-F736-92C6-57095902DBCC}"/>
                    </a:ext>
                  </a:extLst>
                </p:cNvPr>
                <p:cNvPicPr/>
                <p:nvPr/>
              </p:nvPicPr>
              <p:blipFill>
                <a:blip r:embed="rId23"/>
                <a:stretch>
                  <a:fillRect/>
                </a:stretch>
              </p:blipFill>
              <p:spPr>
                <a:xfrm>
                  <a:off x="5818425" y="572055"/>
                  <a:ext cx="911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B16787D9-138A-94EB-DED0-F2E3BDF91351}"/>
                    </a:ext>
                  </a:extLst>
                </p14:cNvPr>
                <p14:cNvContentPartPr/>
                <p14:nvPr/>
              </p14:nvContentPartPr>
              <p14:xfrm>
                <a:off x="6183465" y="614535"/>
                <a:ext cx="94320" cy="481680"/>
              </p14:xfrm>
            </p:contentPart>
          </mc:Choice>
          <mc:Fallback xmlns="">
            <p:pic>
              <p:nvPicPr>
                <p:cNvPr id="15" name="Ink 14">
                  <a:extLst>
                    <a:ext uri="{FF2B5EF4-FFF2-40B4-BE49-F238E27FC236}">
                      <a16:creationId xmlns:a16="http://schemas.microsoft.com/office/drawing/2014/main" id="{B16787D9-138A-94EB-DED0-F2E3BDF91351}"/>
                    </a:ext>
                  </a:extLst>
                </p:cNvPr>
                <p:cNvPicPr/>
                <p:nvPr/>
              </p:nvPicPr>
              <p:blipFill>
                <a:blip r:embed="rId25"/>
                <a:stretch>
                  <a:fillRect/>
                </a:stretch>
              </p:blipFill>
              <p:spPr>
                <a:xfrm>
                  <a:off x="6177345" y="608415"/>
                  <a:ext cx="10656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2C6DDD17-678B-736A-CAAF-3CAF3CFD027F}"/>
                    </a:ext>
                  </a:extLst>
                </p14:cNvPr>
                <p14:cNvContentPartPr/>
                <p14:nvPr/>
              </p14:nvContentPartPr>
              <p14:xfrm>
                <a:off x="6726705" y="946455"/>
                <a:ext cx="81360" cy="289440"/>
              </p14:xfrm>
            </p:contentPart>
          </mc:Choice>
          <mc:Fallback xmlns="">
            <p:pic>
              <p:nvPicPr>
                <p:cNvPr id="16" name="Ink 15">
                  <a:extLst>
                    <a:ext uri="{FF2B5EF4-FFF2-40B4-BE49-F238E27FC236}">
                      <a16:creationId xmlns:a16="http://schemas.microsoft.com/office/drawing/2014/main" id="{2C6DDD17-678B-736A-CAAF-3CAF3CFD027F}"/>
                    </a:ext>
                  </a:extLst>
                </p:cNvPr>
                <p:cNvPicPr/>
                <p:nvPr/>
              </p:nvPicPr>
              <p:blipFill>
                <a:blip r:embed="rId27"/>
                <a:stretch>
                  <a:fillRect/>
                </a:stretch>
              </p:blipFill>
              <p:spPr>
                <a:xfrm>
                  <a:off x="6720585" y="940335"/>
                  <a:ext cx="936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82E19FAB-32E6-9DC0-CABD-4F0CFF8BADB7}"/>
                    </a:ext>
                  </a:extLst>
                </p14:cNvPr>
                <p14:cNvContentPartPr/>
                <p14:nvPr/>
              </p14:nvContentPartPr>
              <p14:xfrm>
                <a:off x="6732105" y="675375"/>
                <a:ext cx="274680" cy="317880"/>
              </p14:xfrm>
            </p:contentPart>
          </mc:Choice>
          <mc:Fallback xmlns="">
            <p:pic>
              <p:nvPicPr>
                <p:cNvPr id="17" name="Ink 16">
                  <a:extLst>
                    <a:ext uri="{FF2B5EF4-FFF2-40B4-BE49-F238E27FC236}">
                      <a16:creationId xmlns:a16="http://schemas.microsoft.com/office/drawing/2014/main" id="{82E19FAB-32E6-9DC0-CABD-4F0CFF8BADB7}"/>
                    </a:ext>
                  </a:extLst>
                </p:cNvPr>
                <p:cNvPicPr/>
                <p:nvPr/>
              </p:nvPicPr>
              <p:blipFill>
                <a:blip r:embed="rId29"/>
                <a:stretch>
                  <a:fillRect/>
                </a:stretch>
              </p:blipFill>
              <p:spPr>
                <a:xfrm>
                  <a:off x="6725985" y="669255"/>
                  <a:ext cx="286920" cy="330120"/>
                </a:xfrm>
                <a:prstGeom prst="rect">
                  <a:avLst/>
                </a:prstGeom>
              </p:spPr>
            </p:pic>
          </mc:Fallback>
        </mc:AlternateContent>
      </p:grpSp>
      <p:grpSp>
        <p:nvGrpSpPr>
          <p:cNvPr id="28" name="Group 27">
            <a:extLst>
              <a:ext uri="{FF2B5EF4-FFF2-40B4-BE49-F238E27FC236}">
                <a16:creationId xmlns:a16="http://schemas.microsoft.com/office/drawing/2014/main" id="{4A68F0AE-DE17-1C33-6358-F2885EDAE9C7}"/>
              </a:ext>
            </a:extLst>
          </p:cNvPr>
          <p:cNvGrpSpPr/>
          <p:nvPr/>
        </p:nvGrpSpPr>
        <p:grpSpPr>
          <a:xfrm>
            <a:off x="8201985" y="479535"/>
            <a:ext cx="2300040" cy="831600"/>
            <a:chOff x="8201985" y="479535"/>
            <a:chExt cx="2300040" cy="831600"/>
          </a:xfrm>
        </p:grpSpPr>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8890AB3E-98ED-A92F-2317-004B85BADA61}"/>
                    </a:ext>
                  </a:extLst>
                </p14:cNvPr>
                <p14:cNvContentPartPr/>
                <p14:nvPr/>
              </p14:nvContentPartPr>
              <p14:xfrm>
                <a:off x="8201985" y="954735"/>
                <a:ext cx="765360" cy="96120"/>
              </p14:xfrm>
            </p:contentPart>
          </mc:Choice>
          <mc:Fallback xmlns="">
            <p:pic>
              <p:nvPicPr>
                <p:cNvPr id="18" name="Ink 17">
                  <a:extLst>
                    <a:ext uri="{FF2B5EF4-FFF2-40B4-BE49-F238E27FC236}">
                      <a16:creationId xmlns:a16="http://schemas.microsoft.com/office/drawing/2014/main" id="{8890AB3E-98ED-A92F-2317-004B85BADA61}"/>
                    </a:ext>
                  </a:extLst>
                </p:cNvPr>
                <p:cNvPicPr/>
                <p:nvPr/>
              </p:nvPicPr>
              <p:blipFill>
                <a:blip r:embed="rId31"/>
                <a:stretch>
                  <a:fillRect/>
                </a:stretch>
              </p:blipFill>
              <p:spPr>
                <a:xfrm>
                  <a:off x="8195865" y="948615"/>
                  <a:ext cx="7776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59CBBC55-1B39-4968-FA11-70392217E85A}"/>
                    </a:ext>
                  </a:extLst>
                </p14:cNvPr>
                <p14:cNvContentPartPr/>
                <p14:nvPr/>
              </p14:nvContentPartPr>
              <p14:xfrm>
                <a:off x="8596185" y="834495"/>
                <a:ext cx="94680" cy="476640"/>
              </p14:xfrm>
            </p:contentPart>
          </mc:Choice>
          <mc:Fallback xmlns="">
            <p:pic>
              <p:nvPicPr>
                <p:cNvPr id="19" name="Ink 18">
                  <a:extLst>
                    <a:ext uri="{FF2B5EF4-FFF2-40B4-BE49-F238E27FC236}">
                      <a16:creationId xmlns:a16="http://schemas.microsoft.com/office/drawing/2014/main" id="{59CBBC55-1B39-4968-FA11-70392217E85A}"/>
                    </a:ext>
                  </a:extLst>
                </p:cNvPr>
                <p:cNvPicPr/>
                <p:nvPr/>
              </p:nvPicPr>
              <p:blipFill>
                <a:blip r:embed="rId33"/>
                <a:stretch>
                  <a:fillRect/>
                </a:stretch>
              </p:blipFill>
              <p:spPr>
                <a:xfrm>
                  <a:off x="8590065" y="828375"/>
                  <a:ext cx="1069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B1F9A525-2D7F-5BC8-D879-D895357A14B1}"/>
                    </a:ext>
                  </a:extLst>
                </p14:cNvPr>
                <p14:cNvContentPartPr/>
                <p14:nvPr/>
              </p14:nvContentPartPr>
              <p14:xfrm>
                <a:off x="9331665" y="615975"/>
                <a:ext cx="104040" cy="450360"/>
              </p14:xfrm>
            </p:contentPart>
          </mc:Choice>
          <mc:Fallback xmlns="">
            <p:pic>
              <p:nvPicPr>
                <p:cNvPr id="22" name="Ink 21">
                  <a:extLst>
                    <a:ext uri="{FF2B5EF4-FFF2-40B4-BE49-F238E27FC236}">
                      <a16:creationId xmlns:a16="http://schemas.microsoft.com/office/drawing/2014/main" id="{B1F9A525-2D7F-5BC8-D879-D895357A14B1}"/>
                    </a:ext>
                  </a:extLst>
                </p:cNvPr>
                <p:cNvPicPr/>
                <p:nvPr/>
              </p:nvPicPr>
              <p:blipFill>
                <a:blip r:embed="rId35"/>
                <a:stretch>
                  <a:fillRect/>
                </a:stretch>
              </p:blipFill>
              <p:spPr>
                <a:xfrm>
                  <a:off x="9325545" y="609855"/>
                  <a:ext cx="1162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1865CB38-AAF9-AA8E-D5D9-C5F7FFCFF62F}"/>
                    </a:ext>
                  </a:extLst>
                </p14:cNvPr>
                <p14:cNvContentPartPr/>
                <p14:nvPr/>
              </p14:nvContentPartPr>
              <p14:xfrm>
                <a:off x="9352185" y="479535"/>
                <a:ext cx="378360" cy="90720"/>
              </p14:xfrm>
            </p:contentPart>
          </mc:Choice>
          <mc:Fallback xmlns="">
            <p:pic>
              <p:nvPicPr>
                <p:cNvPr id="23" name="Ink 22">
                  <a:extLst>
                    <a:ext uri="{FF2B5EF4-FFF2-40B4-BE49-F238E27FC236}">
                      <a16:creationId xmlns:a16="http://schemas.microsoft.com/office/drawing/2014/main" id="{1865CB38-AAF9-AA8E-D5D9-C5F7FFCFF62F}"/>
                    </a:ext>
                  </a:extLst>
                </p:cNvPr>
                <p:cNvPicPr/>
                <p:nvPr/>
              </p:nvPicPr>
              <p:blipFill>
                <a:blip r:embed="rId37"/>
                <a:stretch>
                  <a:fillRect/>
                </a:stretch>
              </p:blipFill>
              <p:spPr>
                <a:xfrm>
                  <a:off x="9346065" y="473415"/>
                  <a:ext cx="390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A802E258-BDA5-0F13-3EDC-2DD59ECB490B}"/>
                    </a:ext>
                  </a:extLst>
                </p14:cNvPr>
                <p14:cNvContentPartPr/>
                <p14:nvPr/>
              </p14:nvContentPartPr>
              <p14:xfrm>
                <a:off x="9230505" y="517695"/>
                <a:ext cx="503640" cy="64800"/>
              </p14:xfrm>
            </p:contentPart>
          </mc:Choice>
          <mc:Fallback xmlns="">
            <p:pic>
              <p:nvPicPr>
                <p:cNvPr id="24" name="Ink 23">
                  <a:extLst>
                    <a:ext uri="{FF2B5EF4-FFF2-40B4-BE49-F238E27FC236}">
                      <a16:creationId xmlns:a16="http://schemas.microsoft.com/office/drawing/2014/main" id="{A802E258-BDA5-0F13-3EDC-2DD59ECB490B}"/>
                    </a:ext>
                  </a:extLst>
                </p:cNvPr>
                <p:cNvPicPr/>
                <p:nvPr/>
              </p:nvPicPr>
              <p:blipFill>
                <a:blip r:embed="rId39"/>
                <a:stretch>
                  <a:fillRect/>
                </a:stretch>
              </p:blipFill>
              <p:spPr>
                <a:xfrm>
                  <a:off x="9224385" y="511575"/>
                  <a:ext cx="5158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2518C03D-3978-FB92-D6A0-A73150635E7A}"/>
                    </a:ext>
                  </a:extLst>
                </p14:cNvPr>
                <p14:cNvContentPartPr/>
                <p14:nvPr/>
              </p14:nvContentPartPr>
              <p14:xfrm>
                <a:off x="9892545" y="812895"/>
                <a:ext cx="70200" cy="320400"/>
              </p14:xfrm>
            </p:contentPart>
          </mc:Choice>
          <mc:Fallback xmlns="">
            <p:pic>
              <p:nvPicPr>
                <p:cNvPr id="25" name="Ink 24">
                  <a:extLst>
                    <a:ext uri="{FF2B5EF4-FFF2-40B4-BE49-F238E27FC236}">
                      <a16:creationId xmlns:a16="http://schemas.microsoft.com/office/drawing/2014/main" id="{2518C03D-3978-FB92-D6A0-A73150635E7A}"/>
                    </a:ext>
                  </a:extLst>
                </p:cNvPr>
                <p:cNvPicPr/>
                <p:nvPr/>
              </p:nvPicPr>
              <p:blipFill>
                <a:blip r:embed="rId41"/>
                <a:stretch>
                  <a:fillRect/>
                </a:stretch>
              </p:blipFill>
              <p:spPr>
                <a:xfrm>
                  <a:off x="9886425" y="806775"/>
                  <a:ext cx="824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6CBEDF1B-D8DA-31B1-79BE-89270AC55DB9}"/>
                    </a:ext>
                  </a:extLst>
                </p14:cNvPr>
                <p14:cNvContentPartPr/>
                <p14:nvPr/>
              </p14:nvContentPartPr>
              <p14:xfrm>
                <a:off x="10017105" y="622815"/>
                <a:ext cx="484920" cy="502200"/>
              </p14:xfrm>
            </p:contentPart>
          </mc:Choice>
          <mc:Fallback xmlns="">
            <p:pic>
              <p:nvPicPr>
                <p:cNvPr id="26" name="Ink 25">
                  <a:extLst>
                    <a:ext uri="{FF2B5EF4-FFF2-40B4-BE49-F238E27FC236}">
                      <a16:creationId xmlns:a16="http://schemas.microsoft.com/office/drawing/2014/main" id="{6CBEDF1B-D8DA-31B1-79BE-89270AC55DB9}"/>
                    </a:ext>
                  </a:extLst>
                </p:cNvPr>
                <p:cNvPicPr/>
                <p:nvPr/>
              </p:nvPicPr>
              <p:blipFill>
                <a:blip r:embed="rId43"/>
                <a:stretch>
                  <a:fillRect/>
                </a:stretch>
              </p:blipFill>
              <p:spPr>
                <a:xfrm>
                  <a:off x="10010985" y="616695"/>
                  <a:ext cx="497160" cy="514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C74E9CE1-24C4-858D-0D17-E7F432459191}"/>
                  </a:ext>
                </a:extLst>
              </p14:cNvPr>
              <p14:cNvContentPartPr/>
              <p14:nvPr/>
            </p14:nvContentPartPr>
            <p14:xfrm>
              <a:off x="5976825" y="1833855"/>
              <a:ext cx="4642560" cy="235440"/>
            </p14:xfrm>
          </p:contentPart>
        </mc:Choice>
        <mc:Fallback xmlns="">
          <p:pic>
            <p:nvPicPr>
              <p:cNvPr id="27" name="Ink 26">
                <a:extLst>
                  <a:ext uri="{FF2B5EF4-FFF2-40B4-BE49-F238E27FC236}">
                    <a16:creationId xmlns:a16="http://schemas.microsoft.com/office/drawing/2014/main" id="{C74E9CE1-24C4-858D-0D17-E7F432459191}"/>
                  </a:ext>
                </a:extLst>
              </p:cNvPr>
              <p:cNvPicPr/>
              <p:nvPr/>
            </p:nvPicPr>
            <p:blipFill>
              <a:blip r:embed="rId45"/>
              <a:stretch>
                <a:fillRect/>
              </a:stretch>
            </p:blipFill>
            <p:spPr>
              <a:xfrm>
                <a:off x="5970705" y="1827735"/>
                <a:ext cx="4654800" cy="247680"/>
              </a:xfrm>
              <a:prstGeom prst="rect">
                <a:avLst/>
              </a:prstGeom>
            </p:spPr>
          </p:pic>
        </mc:Fallback>
      </mc:AlternateContent>
      <p:grpSp>
        <p:nvGrpSpPr>
          <p:cNvPr id="38" name="Group 37">
            <a:extLst>
              <a:ext uri="{FF2B5EF4-FFF2-40B4-BE49-F238E27FC236}">
                <a16:creationId xmlns:a16="http://schemas.microsoft.com/office/drawing/2014/main" id="{F41DB3F7-0CBC-CCC1-D413-5C6BE8E5111F}"/>
              </a:ext>
            </a:extLst>
          </p:cNvPr>
          <p:cNvGrpSpPr/>
          <p:nvPr/>
        </p:nvGrpSpPr>
        <p:grpSpPr>
          <a:xfrm>
            <a:off x="5970705" y="2489775"/>
            <a:ext cx="2027880" cy="569160"/>
            <a:chOff x="5970705" y="2489775"/>
            <a:chExt cx="2027880" cy="569160"/>
          </a:xfrm>
        </p:grpSpPr>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3A5BB22F-AA4B-B65F-5FF5-EC6A34D18C11}"/>
                    </a:ext>
                  </a:extLst>
                </p14:cNvPr>
                <p14:cNvContentPartPr/>
                <p14:nvPr/>
              </p14:nvContentPartPr>
              <p14:xfrm>
                <a:off x="5970705" y="2493735"/>
                <a:ext cx="846720" cy="187560"/>
              </p14:xfrm>
            </p:contentPart>
          </mc:Choice>
          <mc:Fallback xmlns="">
            <p:pic>
              <p:nvPicPr>
                <p:cNvPr id="29" name="Ink 28">
                  <a:extLst>
                    <a:ext uri="{FF2B5EF4-FFF2-40B4-BE49-F238E27FC236}">
                      <a16:creationId xmlns:a16="http://schemas.microsoft.com/office/drawing/2014/main" id="{3A5BB22F-AA4B-B65F-5FF5-EC6A34D18C11}"/>
                    </a:ext>
                  </a:extLst>
                </p:cNvPr>
                <p:cNvPicPr/>
                <p:nvPr/>
              </p:nvPicPr>
              <p:blipFill>
                <a:blip r:embed="rId47"/>
                <a:stretch>
                  <a:fillRect/>
                </a:stretch>
              </p:blipFill>
              <p:spPr>
                <a:xfrm>
                  <a:off x="5964585" y="2487615"/>
                  <a:ext cx="858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82011D33-359E-998B-BC94-FF3207AB8D89}"/>
                    </a:ext>
                  </a:extLst>
                </p14:cNvPr>
                <p14:cNvContentPartPr/>
                <p14:nvPr/>
              </p14:nvContentPartPr>
              <p14:xfrm>
                <a:off x="6343305" y="2596695"/>
                <a:ext cx="81360" cy="462240"/>
              </p14:xfrm>
            </p:contentPart>
          </mc:Choice>
          <mc:Fallback xmlns="">
            <p:pic>
              <p:nvPicPr>
                <p:cNvPr id="30" name="Ink 29">
                  <a:extLst>
                    <a:ext uri="{FF2B5EF4-FFF2-40B4-BE49-F238E27FC236}">
                      <a16:creationId xmlns:a16="http://schemas.microsoft.com/office/drawing/2014/main" id="{82011D33-359E-998B-BC94-FF3207AB8D89}"/>
                    </a:ext>
                  </a:extLst>
                </p:cNvPr>
                <p:cNvPicPr/>
                <p:nvPr/>
              </p:nvPicPr>
              <p:blipFill>
                <a:blip r:embed="rId49"/>
                <a:stretch>
                  <a:fillRect/>
                </a:stretch>
              </p:blipFill>
              <p:spPr>
                <a:xfrm>
                  <a:off x="6337185" y="2590575"/>
                  <a:ext cx="9360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5483DAB9-6986-95A2-F6E9-5B6EFA7388AC}"/>
                    </a:ext>
                  </a:extLst>
                </p14:cNvPr>
                <p14:cNvContentPartPr/>
                <p14:nvPr/>
              </p14:nvContentPartPr>
              <p14:xfrm>
                <a:off x="6888345" y="2707575"/>
                <a:ext cx="24840" cy="338760"/>
              </p14:xfrm>
            </p:contentPart>
          </mc:Choice>
          <mc:Fallback xmlns="">
            <p:pic>
              <p:nvPicPr>
                <p:cNvPr id="31" name="Ink 30">
                  <a:extLst>
                    <a:ext uri="{FF2B5EF4-FFF2-40B4-BE49-F238E27FC236}">
                      <a16:creationId xmlns:a16="http://schemas.microsoft.com/office/drawing/2014/main" id="{5483DAB9-6986-95A2-F6E9-5B6EFA7388AC}"/>
                    </a:ext>
                  </a:extLst>
                </p:cNvPr>
                <p:cNvPicPr/>
                <p:nvPr/>
              </p:nvPicPr>
              <p:blipFill>
                <a:blip r:embed="rId51"/>
                <a:stretch>
                  <a:fillRect/>
                </a:stretch>
              </p:blipFill>
              <p:spPr>
                <a:xfrm>
                  <a:off x="6882225" y="2701455"/>
                  <a:ext cx="370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49516B32-0EA7-32B9-4AFF-5BEA1730B10F}"/>
                    </a:ext>
                  </a:extLst>
                </p14:cNvPr>
                <p14:cNvContentPartPr/>
                <p14:nvPr/>
              </p14:nvContentPartPr>
              <p14:xfrm>
                <a:off x="6897705" y="2514255"/>
                <a:ext cx="230760" cy="287280"/>
              </p14:xfrm>
            </p:contentPart>
          </mc:Choice>
          <mc:Fallback xmlns="">
            <p:pic>
              <p:nvPicPr>
                <p:cNvPr id="32" name="Ink 31">
                  <a:extLst>
                    <a:ext uri="{FF2B5EF4-FFF2-40B4-BE49-F238E27FC236}">
                      <a16:creationId xmlns:a16="http://schemas.microsoft.com/office/drawing/2014/main" id="{49516B32-0EA7-32B9-4AFF-5BEA1730B10F}"/>
                    </a:ext>
                  </a:extLst>
                </p:cNvPr>
                <p:cNvPicPr/>
                <p:nvPr/>
              </p:nvPicPr>
              <p:blipFill>
                <a:blip r:embed="rId53"/>
                <a:stretch>
                  <a:fillRect/>
                </a:stretch>
              </p:blipFill>
              <p:spPr>
                <a:xfrm>
                  <a:off x="6891585" y="2508135"/>
                  <a:ext cx="2430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07871263-27D4-3BFD-DCA8-8D30FD3736C6}"/>
                    </a:ext>
                  </a:extLst>
                </p14:cNvPr>
                <p14:cNvContentPartPr/>
                <p14:nvPr/>
              </p14:nvContentPartPr>
              <p14:xfrm>
                <a:off x="7430505" y="2627295"/>
                <a:ext cx="392400" cy="97200"/>
              </p14:xfrm>
            </p:contentPart>
          </mc:Choice>
          <mc:Fallback xmlns="">
            <p:pic>
              <p:nvPicPr>
                <p:cNvPr id="33" name="Ink 32">
                  <a:extLst>
                    <a:ext uri="{FF2B5EF4-FFF2-40B4-BE49-F238E27FC236}">
                      <a16:creationId xmlns:a16="http://schemas.microsoft.com/office/drawing/2014/main" id="{07871263-27D4-3BFD-DCA8-8D30FD3736C6}"/>
                    </a:ext>
                  </a:extLst>
                </p:cNvPr>
                <p:cNvPicPr/>
                <p:nvPr/>
              </p:nvPicPr>
              <p:blipFill>
                <a:blip r:embed="rId55"/>
                <a:stretch>
                  <a:fillRect/>
                </a:stretch>
              </p:blipFill>
              <p:spPr>
                <a:xfrm>
                  <a:off x="7424385" y="2621175"/>
                  <a:ext cx="4046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89F287E9-4056-CD45-9595-2EFD7D10C592}"/>
                    </a:ext>
                  </a:extLst>
                </p14:cNvPr>
                <p14:cNvContentPartPr/>
                <p14:nvPr/>
              </p14:nvContentPartPr>
              <p14:xfrm>
                <a:off x="7804185" y="2526495"/>
                <a:ext cx="24480" cy="153720"/>
              </p14:xfrm>
            </p:contentPart>
          </mc:Choice>
          <mc:Fallback xmlns="">
            <p:pic>
              <p:nvPicPr>
                <p:cNvPr id="34" name="Ink 33">
                  <a:extLst>
                    <a:ext uri="{FF2B5EF4-FFF2-40B4-BE49-F238E27FC236}">
                      <a16:creationId xmlns:a16="http://schemas.microsoft.com/office/drawing/2014/main" id="{89F287E9-4056-CD45-9595-2EFD7D10C592}"/>
                    </a:ext>
                  </a:extLst>
                </p:cNvPr>
                <p:cNvPicPr/>
                <p:nvPr/>
              </p:nvPicPr>
              <p:blipFill>
                <a:blip r:embed="rId57"/>
                <a:stretch>
                  <a:fillRect/>
                </a:stretch>
              </p:blipFill>
              <p:spPr>
                <a:xfrm>
                  <a:off x="7798065" y="2520375"/>
                  <a:ext cx="36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774679F0-0B38-1473-76B7-E881E229E29C}"/>
                    </a:ext>
                  </a:extLst>
                </p14:cNvPr>
                <p14:cNvContentPartPr/>
                <p14:nvPr/>
              </p14:nvContentPartPr>
              <p14:xfrm>
                <a:off x="7468305" y="2565015"/>
                <a:ext cx="530280" cy="143280"/>
              </p14:xfrm>
            </p:contentPart>
          </mc:Choice>
          <mc:Fallback xmlns="">
            <p:pic>
              <p:nvPicPr>
                <p:cNvPr id="36" name="Ink 35">
                  <a:extLst>
                    <a:ext uri="{FF2B5EF4-FFF2-40B4-BE49-F238E27FC236}">
                      <a16:creationId xmlns:a16="http://schemas.microsoft.com/office/drawing/2014/main" id="{774679F0-0B38-1473-76B7-E881E229E29C}"/>
                    </a:ext>
                  </a:extLst>
                </p:cNvPr>
                <p:cNvPicPr/>
                <p:nvPr/>
              </p:nvPicPr>
              <p:blipFill>
                <a:blip r:embed="rId59"/>
                <a:stretch>
                  <a:fillRect/>
                </a:stretch>
              </p:blipFill>
              <p:spPr>
                <a:xfrm>
                  <a:off x="7462185" y="2558895"/>
                  <a:ext cx="542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CC105827-B4B2-EC9C-D67B-2BD457130755}"/>
                    </a:ext>
                  </a:extLst>
                </p14:cNvPr>
                <p14:cNvContentPartPr/>
                <p14:nvPr/>
              </p14:nvContentPartPr>
              <p14:xfrm>
                <a:off x="7581345" y="2489775"/>
                <a:ext cx="108720" cy="454680"/>
              </p14:xfrm>
            </p:contentPart>
          </mc:Choice>
          <mc:Fallback xmlns="">
            <p:pic>
              <p:nvPicPr>
                <p:cNvPr id="37" name="Ink 36">
                  <a:extLst>
                    <a:ext uri="{FF2B5EF4-FFF2-40B4-BE49-F238E27FC236}">
                      <a16:creationId xmlns:a16="http://schemas.microsoft.com/office/drawing/2014/main" id="{CC105827-B4B2-EC9C-D67B-2BD457130755}"/>
                    </a:ext>
                  </a:extLst>
                </p:cNvPr>
                <p:cNvPicPr/>
                <p:nvPr/>
              </p:nvPicPr>
              <p:blipFill>
                <a:blip r:embed="rId61"/>
                <a:stretch>
                  <a:fillRect/>
                </a:stretch>
              </p:blipFill>
              <p:spPr>
                <a:xfrm>
                  <a:off x="7575225" y="2483655"/>
                  <a:ext cx="120960" cy="466920"/>
                </a:xfrm>
                <a:prstGeom prst="rect">
                  <a:avLst/>
                </a:prstGeom>
              </p:spPr>
            </p:pic>
          </mc:Fallback>
        </mc:AlternateContent>
      </p:grpSp>
      <p:grpSp>
        <p:nvGrpSpPr>
          <p:cNvPr id="57" name="Group 56">
            <a:extLst>
              <a:ext uri="{FF2B5EF4-FFF2-40B4-BE49-F238E27FC236}">
                <a16:creationId xmlns:a16="http://schemas.microsoft.com/office/drawing/2014/main" id="{8F491B9B-2ABC-689C-1B19-4A1AD376852D}"/>
              </a:ext>
            </a:extLst>
          </p:cNvPr>
          <p:cNvGrpSpPr/>
          <p:nvPr/>
        </p:nvGrpSpPr>
        <p:grpSpPr>
          <a:xfrm>
            <a:off x="8643345" y="1831335"/>
            <a:ext cx="3201840" cy="974520"/>
            <a:chOff x="8643345" y="1831335"/>
            <a:chExt cx="3201840" cy="974520"/>
          </a:xfrm>
        </p:grpSpPr>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3E33AE4-E6CD-1C94-119E-D955EA1A75F6}"/>
                    </a:ext>
                  </a:extLst>
                </p14:cNvPr>
                <p14:cNvContentPartPr/>
                <p14:nvPr/>
              </p14:nvContentPartPr>
              <p14:xfrm>
                <a:off x="8643345" y="2467095"/>
                <a:ext cx="29160" cy="338760"/>
              </p14:xfrm>
            </p:contentPart>
          </mc:Choice>
          <mc:Fallback xmlns="">
            <p:pic>
              <p:nvPicPr>
                <p:cNvPr id="39" name="Ink 38">
                  <a:extLst>
                    <a:ext uri="{FF2B5EF4-FFF2-40B4-BE49-F238E27FC236}">
                      <a16:creationId xmlns:a16="http://schemas.microsoft.com/office/drawing/2014/main" id="{23E33AE4-E6CD-1C94-119E-D955EA1A75F6}"/>
                    </a:ext>
                  </a:extLst>
                </p:cNvPr>
                <p:cNvPicPr/>
                <p:nvPr/>
              </p:nvPicPr>
              <p:blipFill>
                <a:blip r:embed="rId63"/>
                <a:stretch>
                  <a:fillRect/>
                </a:stretch>
              </p:blipFill>
              <p:spPr>
                <a:xfrm>
                  <a:off x="8637225" y="2460975"/>
                  <a:ext cx="4140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A622574E-48FB-D0E1-5349-ADA18656B447}"/>
                    </a:ext>
                  </a:extLst>
                </p14:cNvPr>
                <p14:cNvContentPartPr/>
                <p14:nvPr/>
              </p14:nvContentPartPr>
              <p14:xfrm>
                <a:off x="8745945" y="2153175"/>
                <a:ext cx="262080" cy="102240"/>
              </p14:xfrm>
            </p:contentPart>
          </mc:Choice>
          <mc:Fallback xmlns="">
            <p:pic>
              <p:nvPicPr>
                <p:cNvPr id="40" name="Ink 39">
                  <a:extLst>
                    <a:ext uri="{FF2B5EF4-FFF2-40B4-BE49-F238E27FC236}">
                      <a16:creationId xmlns:a16="http://schemas.microsoft.com/office/drawing/2014/main" id="{A622574E-48FB-D0E1-5349-ADA18656B447}"/>
                    </a:ext>
                  </a:extLst>
                </p:cNvPr>
                <p:cNvPicPr/>
                <p:nvPr/>
              </p:nvPicPr>
              <p:blipFill>
                <a:blip r:embed="rId65"/>
                <a:stretch>
                  <a:fillRect/>
                </a:stretch>
              </p:blipFill>
              <p:spPr>
                <a:xfrm>
                  <a:off x="8739825" y="2147055"/>
                  <a:ext cx="2743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0A95474E-8965-2A78-3DDC-21DD78BB3739}"/>
                    </a:ext>
                  </a:extLst>
                </p14:cNvPr>
                <p14:cNvContentPartPr/>
                <p14:nvPr/>
              </p14:nvContentPartPr>
              <p14:xfrm>
                <a:off x="8744865" y="2539095"/>
                <a:ext cx="142200" cy="67320"/>
              </p14:xfrm>
            </p:contentPart>
          </mc:Choice>
          <mc:Fallback xmlns="">
            <p:pic>
              <p:nvPicPr>
                <p:cNvPr id="41" name="Ink 40">
                  <a:extLst>
                    <a:ext uri="{FF2B5EF4-FFF2-40B4-BE49-F238E27FC236}">
                      <a16:creationId xmlns:a16="http://schemas.microsoft.com/office/drawing/2014/main" id="{0A95474E-8965-2A78-3DDC-21DD78BB3739}"/>
                    </a:ext>
                  </a:extLst>
                </p:cNvPr>
                <p:cNvPicPr/>
                <p:nvPr/>
              </p:nvPicPr>
              <p:blipFill>
                <a:blip r:embed="rId67"/>
                <a:stretch>
                  <a:fillRect/>
                </a:stretch>
              </p:blipFill>
              <p:spPr>
                <a:xfrm>
                  <a:off x="8738745" y="2532975"/>
                  <a:ext cx="1544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1FFB70B9-B100-25B5-BDF9-6B103AFBCFB8}"/>
                    </a:ext>
                  </a:extLst>
                </p14:cNvPr>
                <p14:cNvContentPartPr/>
                <p14:nvPr/>
              </p14:nvContentPartPr>
              <p14:xfrm>
                <a:off x="9225825" y="2422815"/>
                <a:ext cx="12960" cy="264600"/>
              </p14:xfrm>
            </p:contentPart>
          </mc:Choice>
          <mc:Fallback xmlns="">
            <p:pic>
              <p:nvPicPr>
                <p:cNvPr id="42" name="Ink 41">
                  <a:extLst>
                    <a:ext uri="{FF2B5EF4-FFF2-40B4-BE49-F238E27FC236}">
                      <a16:creationId xmlns:a16="http://schemas.microsoft.com/office/drawing/2014/main" id="{1FFB70B9-B100-25B5-BDF9-6B103AFBCFB8}"/>
                    </a:ext>
                  </a:extLst>
                </p:cNvPr>
                <p:cNvPicPr/>
                <p:nvPr/>
              </p:nvPicPr>
              <p:blipFill>
                <a:blip r:embed="rId69"/>
                <a:stretch>
                  <a:fillRect/>
                </a:stretch>
              </p:blipFill>
              <p:spPr>
                <a:xfrm>
                  <a:off x="9219705" y="2416695"/>
                  <a:ext cx="252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F8A1D36A-E3BD-8EB7-F36A-1399CEBBA08B}"/>
                    </a:ext>
                  </a:extLst>
                </p14:cNvPr>
                <p14:cNvContentPartPr/>
                <p14:nvPr/>
              </p14:nvContentPartPr>
              <p14:xfrm>
                <a:off x="9237705" y="2156055"/>
                <a:ext cx="226080" cy="335160"/>
              </p14:xfrm>
            </p:contentPart>
          </mc:Choice>
          <mc:Fallback xmlns="">
            <p:pic>
              <p:nvPicPr>
                <p:cNvPr id="43" name="Ink 42">
                  <a:extLst>
                    <a:ext uri="{FF2B5EF4-FFF2-40B4-BE49-F238E27FC236}">
                      <a16:creationId xmlns:a16="http://schemas.microsoft.com/office/drawing/2014/main" id="{F8A1D36A-E3BD-8EB7-F36A-1399CEBBA08B}"/>
                    </a:ext>
                  </a:extLst>
                </p:cNvPr>
                <p:cNvPicPr/>
                <p:nvPr/>
              </p:nvPicPr>
              <p:blipFill>
                <a:blip r:embed="rId71"/>
                <a:stretch>
                  <a:fillRect/>
                </a:stretch>
              </p:blipFill>
              <p:spPr>
                <a:xfrm>
                  <a:off x="9231585" y="2149935"/>
                  <a:ext cx="2383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11F10697-BBA2-3847-1FDD-79CDD1DDED52}"/>
                    </a:ext>
                  </a:extLst>
                </p14:cNvPr>
                <p14:cNvContentPartPr/>
                <p14:nvPr/>
              </p14:nvContentPartPr>
              <p14:xfrm>
                <a:off x="9738105" y="2419575"/>
                <a:ext cx="412920" cy="102240"/>
              </p14:xfrm>
            </p:contentPart>
          </mc:Choice>
          <mc:Fallback xmlns="">
            <p:pic>
              <p:nvPicPr>
                <p:cNvPr id="44" name="Ink 43">
                  <a:extLst>
                    <a:ext uri="{FF2B5EF4-FFF2-40B4-BE49-F238E27FC236}">
                      <a16:creationId xmlns:a16="http://schemas.microsoft.com/office/drawing/2014/main" id="{11F10697-BBA2-3847-1FDD-79CDD1DDED52}"/>
                    </a:ext>
                  </a:extLst>
                </p:cNvPr>
                <p:cNvPicPr/>
                <p:nvPr/>
              </p:nvPicPr>
              <p:blipFill>
                <a:blip r:embed="rId73"/>
                <a:stretch>
                  <a:fillRect/>
                </a:stretch>
              </p:blipFill>
              <p:spPr>
                <a:xfrm>
                  <a:off x="9731985" y="2413455"/>
                  <a:ext cx="4251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F907F05B-33CE-A0D7-FD2C-0B2044C99F83}"/>
                    </a:ext>
                  </a:extLst>
                </p14:cNvPr>
                <p14:cNvContentPartPr/>
                <p14:nvPr/>
              </p14:nvContentPartPr>
              <p14:xfrm>
                <a:off x="9940425" y="2335335"/>
                <a:ext cx="61560" cy="307800"/>
              </p14:xfrm>
            </p:contentPart>
          </mc:Choice>
          <mc:Fallback xmlns="">
            <p:pic>
              <p:nvPicPr>
                <p:cNvPr id="45" name="Ink 44">
                  <a:extLst>
                    <a:ext uri="{FF2B5EF4-FFF2-40B4-BE49-F238E27FC236}">
                      <a16:creationId xmlns:a16="http://schemas.microsoft.com/office/drawing/2014/main" id="{F907F05B-33CE-A0D7-FD2C-0B2044C99F83}"/>
                    </a:ext>
                  </a:extLst>
                </p:cNvPr>
                <p:cNvPicPr/>
                <p:nvPr/>
              </p:nvPicPr>
              <p:blipFill>
                <a:blip r:embed="rId75"/>
                <a:stretch>
                  <a:fillRect/>
                </a:stretch>
              </p:blipFill>
              <p:spPr>
                <a:xfrm>
                  <a:off x="9934305" y="2329215"/>
                  <a:ext cx="7380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B3B513D3-5894-F722-A7E6-5CDDA07182E8}"/>
                    </a:ext>
                  </a:extLst>
                </p14:cNvPr>
                <p14:cNvContentPartPr/>
                <p14:nvPr/>
              </p14:nvContentPartPr>
              <p14:xfrm>
                <a:off x="10437585" y="2320215"/>
                <a:ext cx="12960" cy="377640"/>
              </p14:xfrm>
            </p:contentPart>
          </mc:Choice>
          <mc:Fallback xmlns="">
            <p:pic>
              <p:nvPicPr>
                <p:cNvPr id="48" name="Ink 47">
                  <a:extLst>
                    <a:ext uri="{FF2B5EF4-FFF2-40B4-BE49-F238E27FC236}">
                      <a16:creationId xmlns:a16="http://schemas.microsoft.com/office/drawing/2014/main" id="{B3B513D3-5894-F722-A7E6-5CDDA07182E8}"/>
                    </a:ext>
                  </a:extLst>
                </p:cNvPr>
                <p:cNvPicPr/>
                <p:nvPr/>
              </p:nvPicPr>
              <p:blipFill>
                <a:blip r:embed="rId77"/>
                <a:stretch>
                  <a:fillRect/>
                </a:stretch>
              </p:blipFill>
              <p:spPr>
                <a:xfrm>
                  <a:off x="10431465" y="2314095"/>
                  <a:ext cx="252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C93F23AE-DFF0-CF4E-02B9-2445221755EC}"/>
                    </a:ext>
                  </a:extLst>
                </p14:cNvPr>
                <p14:cNvContentPartPr/>
                <p14:nvPr/>
              </p14:nvContentPartPr>
              <p14:xfrm>
                <a:off x="10426425" y="2229495"/>
                <a:ext cx="328320" cy="66240"/>
              </p14:xfrm>
            </p:contentPart>
          </mc:Choice>
          <mc:Fallback xmlns="">
            <p:pic>
              <p:nvPicPr>
                <p:cNvPr id="49" name="Ink 48">
                  <a:extLst>
                    <a:ext uri="{FF2B5EF4-FFF2-40B4-BE49-F238E27FC236}">
                      <a16:creationId xmlns:a16="http://schemas.microsoft.com/office/drawing/2014/main" id="{C93F23AE-DFF0-CF4E-02B9-2445221755EC}"/>
                    </a:ext>
                  </a:extLst>
                </p:cNvPr>
                <p:cNvPicPr/>
                <p:nvPr/>
              </p:nvPicPr>
              <p:blipFill>
                <a:blip r:embed="rId79"/>
                <a:stretch>
                  <a:fillRect/>
                </a:stretch>
              </p:blipFill>
              <p:spPr>
                <a:xfrm>
                  <a:off x="10420305" y="2223375"/>
                  <a:ext cx="3405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2DDAFB3B-E372-6D9D-1813-E0C5345BC73B}"/>
                    </a:ext>
                  </a:extLst>
                </p14:cNvPr>
                <p14:cNvContentPartPr/>
                <p14:nvPr/>
              </p14:nvContentPartPr>
              <p14:xfrm>
                <a:off x="10494825" y="2446575"/>
                <a:ext cx="136440" cy="31320"/>
              </p14:xfrm>
            </p:contentPart>
          </mc:Choice>
          <mc:Fallback xmlns="">
            <p:pic>
              <p:nvPicPr>
                <p:cNvPr id="50" name="Ink 49">
                  <a:extLst>
                    <a:ext uri="{FF2B5EF4-FFF2-40B4-BE49-F238E27FC236}">
                      <a16:creationId xmlns:a16="http://schemas.microsoft.com/office/drawing/2014/main" id="{2DDAFB3B-E372-6D9D-1813-E0C5345BC73B}"/>
                    </a:ext>
                  </a:extLst>
                </p:cNvPr>
                <p:cNvPicPr/>
                <p:nvPr/>
              </p:nvPicPr>
              <p:blipFill>
                <a:blip r:embed="rId81"/>
                <a:stretch>
                  <a:fillRect/>
                </a:stretch>
              </p:blipFill>
              <p:spPr>
                <a:xfrm>
                  <a:off x="10488705" y="2440455"/>
                  <a:ext cx="148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C33CF859-4817-A8C5-523E-C1AFE7C4E328}"/>
                    </a:ext>
                  </a:extLst>
                </p14:cNvPr>
                <p14:cNvContentPartPr/>
                <p14:nvPr/>
              </p14:nvContentPartPr>
              <p14:xfrm>
                <a:off x="10823865" y="2407335"/>
                <a:ext cx="63360" cy="189720"/>
              </p14:xfrm>
            </p:contentPart>
          </mc:Choice>
          <mc:Fallback xmlns="">
            <p:pic>
              <p:nvPicPr>
                <p:cNvPr id="51" name="Ink 50">
                  <a:extLst>
                    <a:ext uri="{FF2B5EF4-FFF2-40B4-BE49-F238E27FC236}">
                      <a16:creationId xmlns:a16="http://schemas.microsoft.com/office/drawing/2014/main" id="{C33CF859-4817-A8C5-523E-C1AFE7C4E328}"/>
                    </a:ext>
                  </a:extLst>
                </p:cNvPr>
                <p:cNvPicPr/>
                <p:nvPr/>
              </p:nvPicPr>
              <p:blipFill>
                <a:blip r:embed="rId83"/>
                <a:stretch>
                  <a:fillRect/>
                </a:stretch>
              </p:blipFill>
              <p:spPr>
                <a:xfrm>
                  <a:off x="10817745" y="2401215"/>
                  <a:ext cx="75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9F6AFA09-22CD-BCDA-E23F-1206FB93076C}"/>
                    </a:ext>
                  </a:extLst>
                </p14:cNvPr>
                <p14:cNvContentPartPr/>
                <p14:nvPr/>
              </p14:nvContentPartPr>
              <p14:xfrm>
                <a:off x="10952025" y="2262255"/>
                <a:ext cx="274320" cy="307080"/>
              </p14:xfrm>
            </p:contentPart>
          </mc:Choice>
          <mc:Fallback xmlns="">
            <p:pic>
              <p:nvPicPr>
                <p:cNvPr id="52" name="Ink 51">
                  <a:extLst>
                    <a:ext uri="{FF2B5EF4-FFF2-40B4-BE49-F238E27FC236}">
                      <a16:creationId xmlns:a16="http://schemas.microsoft.com/office/drawing/2014/main" id="{9F6AFA09-22CD-BCDA-E23F-1206FB93076C}"/>
                    </a:ext>
                  </a:extLst>
                </p:cNvPr>
                <p:cNvPicPr/>
                <p:nvPr/>
              </p:nvPicPr>
              <p:blipFill>
                <a:blip r:embed="rId85"/>
                <a:stretch>
                  <a:fillRect/>
                </a:stretch>
              </p:blipFill>
              <p:spPr>
                <a:xfrm>
                  <a:off x="10945905" y="2256135"/>
                  <a:ext cx="2865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E095EC17-1CD2-2060-06A5-AA2CD237CCD0}"/>
                    </a:ext>
                  </a:extLst>
                </p14:cNvPr>
                <p14:cNvContentPartPr/>
                <p14:nvPr/>
              </p14:nvContentPartPr>
              <p14:xfrm>
                <a:off x="10528665" y="1831335"/>
                <a:ext cx="1316520" cy="286200"/>
              </p14:xfrm>
            </p:contentPart>
          </mc:Choice>
          <mc:Fallback xmlns="">
            <p:pic>
              <p:nvPicPr>
                <p:cNvPr id="53" name="Ink 52">
                  <a:extLst>
                    <a:ext uri="{FF2B5EF4-FFF2-40B4-BE49-F238E27FC236}">
                      <a16:creationId xmlns:a16="http://schemas.microsoft.com/office/drawing/2014/main" id="{E095EC17-1CD2-2060-06A5-AA2CD237CCD0}"/>
                    </a:ext>
                  </a:extLst>
                </p:cNvPr>
                <p:cNvPicPr/>
                <p:nvPr/>
              </p:nvPicPr>
              <p:blipFill>
                <a:blip r:embed="rId87"/>
                <a:stretch>
                  <a:fillRect/>
                </a:stretch>
              </p:blipFill>
              <p:spPr>
                <a:xfrm>
                  <a:off x="10522545" y="1825215"/>
                  <a:ext cx="1328760" cy="298440"/>
                </a:xfrm>
                <a:prstGeom prst="rect">
                  <a:avLst/>
                </a:prstGeom>
              </p:spPr>
            </p:pic>
          </mc:Fallback>
        </mc:AlternateContent>
      </p:grpSp>
      <p:grpSp>
        <p:nvGrpSpPr>
          <p:cNvPr id="62" name="Group 61">
            <a:extLst>
              <a:ext uri="{FF2B5EF4-FFF2-40B4-BE49-F238E27FC236}">
                <a16:creationId xmlns:a16="http://schemas.microsoft.com/office/drawing/2014/main" id="{27DB5045-7B53-6D19-DB81-D537FC8DC2C4}"/>
              </a:ext>
            </a:extLst>
          </p:cNvPr>
          <p:cNvGrpSpPr/>
          <p:nvPr/>
        </p:nvGrpSpPr>
        <p:grpSpPr>
          <a:xfrm>
            <a:off x="9994065" y="2901255"/>
            <a:ext cx="1731600" cy="580320"/>
            <a:chOff x="9994065" y="2901255"/>
            <a:chExt cx="1731600" cy="580320"/>
          </a:xfrm>
        </p:grpSpPr>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B8AC6E66-60A1-2247-E1F5-87D6D2143910}"/>
                    </a:ext>
                  </a:extLst>
                </p14:cNvPr>
                <p14:cNvContentPartPr/>
                <p14:nvPr/>
              </p14:nvContentPartPr>
              <p14:xfrm>
                <a:off x="9994065" y="3195375"/>
                <a:ext cx="754560" cy="178200"/>
              </p14:xfrm>
            </p:contentPart>
          </mc:Choice>
          <mc:Fallback xmlns="">
            <p:pic>
              <p:nvPicPr>
                <p:cNvPr id="54" name="Ink 53">
                  <a:extLst>
                    <a:ext uri="{FF2B5EF4-FFF2-40B4-BE49-F238E27FC236}">
                      <a16:creationId xmlns:a16="http://schemas.microsoft.com/office/drawing/2014/main" id="{B8AC6E66-60A1-2247-E1F5-87D6D2143910}"/>
                    </a:ext>
                  </a:extLst>
                </p:cNvPr>
                <p:cNvPicPr/>
                <p:nvPr/>
              </p:nvPicPr>
              <p:blipFill>
                <a:blip r:embed="rId89"/>
                <a:stretch>
                  <a:fillRect/>
                </a:stretch>
              </p:blipFill>
              <p:spPr>
                <a:xfrm>
                  <a:off x="9987945" y="3189255"/>
                  <a:ext cx="7668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BE52E81B-F9C7-4E53-56C1-9B266D69636F}"/>
                    </a:ext>
                  </a:extLst>
                </p14:cNvPr>
                <p14:cNvContentPartPr/>
                <p14:nvPr/>
              </p14:nvContentPartPr>
              <p14:xfrm>
                <a:off x="10468545" y="3091335"/>
                <a:ext cx="46080" cy="390240"/>
              </p14:xfrm>
            </p:contentPart>
          </mc:Choice>
          <mc:Fallback xmlns="">
            <p:pic>
              <p:nvPicPr>
                <p:cNvPr id="55" name="Ink 54">
                  <a:extLst>
                    <a:ext uri="{FF2B5EF4-FFF2-40B4-BE49-F238E27FC236}">
                      <a16:creationId xmlns:a16="http://schemas.microsoft.com/office/drawing/2014/main" id="{BE52E81B-F9C7-4E53-56C1-9B266D69636F}"/>
                    </a:ext>
                  </a:extLst>
                </p:cNvPr>
                <p:cNvPicPr/>
                <p:nvPr/>
              </p:nvPicPr>
              <p:blipFill>
                <a:blip r:embed="rId91"/>
                <a:stretch>
                  <a:fillRect/>
                </a:stretch>
              </p:blipFill>
              <p:spPr>
                <a:xfrm>
                  <a:off x="10462425" y="3085215"/>
                  <a:ext cx="5832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77DE8D32-B237-4D24-2C2C-F9AC305FB1A0}"/>
                    </a:ext>
                  </a:extLst>
                </p14:cNvPr>
                <p14:cNvContentPartPr/>
                <p14:nvPr/>
              </p14:nvContentPartPr>
              <p14:xfrm>
                <a:off x="10913145" y="2901255"/>
                <a:ext cx="482760" cy="169920"/>
              </p14:xfrm>
            </p:contentPart>
          </mc:Choice>
          <mc:Fallback xmlns="">
            <p:pic>
              <p:nvPicPr>
                <p:cNvPr id="58" name="Ink 57">
                  <a:extLst>
                    <a:ext uri="{FF2B5EF4-FFF2-40B4-BE49-F238E27FC236}">
                      <a16:creationId xmlns:a16="http://schemas.microsoft.com/office/drawing/2014/main" id="{77DE8D32-B237-4D24-2C2C-F9AC305FB1A0}"/>
                    </a:ext>
                  </a:extLst>
                </p:cNvPr>
                <p:cNvPicPr/>
                <p:nvPr/>
              </p:nvPicPr>
              <p:blipFill>
                <a:blip r:embed="rId93"/>
                <a:stretch>
                  <a:fillRect/>
                </a:stretch>
              </p:blipFill>
              <p:spPr>
                <a:xfrm>
                  <a:off x="10907025" y="2895135"/>
                  <a:ext cx="4950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0334B4B0-ED66-0852-9253-D3A69898A903}"/>
                    </a:ext>
                  </a:extLst>
                </p14:cNvPr>
                <p14:cNvContentPartPr/>
                <p14:nvPr/>
              </p14:nvContentPartPr>
              <p14:xfrm>
                <a:off x="11041305" y="2966055"/>
                <a:ext cx="69120" cy="347760"/>
              </p14:xfrm>
            </p:contentPart>
          </mc:Choice>
          <mc:Fallback xmlns="">
            <p:pic>
              <p:nvPicPr>
                <p:cNvPr id="59" name="Ink 58">
                  <a:extLst>
                    <a:ext uri="{FF2B5EF4-FFF2-40B4-BE49-F238E27FC236}">
                      <a16:creationId xmlns:a16="http://schemas.microsoft.com/office/drawing/2014/main" id="{0334B4B0-ED66-0852-9253-D3A69898A903}"/>
                    </a:ext>
                  </a:extLst>
                </p:cNvPr>
                <p:cNvPicPr/>
                <p:nvPr/>
              </p:nvPicPr>
              <p:blipFill>
                <a:blip r:embed="rId95"/>
                <a:stretch>
                  <a:fillRect/>
                </a:stretch>
              </p:blipFill>
              <p:spPr>
                <a:xfrm>
                  <a:off x="11035185" y="2959935"/>
                  <a:ext cx="813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2058B0B7-179B-88EE-69EC-2FF2215C5E13}"/>
                    </a:ext>
                  </a:extLst>
                </p14:cNvPr>
                <p14:cNvContentPartPr/>
                <p14:nvPr/>
              </p14:nvContentPartPr>
              <p14:xfrm>
                <a:off x="11357385" y="3102135"/>
                <a:ext cx="75240" cy="167400"/>
              </p14:xfrm>
            </p:contentPart>
          </mc:Choice>
          <mc:Fallback xmlns="">
            <p:pic>
              <p:nvPicPr>
                <p:cNvPr id="60" name="Ink 59">
                  <a:extLst>
                    <a:ext uri="{FF2B5EF4-FFF2-40B4-BE49-F238E27FC236}">
                      <a16:creationId xmlns:a16="http://schemas.microsoft.com/office/drawing/2014/main" id="{2058B0B7-179B-88EE-69EC-2FF2215C5E13}"/>
                    </a:ext>
                  </a:extLst>
                </p:cNvPr>
                <p:cNvPicPr/>
                <p:nvPr/>
              </p:nvPicPr>
              <p:blipFill>
                <a:blip r:embed="rId97"/>
                <a:stretch>
                  <a:fillRect/>
                </a:stretch>
              </p:blipFill>
              <p:spPr>
                <a:xfrm>
                  <a:off x="11351265" y="3096015"/>
                  <a:ext cx="874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ECE51BD1-C65E-1AB1-9EC4-22626E315C0D}"/>
                    </a:ext>
                  </a:extLst>
                </p14:cNvPr>
                <p14:cNvContentPartPr/>
                <p14:nvPr/>
              </p14:nvContentPartPr>
              <p14:xfrm>
                <a:off x="11364585" y="2937615"/>
                <a:ext cx="361080" cy="295920"/>
              </p14:xfrm>
            </p:contentPart>
          </mc:Choice>
          <mc:Fallback xmlns="">
            <p:pic>
              <p:nvPicPr>
                <p:cNvPr id="61" name="Ink 60">
                  <a:extLst>
                    <a:ext uri="{FF2B5EF4-FFF2-40B4-BE49-F238E27FC236}">
                      <a16:creationId xmlns:a16="http://schemas.microsoft.com/office/drawing/2014/main" id="{ECE51BD1-C65E-1AB1-9EC4-22626E315C0D}"/>
                    </a:ext>
                  </a:extLst>
                </p:cNvPr>
                <p:cNvPicPr/>
                <p:nvPr/>
              </p:nvPicPr>
              <p:blipFill>
                <a:blip r:embed="rId99"/>
                <a:stretch>
                  <a:fillRect/>
                </a:stretch>
              </p:blipFill>
              <p:spPr>
                <a:xfrm>
                  <a:off x="11358465" y="2931495"/>
                  <a:ext cx="373320" cy="308160"/>
                </a:xfrm>
                <a:prstGeom prst="rect">
                  <a:avLst/>
                </a:prstGeom>
              </p:spPr>
            </p:pic>
          </mc:Fallback>
        </mc:AlternateContent>
      </p:grpSp>
      <p:grpSp>
        <p:nvGrpSpPr>
          <p:cNvPr id="82" name="Group 81">
            <a:extLst>
              <a:ext uri="{FF2B5EF4-FFF2-40B4-BE49-F238E27FC236}">
                <a16:creationId xmlns:a16="http://schemas.microsoft.com/office/drawing/2014/main" id="{9329C633-5A08-4C66-382D-9121841C2DAE}"/>
              </a:ext>
            </a:extLst>
          </p:cNvPr>
          <p:cNvGrpSpPr/>
          <p:nvPr/>
        </p:nvGrpSpPr>
        <p:grpSpPr>
          <a:xfrm>
            <a:off x="1697145" y="3825735"/>
            <a:ext cx="4632480" cy="2115360"/>
            <a:chOff x="1697145" y="3825735"/>
            <a:chExt cx="4632480" cy="211536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DEE4FFF5-8112-F3A9-B4A6-B42B35470971}"/>
                    </a:ext>
                  </a:extLst>
                </p14:cNvPr>
                <p14:cNvContentPartPr/>
                <p14:nvPr/>
              </p14:nvContentPartPr>
              <p14:xfrm>
                <a:off x="1697145" y="3875415"/>
                <a:ext cx="264240" cy="136080"/>
              </p14:xfrm>
            </p:contentPart>
          </mc:Choice>
          <mc:Fallback xmlns="">
            <p:pic>
              <p:nvPicPr>
                <p:cNvPr id="63" name="Ink 62">
                  <a:extLst>
                    <a:ext uri="{FF2B5EF4-FFF2-40B4-BE49-F238E27FC236}">
                      <a16:creationId xmlns:a16="http://schemas.microsoft.com/office/drawing/2014/main" id="{DEE4FFF5-8112-F3A9-B4A6-B42B35470971}"/>
                    </a:ext>
                  </a:extLst>
                </p:cNvPr>
                <p:cNvPicPr/>
                <p:nvPr/>
              </p:nvPicPr>
              <p:blipFill>
                <a:blip r:embed="rId101"/>
                <a:stretch>
                  <a:fillRect/>
                </a:stretch>
              </p:blipFill>
              <p:spPr>
                <a:xfrm>
                  <a:off x="1691025" y="3869295"/>
                  <a:ext cx="2764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1202717F-C3E7-D836-1723-45D86C82B877}"/>
                    </a:ext>
                  </a:extLst>
                </p14:cNvPr>
                <p14:cNvContentPartPr/>
                <p14:nvPr/>
              </p14:nvContentPartPr>
              <p14:xfrm>
                <a:off x="1875345" y="4128495"/>
                <a:ext cx="331920" cy="195840"/>
              </p14:xfrm>
            </p:contentPart>
          </mc:Choice>
          <mc:Fallback xmlns="">
            <p:pic>
              <p:nvPicPr>
                <p:cNvPr id="64" name="Ink 63">
                  <a:extLst>
                    <a:ext uri="{FF2B5EF4-FFF2-40B4-BE49-F238E27FC236}">
                      <a16:creationId xmlns:a16="http://schemas.microsoft.com/office/drawing/2014/main" id="{1202717F-C3E7-D836-1723-45D86C82B877}"/>
                    </a:ext>
                  </a:extLst>
                </p:cNvPr>
                <p:cNvPicPr/>
                <p:nvPr/>
              </p:nvPicPr>
              <p:blipFill>
                <a:blip r:embed="rId103"/>
                <a:stretch>
                  <a:fillRect/>
                </a:stretch>
              </p:blipFill>
              <p:spPr>
                <a:xfrm>
                  <a:off x="1869225" y="4122375"/>
                  <a:ext cx="3441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4E172EA3-54DF-BF24-6CA4-AF12A08BB5FE}"/>
                    </a:ext>
                  </a:extLst>
                </p14:cNvPr>
                <p14:cNvContentPartPr/>
                <p14:nvPr/>
              </p14:nvContentPartPr>
              <p14:xfrm>
                <a:off x="2803425" y="3987375"/>
                <a:ext cx="451080" cy="560880"/>
              </p14:xfrm>
            </p:contentPart>
          </mc:Choice>
          <mc:Fallback xmlns="">
            <p:pic>
              <p:nvPicPr>
                <p:cNvPr id="66" name="Ink 65">
                  <a:extLst>
                    <a:ext uri="{FF2B5EF4-FFF2-40B4-BE49-F238E27FC236}">
                      <a16:creationId xmlns:a16="http://schemas.microsoft.com/office/drawing/2014/main" id="{4E172EA3-54DF-BF24-6CA4-AF12A08BB5FE}"/>
                    </a:ext>
                  </a:extLst>
                </p:cNvPr>
                <p:cNvPicPr/>
                <p:nvPr/>
              </p:nvPicPr>
              <p:blipFill>
                <a:blip r:embed="rId105"/>
                <a:stretch>
                  <a:fillRect/>
                </a:stretch>
              </p:blipFill>
              <p:spPr>
                <a:xfrm>
                  <a:off x="2797305" y="3981255"/>
                  <a:ext cx="463320" cy="5731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77EE1625-4A65-41AE-8174-A05E74EA9FD5}"/>
                    </a:ext>
                  </a:extLst>
                </p14:cNvPr>
                <p14:cNvContentPartPr/>
                <p14:nvPr/>
              </p14:nvContentPartPr>
              <p14:xfrm>
                <a:off x="4106985" y="4051095"/>
                <a:ext cx="557640" cy="167040"/>
              </p14:xfrm>
            </p:contentPart>
          </mc:Choice>
          <mc:Fallback xmlns="">
            <p:pic>
              <p:nvPicPr>
                <p:cNvPr id="67" name="Ink 66">
                  <a:extLst>
                    <a:ext uri="{FF2B5EF4-FFF2-40B4-BE49-F238E27FC236}">
                      <a16:creationId xmlns:a16="http://schemas.microsoft.com/office/drawing/2014/main" id="{77EE1625-4A65-41AE-8174-A05E74EA9FD5}"/>
                    </a:ext>
                  </a:extLst>
                </p:cNvPr>
                <p:cNvPicPr/>
                <p:nvPr/>
              </p:nvPicPr>
              <p:blipFill>
                <a:blip r:embed="rId107"/>
                <a:stretch>
                  <a:fillRect/>
                </a:stretch>
              </p:blipFill>
              <p:spPr>
                <a:xfrm>
                  <a:off x="4100865" y="4044975"/>
                  <a:ext cx="5698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BA0CC9DD-15FC-1C9D-B560-170825C120CE}"/>
                    </a:ext>
                  </a:extLst>
                </p14:cNvPr>
                <p14:cNvContentPartPr/>
                <p14:nvPr/>
              </p14:nvContentPartPr>
              <p14:xfrm>
                <a:off x="4526025" y="3924735"/>
                <a:ext cx="30240" cy="248400"/>
              </p14:xfrm>
            </p:contentPart>
          </mc:Choice>
          <mc:Fallback xmlns="">
            <p:pic>
              <p:nvPicPr>
                <p:cNvPr id="68" name="Ink 67">
                  <a:extLst>
                    <a:ext uri="{FF2B5EF4-FFF2-40B4-BE49-F238E27FC236}">
                      <a16:creationId xmlns:a16="http://schemas.microsoft.com/office/drawing/2014/main" id="{BA0CC9DD-15FC-1C9D-B560-170825C120CE}"/>
                    </a:ext>
                  </a:extLst>
                </p:cNvPr>
                <p:cNvPicPr/>
                <p:nvPr/>
              </p:nvPicPr>
              <p:blipFill>
                <a:blip r:embed="rId109"/>
                <a:stretch>
                  <a:fillRect/>
                </a:stretch>
              </p:blipFill>
              <p:spPr>
                <a:xfrm>
                  <a:off x="4519905" y="3918615"/>
                  <a:ext cx="424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B11ED95A-7AD7-BE9E-52F7-BE09396A0E40}"/>
                    </a:ext>
                  </a:extLst>
                </p14:cNvPr>
                <p14:cNvContentPartPr/>
                <p14:nvPr/>
              </p14:nvContentPartPr>
              <p14:xfrm>
                <a:off x="4967385" y="3825735"/>
                <a:ext cx="15840" cy="365400"/>
              </p14:xfrm>
            </p:contentPart>
          </mc:Choice>
          <mc:Fallback xmlns="">
            <p:pic>
              <p:nvPicPr>
                <p:cNvPr id="69" name="Ink 68">
                  <a:extLst>
                    <a:ext uri="{FF2B5EF4-FFF2-40B4-BE49-F238E27FC236}">
                      <a16:creationId xmlns:a16="http://schemas.microsoft.com/office/drawing/2014/main" id="{B11ED95A-7AD7-BE9E-52F7-BE09396A0E40}"/>
                    </a:ext>
                  </a:extLst>
                </p:cNvPr>
                <p:cNvPicPr/>
                <p:nvPr/>
              </p:nvPicPr>
              <p:blipFill>
                <a:blip r:embed="rId111"/>
                <a:stretch>
                  <a:fillRect/>
                </a:stretch>
              </p:blipFill>
              <p:spPr>
                <a:xfrm>
                  <a:off x="4961265" y="3819615"/>
                  <a:ext cx="280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6B5E4D46-CF21-1814-37E8-F72B13F2A89C}"/>
                    </a:ext>
                  </a:extLst>
                </p14:cNvPr>
                <p14:cNvContentPartPr/>
                <p14:nvPr/>
              </p14:nvContentPartPr>
              <p14:xfrm>
                <a:off x="4521705" y="4006815"/>
                <a:ext cx="74520" cy="339840"/>
              </p14:xfrm>
            </p:contentPart>
          </mc:Choice>
          <mc:Fallback xmlns="">
            <p:pic>
              <p:nvPicPr>
                <p:cNvPr id="71" name="Ink 70">
                  <a:extLst>
                    <a:ext uri="{FF2B5EF4-FFF2-40B4-BE49-F238E27FC236}">
                      <a16:creationId xmlns:a16="http://schemas.microsoft.com/office/drawing/2014/main" id="{6B5E4D46-CF21-1814-37E8-F72B13F2A89C}"/>
                    </a:ext>
                  </a:extLst>
                </p:cNvPr>
                <p:cNvPicPr/>
                <p:nvPr/>
              </p:nvPicPr>
              <p:blipFill>
                <a:blip r:embed="rId113"/>
                <a:stretch>
                  <a:fillRect/>
                </a:stretch>
              </p:blipFill>
              <p:spPr>
                <a:xfrm>
                  <a:off x="4515585" y="4000695"/>
                  <a:ext cx="8676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0BBD5E15-9789-5F78-3363-831DA2C7FC3D}"/>
                    </a:ext>
                  </a:extLst>
                </p14:cNvPr>
                <p14:cNvContentPartPr/>
                <p14:nvPr/>
              </p14:nvContentPartPr>
              <p14:xfrm>
                <a:off x="2643585" y="4406415"/>
                <a:ext cx="3686040" cy="825120"/>
              </p14:xfrm>
            </p:contentPart>
          </mc:Choice>
          <mc:Fallback xmlns="">
            <p:pic>
              <p:nvPicPr>
                <p:cNvPr id="72" name="Ink 71">
                  <a:extLst>
                    <a:ext uri="{FF2B5EF4-FFF2-40B4-BE49-F238E27FC236}">
                      <a16:creationId xmlns:a16="http://schemas.microsoft.com/office/drawing/2014/main" id="{0BBD5E15-9789-5F78-3363-831DA2C7FC3D}"/>
                    </a:ext>
                  </a:extLst>
                </p:cNvPr>
                <p:cNvPicPr/>
                <p:nvPr/>
              </p:nvPicPr>
              <p:blipFill>
                <a:blip r:embed="rId115"/>
                <a:stretch>
                  <a:fillRect/>
                </a:stretch>
              </p:blipFill>
              <p:spPr>
                <a:xfrm>
                  <a:off x="2637465" y="4400295"/>
                  <a:ext cx="3698280" cy="837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1F7F1B0D-D6F8-5CAF-5038-12B7DB2BDBDF}"/>
                    </a:ext>
                  </a:extLst>
                </p14:cNvPr>
                <p14:cNvContentPartPr/>
                <p14:nvPr/>
              </p14:nvContentPartPr>
              <p14:xfrm>
                <a:off x="2889825" y="5422695"/>
                <a:ext cx="430560" cy="518400"/>
              </p14:xfrm>
            </p:contentPart>
          </mc:Choice>
          <mc:Fallback xmlns="">
            <p:pic>
              <p:nvPicPr>
                <p:cNvPr id="74" name="Ink 73">
                  <a:extLst>
                    <a:ext uri="{FF2B5EF4-FFF2-40B4-BE49-F238E27FC236}">
                      <a16:creationId xmlns:a16="http://schemas.microsoft.com/office/drawing/2014/main" id="{1F7F1B0D-D6F8-5CAF-5038-12B7DB2BDBDF}"/>
                    </a:ext>
                  </a:extLst>
                </p:cNvPr>
                <p:cNvPicPr/>
                <p:nvPr/>
              </p:nvPicPr>
              <p:blipFill>
                <a:blip r:embed="rId117"/>
                <a:stretch>
                  <a:fillRect/>
                </a:stretch>
              </p:blipFill>
              <p:spPr>
                <a:xfrm>
                  <a:off x="2883705" y="5416575"/>
                  <a:ext cx="442800" cy="5306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07E50D68-7562-2C22-2896-585727BED796}"/>
                    </a:ext>
                  </a:extLst>
                </p14:cNvPr>
                <p14:cNvContentPartPr/>
                <p14:nvPr/>
              </p14:nvContentPartPr>
              <p14:xfrm>
                <a:off x="3709905" y="5469855"/>
                <a:ext cx="67320" cy="402480"/>
              </p14:xfrm>
            </p:contentPart>
          </mc:Choice>
          <mc:Fallback xmlns="">
            <p:pic>
              <p:nvPicPr>
                <p:cNvPr id="75" name="Ink 74">
                  <a:extLst>
                    <a:ext uri="{FF2B5EF4-FFF2-40B4-BE49-F238E27FC236}">
                      <a16:creationId xmlns:a16="http://schemas.microsoft.com/office/drawing/2014/main" id="{07E50D68-7562-2C22-2896-585727BED796}"/>
                    </a:ext>
                  </a:extLst>
                </p:cNvPr>
                <p:cNvPicPr/>
                <p:nvPr/>
              </p:nvPicPr>
              <p:blipFill>
                <a:blip r:embed="rId119"/>
                <a:stretch>
                  <a:fillRect/>
                </a:stretch>
              </p:blipFill>
              <p:spPr>
                <a:xfrm>
                  <a:off x="3703785" y="5463735"/>
                  <a:ext cx="7956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00F44472-4993-50DC-364B-3CD8C6BF45D5}"/>
                    </a:ext>
                  </a:extLst>
                </p14:cNvPr>
                <p14:cNvContentPartPr/>
                <p14:nvPr/>
              </p14:nvContentPartPr>
              <p14:xfrm>
                <a:off x="3585345" y="5652015"/>
                <a:ext cx="424440" cy="131040"/>
              </p14:xfrm>
            </p:contentPart>
          </mc:Choice>
          <mc:Fallback xmlns="">
            <p:pic>
              <p:nvPicPr>
                <p:cNvPr id="76" name="Ink 75">
                  <a:extLst>
                    <a:ext uri="{FF2B5EF4-FFF2-40B4-BE49-F238E27FC236}">
                      <a16:creationId xmlns:a16="http://schemas.microsoft.com/office/drawing/2014/main" id="{00F44472-4993-50DC-364B-3CD8C6BF45D5}"/>
                    </a:ext>
                  </a:extLst>
                </p:cNvPr>
                <p:cNvPicPr/>
                <p:nvPr/>
              </p:nvPicPr>
              <p:blipFill>
                <a:blip r:embed="rId121"/>
                <a:stretch>
                  <a:fillRect/>
                </a:stretch>
              </p:blipFill>
              <p:spPr>
                <a:xfrm>
                  <a:off x="3579225" y="5645895"/>
                  <a:ext cx="4366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FEB46E0F-2DAA-1936-ABF0-64FE240DB9BA}"/>
                    </a:ext>
                  </a:extLst>
                </p14:cNvPr>
                <p14:cNvContentPartPr/>
                <p14:nvPr/>
              </p14:nvContentPartPr>
              <p14:xfrm>
                <a:off x="4266465" y="5264295"/>
                <a:ext cx="581400" cy="441720"/>
              </p14:xfrm>
            </p:contentPart>
          </mc:Choice>
          <mc:Fallback xmlns="">
            <p:pic>
              <p:nvPicPr>
                <p:cNvPr id="78" name="Ink 77">
                  <a:extLst>
                    <a:ext uri="{FF2B5EF4-FFF2-40B4-BE49-F238E27FC236}">
                      <a16:creationId xmlns:a16="http://schemas.microsoft.com/office/drawing/2014/main" id="{FEB46E0F-2DAA-1936-ABF0-64FE240DB9BA}"/>
                    </a:ext>
                  </a:extLst>
                </p:cNvPr>
                <p:cNvPicPr/>
                <p:nvPr/>
              </p:nvPicPr>
              <p:blipFill>
                <a:blip r:embed="rId123"/>
                <a:stretch>
                  <a:fillRect/>
                </a:stretch>
              </p:blipFill>
              <p:spPr>
                <a:xfrm>
                  <a:off x="4260345" y="5258175"/>
                  <a:ext cx="593640" cy="453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9641786F-536E-7D41-3122-59805D8DFF8C}"/>
                    </a:ext>
                  </a:extLst>
                </p14:cNvPr>
                <p14:cNvContentPartPr/>
                <p14:nvPr/>
              </p14:nvContentPartPr>
              <p14:xfrm>
                <a:off x="5023545" y="5295255"/>
                <a:ext cx="609120" cy="126360"/>
              </p14:xfrm>
            </p:contentPart>
          </mc:Choice>
          <mc:Fallback xmlns="">
            <p:pic>
              <p:nvPicPr>
                <p:cNvPr id="80" name="Ink 79">
                  <a:extLst>
                    <a:ext uri="{FF2B5EF4-FFF2-40B4-BE49-F238E27FC236}">
                      <a16:creationId xmlns:a16="http://schemas.microsoft.com/office/drawing/2014/main" id="{9641786F-536E-7D41-3122-59805D8DFF8C}"/>
                    </a:ext>
                  </a:extLst>
                </p:cNvPr>
                <p:cNvPicPr/>
                <p:nvPr/>
              </p:nvPicPr>
              <p:blipFill>
                <a:blip r:embed="rId125"/>
                <a:stretch>
                  <a:fillRect/>
                </a:stretch>
              </p:blipFill>
              <p:spPr>
                <a:xfrm>
                  <a:off x="5017425" y="5289135"/>
                  <a:ext cx="6213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E154BBEF-CE38-513B-BC6D-CDD8A778B2C2}"/>
                    </a:ext>
                  </a:extLst>
                </p14:cNvPr>
                <p14:cNvContentPartPr/>
                <p14:nvPr/>
              </p14:nvContentPartPr>
              <p14:xfrm>
                <a:off x="5288505" y="5180775"/>
                <a:ext cx="74160" cy="453960"/>
              </p14:xfrm>
            </p:contentPart>
          </mc:Choice>
          <mc:Fallback xmlns="">
            <p:pic>
              <p:nvPicPr>
                <p:cNvPr id="81" name="Ink 80">
                  <a:extLst>
                    <a:ext uri="{FF2B5EF4-FFF2-40B4-BE49-F238E27FC236}">
                      <a16:creationId xmlns:a16="http://schemas.microsoft.com/office/drawing/2014/main" id="{E154BBEF-CE38-513B-BC6D-CDD8A778B2C2}"/>
                    </a:ext>
                  </a:extLst>
                </p:cNvPr>
                <p:cNvPicPr/>
                <p:nvPr/>
              </p:nvPicPr>
              <p:blipFill>
                <a:blip r:embed="rId127"/>
                <a:stretch>
                  <a:fillRect/>
                </a:stretch>
              </p:blipFill>
              <p:spPr>
                <a:xfrm>
                  <a:off x="5282385" y="5174655"/>
                  <a:ext cx="86400" cy="46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1C761BF5-2B0B-EBB1-053A-EF1D981CE084}"/>
                  </a:ext>
                </a:extLst>
              </p14:cNvPr>
              <p14:cNvContentPartPr/>
              <p14:nvPr/>
            </p14:nvContentPartPr>
            <p14:xfrm>
              <a:off x="5978985" y="5039655"/>
              <a:ext cx="51480" cy="440640"/>
            </p14:xfrm>
          </p:contentPart>
        </mc:Choice>
        <mc:Fallback xmlns="">
          <p:pic>
            <p:nvPicPr>
              <p:cNvPr id="83" name="Ink 82">
                <a:extLst>
                  <a:ext uri="{FF2B5EF4-FFF2-40B4-BE49-F238E27FC236}">
                    <a16:creationId xmlns:a16="http://schemas.microsoft.com/office/drawing/2014/main" id="{1C761BF5-2B0B-EBB1-053A-EF1D981CE084}"/>
                  </a:ext>
                </a:extLst>
              </p:cNvPr>
              <p:cNvPicPr/>
              <p:nvPr/>
            </p:nvPicPr>
            <p:blipFill>
              <a:blip r:embed="rId129"/>
              <a:stretch>
                <a:fillRect/>
              </a:stretch>
            </p:blipFill>
            <p:spPr>
              <a:xfrm>
                <a:off x="5972865" y="5033535"/>
                <a:ext cx="63720" cy="452880"/>
              </a:xfrm>
              <a:prstGeom prst="rect">
                <a:avLst/>
              </a:prstGeom>
            </p:spPr>
          </p:pic>
        </mc:Fallback>
      </mc:AlternateContent>
      <p:grpSp>
        <p:nvGrpSpPr>
          <p:cNvPr id="93" name="Group 92">
            <a:extLst>
              <a:ext uri="{FF2B5EF4-FFF2-40B4-BE49-F238E27FC236}">
                <a16:creationId xmlns:a16="http://schemas.microsoft.com/office/drawing/2014/main" id="{D804286E-E09D-150B-1254-017D1391FBE4}"/>
              </a:ext>
            </a:extLst>
          </p:cNvPr>
          <p:cNvGrpSpPr/>
          <p:nvPr/>
        </p:nvGrpSpPr>
        <p:grpSpPr>
          <a:xfrm>
            <a:off x="6459945" y="4966575"/>
            <a:ext cx="761400" cy="476640"/>
            <a:chOff x="6459945" y="4966575"/>
            <a:chExt cx="761400" cy="476640"/>
          </a:xfrm>
        </p:grpSpPr>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DC258E60-C19E-A2E3-B845-36A7D226816E}"/>
                    </a:ext>
                  </a:extLst>
                </p14:cNvPr>
                <p14:cNvContentPartPr/>
                <p14:nvPr/>
              </p14:nvContentPartPr>
              <p14:xfrm>
                <a:off x="6573345" y="5216775"/>
                <a:ext cx="43920" cy="31320"/>
              </p14:xfrm>
            </p:contentPart>
          </mc:Choice>
          <mc:Fallback xmlns="">
            <p:pic>
              <p:nvPicPr>
                <p:cNvPr id="84" name="Ink 83">
                  <a:extLst>
                    <a:ext uri="{FF2B5EF4-FFF2-40B4-BE49-F238E27FC236}">
                      <a16:creationId xmlns:a16="http://schemas.microsoft.com/office/drawing/2014/main" id="{DC258E60-C19E-A2E3-B845-36A7D226816E}"/>
                    </a:ext>
                  </a:extLst>
                </p:cNvPr>
                <p:cNvPicPr/>
                <p:nvPr/>
              </p:nvPicPr>
              <p:blipFill>
                <a:blip r:embed="rId131"/>
                <a:stretch>
                  <a:fillRect/>
                </a:stretch>
              </p:blipFill>
              <p:spPr>
                <a:xfrm>
                  <a:off x="6567225" y="5210655"/>
                  <a:ext cx="561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BB711F76-346C-E4CA-04AE-06134C9353E0}"/>
                    </a:ext>
                  </a:extLst>
                </p14:cNvPr>
                <p14:cNvContentPartPr/>
                <p14:nvPr/>
              </p14:nvContentPartPr>
              <p14:xfrm>
                <a:off x="6459945" y="5103015"/>
                <a:ext cx="496440" cy="115920"/>
              </p14:xfrm>
            </p:contentPart>
          </mc:Choice>
          <mc:Fallback xmlns="">
            <p:pic>
              <p:nvPicPr>
                <p:cNvPr id="85" name="Ink 84">
                  <a:extLst>
                    <a:ext uri="{FF2B5EF4-FFF2-40B4-BE49-F238E27FC236}">
                      <a16:creationId xmlns:a16="http://schemas.microsoft.com/office/drawing/2014/main" id="{BB711F76-346C-E4CA-04AE-06134C9353E0}"/>
                    </a:ext>
                  </a:extLst>
                </p:cNvPr>
                <p:cNvPicPr/>
                <p:nvPr/>
              </p:nvPicPr>
              <p:blipFill>
                <a:blip r:embed="rId133"/>
                <a:stretch>
                  <a:fillRect/>
                </a:stretch>
              </p:blipFill>
              <p:spPr>
                <a:xfrm>
                  <a:off x="6453825" y="5096895"/>
                  <a:ext cx="5086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D94171E4-58B0-53F1-8FAF-13C5F0BBA1E8}"/>
                    </a:ext>
                  </a:extLst>
                </p14:cNvPr>
                <p14:cNvContentPartPr/>
                <p14:nvPr/>
              </p14:nvContentPartPr>
              <p14:xfrm>
                <a:off x="6629145" y="5009055"/>
                <a:ext cx="77040" cy="388080"/>
              </p14:xfrm>
            </p:contentPart>
          </mc:Choice>
          <mc:Fallback xmlns="">
            <p:pic>
              <p:nvPicPr>
                <p:cNvPr id="86" name="Ink 85">
                  <a:extLst>
                    <a:ext uri="{FF2B5EF4-FFF2-40B4-BE49-F238E27FC236}">
                      <a16:creationId xmlns:a16="http://schemas.microsoft.com/office/drawing/2014/main" id="{D94171E4-58B0-53F1-8FAF-13C5F0BBA1E8}"/>
                    </a:ext>
                  </a:extLst>
                </p:cNvPr>
                <p:cNvPicPr/>
                <p:nvPr/>
              </p:nvPicPr>
              <p:blipFill>
                <a:blip r:embed="rId135"/>
                <a:stretch>
                  <a:fillRect/>
                </a:stretch>
              </p:blipFill>
              <p:spPr>
                <a:xfrm>
                  <a:off x="6623025" y="5002935"/>
                  <a:ext cx="8928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FDD4EAB2-2639-16B0-85A2-25C14FBF7F69}"/>
                    </a:ext>
                  </a:extLst>
                </p14:cNvPr>
                <p14:cNvContentPartPr/>
                <p14:nvPr/>
              </p14:nvContentPartPr>
              <p14:xfrm>
                <a:off x="7161225" y="4966575"/>
                <a:ext cx="60120" cy="476640"/>
              </p14:xfrm>
            </p:contentPart>
          </mc:Choice>
          <mc:Fallback xmlns="">
            <p:pic>
              <p:nvPicPr>
                <p:cNvPr id="87" name="Ink 86">
                  <a:extLst>
                    <a:ext uri="{FF2B5EF4-FFF2-40B4-BE49-F238E27FC236}">
                      <a16:creationId xmlns:a16="http://schemas.microsoft.com/office/drawing/2014/main" id="{FDD4EAB2-2639-16B0-85A2-25C14FBF7F69}"/>
                    </a:ext>
                  </a:extLst>
                </p:cNvPr>
                <p:cNvPicPr/>
                <p:nvPr/>
              </p:nvPicPr>
              <p:blipFill>
                <a:blip r:embed="rId137"/>
                <a:stretch>
                  <a:fillRect/>
                </a:stretch>
              </p:blipFill>
              <p:spPr>
                <a:xfrm>
                  <a:off x="7155105" y="4960455"/>
                  <a:ext cx="72360" cy="48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B45A760E-0BC5-81CC-5BB5-F7344E6EFBAF}"/>
                  </a:ext>
                </a:extLst>
              </p14:cNvPr>
              <p14:cNvContentPartPr/>
              <p14:nvPr/>
            </p14:nvContentPartPr>
            <p14:xfrm>
              <a:off x="6246465" y="4465815"/>
              <a:ext cx="884880" cy="53640"/>
            </p14:xfrm>
          </p:contentPart>
        </mc:Choice>
        <mc:Fallback xmlns="">
          <p:pic>
            <p:nvPicPr>
              <p:cNvPr id="88" name="Ink 87">
                <a:extLst>
                  <a:ext uri="{FF2B5EF4-FFF2-40B4-BE49-F238E27FC236}">
                    <a16:creationId xmlns:a16="http://schemas.microsoft.com/office/drawing/2014/main" id="{B45A760E-0BC5-81CC-5BB5-F7344E6EFBAF}"/>
                  </a:ext>
                </a:extLst>
              </p:cNvPr>
              <p:cNvPicPr/>
              <p:nvPr/>
            </p:nvPicPr>
            <p:blipFill>
              <a:blip r:embed="rId139"/>
              <a:stretch>
                <a:fillRect/>
              </a:stretch>
            </p:blipFill>
            <p:spPr>
              <a:xfrm>
                <a:off x="6240345" y="4459695"/>
                <a:ext cx="897120" cy="65880"/>
              </a:xfrm>
              <a:prstGeom prst="rect">
                <a:avLst/>
              </a:prstGeom>
            </p:spPr>
          </p:pic>
        </mc:Fallback>
      </mc:AlternateContent>
      <p:grpSp>
        <p:nvGrpSpPr>
          <p:cNvPr id="98" name="Group 97">
            <a:extLst>
              <a:ext uri="{FF2B5EF4-FFF2-40B4-BE49-F238E27FC236}">
                <a16:creationId xmlns:a16="http://schemas.microsoft.com/office/drawing/2014/main" id="{5A4FB716-AAEC-DDD9-FFC2-7C355184AB96}"/>
              </a:ext>
            </a:extLst>
          </p:cNvPr>
          <p:cNvGrpSpPr/>
          <p:nvPr/>
        </p:nvGrpSpPr>
        <p:grpSpPr>
          <a:xfrm>
            <a:off x="8707065" y="3752655"/>
            <a:ext cx="2720520" cy="1877040"/>
            <a:chOff x="8707065" y="3752655"/>
            <a:chExt cx="2720520" cy="1877040"/>
          </a:xfrm>
        </p:grpSpPr>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A9712DB0-FE46-CDEC-3897-D7F66B038384}"/>
                    </a:ext>
                  </a:extLst>
                </p14:cNvPr>
                <p14:cNvContentPartPr/>
                <p14:nvPr/>
              </p14:nvContentPartPr>
              <p14:xfrm>
                <a:off x="8707065" y="3920415"/>
                <a:ext cx="330840" cy="98280"/>
              </p14:xfrm>
            </p:contentPart>
          </mc:Choice>
          <mc:Fallback xmlns="">
            <p:pic>
              <p:nvPicPr>
                <p:cNvPr id="89" name="Ink 88">
                  <a:extLst>
                    <a:ext uri="{FF2B5EF4-FFF2-40B4-BE49-F238E27FC236}">
                      <a16:creationId xmlns:a16="http://schemas.microsoft.com/office/drawing/2014/main" id="{A9712DB0-FE46-CDEC-3897-D7F66B038384}"/>
                    </a:ext>
                  </a:extLst>
                </p:cNvPr>
                <p:cNvPicPr/>
                <p:nvPr/>
              </p:nvPicPr>
              <p:blipFill>
                <a:blip r:embed="rId141"/>
                <a:stretch>
                  <a:fillRect/>
                </a:stretch>
              </p:blipFill>
              <p:spPr>
                <a:xfrm>
                  <a:off x="8700945" y="3914295"/>
                  <a:ext cx="3430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0A86360C-B7C9-6E4F-A0D4-72A4429A3CD0}"/>
                    </a:ext>
                  </a:extLst>
                </p14:cNvPr>
                <p14:cNvContentPartPr/>
                <p14:nvPr/>
              </p14:nvContentPartPr>
              <p14:xfrm>
                <a:off x="8747025" y="4341255"/>
                <a:ext cx="344520" cy="121680"/>
              </p14:xfrm>
            </p:contentPart>
          </mc:Choice>
          <mc:Fallback xmlns="">
            <p:pic>
              <p:nvPicPr>
                <p:cNvPr id="90" name="Ink 89">
                  <a:extLst>
                    <a:ext uri="{FF2B5EF4-FFF2-40B4-BE49-F238E27FC236}">
                      <a16:creationId xmlns:a16="http://schemas.microsoft.com/office/drawing/2014/main" id="{0A86360C-B7C9-6E4F-A0D4-72A4429A3CD0}"/>
                    </a:ext>
                  </a:extLst>
                </p:cNvPr>
                <p:cNvPicPr/>
                <p:nvPr/>
              </p:nvPicPr>
              <p:blipFill>
                <a:blip r:embed="rId143"/>
                <a:stretch>
                  <a:fillRect/>
                </a:stretch>
              </p:blipFill>
              <p:spPr>
                <a:xfrm>
                  <a:off x="8740905" y="4335135"/>
                  <a:ext cx="356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8DC35406-F32D-0CB2-BB2F-055B21D7D9A7}"/>
                    </a:ext>
                  </a:extLst>
                </p14:cNvPr>
                <p14:cNvContentPartPr/>
                <p14:nvPr/>
              </p14:nvContentPartPr>
              <p14:xfrm>
                <a:off x="9827385" y="3911775"/>
                <a:ext cx="367560" cy="532800"/>
              </p14:xfrm>
            </p:contentPart>
          </mc:Choice>
          <mc:Fallback xmlns="">
            <p:pic>
              <p:nvPicPr>
                <p:cNvPr id="91" name="Ink 90">
                  <a:extLst>
                    <a:ext uri="{FF2B5EF4-FFF2-40B4-BE49-F238E27FC236}">
                      <a16:creationId xmlns:a16="http://schemas.microsoft.com/office/drawing/2014/main" id="{8DC35406-F32D-0CB2-BB2F-055B21D7D9A7}"/>
                    </a:ext>
                  </a:extLst>
                </p:cNvPr>
                <p:cNvPicPr/>
                <p:nvPr/>
              </p:nvPicPr>
              <p:blipFill>
                <a:blip r:embed="rId145"/>
                <a:stretch>
                  <a:fillRect/>
                </a:stretch>
              </p:blipFill>
              <p:spPr>
                <a:xfrm>
                  <a:off x="9821265" y="3905655"/>
                  <a:ext cx="379800" cy="545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CC12CC6A-4355-4668-D799-69F7EEB14CC4}"/>
                    </a:ext>
                  </a:extLst>
                </p14:cNvPr>
                <p14:cNvContentPartPr/>
                <p14:nvPr/>
              </p14:nvContentPartPr>
              <p14:xfrm>
                <a:off x="9293505" y="4725015"/>
                <a:ext cx="1704600" cy="191520"/>
              </p14:xfrm>
            </p:contentPart>
          </mc:Choice>
          <mc:Fallback xmlns="">
            <p:pic>
              <p:nvPicPr>
                <p:cNvPr id="92" name="Ink 91">
                  <a:extLst>
                    <a:ext uri="{FF2B5EF4-FFF2-40B4-BE49-F238E27FC236}">
                      <a16:creationId xmlns:a16="http://schemas.microsoft.com/office/drawing/2014/main" id="{CC12CC6A-4355-4668-D799-69F7EEB14CC4}"/>
                    </a:ext>
                  </a:extLst>
                </p:cNvPr>
                <p:cNvPicPr/>
                <p:nvPr/>
              </p:nvPicPr>
              <p:blipFill>
                <a:blip r:embed="rId147"/>
                <a:stretch>
                  <a:fillRect/>
                </a:stretch>
              </p:blipFill>
              <p:spPr>
                <a:xfrm>
                  <a:off x="9287385" y="4718895"/>
                  <a:ext cx="17168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4" name="Ink 93">
                  <a:extLst>
                    <a:ext uri="{FF2B5EF4-FFF2-40B4-BE49-F238E27FC236}">
                      <a16:creationId xmlns:a16="http://schemas.microsoft.com/office/drawing/2014/main" id="{B7D010FA-C407-BCE9-490F-51CEFF75A297}"/>
                    </a:ext>
                  </a:extLst>
                </p14:cNvPr>
                <p14:cNvContentPartPr/>
                <p14:nvPr/>
              </p14:nvContentPartPr>
              <p14:xfrm>
                <a:off x="9839625" y="5070615"/>
                <a:ext cx="302400" cy="518040"/>
              </p14:xfrm>
            </p:contentPart>
          </mc:Choice>
          <mc:Fallback xmlns="">
            <p:pic>
              <p:nvPicPr>
                <p:cNvPr id="94" name="Ink 93">
                  <a:extLst>
                    <a:ext uri="{FF2B5EF4-FFF2-40B4-BE49-F238E27FC236}">
                      <a16:creationId xmlns:a16="http://schemas.microsoft.com/office/drawing/2014/main" id="{B7D010FA-C407-BCE9-490F-51CEFF75A297}"/>
                    </a:ext>
                  </a:extLst>
                </p:cNvPr>
                <p:cNvPicPr/>
                <p:nvPr/>
              </p:nvPicPr>
              <p:blipFill>
                <a:blip r:embed="rId149"/>
                <a:stretch>
                  <a:fillRect/>
                </a:stretch>
              </p:blipFill>
              <p:spPr>
                <a:xfrm>
                  <a:off x="9833505" y="5064495"/>
                  <a:ext cx="31464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Ink 94">
                  <a:extLst>
                    <a:ext uri="{FF2B5EF4-FFF2-40B4-BE49-F238E27FC236}">
                      <a16:creationId xmlns:a16="http://schemas.microsoft.com/office/drawing/2014/main" id="{72925FD4-897C-1DB8-FE54-E826BE8870D3}"/>
                    </a:ext>
                  </a:extLst>
                </p14:cNvPr>
                <p14:cNvContentPartPr/>
                <p14:nvPr/>
              </p14:nvContentPartPr>
              <p14:xfrm>
                <a:off x="9998745" y="5343135"/>
                <a:ext cx="437040" cy="92880"/>
              </p14:xfrm>
            </p:contentPart>
          </mc:Choice>
          <mc:Fallback xmlns="">
            <p:pic>
              <p:nvPicPr>
                <p:cNvPr id="95" name="Ink 94">
                  <a:extLst>
                    <a:ext uri="{FF2B5EF4-FFF2-40B4-BE49-F238E27FC236}">
                      <a16:creationId xmlns:a16="http://schemas.microsoft.com/office/drawing/2014/main" id="{72925FD4-897C-1DB8-FE54-E826BE8870D3}"/>
                    </a:ext>
                  </a:extLst>
                </p:cNvPr>
                <p:cNvPicPr/>
                <p:nvPr/>
              </p:nvPicPr>
              <p:blipFill>
                <a:blip r:embed="rId151"/>
                <a:stretch>
                  <a:fillRect/>
                </a:stretch>
              </p:blipFill>
              <p:spPr>
                <a:xfrm>
                  <a:off x="9992625" y="5337015"/>
                  <a:ext cx="449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Ink 95">
                  <a:extLst>
                    <a:ext uri="{FF2B5EF4-FFF2-40B4-BE49-F238E27FC236}">
                      <a16:creationId xmlns:a16="http://schemas.microsoft.com/office/drawing/2014/main" id="{14E3287A-2AEC-267C-3AE1-953461F86BAE}"/>
                    </a:ext>
                  </a:extLst>
                </p14:cNvPr>
                <p14:cNvContentPartPr/>
                <p14:nvPr/>
              </p14:nvContentPartPr>
              <p14:xfrm>
                <a:off x="10769865" y="3752655"/>
                <a:ext cx="657720" cy="1877040"/>
              </p14:xfrm>
            </p:contentPart>
          </mc:Choice>
          <mc:Fallback xmlns="">
            <p:pic>
              <p:nvPicPr>
                <p:cNvPr id="96" name="Ink 95">
                  <a:extLst>
                    <a:ext uri="{FF2B5EF4-FFF2-40B4-BE49-F238E27FC236}">
                      <a16:creationId xmlns:a16="http://schemas.microsoft.com/office/drawing/2014/main" id="{14E3287A-2AEC-267C-3AE1-953461F86BAE}"/>
                    </a:ext>
                  </a:extLst>
                </p:cNvPr>
                <p:cNvPicPr/>
                <p:nvPr/>
              </p:nvPicPr>
              <p:blipFill>
                <a:blip r:embed="rId153"/>
                <a:stretch>
                  <a:fillRect/>
                </a:stretch>
              </p:blipFill>
              <p:spPr>
                <a:xfrm>
                  <a:off x="10763745" y="3746535"/>
                  <a:ext cx="669960" cy="1889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F703F0A8-6DBD-68FE-7233-BB9FCF041CC8}"/>
                    </a:ext>
                  </a:extLst>
                </p14:cNvPr>
                <p14:cNvContentPartPr/>
                <p14:nvPr/>
              </p14:nvContentPartPr>
              <p14:xfrm>
                <a:off x="11396625" y="5446095"/>
                <a:ext cx="18720" cy="48600"/>
              </p14:xfrm>
            </p:contentPart>
          </mc:Choice>
          <mc:Fallback xmlns="">
            <p:pic>
              <p:nvPicPr>
                <p:cNvPr id="97" name="Ink 96">
                  <a:extLst>
                    <a:ext uri="{FF2B5EF4-FFF2-40B4-BE49-F238E27FC236}">
                      <a16:creationId xmlns:a16="http://schemas.microsoft.com/office/drawing/2014/main" id="{F703F0A8-6DBD-68FE-7233-BB9FCF041CC8}"/>
                    </a:ext>
                  </a:extLst>
                </p:cNvPr>
                <p:cNvPicPr/>
                <p:nvPr/>
              </p:nvPicPr>
              <p:blipFill>
                <a:blip r:embed="rId155"/>
                <a:stretch>
                  <a:fillRect/>
                </a:stretch>
              </p:blipFill>
              <p:spPr>
                <a:xfrm>
                  <a:off x="11390505" y="5439975"/>
                  <a:ext cx="30960" cy="60840"/>
                </a:xfrm>
                <a:prstGeom prst="rect">
                  <a:avLst/>
                </a:prstGeom>
              </p:spPr>
            </p:pic>
          </mc:Fallback>
        </mc:AlternateContent>
      </p:grpSp>
    </p:spTree>
    <p:extLst>
      <p:ext uri="{BB962C8B-B14F-4D97-AF65-F5344CB8AC3E}">
        <p14:creationId xmlns:p14="http://schemas.microsoft.com/office/powerpoint/2010/main" val="3607949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3863DC6-D7C6-293E-5BC2-2FD6B034ADC4}"/>
                  </a:ext>
                </a:extLst>
              </p14:cNvPr>
              <p14:cNvContentPartPr/>
              <p14:nvPr/>
            </p14:nvContentPartPr>
            <p14:xfrm>
              <a:off x="852585" y="700575"/>
              <a:ext cx="102240" cy="113400"/>
            </p14:xfrm>
          </p:contentPart>
        </mc:Choice>
        <mc:Fallback xmlns="">
          <p:pic>
            <p:nvPicPr>
              <p:cNvPr id="2" name="Ink 1">
                <a:extLst>
                  <a:ext uri="{FF2B5EF4-FFF2-40B4-BE49-F238E27FC236}">
                    <a16:creationId xmlns:a16="http://schemas.microsoft.com/office/drawing/2014/main" id="{D3863DC6-D7C6-293E-5BC2-2FD6B034ADC4}"/>
                  </a:ext>
                </a:extLst>
              </p:cNvPr>
              <p:cNvPicPr/>
              <p:nvPr/>
            </p:nvPicPr>
            <p:blipFill>
              <a:blip r:embed="rId3"/>
              <a:stretch>
                <a:fillRect/>
              </a:stretch>
            </p:blipFill>
            <p:spPr>
              <a:xfrm>
                <a:off x="846465" y="694455"/>
                <a:ext cx="1144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FB9B40D-A6A7-2081-48DC-A698974AD96B}"/>
                  </a:ext>
                </a:extLst>
              </p14:cNvPr>
              <p14:cNvContentPartPr/>
              <p14:nvPr/>
            </p14:nvContentPartPr>
            <p14:xfrm>
              <a:off x="973545" y="635775"/>
              <a:ext cx="41760" cy="606240"/>
            </p14:xfrm>
          </p:contentPart>
        </mc:Choice>
        <mc:Fallback xmlns="">
          <p:pic>
            <p:nvPicPr>
              <p:cNvPr id="3" name="Ink 2">
                <a:extLst>
                  <a:ext uri="{FF2B5EF4-FFF2-40B4-BE49-F238E27FC236}">
                    <a16:creationId xmlns:a16="http://schemas.microsoft.com/office/drawing/2014/main" id="{0FB9B40D-A6A7-2081-48DC-A698974AD96B}"/>
                  </a:ext>
                </a:extLst>
              </p:cNvPr>
              <p:cNvPicPr/>
              <p:nvPr/>
            </p:nvPicPr>
            <p:blipFill>
              <a:blip r:embed="rId5"/>
              <a:stretch>
                <a:fillRect/>
              </a:stretch>
            </p:blipFill>
            <p:spPr>
              <a:xfrm>
                <a:off x="967425" y="629655"/>
                <a:ext cx="54000" cy="618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D97498C-3D35-AA1E-EB2D-D79B112A8EF3}"/>
                  </a:ext>
                </a:extLst>
              </p14:cNvPr>
              <p14:cNvContentPartPr/>
              <p14:nvPr/>
            </p14:nvContentPartPr>
            <p14:xfrm>
              <a:off x="980025" y="518775"/>
              <a:ext cx="483840" cy="882000"/>
            </p14:xfrm>
          </p:contentPart>
        </mc:Choice>
        <mc:Fallback xmlns="">
          <p:pic>
            <p:nvPicPr>
              <p:cNvPr id="4" name="Ink 3">
                <a:extLst>
                  <a:ext uri="{FF2B5EF4-FFF2-40B4-BE49-F238E27FC236}">
                    <a16:creationId xmlns:a16="http://schemas.microsoft.com/office/drawing/2014/main" id="{8D97498C-3D35-AA1E-EB2D-D79B112A8EF3}"/>
                  </a:ext>
                </a:extLst>
              </p:cNvPr>
              <p:cNvPicPr/>
              <p:nvPr/>
            </p:nvPicPr>
            <p:blipFill>
              <a:blip r:embed="rId7"/>
              <a:stretch>
                <a:fillRect/>
              </a:stretch>
            </p:blipFill>
            <p:spPr>
              <a:xfrm>
                <a:off x="973905" y="512655"/>
                <a:ext cx="496080" cy="894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69B4072-9025-E825-FA2F-2355D14DE63E}"/>
                  </a:ext>
                </a:extLst>
              </p14:cNvPr>
              <p14:cNvContentPartPr/>
              <p14:nvPr/>
            </p14:nvContentPartPr>
            <p14:xfrm>
              <a:off x="1611825" y="883815"/>
              <a:ext cx="332640" cy="310320"/>
            </p14:xfrm>
          </p:contentPart>
        </mc:Choice>
        <mc:Fallback xmlns="">
          <p:pic>
            <p:nvPicPr>
              <p:cNvPr id="5" name="Ink 4">
                <a:extLst>
                  <a:ext uri="{FF2B5EF4-FFF2-40B4-BE49-F238E27FC236}">
                    <a16:creationId xmlns:a16="http://schemas.microsoft.com/office/drawing/2014/main" id="{A69B4072-9025-E825-FA2F-2355D14DE63E}"/>
                  </a:ext>
                </a:extLst>
              </p:cNvPr>
              <p:cNvPicPr/>
              <p:nvPr/>
            </p:nvPicPr>
            <p:blipFill>
              <a:blip r:embed="rId9"/>
              <a:stretch>
                <a:fillRect/>
              </a:stretch>
            </p:blipFill>
            <p:spPr>
              <a:xfrm>
                <a:off x="1605705" y="877695"/>
                <a:ext cx="3448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ED2B5465-A073-FCCD-8347-3ACD6EA9E2A2}"/>
                  </a:ext>
                </a:extLst>
              </p14:cNvPr>
              <p14:cNvContentPartPr/>
              <p14:nvPr/>
            </p14:nvContentPartPr>
            <p14:xfrm>
              <a:off x="2300505" y="612375"/>
              <a:ext cx="47160" cy="426240"/>
            </p14:xfrm>
          </p:contentPart>
        </mc:Choice>
        <mc:Fallback xmlns="">
          <p:pic>
            <p:nvPicPr>
              <p:cNvPr id="6" name="Ink 5">
                <a:extLst>
                  <a:ext uri="{FF2B5EF4-FFF2-40B4-BE49-F238E27FC236}">
                    <a16:creationId xmlns:a16="http://schemas.microsoft.com/office/drawing/2014/main" id="{ED2B5465-A073-FCCD-8347-3ACD6EA9E2A2}"/>
                  </a:ext>
                </a:extLst>
              </p:cNvPr>
              <p:cNvPicPr/>
              <p:nvPr/>
            </p:nvPicPr>
            <p:blipFill>
              <a:blip r:embed="rId11"/>
              <a:stretch>
                <a:fillRect/>
              </a:stretch>
            </p:blipFill>
            <p:spPr>
              <a:xfrm>
                <a:off x="2294385" y="606255"/>
                <a:ext cx="5940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73FE2367-B5D3-D334-E197-026CECF08705}"/>
                  </a:ext>
                </a:extLst>
              </p14:cNvPr>
              <p14:cNvContentPartPr/>
              <p14:nvPr/>
            </p14:nvContentPartPr>
            <p14:xfrm>
              <a:off x="2183505" y="833055"/>
              <a:ext cx="492480" cy="223920"/>
            </p14:xfrm>
          </p:contentPart>
        </mc:Choice>
        <mc:Fallback xmlns="">
          <p:pic>
            <p:nvPicPr>
              <p:cNvPr id="7" name="Ink 6">
                <a:extLst>
                  <a:ext uri="{FF2B5EF4-FFF2-40B4-BE49-F238E27FC236}">
                    <a16:creationId xmlns:a16="http://schemas.microsoft.com/office/drawing/2014/main" id="{73FE2367-B5D3-D334-E197-026CECF08705}"/>
                  </a:ext>
                </a:extLst>
              </p:cNvPr>
              <p:cNvPicPr/>
              <p:nvPr/>
            </p:nvPicPr>
            <p:blipFill>
              <a:blip r:embed="rId13"/>
              <a:stretch>
                <a:fillRect/>
              </a:stretch>
            </p:blipFill>
            <p:spPr>
              <a:xfrm>
                <a:off x="2177385" y="826935"/>
                <a:ext cx="5047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BC532A86-6C58-E05A-403A-AD1E4CCB569F}"/>
                  </a:ext>
                </a:extLst>
              </p14:cNvPr>
              <p14:cNvContentPartPr/>
              <p14:nvPr/>
            </p14:nvContentPartPr>
            <p14:xfrm>
              <a:off x="2881185" y="764295"/>
              <a:ext cx="203400" cy="371520"/>
            </p14:xfrm>
          </p:contentPart>
        </mc:Choice>
        <mc:Fallback xmlns="">
          <p:pic>
            <p:nvPicPr>
              <p:cNvPr id="8" name="Ink 7">
                <a:extLst>
                  <a:ext uri="{FF2B5EF4-FFF2-40B4-BE49-F238E27FC236}">
                    <a16:creationId xmlns:a16="http://schemas.microsoft.com/office/drawing/2014/main" id="{BC532A86-6C58-E05A-403A-AD1E4CCB569F}"/>
                  </a:ext>
                </a:extLst>
              </p:cNvPr>
              <p:cNvPicPr/>
              <p:nvPr/>
            </p:nvPicPr>
            <p:blipFill>
              <a:blip r:embed="rId15"/>
              <a:stretch>
                <a:fillRect/>
              </a:stretch>
            </p:blipFill>
            <p:spPr>
              <a:xfrm>
                <a:off x="2875065" y="758175"/>
                <a:ext cx="21564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93446513-84AF-66BF-9603-C7FFB539D930}"/>
                  </a:ext>
                </a:extLst>
              </p14:cNvPr>
              <p14:cNvContentPartPr/>
              <p14:nvPr/>
            </p14:nvContentPartPr>
            <p14:xfrm>
              <a:off x="3302025" y="557295"/>
              <a:ext cx="490680" cy="455040"/>
            </p14:xfrm>
          </p:contentPart>
        </mc:Choice>
        <mc:Fallback xmlns="">
          <p:pic>
            <p:nvPicPr>
              <p:cNvPr id="9" name="Ink 8">
                <a:extLst>
                  <a:ext uri="{FF2B5EF4-FFF2-40B4-BE49-F238E27FC236}">
                    <a16:creationId xmlns:a16="http://schemas.microsoft.com/office/drawing/2014/main" id="{93446513-84AF-66BF-9603-C7FFB539D930}"/>
                  </a:ext>
                </a:extLst>
              </p:cNvPr>
              <p:cNvPicPr/>
              <p:nvPr/>
            </p:nvPicPr>
            <p:blipFill>
              <a:blip r:embed="rId17"/>
              <a:stretch>
                <a:fillRect/>
              </a:stretch>
            </p:blipFill>
            <p:spPr>
              <a:xfrm>
                <a:off x="3295905" y="551175"/>
                <a:ext cx="50292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38A7E259-63B6-67F5-301A-EC7EFF86C304}"/>
                  </a:ext>
                </a:extLst>
              </p14:cNvPr>
              <p14:cNvContentPartPr/>
              <p14:nvPr/>
            </p14:nvContentPartPr>
            <p14:xfrm>
              <a:off x="3653025" y="736575"/>
              <a:ext cx="385560" cy="25920"/>
            </p14:xfrm>
          </p:contentPart>
        </mc:Choice>
        <mc:Fallback xmlns="">
          <p:pic>
            <p:nvPicPr>
              <p:cNvPr id="10" name="Ink 9">
                <a:extLst>
                  <a:ext uri="{FF2B5EF4-FFF2-40B4-BE49-F238E27FC236}">
                    <a16:creationId xmlns:a16="http://schemas.microsoft.com/office/drawing/2014/main" id="{38A7E259-63B6-67F5-301A-EC7EFF86C304}"/>
                  </a:ext>
                </a:extLst>
              </p:cNvPr>
              <p:cNvPicPr/>
              <p:nvPr/>
            </p:nvPicPr>
            <p:blipFill>
              <a:blip r:embed="rId19"/>
              <a:stretch>
                <a:fillRect/>
              </a:stretch>
            </p:blipFill>
            <p:spPr>
              <a:xfrm>
                <a:off x="3646905" y="730455"/>
                <a:ext cx="397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8472BD35-675F-4143-E860-C35EDC831ABD}"/>
                  </a:ext>
                </a:extLst>
              </p14:cNvPr>
              <p14:cNvContentPartPr/>
              <p14:nvPr/>
            </p14:nvContentPartPr>
            <p14:xfrm>
              <a:off x="4337385" y="624615"/>
              <a:ext cx="5040" cy="5400"/>
            </p14:xfrm>
          </p:contentPart>
        </mc:Choice>
        <mc:Fallback xmlns="">
          <p:pic>
            <p:nvPicPr>
              <p:cNvPr id="11" name="Ink 10">
                <a:extLst>
                  <a:ext uri="{FF2B5EF4-FFF2-40B4-BE49-F238E27FC236}">
                    <a16:creationId xmlns:a16="http://schemas.microsoft.com/office/drawing/2014/main" id="{8472BD35-675F-4143-E860-C35EDC831ABD}"/>
                  </a:ext>
                </a:extLst>
              </p:cNvPr>
              <p:cNvPicPr/>
              <p:nvPr/>
            </p:nvPicPr>
            <p:blipFill>
              <a:blip r:embed="rId21"/>
              <a:stretch>
                <a:fillRect/>
              </a:stretch>
            </p:blipFill>
            <p:spPr>
              <a:xfrm>
                <a:off x="4331265" y="618495"/>
                <a:ext cx="172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A6BEB39-80A3-3B67-B77A-296CF92B7EAD}"/>
                  </a:ext>
                </a:extLst>
              </p14:cNvPr>
              <p14:cNvContentPartPr/>
              <p14:nvPr/>
            </p14:nvContentPartPr>
            <p14:xfrm>
              <a:off x="1203225" y="1420215"/>
              <a:ext cx="496800" cy="1029600"/>
            </p14:xfrm>
          </p:contentPart>
        </mc:Choice>
        <mc:Fallback xmlns="">
          <p:pic>
            <p:nvPicPr>
              <p:cNvPr id="13" name="Ink 12">
                <a:extLst>
                  <a:ext uri="{FF2B5EF4-FFF2-40B4-BE49-F238E27FC236}">
                    <a16:creationId xmlns:a16="http://schemas.microsoft.com/office/drawing/2014/main" id="{EA6BEB39-80A3-3B67-B77A-296CF92B7EAD}"/>
                  </a:ext>
                </a:extLst>
              </p:cNvPr>
              <p:cNvPicPr/>
              <p:nvPr/>
            </p:nvPicPr>
            <p:blipFill>
              <a:blip r:embed="rId23"/>
              <a:stretch>
                <a:fillRect/>
              </a:stretch>
            </p:blipFill>
            <p:spPr>
              <a:xfrm>
                <a:off x="1197105" y="1414095"/>
                <a:ext cx="509040" cy="1041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244D3E57-61AF-1D85-84BB-A0026138E962}"/>
                  </a:ext>
                </a:extLst>
              </p14:cNvPr>
              <p14:cNvContentPartPr/>
              <p14:nvPr/>
            </p14:nvContentPartPr>
            <p14:xfrm>
              <a:off x="1612545" y="1872375"/>
              <a:ext cx="260640" cy="694800"/>
            </p14:xfrm>
          </p:contentPart>
        </mc:Choice>
        <mc:Fallback xmlns="">
          <p:pic>
            <p:nvPicPr>
              <p:cNvPr id="14" name="Ink 13">
                <a:extLst>
                  <a:ext uri="{FF2B5EF4-FFF2-40B4-BE49-F238E27FC236}">
                    <a16:creationId xmlns:a16="http://schemas.microsoft.com/office/drawing/2014/main" id="{244D3E57-61AF-1D85-84BB-A0026138E962}"/>
                  </a:ext>
                </a:extLst>
              </p:cNvPr>
              <p:cNvPicPr/>
              <p:nvPr/>
            </p:nvPicPr>
            <p:blipFill>
              <a:blip r:embed="rId25"/>
              <a:stretch>
                <a:fillRect/>
              </a:stretch>
            </p:blipFill>
            <p:spPr>
              <a:xfrm>
                <a:off x="1606425" y="1866255"/>
                <a:ext cx="272880" cy="707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C1EACBA3-974A-47D6-11ED-32CC57CAB287}"/>
                  </a:ext>
                </a:extLst>
              </p14:cNvPr>
              <p14:cNvContentPartPr/>
              <p14:nvPr/>
            </p14:nvContentPartPr>
            <p14:xfrm>
              <a:off x="2322465" y="1818375"/>
              <a:ext cx="32040" cy="380520"/>
            </p14:xfrm>
          </p:contentPart>
        </mc:Choice>
        <mc:Fallback xmlns="">
          <p:pic>
            <p:nvPicPr>
              <p:cNvPr id="15" name="Ink 14">
                <a:extLst>
                  <a:ext uri="{FF2B5EF4-FFF2-40B4-BE49-F238E27FC236}">
                    <a16:creationId xmlns:a16="http://schemas.microsoft.com/office/drawing/2014/main" id="{C1EACBA3-974A-47D6-11ED-32CC57CAB287}"/>
                  </a:ext>
                </a:extLst>
              </p:cNvPr>
              <p:cNvPicPr/>
              <p:nvPr/>
            </p:nvPicPr>
            <p:blipFill>
              <a:blip r:embed="rId27"/>
              <a:stretch>
                <a:fillRect/>
              </a:stretch>
            </p:blipFill>
            <p:spPr>
              <a:xfrm>
                <a:off x="2316345" y="1812255"/>
                <a:ext cx="4428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4987854-9014-8E8F-2DAF-3CA3CBFE0330}"/>
                  </a:ext>
                </a:extLst>
              </p14:cNvPr>
              <p14:cNvContentPartPr/>
              <p14:nvPr/>
            </p14:nvContentPartPr>
            <p14:xfrm>
              <a:off x="2540625" y="1820175"/>
              <a:ext cx="652320" cy="330840"/>
            </p14:xfrm>
          </p:contentPart>
        </mc:Choice>
        <mc:Fallback xmlns="">
          <p:pic>
            <p:nvPicPr>
              <p:cNvPr id="16" name="Ink 15">
                <a:extLst>
                  <a:ext uri="{FF2B5EF4-FFF2-40B4-BE49-F238E27FC236}">
                    <a16:creationId xmlns:a16="http://schemas.microsoft.com/office/drawing/2014/main" id="{44987854-9014-8E8F-2DAF-3CA3CBFE0330}"/>
                  </a:ext>
                </a:extLst>
              </p:cNvPr>
              <p:cNvPicPr/>
              <p:nvPr/>
            </p:nvPicPr>
            <p:blipFill>
              <a:blip r:embed="rId29"/>
              <a:stretch>
                <a:fillRect/>
              </a:stretch>
            </p:blipFill>
            <p:spPr>
              <a:xfrm>
                <a:off x="2534505" y="1814055"/>
                <a:ext cx="6645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4663290C-3CD4-F28D-7A19-CA2160F896A0}"/>
                  </a:ext>
                </a:extLst>
              </p14:cNvPr>
              <p14:cNvContentPartPr/>
              <p14:nvPr/>
            </p14:nvContentPartPr>
            <p14:xfrm>
              <a:off x="3585705" y="1789575"/>
              <a:ext cx="400320" cy="476640"/>
            </p14:xfrm>
          </p:contentPart>
        </mc:Choice>
        <mc:Fallback xmlns="">
          <p:pic>
            <p:nvPicPr>
              <p:cNvPr id="17" name="Ink 16">
                <a:extLst>
                  <a:ext uri="{FF2B5EF4-FFF2-40B4-BE49-F238E27FC236}">
                    <a16:creationId xmlns:a16="http://schemas.microsoft.com/office/drawing/2014/main" id="{4663290C-3CD4-F28D-7A19-CA2160F896A0}"/>
                  </a:ext>
                </a:extLst>
              </p:cNvPr>
              <p:cNvPicPr/>
              <p:nvPr/>
            </p:nvPicPr>
            <p:blipFill>
              <a:blip r:embed="rId31"/>
              <a:stretch>
                <a:fillRect/>
              </a:stretch>
            </p:blipFill>
            <p:spPr>
              <a:xfrm>
                <a:off x="3579585" y="1783455"/>
                <a:ext cx="41256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1C734FB-17E4-87C5-A48F-E13F30CF2912}"/>
                  </a:ext>
                </a:extLst>
              </p14:cNvPr>
              <p14:cNvContentPartPr/>
              <p14:nvPr/>
            </p14:nvContentPartPr>
            <p14:xfrm>
              <a:off x="4559865" y="1440015"/>
              <a:ext cx="797400" cy="601560"/>
            </p14:xfrm>
          </p:contentPart>
        </mc:Choice>
        <mc:Fallback xmlns="">
          <p:pic>
            <p:nvPicPr>
              <p:cNvPr id="18" name="Ink 17">
                <a:extLst>
                  <a:ext uri="{FF2B5EF4-FFF2-40B4-BE49-F238E27FC236}">
                    <a16:creationId xmlns:a16="http://schemas.microsoft.com/office/drawing/2014/main" id="{A1C734FB-17E4-87C5-A48F-E13F30CF2912}"/>
                  </a:ext>
                </a:extLst>
              </p:cNvPr>
              <p:cNvPicPr/>
              <p:nvPr/>
            </p:nvPicPr>
            <p:blipFill>
              <a:blip r:embed="rId33"/>
              <a:stretch>
                <a:fillRect/>
              </a:stretch>
            </p:blipFill>
            <p:spPr>
              <a:xfrm>
                <a:off x="4553745" y="1433895"/>
                <a:ext cx="809640" cy="613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D6C81F96-6BC6-A9CA-3559-EB55C83EF500}"/>
                  </a:ext>
                </a:extLst>
              </p14:cNvPr>
              <p14:cNvContentPartPr/>
              <p14:nvPr/>
            </p14:nvContentPartPr>
            <p14:xfrm>
              <a:off x="5540865" y="1410855"/>
              <a:ext cx="175320" cy="277920"/>
            </p14:xfrm>
          </p:contentPart>
        </mc:Choice>
        <mc:Fallback xmlns="">
          <p:pic>
            <p:nvPicPr>
              <p:cNvPr id="19" name="Ink 18">
                <a:extLst>
                  <a:ext uri="{FF2B5EF4-FFF2-40B4-BE49-F238E27FC236}">
                    <a16:creationId xmlns:a16="http://schemas.microsoft.com/office/drawing/2014/main" id="{D6C81F96-6BC6-A9CA-3559-EB55C83EF500}"/>
                  </a:ext>
                </a:extLst>
              </p:cNvPr>
              <p:cNvPicPr/>
              <p:nvPr/>
            </p:nvPicPr>
            <p:blipFill>
              <a:blip r:embed="rId35"/>
              <a:stretch>
                <a:fillRect/>
              </a:stretch>
            </p:blipFill>
            <p:spPr>
              <a:xfrm>
                <a:off x="5534745" y="1404735"/>
                <a:ext cx="1875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059EC05D-AB67-6220-A52B-8B13417199CB}"/>
                  </a:ext>
                </a:extLst>
              </p14:cNvPr>
              <p14:cNvContentPartPr/>
              <p14:nvPr/>
            </p14:nvContentPartPr>
            <p14:xfrm>
              <a:off x="5651745" y="1508055"/>
              <a:ext cx="798480" cy="434880"/>
            </p14:xfrm>
          </p:contentPart>
        </mc:Choice>
        <mc:Fallback xmlns="">
          <p:pic>
            <p:nvPicPr>
              <p:cNvPr id="20" name="Ink 19">
                <a:extLst>
                  <a:ext uri="{FF2B5EF4-FFF2-40B4-BE49-F238E27FC236}">
                    <a16:creationId xmlns:a16="http://schemas.microsoft.com/office/drawing/2014/main" id="{059EC05D-AB67-6220-A52B-8B13417199CB}"/>
                  </a:ext>
                </a:extLst>
              </p:cNvPr>
              <p:cNvPicPr/>
              <p:nvPr/>
            </p:nvPicPr>
            <p:blipFill>
              <a:blip r:embed="rId37"/>
              <a:stretch>
                <a:fillRect/>
              </a:stretch>
            </p:blipFill>
            <p:spPr>
              <a:xfrm>
                <a:off x="5645625" y="1501935"/>
                <a:ext cx="81072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5EE2B528-4027-F458-C208-7328AF9CB410}"/>
                  </a:ext>
                </a:extLst>
              </p14:cNvPr>
              <p14:cNvContentPartPr/>
              <p14:nvPr/>
            </p14:nvContentPartPr>
            <p14:xfrm>
              <a:off x="5858025" y="1544055"/>
              <a:ext cx="286920" cy="280440"/>
            </p14:xfrm>
          </p:contentPart>
        </mc:Choice>
        <mc:Fallback xmlns="">
          <p:pic>
            <p:nvPicPr>
              <p:cNvPr id="24" name="Ink 23">
                <a:extLst>
                  <a:ext uri="{FF2B5EF4-FFF2-40B4-BE49-F238E27FC236}">
                    <a16:creationId xmlns:a16="http://schemas.microsoft.com/office/drawing/2014/main" id="{5EE2B528-4027-F458-C208-7328AF9CB410}"/>
                  </a:ext>
                </a:extLst>
              </p:cNvPr>
              <p:cNvPicPr/>
              <p:nvPr/>
            </p:nvPicPr>
            <p:blipFill>
              <a:blip r:embed="rId39"/>
              <a:stretch>
                <a:fillRect/>
              </a:stretch>
            </p:blipFill>
            <p:spPr>
              <a:xfrm>
                <a:off x="5851905" y="1537935"/>
                <a:ext cx="29916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ABAB93E2-A105-AF4B-3365-40F07DEC3E8C}"/>
                  </a:ext>
                </a:extLst>
              </p14:cNvPr>
              <p14:cNvContentPartPr/>
              <p14:nvPr/>
            </p14:nvContentPartPr>
            <p14:xfrm>
              <a:off x="6505305" y="1572135"/>
              <a:ext cx="237960" cy="222480"/>
            </p14:xfrm>
          </p:contentPart>
        </mc:Choice>
        <mc:Fallback xmlns="">
          <p:pic>
            <p:nvPicPr>
              <p:cNvPr id="25" name="Ink 24">
                <a:extLst>
                  <a:ext uri="{FF2B5EF4-FFF2-40B4-BE49-F238E27FC236}">
                    <a16:creationId xmlns:a16="http://schemas.microsoft.com/office/drawing/2014/main" id="{ABAB93E2-A105-AF4B-3365-40F07DEC3E8C}"/>
                  </a:ext>
                </a:extLst>
              </p:cNvPr>
              <p:cNvPicPr/>
              <p:nvPr/>
            </p:nvPicPr>
            <p:blipFill>
              <a:blip r:embed="rId41"/>
              <a:stretch>
                <a:fillRect/>
              </a:stretch>
            </p:blipFill>
            <p:spPr>
              <a:xfrm>
                <a:off x="6499185" y="1566015"/>
                <a:ext cx="2502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A01AD3EA-24DF-1981-286B-4069CC3D35AC}"/>
                  </a:ext>
                </a:extLst>
              </p14:cNvPr>
              <p14:cNvContentPartPr/>
              <p14:nvPr/>
            </p14:nvContentPartPr>
            <p14:xfrm>
              <a:off x="6969705" y="1481775"/>
              <a:ext cx="353520" cy="253440"/>
            </p14:xfrm>
          </p:contentPart>
        </mc:Choice>
        <mc:Fallback xmlns="">
          <p:pic>
            <p:nvPicPr>
              <p:cNvPr id="26" name="Ink 25">
                <a:extLst>
                  <a:ext uri="{FF2B5EF4-FFF2-40B4-BE49-F238E27FC236}">
                    <a16:creationId xmlns:a16="http://schemas.microsoft.com/office/drawing/2014/main" id="{A01AD3EA-24DF-1981-286B-4069CC3D35AC}"/>
                  </a:ext>
                </a:extLst>
              </p:cNvPr>
              <p:cNvPicPr/>
              <p:nvPr/>
            </p:nvPicPr>
            <p:blipFill>
              <a:blip r:embed="rId43"/>
              <a:stretch>
                <a:fillRect/>
              </a:stretch>
            </p:blipFill>
            <p:spPr>
              <a:xfrm>
                <a:off x="6963585" y="1475655"/>
                <a:ext cx="3657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9FE1E78D-0801-7A88-0551-DAD350B03C5B}"/>
                  </a:ext>
                </a:extLst>
              </p14:cNvPr>
              <p14:cNvContentPartPr/>
              <p14:nvPr/>
            </p14:nvContentPartPr>
            <p14:xfrm>
              <a:off x="7409985" y="1372335"/>
              <a:ext cx="39240" cy="37440"/>
            </p14:xfrm>
          </p:contentPart>
        </mc:Choice>
        <mc:Fallback xmlns="">
          <p:pic>
            <p:nvPicPr>
              <p:cNvPr id="27" name="Ink 26">
                <a:extLst>
                  <a:ext uri="{FF2B5EF4-FFF2-40B4-BE49-F238E27FC236}">
                    <a16:creationId xmlns:a16="http://schemas.microsoft.com/office/drawing/2014/main" id="{9FE1E78D-0801-7A88-0551-DAD350B03C5B}"/>
                  </a:ext>
                </a:extLst>
              </p:cNvPr>
              <p:cNvPicPr/>
              <p:nvPr/>
            </p:nvPicPr>
            <p:blipFill>
              <a:blip r:embed="rId45"/>
              <a:stretch>
                <a:fillRect/>
              </a:stretch>
            </p:blipFill>
            <p:spPr>
              <a:xfrm>
                <a:off x="7403865" y="1366215"/>
                <a:ext cx="514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0C08A6B8-D8AC-E224-E107-7AFAFADD2644}"/>
                  </a:ext>
                </a:extLst>
              </p14:cNvPr>
              <p14:cNvContentPartPr/>
              <p14:nvPr/>
            </p14:nvContentPartPr>
            <p14:xfrm>
              <a:off x="7469745" y="1422015"/>
              <a:ext cx="395280" cy="244800"/>
            </p14:xfrm>
          </p:contentPart>
        </mc:Choice>
        <mc:Fallback xmlns="">
          <p:pic>
            <p:nvPicPr>
              <p:cNvPr id="28" name="Ink 27">
                <a:extLst>
                  <a:ext uri="{FF2B5EF4-FFF2-40B4-BE49-F238E27FC236}">
                    <a16:creationId xmlns:a16="http://schemas.microsoft.com/office/drawing/2014/main" id="{0C08A6B8-D8AC-E224-E107-7AFAFADD2644}"/>
                  </a:ext>
                </a:extLst>
              </p:cNvPr>
              <p:cNvPicPr/>
              <p:nvPr/>
            </p:nvPicPr>
            <p:blipFill>
              <a:blip r:embed="rId47"/>
              <a:stretch>
                <a:fillRect/>
              </a:stretch>
            </p:blipFill>
            <p:spPr>
              <a:xfrm>
                <a:off x="7463625" y="1415895"/>
                <a:ext cx="4075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885BBF5A-2D3E-8C45-F22E-08B25412CC1A}"/>
                  </a:ext>
                </a:extLst>
              </p14:cNvPr>
              <p14:cNvContentPartPr/>
              <p14:nvPr/>
            </p14:nvContentPartPr>
            <p14:xfrm>
              <a:off x="7927665" y="1515615"/>
              <a:ext cx="289440" cy="38520"/>
            </p14:xfrm>
          </p:contentPart>
        </mc:Choice>
        <mc:Fallback xmlns="">
          <p:pic>
            <p:nvPicPr>
              <p:cNvPr id="29" name="Ink 28">
                <a:extLst>
                  <a:ext uri="{FF2B5EF4-FFF2-40B4-BE49-F238E27FC236}">
                    <a16:creationId xmlns:a16="http://schemas.microsoft.com/office/drawing/2014/main" id="{885BBF5A-2D3E-8C45-F22E-08B25412CC1A}"/>
                  </a:ext>
                </a:extLst>
              </p:cNvPr>
              <p:cNvPicPr/>
              <p:nvPr/>
            </p:nvPicPr>
            <p:blipFill>
              <a:blip r:embed="rId49"/>
              <a:stretch>
                <a:fillRect/>
              </a:stretch>
            </p:blipFill>
            <p:spPr>
              <a:xfrm>
                <a:off x="7921545" y="1509495"/>
                <a:ext cx="3016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22B263DF-D263-92A4-F1E7-189154637382}"/>
                  </a:ext>
                </a:extLst>
              </p14:cNvPr>
              <p14:cNvContentPartPr/>
              <p14:nvPr/>
            </p14:nvContentPartPr>
            <p14:xfrm>
              <a:off x="8342745" y="1441455"/>
              <a:ext cx="40320" cy="54000"/>
            </p14:xfrm>
          </p:contentPart>
        </mc:Choice>
        <mc:Fallback xmlns="">
          <p:pic>
            <p:nvPicPr>
              <p:cNvPr id="30" name="Ink 29">
                <a:extLst>
                  <a:ext uri="{FF2B5EF4-FFF2-40B4-BE49-F238E27FC236}">
                    <a16:creationId xmlns:a16="http://schemas.microsoft.com/office/drawing/2014/main" id="{22B263DF-D263-92A4-F1E7-189154637382}"/>
                  </a:ext>
                </a:extLst>
              </p:cNvPr>
              <p:cNvPicPr/>
              <p:nvPr/>
            </p:nvPicPr>
            <p:blipFill>
              <a:blip r:embed="rId51"/>
              <a:stretch>
                <a:fillRect/>
              </a:stretch>
            </p:blipFill>
            <p:spPr>
              <a:xfrm>
                <a:off x="8336625" y="1435335"/>
                <a:ext cx="52560" cy="66240"/>
              </a:xfrm>
              <a:prstGeom prst="rect">
                <a:avLst/>
              </a:prstGeom>
            </p:spPr>
          </p:pic>
        </mc:Fallback>
      </mc:AlternateContent>
      <p:grpSp>
        <p:nvGrpSpPr>
          <p:cNvPr id="73" name="Group 72">
            <a:extLst>
              <a:ext uri="{FF2B5EF4-FFF2-40B4-BE49-F238E27FC236}">
                <a16:creationId xmlns:a16="http://schemas.microsoft.com/office/drawing/2014/main" id="{3BE58193-6558-E96F-13E5-62DD36EFB83E}"/>
              </a:ext>
            </a:extLst>
          </p:cNvPr>
          <p:cNvGrpSpPr/>
          <p:nvPr/>
        </p:nvGrpSpPr>
        <p:grpSpPr>
          <a:xfrm>
            <a:off x="1264785" y="2639175"/>
            <a:ext cx="9926640" cy="3868920"/>
            <a:chOff x="1264785" y="2639175"/>
            <a:chExt cx="9926640" cy="3868920"/>
          </a:xfrm>
        </p:grpSpPr>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06A985F8-2DC9-00CA-6D34-230F467323D1}"/>
                    </a:ext>
                  </a:extLst>
                </p14:cNvPr>
                <p14:cNvContentPartPr/>
                <p14:nvPr/>
              </p14:nvContentPartPr>
              <p14:xfrm>
                <a:off x="1647465" y="2639175"/>
                <a:ext cx="2225160" cy="1190880"/>
              </p14:xfrm>
            </p:contentPart>
          </mc:Choice>
          <mc:Fallback xmlns="">
            <p:pic>
              <p:nvPicPr>
                <p:cNvPr id="32" name="Ink 31">
                  <a:extLst>
                    <a:ext uri="{FF2B5EF4-FFF2-40B4-BE49-F238E27FC236}">
                      <a16:creationId xmlns:a16="http://schemas.microsoft.com/office/drawing/2014/main" id="{06A985F8-2DC9-00CA-6D34-230F467323D1}"/>
                    </a:ext>
                  </a:extLst>
                </p:cNvPr>
                <p:cNvPicPr/>
                <p:nvPr/>
              </p:nvPicPr>
              <p:blipFill>
                <a:blip r:embed="rId53"/>
                <a:stretch>
                  <a:fillRect/>
                </a:stretch>
              </p:blipFill>
              <p:spPr>
                <a:xfrm>
                  <a:off x="1641345" y="2633055"/>
                  <a:ext cx="2237400" cy="1203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31622EBB-675B-5B3D-9F68-6C4B5E0FD1E8}"/>
                    </a:ext>
                  </a:extLst>
                </p14:cNvPr>
                <p14:cNvContentPartPr/>
                <p14:nvPr/>
              </p14:nvContentPartPr>
              <p14:xfrm>
                <a:off x="3916905" y="3278175"/>
                <a:ext cx="1843200" cy="344520"/>
              </p14:xfrm>
            </p:contentPart>
          </mc:Choice>
          <mc:Fallback xmlns="">
            <p:pic>
              <p:nvPicPr>
                <p:cNvPr id="33" name="Ink 32">
                  <a:extLst>
                    <a:ext uri="{FF2B5EF4-FFF2-40B4-BE49-F238E27FC236}">
                      <a16:creationId xmlns:a16="http://schemas.microsoft.com/office/drawing/2014/main" id="{31622EBB-675B-5B3D-9F68-6C4B5E0FD1E8}"/>
                    </a:ext>
                  </a:extLst>
                </p:cNvPr>
                <p:cNvPicPr/>
                <p:nvPr/>
              </p:nvPicPr>
              <p:blipFill>
                <a:blip r:embed="rId55"/>
                <a:stretch>
                  <a:fillRect/>
                </a:stretch>
              </p:blipFill>
              <p:spPr>
                <a:xfrm>
                  <a:off x="3910785" y="3272055"/>
                  <a:ext cx="185544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CB178113-5617-F629-3698-99D82B3A66B3}"/>
                    </a:ext>
                  </a:extLst>
                </p14:cNvPr>
                <p14:cNvContentPartPr/>
                <p14:nvPr/>
              </p14:nvContentPartPr>
              <p14:xfrm>
                <a:off x="5801505" y="3377535"/>
                <a:ext cx="113400" cy="848880"/>
              </p14:xfrm>
            </p:contentPart>
          </mc:Choice>
          <mc:Fallback xmlns="">
            <p:pic>
              <p:nvPicPr>
                <p:cNvPr id="35" name="Ink 34">
                  <a:extLst>
                    <a:ext uri="{FF2B5EF4-FFF2-40B4-BE49-F238E27FC236}">
                      <a16:creationId xmlns:a16="http://schemas.microsoft.com/office/drawing/2014/main" id="{CB178113-5617-F629-3698-99D82B3A66B3}"/>
                    </a:ext>
                  </a:extLst>
                </p:cNvPr>
                <p:cNvPicPr/>
                <p:nvPr/>
              </p:nvPicPr>
              <p:blipFill>
                <a:blip r:embed="rId57"/>
                <a:stretch>
                  <a:fillRect/>
                </a:stretch>
              </p:blipFill>
              <p:spPr>
                <a:xfrm>
                  <a:off x="5795385" y="3371415"/>
                  <a:ext cx="125640" cy="861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EDFC2DE-6165-C1D2-6A9D-777858778624}"/>
                    </a:ext>
                  </a:extLst>
                </p14:cNvPr>
                <p14:cNvContentPartPr/>
                <p14:nvPr/>
              </p14:nvContentPartPr>
              <p14:xfrm>
                <a:off x="5519625" y="3994215"/>
                <a:ext cx="792000" cy="390960"/>
              </p14:xfrm>
            </p:contentPart>
          </mc:Choice>
          <mc:Fallback xmlns="">
            <p:pic>
              <p:nvPicPr>
                <p:cNvPr id="36" name="Ink 35">
                  <a:extLst>
                    <a:ext uri="{FF2B5EF4-FFF2-40B4-BE49-F238E27FC236}">
                      <a16:creationId xmlns:a16="http://schemas.microsoft.com/office/drawing/2014/main" id="{3EDFC2DE-6165-C1D2-6A9D-777858778624}"/>
                    </a:ext>
                  </a:extLst>
                </p:cNvPr>
                <p:cNvPicPr/>
                <p:nvPr/>
              </p:nvPicPr>
              <p:blipFill>
                <a:blip r:embed="rId59"/>
                <a:stretch>
                  <a:fillRect/>
                </a:stretch>
              </p:blipFill>
              <p:spPr>
                <a:xfrm>
                  <a:off x="5513505" y="3988095"/>
                  <a:ext cx="80424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B6158727-7901-7036-C48F-EA7FBC83DF66}"/>
                    </a:ext>
                  </a:extLst>
                </p14:cNvPr>
                <p14:cNvContentPartPr/>
                <p14:nvPr/>
              </p14:nvContentPartPr>
              <p14:xfrm>
                <a:off x="5325945" y="4638255"/>
                <a:ext cx="341640" cy="518040"/>
              </p14:xfrm>
            </p:contentPart>
          </mc:Choice>
          <mc:Fallback xmlns="">
            <p:pic>
              <p:nvPicPr>
                <p:cNvPr id="37" name="Ink 36">
                  <a:extLst>
                    <a:ext uri="{FF2B5EF4-FFF2-40B4-BE49-F238E27FC236}">
                      <a16:creationId xmlns:a16="http://schemas.microsoft.com/office/drawing/2014/main" id="{B6158727-7901-7036-C48F-EA7FBC83DF66}"/>
                    </a:ext>
                  </a:extLst>
                </p:cNvPr>
                <p:cNvPicPr/>
                <p:nvPr/>
              </p:nvPicPr>
              <p:blipFill>
                <a:blip r:embed="rId61"/>
                <a:stretch>
                  <a:fillRect/>
                </a:stretch>
              </p:blipFill>
              <p:spPr>
                <a:xfrm>
                  <a:off x="5319825" y="4632135"/>
                  <a:ext cx="353880"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C22CF5C4-D03E-FCA4-FB61-3B253413A393}"/>
                    </a:ext>
                  </a:extLst>
                </p14:cNvPr>
                <p14:cNvContentPartPr/>
                <p14:nvPr/>
              </p14:nvContentPartPr>
              <p14:xfrm>
                <a:off x="5840385" y="4614495"/>
                <a:ext cx="440280" cy="422280"/>
              </p14:xfrm>
            </p:contentPart>
          </mc:Choice>
          <mc:Fallback xmlns="">
            <p:pic>
              <p:nvPicPr>
                <p:cNvPr id="38" name="Ink 37">
                  <a:extLst>
                    <a:ext uri="{FF2B5EF4-FFF2-40B4-BE49-F238E27FC236}">
                      <a16:creationId xmlns:a16="http://schemas.microsoft.com/office/drawing/2014/main" id="{C22CF5C4-D03E-FCA4-FB61-3B253413A393}"/>
                    </a:ext>
                  </a:extLst>
                </p:cNvPr>
                <p:cNvPicPr/>
                <p:nvPr/>
              </p:nvPicPr>
              <p:blipFill>
                <a:blip r:embed="rId63"/>
                <a:stretch>
                  <a:fillRect/>
                </a:stretch>
              </p:blipFill>
              <p:spPr>
                <a:xfrm>
                  <a:off x="5834265" y="4608375"/>
                  <a:ext cx="45252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9603301B-EB87-88C0-0012-41696115479A}"/>
                    </a:ext>
                  </a:extLst>
                </p14:cNvPr>
                <p14:cNvContentPartPr/>
                <p14:nvPr/>
              </p14:nvContentPartPr>
              <p14:xfrm>
                <a:off x="6696465" y="4568055"/>
                <a:ext cx="612000" cy="114840"/>
              </p14:xfrm>
            </p:contentPart>
          </mc:Choice>
          <mc:Fallback xmlns="">
            <p:pic>
              <p:nvPicPr>
                <p:cNvPr id="41" name="Ink 40">
                  <a:extLst>
                    <a:ext uri="{FF2B5EF4-FFF2-40B4-BE49-F238E27FC236}">
                      <a16:creationId xmlns:a16="http://schemas.microsoft.com/office/drawing/2014/main" id="{9603301B-EB87-88C0-0012-41696115479A}"/>
                    </a:ext>
                  </a:extLst>
                </p:cNvPr>
                <p:cNvPicPr/>
                <p:nvPr/>
              </p:nvPicPr>
              <p:blipFill>
                <a:blip r:embed="rId65"/>
                <a:stretch>
                  <a:fillRect/>
                </a:stretch>
              </p:blipFill>
              <p:spPr>
                <a:xfrm>
                  <a:off x="6690345" y="4561935"/>
                  <a:ext cx="624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9781C1C9-6D1B-65E8-9D19-868CB7AF7B70}"/>
                    </a:ext>
                  </a:extLst>
                </p14:cNvPr>
                <p14:cNvContentPartPr/>
                <p14:nvPr/>
              </p14:nvContentPartPr>
              <p14:xfrm>
                <a:off x="7079505" y="4362495"/>
                <a:ext cx="205200" cy="435960"/>
              </p14:xfrm>
            </p:contentPart>
          </mc:Choice>
          <mc:Fallback xmlns="">
            <p:pic>
              <p:nvPicPr>
                <p:cNvPr id="42" name="Ink 41">
                  <a:extLst>
                    <a:ext uri="{FF2B5EF4-FFF2-40B4-BE49-F238E27FC236}">
                      <a16:creationId xmlns:a16="http://schemas.microsoft.com/office/drawing/2014/main" id="{9781C1C9-6D1B-65E8-9D19-868CB7AF7B70}"/>
                    </a:ext>
                  </a:extLst>
                </p:cNvPr>
                <p:cNvPicPr/>
                <p:nvPr/>
              </p:nvPicPr>
              <p:blipFill>
                <a:blip r:embed="rId67"/>
                <a:stretch>
                  <a:fillRect/>
                </a:stretch>
              </p:blipFill>
              <p:spPr>
                <a:xfrm>
                  <a:off x="7073385" y="4356375"/>
                  <a:ext cx="21744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377D529-441D-20E1-98BC-1A4D53BA221C}"/>
                    </a:ext>
                  </a:extLst>
                </p14:cNvPr>
                <p14:cNvContentPartPr/>
                <p14:nvPr/>
              </p14:nvContentPartPr>
              <p14:xfrm>
                <a:off x="7648665" y="4432695"/>
                <a:ext cx="49320" cy="363600"/>
              </p14:xfrm>
            </p:contentPart>
          </mc:Choice>
          <mc:Fallback xmlns="">
            <p:pic>
              <p:nvPicPr>
                <p:cNvPr id="43" name="Ink 42">
                  <a:extLst>
                    <a:ext uri="{FF2B5EF4-FFF2-40B4-BE49-F238E27FC236}">
                      <a16:creationId xmlns:a16="http://schemas.microsoft.com/office/drawing/2014/main" id="{5377D529-441D-20E1-98BC-1A4D53BA221C}"/>
                    </a:ext>
                  </a:extLst>
                </p:cNvPr>
                <p:cNvPicPr/>
                <p:nvPr/>
              </p:nvPicPr>
              <p:blipFill>
                <a:blip r:embed="rId69"/>
                <a:stretch>
                  <a:fillRect/>
                </a:stretch>
              </p:blipFill>
              <p:spPr>
                <a:xfrm>
                  <a:off x="7642545" y="4426575"/>
                  <a:ext cx="6156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37438B63-CBF5-0450-9C37-5FBE7701A9B2}"/>
                    </a:ext>
                  </a:extLst>
                </p14:cNvPr>
                <p14:cNvContentPartPr/>
                <p14:nvPr/>
              </p14:nvContentPartPr>
              <p14:xfrm>
                <a:off x="1609305" y="3885135"/>
                <a:ext cx="97200" cy="798120"/>
              </p14:xfrm>
            </p:contentPart>
          </mc:Choice>
          <mc:Fallback xmlns="">
            <p:pic>
              <p:nvPicPr>
                <p:cNvPr id="45" name="Ink 44">
                  <a:extLst>
                    <a:ext uri="{FF2B5EF4-FFF2-40B4-BE49-F238E27FC236}">
                      <a16:creationId xmlns:a16="http://schemas.microsoft.com/office/drawing/2014/main" id="{37438B63-CBF5-0450-9C37-5FBE7701A9B2}"/>
                    </a:ext>
                  </a:extLst>
                </p:cNvPr>
                <p:cNvPicPr/>
                <p:nvPr/>
              </p:nvPicPr>
              <p:blipFill>
                <a:blip r:embed="rId71"/>
                <a:stretch>
                  <a:fillRect/>
                </a:stretch>
              </p:blipFill>
              <p:spPr>
                <a:xfrm>
                  <a:off x="1603185" y="3879015"/>
                  <a:ext cx="109440" cy="810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94DD2BF4-8BF2-1E61-D990-7ADCCE1DC3AE}"/>
                    </a:ext>
                  </a:extLst>
                </p14:cNvPr>
                <p14:cNvContentPartPr/>
                <p14:nvPr/>
              </p14:nvContentPartPr>
              <p14:xfrm>
                <a:off x="1264785" y="4849575"/>
                <a:ext cx="60120" cy="437400"/>
              </p14:xfrm>
            </p:contentPart>
          </mc:Choice>
          <mc:Fallback xmlns="">
            <p:pic>
              <p:nvPicPr>
                <p:cNvPr id="46" name="Ink 45">
                  <a:extLst>
                    <a:ext uri="{FF2B5EF4-FFF2-40B4-BE49-F238E27FC236}">
                      <a16:creationId xmlns:a16="http://schemas.microsoft.com/office/drawing/2014/main" id="{94DD2BF4-8BF2-1E61-D990-7ADCCE1DC3AE}"/>
                    </a:ext>
                  </a:extLst>
                </p:cNvPr>
                <p:cNvPicPr/>
                <p:nvPr/>
              </p:nvPicPr>
              <p:blipFill>
                <a:blip r:embed="rId73"/>
                <a:stretch>
                  <a:fillRect/>
                </a:stretch>
              </p:blipFill>
              <p:spPr>
                <a:xfrm>
                  <a:off x="1258665" y="4843455"/>
                  <a:ext cx="7236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9EC8005-BD6E-180B-167E-56C5BFCA4531}"/>
                    </a:ext>
                  </a:extLst>
                </p14:cNvPr>
                <p14:cNvContentPartPr/>
                <p14:nvPr/>
              </p14:nvContentPartPr>
              <p14:xfrm>
                <a:off x="1565745" y="4864695"/>
                <a:ext cx="551160" cy="381600"/>
              </p14:xfrm>
            </p:contentPart>
          </mc:Choice>
          <mc:Fallback xmlns="">
            <p:pic>
              <p:nvPicPr>
                <p:cNvPr id="47" name="Ink 46">
                  <a:extLst>
                    <a:ext uri="{FF2B5EF4-FFF2-40B4-BE49-F238E27FC236}">
                      <a16:creationId xmlns:a16="http://schemas.microsoft.com/office/drawing/2014/main" id="{09EC8005-BD6E-180B-167E-56C5BFCA4531}"/>
                    </a:ext>
                  </a:extLst>
                </p:cNvPr>
                <p:cNvPicPr/>
                <p:nvPr/>
              </p:nvPicPr>
              <p:blipFill>
                <a:blip r:embed="rId75"/>
                <a:stretch>
                  <a:fillRect/>
                </a:stretch>
              </p:blipFill>
              <p:spPr>
                <a:xfrm>
                  <a:off x="1559625" y="4858575"/>
                  <a:ext cx="56340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88799571-8C1C-5259-9A4D-563B02A36722}"/>
                    </a:ext>
                  </a:extLst>
                </p14:cNvPr>
                <p14:cNvContentPartPr/>
                <p14:nvPr/>
              </p14:nvContentPartPr>
              <p14:xfrm>
                <a:off x="2437665" y="4986375"/>
                <a:ext cx="183240" cy="118800"/>
              </p14:xfrm>
            </p:contentPart>
          </mc:Choice>
          <mc:Fallback xmlns="">
            <p:pic>
              <p:nvPicPr>
                <p:cNvPr id="48" name="Ink 47">
                  <a:extLst>
                    <a:ext uri="{FF2B5EF4-FFF2-40B4-BE49-F238E27FC236}">
                      <a16:creationId xmlns:a16="http://schemas.microsoft.com/office/drawing/2014/main" id="{88799571-8C1C-5259-9A4D-563B02A36722}"/>
                    </a:ext>
                  </a:extLst>
                </p:cNvPr>
                <p:cNvPicPr/>
                <p:nvPr/>
              </p:nvPicPr>
              <p:blipFill>
                <a:blip r:embed="rId77"/>
                <a:stretch>
                  <a:fillRect/>
                </a:stretch>
              </p:blipFill>
              <p:spPr>
                <a:xfrm>
                  <a:off x="2431545" y="4980255"/>
                  <a:ext cx="1954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95E6AD8A-6990-8440-7286-EC1995231920}"/>
                    </a:ext>
                  </a:extLst>
                </p14:cNvPr>
                <p14:cNvContentPartPr/>
                <p14:nvPr/>
              </p14:nvContentPartPr>
              <p14:xfrm>
                <a:off x="2387625" y="5042895"/>
                <a:ext cx="406080" cy="169200"/>
              </p14:xfrm>
            </p:contentPart>
          </mc:Choice>
          <mc:Fallback xmlns="">
            <p:pic>
              <p:nvPicPr>
                <p:cNvPr id="49" name="Ink 48">
                  <a:extLst>
                    <a:ext uri="{FF2B5EF4-FFF2-40B4-BE49-F238E27FC236}">
                      <a16:creationId xmlns:a16="http://schemas.microsoft.com/office/drawing/2014/main" id="{95E6AD8A-6990-8440-7286-EC1995231920}"/>
                    </a:ext>
                  </a:extLst>
                </p:cNvPr>
                <p:cNvPicPr/>
                <p:nvPr/>
              </p:nvPicPr>
              <p:blipFill>
                <a:blip r:embed="rId79"/>
                <a:stretch>
                  <a:fillRect/>
                </a:stretch>
              </p:blipFill>
              <p:spPr>
                <a:xfrm>
                  <a:off x="2381505" y="5036775"/>
                  <a:ext cx="4183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E5649D10-47F2-FC00-38AD-BB25241E19BD}"/>
                    </a:ext>
                  </a:extLst>
                </p14:cNvPr>
                <p14:cNvContentPartPr/>
                <p14:nvPr/>
              </p14:nvContentPartPr>
              <p14:xfrm>
                <a:off x="2673465" y="4737255"/>
                <a:ext cx="284040" cy="621720"/>
              </p14:xfrm>
            </p:contentPart>
          </mc:Choice>
          <mc:Fallback xmlns="">
            <p:pic>
              <p:nvPicPr>
                <p:cNvPr id="50" name="Ink 49">
                  <a:extLst>
                    <a:ext uri="{FF2B5EF4-FFF2-40B4-BE49-F238E27FC236}">
                      <a16:creationId xmlns:a16="http://schemas.microsoft.com/office/drawing/2014/main" id="{E5649D10-47F2-FC00-38AD-BB25241E19BD}"/>
                    </a:ext>
                  </a:extLst>
                </p:cNvPr>
                <p:cNvPicPr/>
                <p:nvPr/>
              </p:nvPicPr>
              <p:blipFill>
                <a:blip r:embed="rId81"/>
                <a:stretch>
                  <a:fillRect/>
                </a:stretch>
              </p:blipFill>
              <p:spPr>
                <a:xfrm>
                  <a:off x="2667345" y="4731135"/>
                  <a:ext cx="296280" cy="63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F71BAEEC-EAB9-4301-EAA3-12301007EE0C}"/>
                    </a:ext>
                  </a:extLst>
                </p14:cNvPr>
                <p14:cNvContentPartPr/>
                <p14:nvPr/>
              </p14:nvContentPartPr>
              <p14:xfrm>
                <a:off x="3201225" y="4834095"/>
                <a:ext cx="163800" cy="374040"/>
              </p14:xfrm>
            </p:contentPart>
          </mc:Choice>
          <mc:Fallback xmlns="">
            <p:pic>
              <p:nvPicPr>
                <p:cNvPr id="51" name="Ink 50">
                  <a:extLst>
                    <a:ext uri="{FF2B5EF4-FFF2-40B4-BE49-F238E27FC236}">
                      <a16:creationId xmlns:a16="http://schemas.microsoft.com/office/drawing/2014/main" id="{F71BAEEC-EAB9-4301-EAA3-12301007EE0C}"/>
                    </a:ext>
                  </a:extLst>
                </p:cNvPr>
                <p:cNvPicPr/>
                <p:nvPr/>
              </p:nvPicPr>
              <p:blipFill>
                <a:blip r:embed="rId83"/>
                <a:stretch>
                  <a:fillRect/>
                </a:stretch>
              </p:blipFill>
              <p:spPr>
                <a:xfrm>
                  <a:off x="3195105" y="4827975"/>
                  <a:ext cx="1760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F15E8258-50D3-9AD6-8462-55072AECCE10}"/>
                    </a:ext>
                  </a:extLst>
                </p14:cNvPr>
                <p14:cNvContentPartPr/>
                <p14:nvPr/>
              </p14:nvContentPartPr>
              <p14:xfrm>
                <a:off x="3576345" y="5046855"/>
                <a:ext cx="14040" cy="39600"/>
              </p14:xfrm>
            </p:contentPart>
          </mc:Choice>
          <mc:Fallback xmlns="">
            <p:pic>
              <p:nvPicPr>
                <p:cNvPr id="52" name="Ink 51">
                  <a:extLst>
                    <a:ext uri="{FF2B5EF4-FFF2-40B4-BE49-F238E27FC236}">
                      <a16:creationId xmlns:a16="http://schemas.microsoft.com/office/drawing/2014/main" id="{F15E8258-50D3-9AD6-8462-55072AECCE10}"/>
                    </a:ext>
                  </a:extLst>
                </p:cNvPr>
                <p:cNvPicPr/>
                <p:nvPr/>
              </p:nvPicPr>
              <p:blipFill>
                <a:blip r:embed="rId85"/>
                <a:stretch>
                  <a:fillRect/>
                </a:stretch>
              </p:blipFill>
              <p:spPr>
                <a:xfrm>
                  <a:off x="3570225" y="5040735"/>
                  <a:ext cx="26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458C27A1-0A82-6D58-D6E0-974E15F83F09}"/>
                    </a:ext>
                  </a:extLst>
                </p14:cNvPr>
                <p14:cNvContentPartPr/>
                <p14:nvPr/>
              </p14:nvContentPartPr>
              <p14:xfrm>
                <a:off x="2082345" y="5871975"/>
                <a:ext cx="28800" cy="16920"/>
              </p14:xfrm>
            </p:contentPart>
          </mc:Choice>
          <mc:Fallback xmlns="">
            <p:pic>
              <p:nvPicPr>
                <p:cNvPr id="54" name="Ink 53">
                  <a:extLst>
                    <a:ext uri="{FF2B5EF4-FFF2-40B4-BE49-F238E27FC236}">
                      <a16:creationId xmlns:a16="http://schemas.microsoft.com/office/drawing/2014/main" id="{458C27A1-0A82-6D58-D6E0-974E15F83F09}"/>
                    </a:ext>
                  </a:extLst>
                </p:cNvPr>
                <p:cNvPicPr/>
                <p:nvPr/>
              </p:nvPicPr>
              <p:blipFill>
                <a:blip r:embed="rId87"/>
                <a:stretch>
                  <a:fillRect/>
                </a:stretch>
              </p:blipFill>
              <p:spPr>
                <a:xfrm>
                  <a:off x="2076225" y="5865855"/>
                  <a:ext cx="41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03081201-B032-7BA2-B740-D981AEB343EF}"/>
                    </a:ext>
                  </a:extLst>
                </p14:cNvPr>
                <p14:cNvContentPartPr/>
                <p14:nvPr/>
              </p14:nvContentPartPr>
              <p14:xfrm>
                <a:off x="2164065" y="5106615"/>
                <a:ext cx="4819320" cy="997560"/>
              </p14:xfrm>
            </p:contentPart>
          </mc:Choice>
          <mc:Fallback xmlns="">
            <p:pic>
              <p:nvPicPr>
                <p:cNvPr id="55" name="Ink 54">
                  <a:extLst>
                    <a:ext uri="{FF2B5EF4-FFF2-40B4-BE49-F238E27FC236}">
                      <a16:creationId xmlns:a16="http://schemas.microsoft.com/office/drawing/2014/main" id="{03081201-B032-7BA2-B740-D981AEB343EF}"/>
                    </a:ext>
                  </a:extLst>
                </p:cNvPr>
                <p:cNvPicPr/>
                <p:nvPr/>
              </p:nvPicPr>
              <p:blipFill>
                <a:blip r:embed="rId89"/>
                <a:stretch>
                  <a:fillRect/>
                </a:stretch>
              </p:blipFill>
              <p:spPr>
                <a:xfrm>
                  <a:off x="2157945" y="5100495"/>
                  <a:ext cx="4831560" cy="1009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55AD8937-6756-A8D0-7431-F08ECBF0865B}"/>
                    </a:ext>
                  </a:extLst>
                </p14:cNvPr>
                <p14:cNvContentPartPr/>
                <p14:nvPr/>
              </p14:nvContentPartPr>
              <p14:xfrm>
                <a:off x="4532505" y="5785575"/>
                <a:ext cx="21960" cy="612360"/>
              </p14:xfrm>
            </p:contentPart>
          </mc:Choice>
          <mc:Fallback xmlns="">
            <p:pic>
              <p:nvPicPr>
                <p:cNvPr id="56" name="Ink 55">
                  <a:extLst>
                    <a:ext uri="{FF2B5EF4-FFF2-40B4-BE49-F238E27FC236}">
                      <a16:creationId xmlns:a16="http://schemas.microsoft.com/office/drawing/2014/main" id="{55AD8937-6756-A8D0-7431-F08ECBF0865B}"/>
                    </a:ext>
                  </a:extLst>
                </p:cNvPr>
                <p:cNvPicPr/>
                <p:nvPr/>
              </p:nvPicPr>
              <p:blipFill>
                <a:blip r:embed="rId91"/>
                <a:stretch>
                  <a:fillRect/>
                </a:stretch>
              </p:blipFill>
              <p:spPr>
                <a:xfrm>
                  <a:off x="4526385" y="5779455"/>
                  <a:ext cx="3420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28DAF989-1BC2-3593-5E5B-9F29257843FB}"/>
                    </a:ext>
                  </a:extLst>
                </p14:cNvPr>
                <p14:cNvContentPartPr/>
                <p14:nvPr/>
              </p14:nvContentPartPr>
              <p14:xfrm>
                <a:off x="4424865" y="6008775"/>
                <a:ext cx="253440" cy="37440"/>
              </p14:xfrm>
            </p:contentPart>
          </mc:Choice>
          <mc:Fallback xmlns="">
            <p:pic>
              <p:nvPicPr>
                <p:cNvPr id="57" name="Ink 56">
                  <a:extLst>
                    <a:ext uri="{FF2B5EF4-FFF2-40B4-BE49-F238E27FC236}">
                      <a16:creationId xmlns:a16="http://schemas.microsoft.com/office/drawing/2014/main" id="{28DAF989-1BC2-3593-5E5B-9F29257843FB}"/>
                    </a:ext>
                  </a:extLst>
                </p:cNvPr>
                <p:cNvPicPr/>
                <p:nvPr/>
              </p:nvPicPr>
              <p:blipFill>
                <a:blip r:embed="rId93"/>
                <a:stretch>
                  <a:fillRect/>
                </a:stretch>
              </p:blipFill>
              <p:spPr>
                <a:xfrm>
                  <a:off x="4418745" y="6002655"/>
                  <a:ext cx="2656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E8CC00C2-F3F3-8D0D-322A-F2D73FE2C6DE}"/>
                    </a:ext>
                  </a:extLst>
                </p14:cNvPr>
                <p14:cNvContentPartPr/>
                <p14:nvPr/>
              </p14:nvContentPartPr>
              <p14:xfrm>
                <a:off x="4270065" y="6423495"/>
                <a:ext cx="339840" cy="84600"/>
              </p14:xfrm>
            </p:contentPart>
          </mc:Choice>
          <mc:Fallback xmlns="">
            <p:pic>
              <p:nvPicPr>
                <p:cNvPr id="58" name="Ink 57">
                  <a:extLst>
                    <a:ext uri="{FF2B5EF4-FFF2-40B4-BE49-F238E27FC236}">
                      <a16:creationId xmlns:a16="http://schemas.microsoft.com/office/drawing/2014/main" id="{E8CC00C2-F3F3-8D0D-322A-F2D73FE2C6DE}"/>
                    </a:ext>
                  </a:extLst>
                </p:cNvPr>
                <p:cNvPicPr/>
                <p:nvPr/>
              </p:nvPicPr>
              <p:blipFill>
                <a:blip r:embed="rId95"/>
                <a:stretch>
                  <a:fillRect/>
                </a:stretch>
              </p:blipFill>
              <p:spPr>
                <a:xfrm>
                  <a:off x="4263945" y="6417375"/>
                  <a:ext cx="3520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2F0BA0EE-68C9-BB22-5646-D048BAF48667}"/>
                    </a:ext>
                  </a:extLst>
                </p14:cNvPr>
                <p14:cNvContentPartPr/>
                <p14:nvPr/>
              </p14:nvContentPartPr>
              <p14:xfrm>
                <a:off x="5018865" y="5940375"/>
                <a:ext cx="813960" cy="403920"/>
              </p14:xfrm>
            </p:contentPart>
          </mc:Choice>
          <mc:Fallback xmlns="">
            <p:pic>
              <p:nvPicPr>
                <p:cNvPr id="59" name="Ink 58">
                  <a:extLst>
                    <a:ext uri="{FF2B5EF4-FFF2-40B4-BE49-F238E27FC236}">
                      <a16:creationId xmlns:a16="http://schemas.microsoft.com/office/drawing/2014/main" id="{2F0BA0EE-68C9-BB22-5646-D048BAF48667}"/>
                    </a:ext>
                  </a:extLst>
                </p:cNvPr>
                <p:cNvPicPr/>
                <p:nvPr/>
              </p:nvPicPr>
              <p:blipFill>
                <a:blip r:embed="rId97"/>
                <a:stretch>
                  <a:fillRect/>
                </a:stretch>
              </p:blipFill>
              <p:spPr>
                <a:xfrm>
                  <a:off x="5012745" y="5934255"/>
                  <a:ext cx="82620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D0F76B0A-27FD-5910-6CD9-78FB6CADF82D}"/>
                    </a:ext>
                  </a:extLst>
                </p14:cNvPr>
                <p14:cNvContentPartPr/>
                <p14:nvPr/>
              </p14:nvContentPartPr>
              <p14:xfrm>
                <a:off x="5782425" y="5978895"/>
                <a:ext cx="244080" cy="182520"/>
              </p14:xfrm>
            </p:contentPart>
          </mc:Choice>
          <mc:Fallback xmlns="">
            <p:pic>
              <p:nvPicPr>
                <p:cNvPr id="60" name="Ink 59">
                  <a:extLst>
                    <a:ext uri="{FF2B5EF4-FFF2-40B4-BE49-F238E27FC236}">
                      <a16:creationId xmlns:a16="http://schemas.microsoft.com/office/drawing/2014/main" id="{D0F76B0A-27FD-5910-6CD9-78FB6CADF82D}"/>
                    </a:ext>
                  </a:extLst>
                </p:cNvPr>
                <p:cNvPicPr/>
                <p:nvPr/>
              </p:nvPicPr>
              <p:blipFill>
                <a:blip r:embed="rId99"/>
                <a:stretch>
                  <a:fillRect/>
                </a:stretch>
              </p:blipFill>
              <p:spPr>
                <a:xfrm>
                  <a:off x="5776305" y="5972775"/>
                  <a:ext cx="2563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2F134A4E-6D88-4C9E-2C82-4684928E5AF0}"/>
                    </a:ext>
                  </a:extLst>
                </p14:cNvPr>
                <p14:cNvContentPartPr/>
                <p14:nvPr/>
              </p14:nvContentPartPr>
              <p14:xfrm>
                <a:off x="5698905" y="5735535"/>
                <a:ext cx="125640" cy="654120"/>
              </p14:xfrm>
            </p:contentPart>
          </mc:Choice>
          <mc:Fallback xmlns="">
            <p:pic>
              <p:nvPicPr>
                <p:cNvPr id="62" name="Ink 61">
                  <a:extLst>
                    <a:ext uri="{FF2B5EF4-FFF2-40B4-BE49-F238E27FC236}">
                      <a16:creationId xmlns:a16="http://schemas.microsoft.com/office/drawing/2014/main" id="{2F134A4E-6D88-4C9E-2C82-4684928E5AF0}"/>
                    </a:ext>
                  </a:extLst>
                </p:cNvPr>
                <p:cNvPicPr/>
                <p:nvPr/>
              </p:nvPicPr>
              <p:blipFill>
                <a:blip r:embed="rId101"/>
                <a:stretch>
                  <a:fillRect/>
                </a:stretch>
              </p:blipFill>
              <p:spPr>
                <a:xfrm>
                  <a:off x="5692785" y="5729415"/>
                  <a:ext cx="137880" cy="666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F0DF24F7-61A5-B808-284E-F968D8514811}"/>
                    </a:ext>
                  </a:extLst>
                </p14:cNvPr>
                <p14:cNvContentPartPr/>
                <p14:nvPr/>
              </p14:nvContentPartPr>
              <p14:xfrm>
                <a:off x="5671545" y="5985015"/>
                <a:ext cx="434160" cy="375840"/>
              </p14:xfrm>
            </p:contentPart>
          </mc:Choice>
          <mc:Fallback xmlns="">
            <p:pic>
              <p:nvPicPr>
                <p:cNvPr id="63" name="Ink 62">
                  <a:extLst>
                    <a:ext uri="{FF2B5EF4-FFF2-40B4-BE49-F238E27FC236}">
                      <a16:creationId xmlns:a16="http://schemas.microsoft.com/office/drawing/2014/main" id="{F0DF24F7-61A5-B808-284E-F968D8514811}"/>
                    </a:ext>
                  </a:extLst>
                </p:cNvPr>
                <p:cNvPicPr/>
                <p:nvPr/>
              </p:nvPicPr>
              <p:blipFill>
                <a:blip r:embed="rId103"/>
                <a:stretch>
                  <a:fillRect/>
                </a:stretch>
              </p:blipFill>
              <p:spPr>
                <a:xfrm>
                  <a:off x="5665425" y="5978895"/>
                  <a:ext cx="44640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8D2C29ED-6AE3-50E8-AC85-AB002ACB8D2E}"/>
                    </a:ext>
                  </a:extLst>
                </p14:cNvPr>
                <p14:cNvContentPartPr/>
                <p14:nvPr/>
              </p14:nvContentPartPr>
              <p14:xfrm>
                <a:off x="6205065" y="5611335"/>
                <a:ext cx="1664640" cy="582840"/>
              </p14:xfrm>
            </p:contentPart>
          </mc:Choice>
          <mc:Fallback xmlns="">
            <p:pic>
              <p:nvPicPr>
                <p:cNvPr id="64" name="Ink 63">
                  <a:extLst>
                    <a:ext uri="{FF2B5EF4-FFF2-40B4-BE49-F238E27FC236}">
                      <a16:creationId xmlns:a16="http://schemas.microsoft.com/office/drawing/2014/main" id="{8D2C29ED-6AE3-50E8-AC85-AB002ACB8D2E}"/>
                    </a:ext>
                  </a:extLst>
                </p:cNvPr>
                <p:cNvPicPr/>
                <p:nvPr/>
              </p:nvPicPr>
              <p:blipFill>
                <a:blip r:embed="rId105"/>
                <a:stretch>
                  <a:fillRect/>
                </a:stretch>
              </p:blipFill>
              <p:spPr>
                <a:xfrm>
                  <a:off x="6198945" y="5605215"/>
                  <a:ext cx="167688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271F85BF-E79F-87F5-C4C1-7A9B55CE835B}"/>
                    </a:ext>
                  </a:extLst>
                </p14:cNvPr>
                <p14:cNvContentPartPr/>
                <p14:nvPr/>
              </p14:nvContentPartPr>
              <p14:xfrm>
                <a:off x="8021265" y="5741295"/>
                <a:ext cx="17640" cy="21960"/>
              </p14:xfrm>
            </p:contentPart>
          </mc:Choice>
          <mc:Fallback xmlns="">
            <p:pic>
              <p:nvPicPr>
                <p:cNvPr id="65" name="Ink 64">
                  <a:extLst>
                    <a:ext uri="{FF2B5EF4-FFF2-40B4-BE49-F238E27FC236}">
                      <a16:creationId xmlns:a16="http://schemas.microsoft.com/office/drawing/2014/main" id="{271F85BF-E79F-87F5-C4C1-7A9B55CE835B}"/>
                    </a:ext>
                  </a:extLst>
                </p:cNvPr>
                <p:cNvPicPr/>
                <p:nvPr/>
              </p:nvPicPr>
              <p:blipFill>
                <a:blip r:embed="rId107"/>
                <a:stretch>
                  <a:fillRect/>
                </a:stretch>
              </p:blipFill>
              <p:spPr>
                <a:xfrm>
                  <a:off x="8015145" y="5735175"/>
                  <a:ext cx="29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4B733E71-7CAD-D2F0-361A-7A911689156D}"/>
                    </a:ext>
                  </a:extLst>
                </p14:cNvPr>
                <p14:cNvContentPartPr/>
                <p14:nvPr/>
              </p14:nvContentPartPr>
              <p14:xfrm>
                <a:off x="7791945" y="5665695"/>
                <a:ext cx="787680" cy="483480"/>
              </p14:xfrm>
            </p:contentPart>
          </mc:Choice>
          <mc:Fallback xmlns="">
            <p:pic>
              <p:nvPicPr>
                <p:cNvPr id="66" name="Ink 65">
                  <a:extLst>
                    <a:ext uri="{FF2B5EF4-FFF2-40B4-BE49-F238E27FC236}">
                      <a16:creationId xmlns:a16="http://schemas.microsoft.com/office/drawing/2014/main" id="{4B733E71-7CAD-D2F0-361A-7A911689156D}"/>
                    </a:ext>
                  </a:extLst>
                </p:cNvPr>
                <p:cNvPicPr/>
                <p:nvPr/>
              </p:nvPicPr>
              <p:blipFill>
                <a:blip r:embed="rId109"/>
                <a:stretch>
                  <a:fillRect/>
                </a:stretch>
              </p:blipFill>
              <p:spPr>
                <a:xfrm>
                  <a:off x="7785825" y="5659575"/>
                  <a:ext cx="79992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BCCB10D4-5730-509D-D399-E0B5EDF6DDFD}"/>
                    </a:ext>
                  </a:extLst>
                </p14:cNvPr>
                <p14:cNvContentPartPr/>
                <p14:nvPr/>
              </p14:nvContentPartPr>
              <p14:xfrm>
                <a:off x="8840265" y="5402535"/>
                <a:ext cx="912240" cy="613800"/>
              </p14:xfrm>
            </p:contentPart>
          </mc:Choice>
          <mc:Fallback xmlns="">
            <p:pic>
              <p:nvPicPr>
                <p:cNvPr id="67" name="Ink 66">
                  <a:extLst>
                    <a:ext uri="{FF2B5EF4-FFF2-40B4-BE49-F238E27FC236}">
                      <a16:creationId xmlns:a16="http://schemas.microsoft.com/office/drawing/2014/main" id="{BCCB10D4-5730-509D-D399-E0B5EDF6DDFD}"/>
                    </a:ext>
                  </a:extLst>
                </p:cNvPr>
                <p:cNvPicPr/>
                <p:nvPr/>
              </p:nvPicPr>
              <p:blipFill>
                <a:blip r:embed="rId111"/>
                <a:stretch>
                  <a:fillRect/>
                </a:stretch>
              </p:blipFill>
              <p:spPr>
                <a:xfrm>
                  <a:off x="8834145" y="5396415"/>
                  <a:ext cx="92448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73C569D1-E94D-65A9-F629-8545E41E1A0C}"/>
                    </a:ext>
                  </a:extLst>
                </p14:cNvPr>
                <p14:cNvContentPartPr/>
                <p14:nvPr/>
              </p14:nvContentPartPr>
              <p14:xfrm>
                <a:off x="9692385" y="5548335"/>
                <a:ext cx="349920" cy="207720"/>
              </p14:xfrm>
            </p:contentPart>
          </mc:Choice>
          <mc:Fallback xmlns="">
            <p:pic>
              <p:nvPicPr>
                <p:cNvPr id="68" name="Ink 67">
                  <a:extLst>
                    <a:ext uri="{FF2B5EF4-FFF2-40B4-BE49-F238E27FC236}">
                      <a16:creationId xmlns:a16="http://schemas.microsoft.com/office/drawing/2014/main" id="{73C569D1-E94D-65A9-F629-8545E41E1A0C}"/>
                    </a:ext>
                  </a:extLst>
                </p:cNvPr>
                <p:cNvPicPr/>
                <p:nvPr/>
              </p:nvPicPr>
              <p:blipFill>
                <a:blip r:embed="rId113"/>
                <a:stretch>
                  <a:fillRect/>
                </a:stretch>
              </p:blipFill>
              <p:spPr>
                <a:xfrm>
                  <a:off x="9686265" y="5542215"/>
                  <a:ext cx="3621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CD09496B-98AC-F464-884B-81977E2B081D}"/>
                    </a:ext>
                  </a:extLst>
                </p14:cNvPr>
                <p14:cNvContentPartPr/>
                <p14:nvPr/>
              </p14:nvContentPartPr>
              <p14:xfrm>
                <a:off x="10155345" y="5548335"/>
                <a:ext cx="188280" cy="308160"/>
              </p14:xfrm>
            </p:contentPart>
          </mc:Choice>
          <mc:Fallback xmlns="">
            <p:pic>
              <p:nvPicPr>
                <p:cNvPr id="69" name="Ink 68">
                  <a:extLst>
                    <a:ext uri="{FF2B5EF4-FFF2-40B4-BE49-F238E27FC236}">
                      <a16:creationId xmlns:a16="http://schemas.microsoft.com/office/drawing/2014/main" id="{CD09496B-98AC-F464-884B-81977E2B081D}"/>
                    </a:ext>
                  </a:extLst>
                </p:cNvPr>
                <p:cNvPicPr/>
                <p:nvPr/>
              </p:nvPicPr>
              <p:blipFill>
                <a:blip r:embed="rId115"/>
                <a:stretch>
                  <a:fillRect/>
                </a:stretch>
              </p:blipFill>
              <p:spPr>
                <a:xfrm>
                  <a:off x="10149225" y="5542215"/>
                  <a:ext cx="2005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0" name="Ink 69">
                  <a:extLst>
                    <a:ext uri="{FF2B5EF4-FFF2-40B4-BE49-F238E27FC236}">
                      <a16:creationId xmlns:a16="http://schemas.microsoft.com/office/drawing/2014/main" id="{0C8FEC45-63A2-DEB9-CA8D-042FBCE00879}"/>
                    </a:ext>
                  </a:extLst>
                </p14:cNvPr>
                <p14:cNvContentPartPr/>
                <p14:nvPr/>
              </p14:nvContentPartPr>
              <p14:xfrm>
                <a:off x="10444425" y="5414775"/>
                <a:ext cx="426600" cy="403920"/>
              </p14:xfrm>
            </p:contentPart>
          </mc:Choice>
          <mc:Fallback xmlns="">
            <p:pic>
              <p:nvPicPr>
                <p:cNvPr id="70" name="Ink 69">
                  <a:extLst>
                    <a:ext uri="{FF2B5EF4-FFF2-40B4-BE49-F238E27FC236}">
                      <a16:creationId xmlns:a16="http://schemas.microsoft.com/office/drawing/2014/main" id="{0C8FEC45-63A2-DEB9-CA8D-042FBCE00879}"/>
                    </a:ext>
                  </a:extLst>
                </p:cNvPr>
                <p:cNvPicPr/>
                <p:nvPr/>
              </p:nvPicPr>
              <p:blipFill>
                <a:blip r:embed="rId117"/>
                <a:stretch>
                  <a:fillRect/>
                </a:stretch>
              </p:blipFill>
              <p:spPr>
                <a:xfrm>
                  <a:off x="10438305" y="5408655"/>
                  <a:ext cx="43884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1" name="Ink 70">
                  <a:extLst>
                    <a:ext uri="{FF2B5EF4-FFF2-40B4-BE49-F238E27FC236}">
                      <a16:creationId xmlns:a16="http://schemas.microsoft.com/office/drawing/2014/main" id="{7D5DA2A9-07C2-E07D-348C-2832F7DF6B82}"/>
                    </a:ext>
                  </a:extLst>
                </p14:cNvPr>
                <p14:cNvContentPartPr/>
                <p14:nvPr/>
              </p14:nvContentPartPr>
              <p14:xfrm>
                <a:off x="10742865" y="5547975"/>
                <a:ext cx="274680" cy="40320"/>
              </p14:xfrm>
            </p:contentPart>
          </mc:Choice>
          <mc:Fallback xmlns="">
            <p:pic>
              <p:nvPicPr>
                <p:cNvPr id="71" name="Ink 70">
                  <a:extLst>
                    <a:ext uri="{FF2B5EF4-FFF2-40B4-BE49-F238E27FC236}">
                      <a16:creationId xmlns:a16="http://schemas.microsoft.com/office/drawing/2014/main" id="{7D5DA2A9-07C2-E07D-348C-2832F7DF6B82}"/>
                    </a:ext>
                  </a:extLst>
                </p:cNvPr>
                <p:cNvPicPr/>
                <p:nvPr/>
              </p:nvPicPr>
              <p:blipFill>
                <a:blip r:embed="rId119"/>
                <a:stretch>
                  <a:fillRect/>
                </a:stretch>
              </p:blipFill>
              <p:spPr>
                <a:xfrm>
                  <a:off x="10736745" y="5541855"/>
                  <a:ext cx="2869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2" name="Ink 71">
                  <a:extLst>
                    <a:ext uri="{FF2B5EF4-FFF2-40B4-BE49-F238E27FC236}">
                      <a16:creationId xmlns:a16="http://schemas.microsoft.com/office/drawing/2014/main" id="{AA2A9073-05E1-071C-290C-52D431759122}"/>
                    </a:ext>
                  </a:extLst>
                </p14:cNvPr>
                <p14:cNvContentPartPr/>
                <p14:nvPr/>
              </p14:nvContentPartPr>
              <p14:xfrm>
                <a:off x="11184225" y="5550855"/>
                <a:ext cx="7200" cy="5400"/>
              </p14:xfrm>
            </p:contentPart>
          </mc:Choice>
          <mc:Fallback xmlns="">
            <p:pic>
              <p:nvPicPr>
                <p:cNvPr id="72" name="Ink 71">
                  <a:extLst>
                    <a:ext uri="{FF2B5EF4-FFF2-40B4-BE49-F238E27FC236}">
                      <a16:creationId xmlns:a16="http://schemas.microsoft.com/office/drawing/2014/main" id="{AA2A9073-05E1-071C-290C-52D431759122}"/>
                    </a:ext>
                  </a:extLst>
                </p:cNvPr>
                <p:cNvPicPr/>
                <p:nvPr/>
              </p:nvPicPr>
              <p:blipFill>
                <a:blip r:embed="rId121"/>
                <a:stretch>
                  <a:fillRect/>
                </a:stretch>
              </p:blipFill>
              <p:spPr>
                <a:xfrm>
                  <a:off x="11178105" y="5544735"/>
                  <a:ext cx="19440" cy="17640"/>
                </a:xfrm>
                <a:prstGeom prst="rect">
                  <a:avLst/>
                </a:prstGeom>
              </p:spPr>
            </p:pic>
          </mc:Fallback>
        </mc:AlternateContent>
      </p:grpSp>
    </p:spTree>
    <p:extLst>
      <p:ext uri="{BB962C8B-B14F-4D97-AF65-F5344CB8AC3E}">
        <p14:creationId xmlns:p14="http://schemas.microsoft.com/office/powerpoint/2010/main" val="1705188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56077C8-27E7-E7D8-C0B1-27C45B9C7759}"/>
              </a:ext>
            </a:extLst>
          </p:cNvPr>
          <p:cNvGrpSpPr/>
          <p:nvPr/>
        </p:nvGrpSpPr>
        <p:grpSpPr>
          <a:xfrm>
            <a:off x="907305" y="476295"/>
            <a:ext cx="3546000" cy="777960"/>
            <a:chOff x="907305" y="476295"/>
            <a:chExt cx="3546000" cy="7779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47B9F82-7CD4-8057-C8C5-5C7810B8D551}"/>
                    </a:ext>
                  </a:extLst>
                </p14:cNvPr>
                <p14:cNvContentPartPr/>
                <p14:nvPr/>
              </p14:nvContentPartPr>
              <p14:xfrm>
                <a:off x="971385" y="614175"/>
                <a:ext cx="107640" cy="640080"/>
              </p14:xfrm>
            </p:contentPart>
          </mc:Choice>
          <mc:Fallback xmlns="">
            <p:pic>
              <p:nvPicPr>
                <p:cNvPr id="2" name="Ink 1">
                  <a:extLst>
                    <a:ext uri="{FF2B5EF4-FFF2-40B4-BE49-F238E27FC236}">
                      <a16:creationId xmlns:a16="http://schemas.microsoft.com/office/drawing/2014/main" id="{B47B9F82-7CD4-8057-C8C5-5C7810B8D551}"/>
                    </a:ext>
                  </a:extLst>
                </p:cNvPr>
                <p:cNvPicPr/>
                <p:nvPr/>
              </p:nvPicPr>
              <p:blipFill>
                <a:blip r:embed="rId3"/>
                <a:stretch>
                  <a:fillRect/>
                </a:stretch>
              </p:blipFill>
              <p:spPr>
                <a:xfrm>
                  <a:off x="965265" y="608055"/>
                  <a:ext cx="119880" cy="652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74341FF-0927-6315-DCB5-4A7A7EFBADFA}"/>
                    </a:ext>
                  </a:extLst>
                </p14:cNvPr>
                <p14:cNvContentPartPr/>
                <p14:nvPr/>
              </p14:nvContentPartPr>
              <p14:xfrm>
                <a:off x="907305" y="476295"/>
                <a:ext cx="548640" cy="451800"/>
              </p14:xfrm>
            </p:contentPart>
          </mc:Choice>
          <mc:Fallback xmlns="">
            <p:pic>
              <p:nvPicPr>
                <p:cNvPr id="3" name="Ink 2">
                  <a:extLst>
                    <a:ext uri="{FF2B5EF4-FFF2-40B4-BE49-F238E27FC236}">
                      <a16:creationId xmlns:a16="http://schemas.microsoft.com/office/drawing/2014/main" id="{374341FF-0927-6315-DCB5-4A7A7EFBADFA}"/>
                    </a:ext>
                  </a:extLst>
                </p:cNvPr>
                <p:cNvPicPr/>
                <p:nvPr/>
              </p:nvPicPr>
              <p:blipFill>
                <a:blip r:embed="rId5"/>
                <a:stretch>
                  <a:fillRect/>
                </a:stretch>
              </p:blipFill>
              <p:spPr>
                <a:xfrm>
                  <a:off x="901185" y="470175"/>
                  <a:ext cx="56088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83F7BEF-8CED-66AC-1B7C-66B55CD25AE2}"/>
                    </a:ext>
                  </a:extLst>
                </p14:cNvPr>
                <p14:cNvContentPartPr/>
                <p14:nvPr/>
              </p14:nvContentPartPr>
              <p14:xfrm>
                <a:off x="1328145" y="740895"/>
                <a:ext cx="502200" cy="391680"/>
              </p14:xfrm>
            </p:contentPart>
          </mc:Choice>
          <mc:Fallback xmlns="">
            <p:pic>
              <p:nvPicPr>
                <p:cNvPr id="4" name="Ink 3">
                  <a:extLst>
                    <a:ext uri="{FF2B5EF4-FFF2-40B4-BE49-F238E27FC236}">
                      <a16:creationId xmlns:a16="http://schemas.microsoft.com/office/drawing/2014/main" id="{483F7BEF-8CED-66AC-1B7C-66B55CD25AE2}"/>
                    </a:ext>
                  </a:extLst>
                </p:cNvPr>
                <p:cNvPicPr/>
                <p:nvPr/>
              </p:nvPicPr>
              <p:blipFill>
                <a:blip r:embed="rId7"/>
                <a:stretch>
                  <a:fillRect/>
                </a:stretch>
              </p:blipFill>
              <p:spPr>
                <a:xfrm>
                  <a:off x="1322025" y="734775"/>
                  <a:ext cx="51444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7E71F66-68A3-D7D1-8449-D89A13330FFA}"/>
                    </a:ext>
                  </a:extLst>
                </p14:cNvPr>
                <p14:cNvContentPartPr/>
                <p14:nvPr/>
              </p14:nvContentPartPr>
              <p14:xfrm>
                <a:off x="1952745" y="799215"/>
                <a:ext cx="403200" cy="245160"/>
              </p14:xfrm>
            </p:contentPart>
          </mc:Choice>
          <mc:Fallback xmlns="">
            <p:pic>
              <p:nvPicPr>
                <p:cNvPr id="5" name="Ink 4">
                  <a:extLst>
                    <a:ext uri="{FF2B5EF4-FFF2-40B4-BE49-F238E27FC236}">
                      <a16:creationId xmlns:a16="http://schemas.microsoft.com/office/drawing/2014/main" id="{E7E71F66-68A3-D7D1-8449-D89A13330FFA}"/>
                    </a:ext>
                  </a:extLst>
                </p:cNvPr>
                <p:cNvPicPr/>
                <p:nvPr/>
              </p:nvPicPr>
              <p:blipFill>
                <a:blip r:embed="rId9"/>
                <a:stretch>
                  <a:fillRect/>
                </a:stretch>
              </p:blipFill>
              <p:spPr>
                <a:xfrm>
                  <a:off x="1946625" y="793095"/>
                  <a:ext cx="4154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344F0303-651E-DEC4-1A33-F984A504B780}"/>
                    </a:ext>
                  </a:extLst>
                </p14:cNvPr>
                <p14:cNvContentPartPr/>
                <p14:nvPr/>
              </p14:nvContentPartPr>
              <p14:xfrm>
                <a:off x="2417145" y="680055"/>
                <a:ext cx="339840" cy="376920"/>
              </p14:xfrm>
            </p:contentPart>
          </mc:Choice>
          <mc:Fallback xmlns="">
            <p:pic>
              <p:nvPicPr>
                <p:cNvPr id="6" name="Ink 5">
                  <a:extLst>
                    <a:ext uri="{FF2B5EF4-FFF2-40B4-BE49-F238E27FC236}">
                      <a16:creationId xmlns:a16="http://schemas.microsoft.com/office/drawing/2014/main" id="{344F0303-651E-DEC4-1A33-F984A504B780}"/>
                    </a:ext>
                  </a:extLst>
                </p:cNvPr>
                <p:cNvPicPr/>
                <p:nvPr/>
              </p:nvPicPr>
              <p:blipFill>
                <a:blip r:embed="rId11"/>
                <a:stretch>
                  <a:fillRect/>
                </a:stretch>
              </p:blipFill>
              <p:spPr>
                <a:xfrm>
                  <a:off x="2411025" y="673935"/>
                  <a:ext cx="3520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4FB3833C-2BF6-1DCC-50BC-EC42A1C22320}"/>
                    </a:ext>
                  </a:extLst>
                </p14:cNvPr>
                <p14:cNvContentPartPr/>
                <p14:nvPr/>
              </p14:nvContentPartPr>
              <p14:xfrm>
                <a:off x="2861745" y="612375"/>
                <a:ext cx="77040" cy="82800"/>
              </p14:xfrm>
            </p:contentPart>
          </mc:Choice>
          <mc:Fallback xmlns="">
            <p:pic>
              <p:nvPicPr>
                <p:cNvPr id="7" name="Ink 6">
                  <a:extLst>
                    <a:ext uri="{FF2B5EF4-FFF2-40B4-BE49-F238E27FC236}">
                      <a16:creationId xmlns:a16="http://schemas.microsoft.com/office/drawing/2014/main" id="{4FB3833C-2BF6-1DCC-50BC-EC42A1C22320}"/>
                    </a:ext>
                  </a:extLst>
                </p:cNvPr>
                <p:cNvPicPr/>
                <p:nvPr/>
              </p:nvPicPr>
              <p:blipFill>
                <a:blip r:embed="rId13"/>
                <a:stretch>
                  <a:fillRect/>
                </a:stretch>
              </p:blipFill>
              <p:spPr>
                <a:xfrm>
                  <a:off x="2855625" y="606255"/>
                  <a:ext cx="892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C62F60C9-9E86-6336-CDDD-7F957A2967C3}"/>
                    </a:ext>
                  </a:extLst>
                </p14:cNvPr>
                <p14:cNvContentPartPr/>
                <p14:nvPr/>
              </p14:nvContentPartPr>
              <p14:xfrm>
                <a:off x="2962545" y="846015"/>
                <a:ext cx="419760" cy="293040"/>
              </p14:xfrm>
            </p:contentPart>
          </mc:Choice>
          <mc:Fallback xmlns="">
            <p:pic>
              <p:nvPicPr>
                <p:cNvPr id="8" name="Ink 7">
                  <a:extLst>
                    <a:ext uri="{FF2B5EF4-FFF2-40B4-BE49-F238E27FC236}">
                      <a16:creationId xmlns:a16="http://schemas.microsoft.com/office/drawing/2014/main" id="{C62F60C9-9E86-6336-CDDD-7F957A2967C3}"/>
                    </a:ext>
                  </a:extLst>
                </p:cNvPr>
                <p:cNvPicPr/>
                <p:nvPr/>
              </p:nvPicPr>
              <p:blipFill>
                <a:blip r:embed="rId15"/>
                <a:stretch>
                  <a:fillRect/>
                </a:stretch>
              </p:blipFill>
              <p:spPr>
                <a:xfrm>
                  <a:off x="2956425" y="839895"/>
                  <a:ext cx="4320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E9E60FC-3C84-8C1A-EA9C-77BB9E73771A}"/>
                    </a:ext>
                  </a:extLst>
                </p14:cNvPr>
                <p14:cNvContentPartPr/>
                <p14:nvPr/>
              </p14:nvContentPartPr>
              <p14:xfrm>
                <a:off x="3442425" y="741975"/>
                <a:ext cx="56520" cy="68400"/>
              </p14:xfrm>
            </p:contentPart>
          </mc:Choice>
          <mc:Fallback xmlns="">
            <p:pic>
              <p:nvPicPr>
                <p:cNvPr id="9" name="Ink 8">
                  <a:extLst>
                    <a:ext uri="{FF2B5EF4-FFF2-40B4-BE49-F238E27FC236}">
                      <a16:creationId xmlns:a16="http://schemas.microsoft.com/office/drawing/2014/main" id="{FE9E60FC-3C84-8C1A-EA9C-77BB9E73771A}"/>
                    </a:ext>
                  </a:extLst>
                </p:cNvPr>
                <p:cNvPicPr/>
                <p:nvPr/>
              </p:nvPicPr>
              <p:blipFill>
                <a:blip r:embed="rId17"/>
                <a:stretch>
                  <a:fillRect/>
                </a:stretch>
              </p:blipFill>
              <p:spPr>
                <a:xfrm>
                  <a:off x="3436305" y="735855"/>
                  <a:ext cx="687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AEB2EC55-A0F9-92D5-E4FE-94D18ADA4E5B}"/>
                    </a:ext>
                  </a:extLst>
                </p14:cNvPr>
                <p14:cNvContentPartPr/>
                <p14:nvPr/>
              </p14:nvContentPartPr>
              <p14:xfrm>
                <a:off x="3566985" y="866895"/>
                <a:ext cx="237240" cy="300960"/>
              </p14:xfrm>
            </p:contentPart>
          </mc:Choice>
          <mc:Fallback xmlns="">
            <p:pic>
              <p:nvPicPr>
                <p:cNvPr id="10" name="Ink 9">
                  <a:extLst>
                    <a:ext uri="{FF2B5EF4-FFF2-40B4-BE49-F238E27FC236}">
                      <a16:creationId xmlns:a16="http://schemas.microsoft.com/office/drawing/2014/main" id="{AEB2EC55-A0F9-92D5-E4FE-94D18ADA4E5B}"/>
                    </a:ext>
                  </a:extLst>
                </p:cNvPr>
                <p:cNvPicPr/>
                <p:nvPr/>
              </p:nvPicPr>
              <p:blipFill>
                <a:blip r:embed="rId19"/>
                <a:stretch>
                  <a:fillRect/>
                </a:stretch>
              </p:blipFill>
              <p:spPr>
                <a:xfrm>
                  <a:off x="3560865" y="860775"/>
                  <a:ext cx="24948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9524BA0F-911D-0321-F15C-9763D01A7979}"/>
                    </a:ext>
                  </a:extLst>
                </p14:cNvPr>
                <p14:cNvContentPartPr/>
                <p14:nvPr/>
              </p14:nvContentPartPr>
              <p14:xfrm>
                <a:off x="3941025" y="879855"/>
                <a:ext cx="218520" cy="284400"/>
              </p14:xfrm>
            </p:contentPart>
          </mc:Choice>
          <mc:Fallback xmlns="">
            <p:pic>
              <p:nvPicPr>
                <p:cNvPr id="11" name="Ink 10">
                  <a:extLst>
                    <a:ext uri="{FF2B5EF4-FFF2-40B4-BE49-F238E27FC236}">
                      <a16:creationId xmlns:a16="http://schemas.microsoft.com/office/drawing/2014/main" id="{9524BA0F-911D-0321-F15C-9763D01A7979}"/>
                    </a:ext>
                  </a:extLst>
                </p:cNvPr>
                <p:cNvPicPr/>
                <p:nvPr/>
              </p:nvPicPr>
              <p:blipFill>
                <a:blip r:embed="rId21"/>
                <a:stretch>
                  <a:fillRect/>
                </a:stretch>
              </p:blipFill>
              <p:spPr>
                <a:xfrm>
                  <a:off x="3934905" y="873735"/>
                  <a:ext cx="2307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5C8B67A7-C51E-D630-ED40-7328EF444BD8}"/>
                    </a:ext>
                  </a:extLst>
                </p14:cNvPr>
                <p14:cNvContentPartPr/>
                <p14:nvPr/>
              </p14:nvContentPartPr>
              <p14:xfrm>
                <a:off x="4407225" y="1004055"/>
                <a:ext cx="46080" cy="18000"/>
              </p14:xfrm>
            </p:contentPart>
          </mc:Choice>
          <mc:Fallback xmlns="">
            <p:pic>
              <p:nvPicPr>
                <p:cNvPr id="12" name="Ink 11">
                  <a:extLst>
                    <a:ext uri="{FF2B5EF4-FFF2-40B4-BE49-F238E27FC236}">
                      <a16:creationId xmlns:a16="http://schemas.microsoft.com/office/drawing/2014/main" id="{5C8B67A7-C51E-D630-ED40-7328EF444BD8}"/>
                    </a:ext>
                  </a:extLst>
                </p:cNvPr>
                <p:cNvPicPr/>
                <p:nvPr/>
              </p:nvPicPr>
              <p:blipFill>
                <a:blip r:embed="rId23"/>
                <a:stretch>
                  <a:fillRect/>
                </a:stretch>
              </p:blipFill>
              <p:spPr>
                <a:xfrm>
                  <a:off x="4401105" y="997935"/>
                  <a:ext cx="58320" cy="3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1626812-C3F3-C938-A5A2-687BB3CBF6B7}"/>
                  </a:ext>
                </a:extLst>
              </p14:cNvPr>
              <p14:cNvContentPartPr/>
              <p14:nvPr/>
            </p14:nvContentPartPr>
            <p14:xfrm>
              <a:off x="4529625" y="844575"/>
              <a:ext cx="84960" cy="66240"/>
            </p14:xfrm>
          </p:contentPart>
        </mc:Choice>
        <mc:Fallback xmlns="">
          <p:pic>
            <p:nvPicPr>
              <p:cNvPr id="20" name="Ink 19">
                <a:extLst>
                  <a:ext uri="{FF2B5EF4-FFF2-40B4-BE49-F238E27FC236}">
                    <a16:creationId xmlns:a16="http://schemas.microsoft.com/office/drawing/2014/main" id="{C1626812-C3F3-C938-A5A2-687BB3CBF6B7}"/>
                  </a:ext>
                </a:extLst>
              </p:cNvPr>
              <p:cNvPicPr/>
              <p:nvPr/>
            </p:nvPicPr>
            <p:blipFill>
              <a:blip r:embed="rId25"/>
              <a:stretch>
                <a:fillRect/>
              </a:stretch>
            </p:blipFill>
            <p:spPr>
              <a:xfrm>
                <a:off x="4523505" y="838455"/>
                <a:ext cx="97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7D345674-9AEA-DA5E-9092-343D36301ADE}"/>
                  </a:ext>
                </a:extLst>
              </p14:cNvPr>
              <p14:cNvContentPartPr/>
              <p14:nvPr/>
            </p14:nvContentPartPr>
            <p14:xfrm>
              <a:off x="4698825" y="1412655"/>
              <a:ext cx="20880" cy="24120"/>
            </p14:xfrm>
          </p:contentPart>
        </mc:Choice>
        <mc:Fallback xmlns="">
          <p:pic>
            <p:nvPicPr>
              <p:cNvPr id="21" name="Ink 20">
                <a:extLst>
                  <a:ext uri="{FF2B5EF4-FFF2-40B4-BE49-F238E27FC236}">
                    <a16:creationId xmlns:a16="http://schemas.microsoft.com/office/drawing/2014/main" id="{7D345674-9AEA-DA5E-9092-343D36301ADE}"/>
                  </a:ext>
                </a:extLst>
              </p:cNvPr>
              <p:cNvPicPr/>
              <p:nvPr/>
            </p:nvPicPr>
            <p:blipFill>
              <a:blip r:embed="rId27"/>
              <a:stretch>
                <a:fillRect/>
              </a:stretch>
            </p:blipFill>
            <p:spPr>
              <a:xfrm>
                <a:off x="4692705" y="1406535"/>
                <a:ext cx="331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460886FA-11FC-26F0-691F-A1A869518DC0}"/>
                  </a:ext>
                </a:extLst>
              </p14:cNvPr>
              <p14:cNvContentPartPr/>
              <p14:nvPr/>
            </p14:nvContentPartPr>
            <p14:xfrm>
              <a:off x="4916985" y="1160655"/>
              <a:ext cx="369720" cy="39600"/>
            </p14:xfrm>
          </p:contentPart>
        </mc:Choice>
        <mc:Fallback xmlns="">
          <p:pic>
            <p:nvPicPr>
              <p:cNvPr id="22" name="Ink 21">
                <a:extLst>
                  <a:ext uri="{FF2B5EF4-FFF2-40B4-BE49-F238E27FC236}">
                    <a16:creationId xmlns:a16="http://schemas.microsoft.com/office/drawing/2014/main" id="{460886FA-11FC-26F0-691F-A1A869518DC0}"/>
                  </a:ext>
                </a:extLst>
              </p:cNvPr>
              <p:cNvPicPr/>
              <p:nvPr/>
            </p:nvPicPr>
            <p:blipFill>
              <a:blip r:embed="rId29"/>
              <a:stretch>
                <a:fillRect/>
              </a:stretch>
            </p:blipFill>
            <p:spPr>
              <a:xfrm>
                <a:off x="4910865" y="1154535"/>
                <a:ext cx="381960" cy="51840"/>
              </a:xfrm>
              <a:prstGeom prst="rect">
                <a:avLst/>
              </a:prstGeom>
            </p:spPr>
          </p:pic>
        </mc:Fallback>
      </mc:AlternateContent>
      <p:grpSp>
        <p:nvGrpSpPr>
          <p:cNvPr id="26" name="Group 25">
            <a:extLst>
              <a:ext uri="{FF2B5EF4-FFF2-40B4-BE49-F238E27FC236}">
                <a16:creationId xmlns:a16="http://schemas.microsoft.com/office/drawing/2014/main" id="{AB39DBDB-FB9F-E774-EC43-A2E1FEE073F4}"/>
              </a:ext>
            </a:extLst>
          </p:cNvPr>
          <p:cNvGrpSpPr/>
          <p:nvPr/>
        </p:nvGrpSpPr>
        <p:grpSpPr>
          <a:xfrm>
            <a:off x="1618305" y="3535935"/>
            <a:ext cx="3159360" cy="1208880"/>
            <a:chOff x="1618305" y="3535935"/>
            <a:chExt cx="3159360" cy="1208880"/>
          </a:xfrm>
        </p:grpSpPr>
        <mc:AlternateContent xmlns:mc="http://schemas.openxmlformats.org/markup-compatibility/2006" xmlns:p14="http://schemas.microsoft.com/office/powerpoint/2010/main">
          <mc:Choice Requires="p14">
            <p:contentPart p14:bwMode="auto" r:id="rId30">
              <p14:nvContentPartPr>
                <p14:cNvPr id="14" name="Ink 13">
                  <a:extLst>
                    <a:ext uri="{FF2B5EF4-FFF2-40B4-BE49-F238E27FC236}">
                      <a16:creationId xmlns:a16="http://schemas.microsoft.com/office/drawing/2014/main" id="{56592DE1-363D-6764-0AE9-BEB4C5DA0DC1}"/>
                    </a:ext>
                  </a:extLst>
                </p14:cNvPr>
                <p14:cNvContentPartPr/>
                <p14:nvPr/>
              </p14:nvContentPartPr>
              <p14:xfrm>
                <a:off x="1618305" y="3995655"/>
                <a:ext cx="31320" cy="558000"/>
              </p14:xfrm>
            </p:contentPart>
          </mc:Choice>
          <mc:Fallback xmlns="">
            <p:pic>
              <p:nvPicPr>
                <p:cNvPr id="14" name="Ink 13">
                  <a:extLst>
                    <a:ext uri="{FF2B5EF4-FFF2-40B4-BE49-F238E27FC236}">
                      <a16:creationId xmlns:a16="http://schemas.microsoft.com/office/drawing/2014/main" id="{56592DE1-363D-6764-0AE9-BEB4C5DA0DC1}"/>
                    </a:ext>
                  </a:extLst>
                </p:cNvPr>
                <p:cNvPicPr/>
                <p:nvPr/>
              </p:nvPicPr>
              <p:blipFill>
                <a:blip r:embed="rId31"/>
                <a:stretch>
                  <a:fillRect/>
                </a:stretch>
              </p:blipFill>
              <p:spPr>
                <a:xfrm>
                  <a:off x="1612185" y="3989535"/>
                  <a:ext cx="43560" cy="57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Ink 14">
                  <a:extLst>
                    <a:ext uri="{FF2B5EF4-FFF2-40B4-BE49-F238E27FC236}">
                      <a16:creationId xmlns:a16="http://schemas.microsoft.com/office/drawing/2014/main" id="{63B61F5C-6036-2713-E04C-1C12C3100FC3}"/>
                    </a:ext>
                  </a:extLst>
                </p14:cNvPr>
                <p14:cNvContentPartPr/>
                <p14:nvPr/>
              </p14:nvContentPartPr>
              <p14:xfrm>
                <a:off x="1670505" y="3535935"/>
                <a:ext cx="328680" cy="1208880"/>
              </p14:xfrm>
            </p:contentPart>
          </mc:Choice>
          <mc:Fallback xmlns="">
            <p:pic>
              <p:nvPicPr>
                <p:cNvPr id="15" name="Ink 14">
                  <a:extLst>
                    <a:ext uri="{FF2B5EF4-FFF2-40B4-BE49-F238E27FC236}">
                      <a16:creationId xmlns:a16="http://schemas.microsoft.com/office/drawing/2014/main" id="{63B61F5C-6036-2713-E04C-1C12C3100FC3}"/>
                    </a:ext>
                  </a:extLst>
                </p:cNvPr>
                <p:cNvPicPr/>
                <p:nvPr/>
              </p:nvPicPr>
              <p:blipFill>
                <a:blip r:embed="rId33"/>
                <a:stretch>
                  <a:fillRect/>
                </a:stretch>
              </p:blipFill>
              <p:spPr>
                <a:xfrm>
                  <a:off x="1664385" y="3529815"/>
                  <a:ext cx="340920" cy="1221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 name="Ink 15">
                  <a:extLst>
                    <a:ext uri="{FF2B5EF4-FFF2-40B4-BE49-F238E27FC236}">
                      <a16:creationId xmlns:a16="http://schemas.microsoft.com/office/drawing/2014/main" id="{61A6FA1F-3DDA-EFCE-B41F-AAE1940E2012}"/>
                    </a:ext>
                  </a:extLst>
                </p14:cNvPr>
                <p14:cNvContentPartPr/>
                <p14:nvPr/>
              </p14:nvContentPartPr>
              <p14:xfrm>
                <a:off x="2049225" y="4435935"/>
                <a:ext cx="479160" cy="279720"/>
              </p14:xfrm>
            </p:contentPart>
          </mc:Choice>
          <mc:Fallback xmlns="">
            <p:pic>
              <p:nvPicPr>
                <p:cNvPr id="16" name="Ink 15">
                  <a:extLst>
                    <a:ext uri="{FF2B5EF4-FFF2-40B4-BE49-F238E27FC236}">
                      <a16:creationId xmlns:a16="http://schemas.microsoft.com/office/drawing/2014/main" id="{61A6FA1F-3DDA-EFCE-B41F-AAE1940E2012}"/>
                    </a:ext>
                  </a:extLst>
                </p:cNvPr>
                <p:cNvPicPr/>
                <p:nvPr/>
              </p:nvPicPr>
              <p:blipFill>
                <a:blip r:embed="rId35"/>
                <a:stretch>
                  <a:fillRect/>
                </a:stretch>
              </p:blipFill>
              <p:spPr>
                <a:xfrm>
                  <a:off x="2043105" y="4429815"/>
                  <a:ext cx="49140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Ink 16">
                  <a:extLst>
                    <a:ext uri="{FF2B5EF4-FFF2-40B4-BE49-F238E27FC236}">
                      <a16:creationId xmlns:a16="http://schemas.microsoft.com/office/drawing/2014/main" id="{FD3E275C-524B-878F-C3F7-B3FB01054CC5}"/>
                    </a:ext>
                  </a:extLst>
                </p14:cNvPr>
                <p14:cNvContentPartPr/>
                <p14:nvPr/>
              </p14:nvContentPartPr>
              <p14:xfrm>
                <a:off x="2777145" y="3681735"/>
                <a:ext cx="1407600" cy="944280"/>
              </p14:xfrm>
            </p:contentPart>
          </mc:Choice>
          <mc:Fallback xmlns="">
            <p:pic>
              <p:nvPicPr>
                <p:cNvPr id="17" name="Ink 16">
                  <a:extLst>
                    <a:ext uri="{FF2B5EF4-FFF2-40B4-BE49-F238E27FC236}">
                      <a16:creationId xmlns:a16="http://schemas.microsoft.com/office/drawing/2014/main" id="{FD3E275C-524B-878F-C3F7-B3FB01054CC5}"/>
                    </a:ext>
                  </a:extLst>
                </p:cNvPr>
                <p:cNvPicPr/>
                <p:nvPr/>
              </p:nvPicPr>
              <p:blipFill>
                <a:blip r:embed="rId37"/>
                <a:stretch>
                  <a:fillRect/>
                </a:stretch>
              </p:blipFill>
              <p:spPr>
                <a:xfrm>
                  <a:off x="2771025" y="3675615"/>
                  <a:ext cx="1419840" cy="956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Ink 17">
                  <a:extLst>
                    <a:ext uri="{FF2B5EF4-FFF2-40B4-BE49-F238E27FC236}">
                      <a16:creationId xmlns:a16="http://schemas.microsoft.com/office/drawing/2014/main" id="{E5496825-33B1-D478-BF5A-57B8D77F39A2}"/>
                    </a:ext>
                  </a:extLst>
                </p14:cNvPr>
                <p14:cNvContentPartPr/>
                <p14:nvPr/>
              </p14:nvContentPartPr>
              <p14:xfrm>
                <a:off x="4370505" y="4298055"/>
                <a:ext cx="16200" cy="8640"/>
              </p14:xfrm>
            </p:contentPart>
          </mc:Choice>
          <mc:Fallback xmlns="">
            <p:pic>
              <p:nvPicPr>
                <p:cNvPr id="18" name="Ink 17">
                  <a:extLst>
                    <a:ext uri="{FF2B5EF4-FFF2-40B4-BE49-F238E27FC236}">
                      <a16:creationId xmlns:a16="http://schemas.microsoft.com/office/drawing/2014/main" id="{E5496825-33B1-D478-BF5A-57B8D77F39A2}"/>
                    </a:ext>
                  </a:extLst>
                </p:cNvPr>
                <p:cNvPicPr/>
                <p:nvPr/>
              </p:nvPicPr>
              <p:blipFill>
                <a:blip r:embed="rId39"/>
                <a:stretch>
                  <a:fillRect/>
                </a:stretch>
              </p:blipFill>
              <p:spPr>
                <a:xfrm>
                  <a:off x="4364385" y="4291935"/>
                  <a:ext cx="284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12A3743-520A-C32E-2A0A-47E4CDB90AC8}"/>
                    </a:ext>
                  </a:extLst>
                </p14:cNvPr>
                <p14:cNvContentPartPr/>
                <p14:nvPr/>
              </p14:nvContentPartPr>
              <p14:xfrm>
                <a:off x="4723665" y="3926535"/>
                <a:ext cx="33480" cy="52920"/>
              </p14:xfrm>
            </p:contentPart>
          </mc:Choice>
          <mc:Fallback xmlns="">
            <p:pic>
              <p:nvPicPr>
                <p:cNvPr id="23" name="Ink 22">
                  <a:extLst>
                    <a:ext uri="{FF2B5EF4-FFF2-40B4-BE49-F238E27FC236}">
                      <a16:creationId xmlns:a16="http://schemas.microsoft.com/office/drawing/2014/main" id="{012A3743-520A-C32E-2A0A-47E4CDB90AC8}"/>
                    </a:ext>
                  </a:extLst>
                </p:cNvPr>
                <p:cNvPicPr/>
                <p:nvPr/>
              </p:nvPicPr>
              <p:blipFill>
                <a:blip r:embed="rId41"/>
                <a:stretch>
                  <a:fillRect/>
                </a:stretch>
              </p:blipFill>
              <p:spPr>
                <a:xfrm>
                  <a:off x="4717545" y="3920415"/>
                  <a:ext cx="457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571D370D-AE71-1015-72D8-E1AF8B25B23C}"/>
                    </a:ext>
                  </a:extLst>
                </p14:cNvPr>
                <p14:cNvContentPartPr/>
                <p14:nvPr/>
              </p14:nvContentPartPr>
              <p14:xfrm>
                <a:off x="4650585" y="4283655"/>
                <a:ext cx="127080" cy="63000"/>
              </p14:xfrm>
            </p:contentPart>
          </mc:Choice>
          <mc:Fallback xmlns="">
            <p:pic>
              <p:nvPicPr>
                <p:cNvPr id="24" name="Ink 23">
                  <a:extLst>
                    <a:ext uri="{FF2B5EF4-FFF2-40B4-BE49-F238E27FC236}">
                      <a16:creationId xmlns:a16="http://schemas.microsoft.com/office/drawing/2014/main" id="{571D370D-AE71-1015-72D8-E1AF8B25B23C}"/>
                    </a:ext>
                  </a:extLst>
                </p:cNvPr>
                <p:cNvPicPr/>
                <p:nvPr/>
              </p:nvPicPr>
              <p:blipFill>
                <a:blip r:embed="rId43"/>
                <a:stretch>
                  <a:fillRect/>
                </a:stretch>
              </p:blipFill>
              <p:spPr>
                <a:xfrm>
                  <a:off x="4644465" y="4277535"/>
                  <a:ext cx="139320" cy="7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F10CE2EE-FDF5-6DEA-8B94-26053B5CA778}"/>
                  </a:ext>
                </a:extLst>
              </p14:cNvPr>
              <p14:cNvContentPartPr/>
              <p14:nvPr/>
            </p14:nvContentPartPr>
            <p14:xfrm>
              <a:off x="5299305" y="4024455"/>
              <a:ext cx="410040" cy="144360"/>
            </p14:xfrm>
          </p:contentPart>
        </mc:Choice>
        <mc:Fallback xmlns="">
          <p:pic>
            <p:nvPicPr>
              <p:cNvPr id="25" name="Ink 24">
                <a:extLst>
                  <a:ext uri="{FF2B5EF4-FFF2-40B4-BE49-F238E27FC236}">
                    <a16:creationId xmlns:a16="http://schemas.microsoft.com/office/drawing/2014/main" id="{F10CE2EE-FDF5-6DEA-8B94-26053B5CA778}"/>
                  </a:ext>
                </a:extLst>
              </p:cNvPr>
              <p:cNvPicPr/>
              <p:nvPr/>
            </p:nvPicPr>
            <p:blipFill>
              <a:blip r:embed="rId45"/>
              <a:stretch>
                <a:fillRect/>
              </a:stretch>
            </p:blipFill>
            <p:spPr>
              <a:xfrm>
                <a:off x="5293185" y="4018335"/>
                <a:ext cx="422280" cy="156600"/>
              </a:xfrm>
              <a:prstGeom prst="rect">
                <a:avLst/>
              </a:prstGeom>
            </p:spPr>
          </p:pic>
        </mc:Fallback>
      </mc:AlternateContent>
      <p:grpSp>
        <p:nvGrpSpPr>
          <p:cNvPr id="31" name="Group 30">
            <a:extLst>
              <a:ext uri="{FF2B5EF4-FFF2-40B4-BE49-F238E27FC236}">
                <a16:creationId xmlns:a16="http://schemas.microsoft.com/office/drawing/2014/main" id="{0678E896-5121-C026-9189-BE3B83D30078}"/>
              </a:ext>
            </a:extLst>
          </p:cNvPr>
          <p:cNvGrpSpPr/>
          <p:nvPr/>
        </p:nvGrpSpPr>
        <p:grpSpPr>
          <a:xfrm>
            <a:off x="6805185" y="620655"/>
            <a:ext cx="1636560" cy="691200"/>
            <a:chOff x="6805185" y="620655"/>
            <a:chExt cx="1636560" cy="691200"/>
          </a:xfrm>
        </p:grpSpPr>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F803B9DC-92F7-ACD5-D45A-80597CDF213E}"/>
                    </a:ext>
                  </a:extLst>
                </p14:cNvPr>
                <p14:cNvContentPartPr/>
                <p14:nvPr/>
              </p14:nvContentPartPr>
              <p14:xfrm>
                <a:off x="6805185" y="648735"/>
                <a:ext cx="1130040" cy="58680"/>
              </p14:xfrm>
            </p:contentPart>
          </mc:Choice>
          <mc:Fallback xmlns="">
            <p:pic>
              <p:nvPicPr>
                <p:cNvPr id="27" name="Ink 26">
                  <a:extLst>
                    <a:ext uri="{FF2B5EF4-FFF2-40B4-BE49-F238E27FC236}">
                      <a16:creationId xmlns:a16="http://schemas.microsoft.com/office/drawing/2014/main" id="{F803B9DC-92F7-ACD5-D45A-80597CDF213E}"/>
                    </a:ext>
                  </a:extLst>
                </p:cNvPr>
                <p:cNvPicPr/>
                <p:nvPr/>
              </p:nvPicPr>
              <p:blipFill>
                <a:blip r:embed="rId47"/>
                <a:stretch>
                  <a:fillRect/>
                </a:stretch>
              </p:blipFill>
              <p:spPr>
                <a:xfrm>
                  <a:off x="6799065" y="642615"/>
                  <a:ext cx="11422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406B3571-073A-984E-83B5-BD8209D9CCE0}"/>
                    </a:ext>
                  </a:extLst>
                </p14:cNvPr>
                <p14:cNvContentPartPr/>
                <p14:nvPr/>
              </p14:nvContentPartPr>
              <p14:xfrm>
                <a:off x="7345905" y="652335"/>
                <a:ext cx="60840" cy="544680"/>
              </p14:xfrm>
            </p:contentPart>
          </mc:Choice>
          <mc:Fallback xmlns="">
            <p:pic>
              <p:nvPicPr>
                <p:cNvPr id="28" name="Ink 27">
                  <a:extLst>
                    <a:ext uri="{FF2B5EF4-FFF2-40B4-BE49-F238E27FC236}">
                      <a16:creationId xmlns:a16="http://schemas.microsoft.com/office/drawing/2014/main" id="{406B3571-073A-984E-83B5-BD8209D9CCE0}"/>
                    </a:ext>
                  </a:extLst>
                </p:cNvPr>
                <p:cNvPicPr/>
                <p:nvPr/>
              </p:nvPicPr>
              <p:blipFill>
                <a:blip r:embed="rId49"/>
                <a:stretch>
                  <a:fillRect/>
                </a:stretch>
              </p:blipFill>
              <p:spPr>
                <a:xfrm>
                  <a:off x="7339785" y="646215"/>
                  <a:ext cx="7308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1E25E1A9-3A94-068C-8C83-AC029DEBB683}"/>
                    </a:ext>
                  </a:extLst>
                </p14:cNvPr>
                <p14:cNvContentPartPr/>
                <p14:nvPr/>
              </p14:nvContentPartPr>
              <p14:xfrm>
                <a:off x="8035665" y="779775"/>
                <a:ext cx="46800" cy="532080"/>
              </p14:xfrm>
            </p:contentPart>
          </mc:Choice>
          <mc:Fallback xmlns="">
            <p:pic>
              <p:nvPicPr>
                <p:cNvPr id="29" name="Ink 28">
                  <a:extLst>
                    <a:ext uri="{FF2B5EF4-FFF2-40B4-BE49-F238E27FC236}">
                      <a16:creationId xmlns:a16="http://schemas.microsoft.com/office/drawing/2014/main" id="{1E25E1A9-3A94-068C-8C83-AC029DEBB683}"/>
                    </a:ext>
                  </a:extLst>
                </p:cNvPr>
                <p:cNvPicPr/>
                <p:nvPr/>
              </p:nvPicPr>
              <p:blipFill>
                <a:blip r:embed="rId51"/>
                <a:stretch>
                  <a:fillRect/>
                </a:stretch>
              </p:blipFill>
              <p:spPr>
                <a:xfrm>
                  <a:off x="8029545" y="773655"/>
                  <a:ext cx="5904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FEBEA63D-D453-7232-B457-EA04E336D1ED}"/>
                    </a:ext>
                  </a:extLst>
                </p14:cNvPr>
                <p14:cNvContentPartPr/>
                <p14:nvPr/>
              </p14:nvContentPartPr>
              <p14:xfrm>
                <a:off x="8120985" y="620655"/>
                <a:ext cx="320760" cy="476280"/>
              </p14:xfrm>
            </p:contentPart>
          </mc:Choice>
          <mc:Fallback xmlns="">
            <p:pic>
              <p:nvPicPr>
                <p:cNvPr id="30" name="Ink 29">
                  <a:extLst>
                    <a:ext uri="{FF2B5EF4-FFF2-40B4-BE49-F238E27FC236}">
                      <a16:creationId xmlns:a16="http://schemas.microsoft.com/office/drawing/2014/main" id="{FEBEA63D-D453-7232-B457-EA04E336D1ED}"/>
                    </a:ext>
                  </a:extLst>
                </p:cNvPr>
                <p:cNvPicPr/>
                <p:nvPr/>
              </p:nvPicPr>
              <p:blipFill>
                <a:blip r:embed="rId53"/>
                <a:stretch>
                  <a:fillRect/>
                </a:stretch>
              </p:blipFill>
              <p:spPr>
                <a:xfrm>
                  <a:off x="8114865" y="614535"/>
                  <a:ext cx="333000" cy="488520"/>
                </a:xfrm>
                <a:prstGeom prst="rect">
                  <a:avLst/>
                </a:prstGeom>
              </p:spPr>
            </p:pic>
          </mc:Fallback>
        </mc:AlternateContent>
      </p:grpSp>
      <p:grpSp>
        <p:nvGrpSpPr>
          <p:cNvPr id="48" name="Group 47">
            <a:extLst>
              <a:ext uri="{FF2B5EF4-FFF2-40B4-BE49-F238E27FC236}">
                <a16:creationId xmlns:a16="http://schemas.microsoft.com/office/drawing/2014/main" id="{20824037-4737-9EA0-D26C-03F9A7602A45}"/>
              </a:ext>
            </a:extLst>
          </p:cNvPr>
          <p:cNvGrpSpPr/>
          <p:nvPr/>
        </p:nvGrpSpPr>
        <p:grpSpPr>
          <a:xfrm>
            <a:off x="5559225" y="1496895"/>
            <a:ext cx="4119120" cy="1127520"/>
            <a:chOff x="5559225" y="1496895"/>
            <a:chExt cx="4119120" cy="1127520"/>
          </a:xfrm>
        </p:grpSpPr>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6D9F6987-154B-9F64-EA9E-29DFD28F5D86}"/>
                    </a:ext>
                  </a:extLst>
                </p14:cNvPr>
                <p14:cNvContentPartPr/>
                <p14:nvPr/>
              </p14:nvContentPartPr>
              <p14:xfrm>
                <a:off x="5757225" y="1496895"/>
                <a:ext cx="3921120" cy="268560"/>
              </p14:xfrm>
            </p:contentPart>
          </mc:Choice>
          <mc:Fallback xmlns="">
            <p:pic>
              <p:nvPicPr>
                <p:cNvPr id="32" name="Ink 31">
                  <a:extLst>
                    <a:ext uri="{FF2B5EF4-FFF2-40B4-BE49-F238E27FC236}">
                      <a16:creationId xmlns:a16="http://schemas.microsoft.com/office/drawing/2014/main" id="{6D9F6987-154B-9F64-EA9E-29DFD28F5D86}"/>
                    </a:ext>
                  </a:extLst>
                </p:cNvPr>
                <p:cNvPicPr/>
                <p:nvPr/>
              </p:nvPicPr>
              <p:blipFill>
                <a:blip r:embed="rId55"/>
                <a:stretch>
                  <a:fillRect/>
                </a:stretch>
              </p:blipFill>
              <p:spPr>
                <a:xfrm>
                  <a:off x="5751105" y="1490775"/>
                  <a:ext cx="393336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1E0E57B3-601C-CBFC-5922-59BEC4A56747}"/>
                    </a:ext>
                  </a:extLst>
                </p14:cNvPr>
                <p14:cNvContentPartPr/>
                <p14:nvPr/>
              </p14:nvContentPartPr>
              <p14:xfrm>
                <a:off x="5559225" y="2010255"/>
                <a:ext cx="1146960" cy="138960"/>
              </p14:xfrm>
            </p:contentPart>
          </mc:Choice>
          <mc:Fallback xmlns="">
            <p:pic>
              <p:nvPicPr>
                <p:cNvPr id="33" name="Ink 32">
                  <a:extLst>
                    <a:ext uri="{FF2B5EF4-FFF2-40B4-BE49-F238E27FC236}">
                      <a16:creationId xmlns:a16="http://schemas.microsoft.com/office/drawing/2014/main" id="{1E0E57B3-601C-CBFC-5922-59BEC4A56747}"/>
                    </a:ext>
                  </a:extLst>
                </p:cNvPr>
                <p:cNvPicPr/>
                <p:nvPr/>
              </p:nvPicPr>
              <p:blipFill>
                <a:blip r:embed="rId57"/>
                <a:stretch>
                  <a:fillRect/>
                </a:stretch>
              </p:blipFill>
              <p:spPr>
                <a:xfrm>
                  <a:off x="5553105" y="2004135"/>
                  <a:ext cx="11592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84E382CD-3C61-1275-8016-51EA8228456B}"/>
                    </a:ext>
                  </a:extLst>
                </p14:cNvPr>
                <p14:cNvContentPartPr/>
                <p14:nvPr/>
              </p14:nvContentPartPr>
              <p14:xfrm>
                <a:off x="6261225" y="2098815"/>
                <a:ext cx="65160" cy="386280"/>
              </p14:xfrm>
            </p:contentPart>
          </mc:Choice>
          <mc:Fallback xmlns="">
            <p:pic>
              <p:nvPicPr>
                <p:cNvPr id="34" name="Ink 33">
                  <a:extLst>
                    <a:ext uri="{FF2B5EF4-FFF2-40B4-BE49-F238E27FC236}">
                      <a16:creationId xmlns:a16="http://schemas.microsoft.com/office/drawing/2014/main" id="{84E382CD-3C61-1275-8016-51EA8228456B}"/>
                    </a:ext>
                  </a:extLst>
                </p:cNvPr>
                <p:cNvPicPr/>
                <p:nvPr/>
              </p:nvPicPr>
              <p:blipFill>
                <a:blip r:embed="rId59"/>
                <a:stretch>
                  <a:fillRect/>
                </a:stretch>
              </p:blipFill>
              <p:spPr>
                <a:xfrm>
                  <a:off x="6255105" y="2092695"/>
                  <a:ext cx="774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23515327-4828-1000-39C2-A0E8786B633B}"/>
                    </a:ext>
                  </a:extLst>
                </p14:cNvPr>
                <p14:cNvContentPartPr/>
                <p14:nvPr/>
              </p14:nvContentPartPr>
              <p14:xfrm>
                <a:off x="6739665" y="2268015"/>
                <a:ext cx="94320" cy="356400"/>
              </p14:xfrm>
            </p:contentPart>
          </mc:Choice>
          <mc:Fallback xmlns="">
            <p:pic>
              <p:nvPicPr>
                <p:cNvPr id="35" name="Ink 34">
                  <a:extLst>
                    <a:ext uri="{FF2B5EF4-FFF2-40B4-BE49-F238E27FC236}">
                      <a16:creationId xmlns:a16="http://schemas.microsoft.com/office/drawing/2014/main" id="{23515327-4828-1000-39C2-A0E8786B633B}"/>
                    </a:ext>
                  </a:extLst>
                </p:cNvPr>
                <p:cNvPicPr/>
                <p:nvPr/>
              </p:nvPicPr>
              <p:blipFill>
                <a:blip r:embed="rId61"/>
                <a:stretch>
                  <a:fillRect/>
                </a:stretch>
              </p:blipFill>
              <p:spPr>
                <a:xfrm>
                  <a:off x="6733545" y="2261895"/>
                  <a:ext cx="1065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C937FA40-961B-4B4F-DAA4-E88FCF768DA1}"/>
                    </a:ext>
                  </a:extLst>
                </p14:cNvPr>
                <p14:cNvContentPartPr/>
                <p14:nvPr/>
              </p14:nvContentPartPr>
              <p14:xfrm>
                <a:off x="6807705" y="2118615"/>
                <a:ext cx="192240" cy="286920"/>
              </p14:xfrm>
            </p:contentPart>
          </mc:Choice>
          <mc:Fallback xmlns="">
            <p:pic>
              <p:nvPicPr>
                <p:cNvPr id="36" name="Ink 35">
                  <a:extLst>
                    <a:ext uri="{FF2B5EF4-FFF2-40B4-BE49-F238E27FC236}">
                      <a16:creationId xmlns:a16="http://schemas.microsoft.com/office/drawing/2014/main" id="{C937FA40-961B-4B4F-DAA4-E88FCF768DA1}"/>
                    </a:ext>
                  </a:extLst>
                </p:cNvPr>
                <p:cNvPicPr/>
                <p:nvPr/>
              </p:nvPicPr>
              <p:blipFill>
                <a:blip r:embed="rId63"/>
                <a:stretch>
                  <a:fillRect/>
                </a:stretch>
              </p:blipFill>
              <p:spPr>
                <a:xfrm>
                  <a:off x="6801585" y="2112495"/>
                  <a:ext cx="2044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4EB53397-29A5-B02C-5890-D7C83B895B24}"/>
                    </a:ext>
                  </a:extLst>
                </p14:cNvPr>
                <p14:cNvContentPartPr/>
                <p14:nvPr/>
              </p14:nvContentPartPr>
              <p14:xfrm>
                <a:off x="7144665" y="2262255"/>
                <a:ext cx="694080" cy="135000"/>
              </p14:xfrm>
            </p:contentPart>
          </mc:Choice>
          <mc:Fallback xmlns="">
            <p:pic>
              <p:nvPicPr>
                <p:cNvPr id="37" name="Ink 36">
                  <a:extLst>
                    <a:ext uri="{FF2B5EF4-FFF2-40B4-BE49-F238E27FC236}">
                      <a16:creationId xmlns:a16="http://schemas.microsoft.com/office/drawing/2014/main" id="{4EB53397-29A5-B02C-5890-D7C83B895B24}"/>
                    </a:ext>
                  </a:extLst>
                </p:cNvPr>
                <p:cNvPicPr/>
                <p:nvPr/>
              </p:nvPicPr>
              <p:blipFill>
                <a:blip r:embed="rId65"/>
                <a:stretch>
                  <a:fillRect/>
                </a:stretch>
              </p:blipFill>
              <p:spPr>
                <a:xfrm>
                  <a:off x="7138545" y="2256135"/>
                  <a:ext cx="7063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F5D62216-9EB0-686F-E6D6-97F319233DB6}"/>
                    </a:ext>
                  </a:extLst>
                </p14:cNvPr>
                <p14:cNvContentPartPr/>
                <p14:nvPr/>
              </p14:nvContentPartPr>
              <p14:xfrm>
                <a:off x="7570905" y="2176935"/>
                <a:ext cx="122760" cy="397440"/>
              </p14:xfrm>
            </p:contentPart>
          </mc:Choice>
          <mc:Fallback xmlns="">
            <p:pic>
              <p:nvPicPr>
                <p:cNvPr id="38" name="Ink 37">
                  <a:extLst>
                    <a:ext uri="{FF2B5EF4-FFF2-40B4-BE49-F238E27FC236}">
                      <a16:creationId xmlns:a16="http://schemas.microsoft.com/office/drawing/2014/main" id="{F5D62216-9EB0-686F-E6D6-97F319233DB6}"/>
                    </a:ext>
                  </a:extLst>
                </p:cNvPr>
                <p:cNvPicPr/>
                <p:nvPr/>
              </p:nvPicPr>
              <p:blipFill>
                <a:blip r:embed="rId67"/>
                <a:stretch>
                  <a:fillRect/>
                </a:stretch>
              </p:blipFill>
              <p:spPr>
                <a:xfrm>
                  <a:off x="7564785" y="2170815"/>
                  <a:ext cx="13500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9CC7A4AD-B9A2-0D5F-FA72-987C4695F552}"/>
                    </a:ext>
                  </a:extLst>
                </p14:cNvPr>
                <p14:cNvContentPartPr/>
                <p14:nvPr/>
              </p14:nvContentPartPr>
              <p14:xfrm>
                <a:off x="8191905" y="2091975"/>
                <a:ext cx="29160" cy="388440"/>
              </p14:xfrm>
            </p:contentPart>
          </mc:Choice>
          <mc:Fallback xmlns="">
            <p:pic>
              <p:nvPicPr>
                <p:cNvPr id="39" name="Ink 38">
                  <a:extLst>
                    <a:ext uri="{FF2B5EF4-FFF2-40B4-BE49-F238E27FC236}">
                      <a16:creationId xmlns:a16="http://schemas.microsoft.com/office/drawing/2014/main" id="{9CC7A4AD-B9A2-0D5F-FA72-987C4695F552}"/>
                    </a:ext>
                  </a:extLst>
                </p:cNvPr>
                <p:cNvPicPr/>
                <p:nvPr/>
              </p:nvPicPr>
              <p:blipFill>
                <a:blip r:embed="rId69"/>
                <a:stretch>
                  <a:fillRect/>
                </a:stretch>
              </p:blipFill>
              <p:spPr>
                <a:xfrm>
                  <a:off x="8185785" y="2085855"/>
                  <a:ext cx="414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24CDFB7A-B1F8-C309-D4B4-4E58B55787BB}"/>
                    </a:ext>
                  </a:extLst>
                </p14:cNvPr>
                <p14:cNvContentPartPr/>
                <p14:nvPr/>
              </p14:nvContentPartPr>
              <p14:xfrm>
                <a:off x="8180385" y="1960935"/>
                <a:ext cx="219960" cy="66240"/>
              </p14:xfrm>
            </p:contentPart>
          </mc:Choice>
          <mc:Fallback xmlns="">
            <p:pic>
              <p:nvPicPr>
                <p:cNvPr id="40" name="Ink 39">
                  <a:extLst>
                    <a:ext uri="{FF2B5EF4-FFF2-40B4-BE49-F238E27FC236}">
                      <a16:creationId xmlns:a16="http://schemas.microsoft.com/office/drawing/2014/main" id="{24CDFB7A-B1F8-C309-D4B4-4E58B55787BB}"/>
                    </a:ext>
                  </a:extLst>
                </p:cNvPr>
                <p:cNvPicPr/>
                <p:nvPr/>
              </p:nvPicPr>
              <p:blipFill>
                <a:blip r:embed="rId71"/>
                <a:stretch>
                  <a:fillRect/>
                </a:stretch>
              </p:blipFill>
              <p:spPr>
                <a:xfrm>
                  <a:off x="8174265" y="1954815"/>
                  <a:ext cx="232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BB8ADFA4-EB41-4120-C7E6-B441184C1F93}"/>
                    </a:ext>
                  </a:extLst>
                </p14:cNvPr>
                <p14:cNvContentPartPr/>
                <p14:nvPr/>
              </p14:nvContentPartPr>
              <p14:xfrm>
                <a:off x="8284425" y="2239575"/>
                <a:ext cx="215280" cy="135000"/>
              </p14:xfrm>
            </p:contentPart>
          </mc:Choice>
          <mc:Fallback xmlns="">
            <p:pic>
              <p:nvPicPr>
                <p:cNvPr id="41" name="Ink 40">
                  <a:extLst>
                    <a:ext uri="{FF2B5EF4-FFF2-40B4-BE49-F238E27FC236}">
                      <a16:creationId xmlns:a16="http://schemas.microsoft.com/office/drawing/2014/main" id="{BB8ADFA4-EB41-4120-C7E6-B441184C1F93}"/>
                    </a:ext>
                  </a:extLst>
                </p:cNvPr>
                <p:cNvPicPr/>
                <p:nvPr/>
              </p:nvPicPr>
              <p:blipFill>
                <a:blip r:embed="rId73"/>
                <a:stretch>
                  <a:fillRect/>
                </a:stretch>
              </p:blipFill>
              <p:spPr>
                <a:xfrm>
                  <a:off x="8278305" y="2233455"/>
                  <a:ext cx="2275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3D2622AE-9E36-86D6-0AE5-434E2D519957}"/>
                    </a:ext>
                  </a:extLst>
                </p14:cNvPr>
                <p14:cNvContentPartPr/>
                <p14:nvPr/>
              </p14:nvContentPartPr>
              <p14:xfrm>
                <a:off x="8681865" y="2113215"/>
                <a:ext cx="50760" cy="270000"/>
              </p14:xfrm>
            </p:contentPart>
          </mc:Choice>
          <mc:Fallback xmlns="">
            <p:pic>
              <p:nvPicPr>
                <p:cNvPr id="42" name="Ink 41">
                  <a:extLst>
                    <a:ext uri="{FF2B5EF4-FFF2-40B4-BE49-F238E27FC236}">
                      <a16:creationId xmlns:a16="http://schemas.microsoft.com/office/drawing/2014/main" id="{3D2622AE-9E36-86D6-0AE5-434E2D519957}"/>
                    </a:ext>
                  </a:extLst>
                </p:cNvPr>
                <p:cNvPicPr/>
                <p:nvPr/>
              </p:nvPicPr>
              <p:blipFill>
                <a:blip r:embed="rId75"/>
                <a:stretch>
                  <a:fillRect/>
                </a:stretch>
              </p:blipFill>
              <p:spPr>
                <a:xfrm>
                  <a:off x="8675745" y="2107095"/>
                  <a:ext cx="630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D1AA1264-8C70-B5A8-D32F-14AA8E6CD362}"/>
                    </a:ext>
                  </a:extLst>
                </p14:cNvPr>
                <p14:cNvContentPartPr/>
                <p14:nvPr/>
              </p14:nvContentPartPr>
              <p14:xfrm>
                <a:off x="8690145" y="1836375"/>
                <a:ext cx="288000" cy="440640"/>
              </p14:xfrm>
            </p:contentPart>
          </mc:Choice>
          <mc:Fallback xmlns="">
            <p:pic>
              <p:nvPicPr>
                <p:cNvPr id="43" name="Ink 42">
                  <a:extLst>
                    <a:ext uri="{FF2B5EF4-FFF2-40B4-BE49-F238E27FC236}">
                      <a16:creationId xmlns:a16="http://schemas.microsoft.com/office/drawing/2014/main" id="{D1AA1264-8C70-B5A8-D32F-14AA8E6CD362}"/>
                    </a:ext>
                  </a:extLst>
                </p:cNvPr>
                <p:cNvPicPr/>
                <p:nvPr/>
              </p:nvPicPr>
              <p:blipFill>
                <a:blip r:embed="rId77"/>
                <a:stretch>
                  <a:fillRect/>
                </a:stretch>
              </p:blipFill>
              <p:spPr>
                <a:xfrm>
                  <a:off x="8684025" y="1830255"/>
                  <a:ext cx="30024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EAEF95D2-E99A-EFDE-365D-D5EED3BF7155}"/>
                    </a:ext>
                  </a:extLst>
                </p14:cNvPr>
                <p14:cNvContentPartPr/>
                <p14:nvPr/>
              </p14:nvContentPartPr>
              <p14:xfrm>
                <a:off x="9233025" y="2133735"/>
                <a:ext cx="33480" cy="21960"/>
              </p14:xfrm>
            </p:contentPart>
          </mc:Choice>
          <mc:Fallback xmlns="">
            <p:pic>
              <p:nvPicPr>
                <p:cNvPr id="44" name="Ink 43">
                  <a:extLst>
                    <a:ext uri="{FF2B5EF4-FFF2-40B4-BE49-F238E27FC236}">
                      <a16:creationId xmlns:a16="http://schemas.microsoft.com/office/drawing/2014/main" id="{EAEF95D2-E99A-EFDE-365D-D5EED3BF7155}"/>
                    </a:ext>
                  </a:extLst>
                </p:cNvPr>
                <p:cNvPicPr/>
                <p:nvPr/>
              </p:nvPicPr>
              <p:blipFill>
                <a:blip r:embed="rId79"/>
                <a:stretch>
                  <a:fillRect/>
                </a:stretch>
              </p:blipFill>
              <p:spPr>
                <a:xfrm>
                  <a:off x="9226905" y="2127615"/>
                  <a:ext cx="457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3A263053-065A-A746-C705-E522CDCF3FDD}"/>
                    </a:ext>
                  </a:extLst>
                </p14:cNvPr>
                <p14:cNvContentPartPr/>
                <p14:nvPr/>
              </p14:nvContentPartPr>
              <p14:xfrm>
                <a:off x="7602945" y="2292135"/>
                <a:ext cx="344880" cy="33120"/>
              </p14:xfrm>
            </p:contentPart>
          </mc:Choice>
          <mc:Fallback xmlns="">
            <p:pic>
              <p:nvPicPr>
                <p:cNvPr id="46" name="Ink 45">
                  <a:extLst>
                    <a:ext uri="{FF2B5EF4-FFF2-40B4-BE49-F238E27FC236}">
                      <a16:creationId xmlns:a16="http://schemas.microsoft.com/office/drawing/2014/main" id="{3A263053-065A-A746-C705-E522CDCF3FDD}"/>
                    </a:ext>
                  </a:extLst>
                </p:cNvPr>
                <p:cNvPicPr/>
                <p:nvPr/>
              </p:nvPicPr>
              <p:blipFill>
                <a:blip r:embed="rId81"/>
                <a:stretch>
                  <a:fillRect/>
                </a:stretch>
              </p:blipFill>
              <p:spPr>
                <a:xfrm>
                  <a:off x="7596825" y="2286015"/>
                  <a:ext cx="3571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1E3240FA-84D0-C478-4928-628822902252}"/>
                    </a:ext>
                  </a:extLst>
                </p14:cNvPr>
                <p14:cNvContentPartPr/>
                <p14:nvPr/>
              </p14:nvContentPartPr>
              <p14:xfrm>
                <a:off x="7699065" y="2099895"/>
                <a:ext cx="20160" cy="448560"/>
              </p14:xfrm>
            </p:contentPart>
          </mc:Choice>
          <mc:Fallback xmlns="">
            <p:pic>
              <p:nvPicPr>
                <p:cNvPr id="47" name="Ink 46">
                  <a:extLst>
                    <a:ext uri="{FF2B5EF4-FFF2-40B4-BE49-F238E27FC236}">
                      <a16:creationId xmlns:a16="http://schemas.microsoft.com/office/drawing/2014/main" id="{1E3240FA-84D0-C478-4928-628822902252}"/>
                    </a:ext>
                  </a:extLst>
                </p:cNvPr>
                <p:cNvPicPr/>
                <p:nvPr/>
              </p:nvPicPr>
              <p:blipFill>
                <a:blip r:embed="rId83"/>
                <a:stretch>
                  <a:fillRect/>
                </a:stretch>
              </p:blipFill>
              <p:spPr>
                <a:xfrm>
                  <a:off x="7692945" y="2093775"/>
                  <a:ext cx="32400" cy="460800"/>
                </a:xfrm>
                <a:prstGeom prst="rect">
                  <a:avLst/>
                </a:prstGeom>
              </p:spPr>
            </p:pic>
          </mc:Fallback>
        </mc:AlternateContent>
      </p:grpSp>
      <p:grpSp>
        <p:nvGrpSpPr>
          <p:cNvPr id="54" name="Group 53">
            <a:extLst>
              <a:ext uri="{FF2B5EF4-FFF2-40B4-BE49-F238E27FC236}">
                <a16:creationId xmlns:a16="http://schemas.microsoft.com/office/drawing/2014/main" id="{DE409FDC-1F78-7EE1-A1C8-59C777E3588E}"/>
              </a:ext>
            </a:extLst>
          </p:cNvPr>
          <p:cNvGrpSpPr/>
          <p:nvPr/>
        </p:nvGrpSpPr>
        <p:grpSpPr>
          <a:xfrm>
            <a:off x="6828225" y="3583095"/>
            <a:ext cx="2529000" cy="876600"/>
            <a:chOff x="6828225" y="3583095"/>
            <a:chExt cx="2529000" cy="876600"/>
          </a:xfrm>
        </p:grpSpPr>
        <mc:AlternateContent xmlns:mc="http://schemas.openxmlformats.org/markup-compatibility/2006" xmlns:p14="http://schemas.microsoft.com/office/powerpoint/2010/main">
          <mc:Choice Requires="p14">
            <p:contentPart p14:bwMode="auto" r:id="rId84">
              <p14:nvContentPartPr>
                <p14:cNvPr id="49" name="Ink 48">
                  <a:extLst>
                    <a:ext uri="{FF2B5EF4-FFF2-40B4-BE49-F238E27FC236}">
                      <a16:creationId xmlns:a16="http://schemas.microsoft.com/office/drawing/2014/main" id="{50059C92-29EA-352B-0835-11ACFD1EEE81}"/>
                    </a:ext>
                  </a:extLst>
                </p14:cNvPr>
                <p14:cNvContentPartPr/>
                <p14:nvPr/>
              </p14:nvContentPartPr>
              <p14:xfrm>
                <a:off x="6873945" y="3645735"/>
                <a:ext cx="990000" cy="141120"/>
              </p14:xfrm>
            </p:contentPart>
          </mc:Choice>
          <mc:Fallback xmlns="">
            <p:pic>
              <p:nvPicPr>
                <p:cNvPr id="49" name="Ink 48">
                  <a:extLst>
                    <a:ext uri="{FF2B5EF4-FFF2-40B4-BE49-F238E27FC236}">
                      <a16:creationId xmlns:a16="http://schemas.microsoft.com/office/drawing/2014/main" id="{50059C92-29EA-352B-0835-11ACFD1EEE81}"/>
                    </a:ext>
                  </a:extLst>
                </p:cNvPr>
                <p:cNvPicPr/>
                <p:nvPr/>
              </p:nvPicPr>
              <p:blipFill>
                <a:blip r:embed="rId85"/>
                <a:stretch>
                  <a:fillRect/>
                </a:stretch>
              </p:blipFill>
              <p:spPr>
                <a:xfrm>
                  <a:off x="6867825" y="3639615"/>
                  <a:ext cx="10022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0" name="Ink 49">
                  <a:extLst>
                    <a:ext uri="{FF2B5EF4-FFF2-40B4-BE49-F238E27FC236}">
                      <a16:creationId xmlns:a16="http://schemas.microsoft.com/office/drawing/2014/main" id="{085DFC89-6780-4F3D-C82B-80C0C9230901}"/>
                    </a:ext>
                  </a:extLst>
                </p14:cNvPr>
                <p14:cNvContentPartPr/>
                <p14:nvPr/>
              </p14:nvContentPartPr>
              <p14:xfrm>
                <a:off x="7412145" y="3682815"/>
                <a:ext cx="59760" cy="401400"/>
              </p14:xfrm>
            </p:contentPart>
          </mc:Choice>
          <mc:Fallback xmlns="">
            <p:pic>
              <p:nvPicPr>
                <p:cNvPr id="50" name="Ink 49">
                  <a:extLst>
                    <a:ext uri="{FF2B5EF4-FFF2-40B4-BE49-F238E27FC236}">
                      <a16:creationId xmlns:a16="http://schemas.microsoft.com/office/drawing/2014/main" id="{085DFC89-6780-4F3D-C82B-80C0C9230901}"/>
                    </a:ext>
                  </a:extLst>
                </p:cNvPr>
                <p:cNvPicPr/>
                <p:nvPr/>
              </p:nvPicPr>
              <p:blipFill>
                <a:blip r:embed="rId87"/>
                <a:stretch>
                  <a:fillRect/>
                </a:stretch>
              </p:blipFill>
              <p:spPr>
                <a:xfrm>
                  <a:off x="7406025" y="3676695"/>
                  <a:ext cx="7200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 name="Ink 50">
                  <a:extLst>
                    <a:ext uri="{FF2B5EF4-FFF2-40B4-BE49-F238E27FC236}">
                      <a16:creationId xmlns:a16="http://schemas.microsoft.com/office/drawing/2014/main" id="{1C76D0E0-493C-1FB5-CBE8-14A07B29D05F}"/>
                    </a:ext>
                  </a:extLst>
                </p14:cNvPr>
                <p14:cNvContentPartPr/>
                <p14:nvPr/>
              </p14:nvContentPartPr>
              <p14:xfrm>
                <a:off x="7981305" y="3834015"/>
                <a:ext cx="71280" cy="254520"/>
              </p14:xfrm>
            </p:contentPart>
          </mc:Choice>
          <mc:Fallback xmlns="">
            <p:pic>
              <p:nvPicPr>
                <p:cNvPr id="51" name="Ink 50">
                  <a:extLst>
                    <a:ext uri="{FF2B5EF4-FFF2-40B4-BE49-F238E27FC236}">
                      <a16:creationId xmlns:a16="http://schemas.microsoft.com/office/drawing/2014/main" id="{1C76D0E0-493C-1FB5-CBE8-14A07B29D05F}"/>
                    </a:ext>
                  </a:extLst>
                </p:cNvPr>
                <p:cNvPicPr/>
                <p:nvPr/>
              </p:nvPicPr>
              <p:blipFill>
                <a:blip r:embed="rId89"/>
                <a:stretch>
                  <a:fillRect/>
                </a:stretch>
              </p:blipFill>
              <p:spPr>
                <a:xfrm>
                  <a:off x="7975185" y="3827895"/>
                  <a:ext cx="835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1DCAA6DB-A57D-2ADD-F5B9-65915D1EC75F}"/>
                    </a:ext>
                  </a:extLst>
                </p14:cNvPr>
                <p14:cNvContentPartPr/>
                <p14:nvPr/>
              </p14:nvContentPartPr>
              <p14:xfrm>
                <a:off x="7966545" y="3583095"/>
                <a:ext cx="281880" cy="368640"/>
              </p14:xfrm>
            </p:contentPart>
          </mc:Choice>
          <mc:Fallback xmlns="">
            <p:pic>
              <p:nvPicPr>
                <p:cNvPr id="52" name="Ink 51">
                  <a:extLst>
                    <a:ext uri="{FF2B5EF4-FFF2-40B4-BE49-F238E27FC236}">
                      <a16:creationId xmlns:a16="http://schemas.microsoft.com/office/drawing/2014/main" id="{1DCAA6DB-A57D-2ADD-F5B9-65915D1EC75F}"/>
                    </a:ext>
                  </a:extLst>
                </p:cNvPr>
                <p:cNvPicPr/>
                <p:nvPr/>
              </p:nvPicPr>
              <p:blipFill>
                <a:blip r:embed="rId91"/>
                <a:stretch>
                  <a:fillRect/>
                </a:stretch>
              </p:blipFill>
              <p:spPr>
                <a:xfrm>
                  <a:off x="7960425" y="3576975"/>
                  <a:ext cx="29412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Ink 52">
                  <a:extLst>
                    <a:ext uri="{FF2B5EF4-FFF2-40B4-BE49-F238E27FC236}">
                      <a16:creationId xmlns:a16="http://schemas.microsoft.com/office/drawing/2014/main" id="{FAEBE647-304A-3C06-E911-DE4B78D532A4}"/>
                    </a:ext>
                  </a:extLst>
                </p14:cNvPr>
                <p14:cNvContentPartPr/>
                <p14:nvPr/>
              </p14:nvContentPartPr>
              <p14:xfrm>
                <a:off x="6828225" y="4136055"/>
                <a:ext cx="2529000" cy="323640"/>
              </p14:xfrm>
            </p:contentPart>
          </mc:Choice>
          <mc:Fallback xmlns="">
            <p:pic>
              <p:nvPicPr>
                <p:cNvPr id="53" name="Ink 52">
                  <a:extLst>
                    <a:ext uri="{FF2B5EF4-FFF2-40B4-BE49-F238E27FC236}">
                      <a16:creationId xmlns:a16="http://schemas.microsoft.com/office/drawing/2014/main" id="{FAEBE647-304A-3C06-E911-DE4B78D532A4}"/>
                    </a:ext>
                  </a:extLst>
                </p:cNvPr>
                <p:cNvPicPr/>
                <p:nvPr/>
              </p:nvPicPr>
              <p:blipFill>
                <a:blip r:embed="rId93"/>
                <a:stretch>
                  <a:fillRect/>
                </a:stretch>
              </p:blipFill>
              <p:spPr>
                <a:xfrm>
                  <a:off x="6822105" y="4129935"/>
                  <a:ext cx="2541240" cy="335880"/>
                </a:xfrm>
                <a:prstGeom prst="rect">
                  <a:avLst/>
                </a:prstGeom>
              </p:spPr>
            </p:pic>
          </mc:Fallback>
        </mc:AlternateContent>
      </p:grpSp>
      <p:grpSp>
        <p:nvGrpSpPr>
          <p:cNvPr id="72" name="Group 71">
            <a:extLst>
              <a:ext uri="{FF2B5EF4-FFF2-40B4-BE49-F238E27FC236}">
                <a16:creationId xmlns:a16="http://schemas.microsoft.com/office/drawing/2014/main" id="{7DEE311F-0A6D-60BF-E4BB-995C8EFCA455}"/>
              </a:ext>
            </a:extLst>
          </p:cNvPr>
          <p:cNvGrpSpPr/>
          <p:nvPr/>
        </p:nvGrpSpPr>
        <p:grpSpPr>
          <a:xfrm>
            <a:off x="9391785" y="1752855"/>
            <a:ext cx="419760" cy="623160"/>
            <a:chOff x="9391785" y="1752855"/>
            <a:chExt cx="419760" cy="623160"/>
          </a:xfrm>
        </p:grpSpPr>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3FBFD861-A16B-02D8-8939-F72422D06EA6}"/>
                    </a:ext>
                  </a:extLst>
                </p14:cNvPr>
                <p14:cNvContentPartPr/>
                <p14:nvPr/>
              </p14:nvContentPartPr>
              <p14:xfrm>
                <a:off x="9572505" y="1752855"/>
                <a:ext cx="80280" cy="540720"/>
              </p14:xfrm>
            </p:contentPart>
          </mc:Choice>
          <mc:Fallback xmlns="">
            <p:pic>
              <p:nvPicPr>
                <p:cNvPr id="68" name="Ink 67">
                  <a:extLst>
                    <a:ext uri="{FF2B5EF4-FFF2-40B4-BE49-F238E27FC236}">
                      <a16:creationId xmlns:a16="http://schemas.microsoft.com/office/drawing/2014/main" id="{3FBFD861-A16B-02D8-8939-F72422D06EA6}"/>
                    </a:ext>
                  </a:extLst>
                </p:cNvPr>
                <p:cNvPicPr/>
                <p:nvPr/>
              </p:nvPicPr>
              <p:blipFill>
                <a:blip r:embed="rId95"/>
                <a:stretch>
                  <a:fillRect/>
                </a:stretch>
              </p:blipFill>
              <p:spPr>
                <a:xfrm>
                  <a:off x="9566385" y="1746735"/>
                  <a:ext cx="9252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3F1575D2-317E-97FD-0778-6368FC5BBCFA}"/>
                    </a:ext>
                  </a:extLst>
                </p14:cNvPr>
                <p14:cNvContentPartPr/>
                <p14:nvPr/>
              </p14:nvContentPartPr>
              <p14:xfrm>
                <a:off x="9391785" y="2135895"/>
                <a:ext cx="222120" cy="240120"/>
              </p14:xfrm>
            </p:contentPart>
          </mc:Choice>
          <mc:Fallback xmlns="">
            <p:pic>
              <p:nvPicPr>
                <p:cNvPr id="69" name="Ink 68">
                  <a:extLst>
                    <a:ext uri="{FF2B5EF4-FFF2-40B4-BE49-F238E27FC236}">
                      <a16:creationId xmlns:a16="http://schemas.microsoft.com/office/drawing/2014/main" id="{3F1575D2-317E-97FD-0778-6368FC5BBCFA}"/>
                    </a:ext>
                  </a:extLst>
                </p:cNvPr>
                <p:cNvPicPr/>
                <p:nvPr/>
              </p:nvPicPr>
              <p:blipFill>
                <a:blip r:embed="rId97"/>
                <a:stretch>
                  <a:fillRect/>
                </a:stretch>
              </p:blipFill>
              <p:spPr>
                <a:xfrm>
                  <a:off x="9385665" y="2129775"/>
                  <a:ext cx="2343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1" name="Ink 70">
                  <a:extLst>
                    <a:ext uri="{FF2B5EF4-FFF2-40B4-BE49-F238E27FC236}">
                      <a16:creationId xmlns:a16="http://schemas.microsoft.com/office/drawing/2014/main" id="{C5616246-528B-0AE8-6F54-5F42B294CBF2}"/>
                    </a:ext>
                  </a:extLst>
                </p14:cNvPr>
                <p14:cNvContentPartPr/>
                <p14:nvPr/>
              </p14:nvContentPartPr>
              <p14:xfrm>
                <a:off x="9547305" y="2120055"/>
                <a:ext cx="264240" cy="210240"/>
              </p14:xfrm>
            </p:contentPart>
          </mc:Choice>
          <mc:Fallback xmlns="">
            <p:pic>
              <p:nvPicPr>
                <p:cNvPr id="71" name="Ink 70">
                  <a:extLst>
                    <a:ext uri="{FF2B5EF4-FFF2-40B4-BE49-F238E27FC236}">
                      <a16:creationId xmlns:a16="http://schemas.microsoft.com/office/drawing/2014/main" id="{C5616246-528B-0AE8-6F54-5F42B294CBF2}"/>
                    </a:ext>
                  </a:extLst>
                </p:cNvPr>
                <p:cNvPicPr/>
                <p:nvPr/>
              </p:nvPicPr>
              <p:blipFill>
                <a:blip r:embed="rId99"/>
                <a:stretch>
                  <a:fillRect/>
                </a:stretch>
              </p:blipFill>
              <p:spPr>
                <a:xfrm>
                  <a:off x="9541185" y="2113935"/>
                  <a:ext cx="276480" cy="222480"/>
                </a:xfrm>
                <a:prstGeom prst="rect">
                  <a:avLst/>
                </a:prstGeom>
              </p:spPr>
            </p:pic>
          </mc:Fallback>
        </mc:AlternateContent>
      </p:grpSp>
      <p:grpSp>
        <p:nvGrpSpPr>
          <p:cNvPr id="77" name="Group 76">
            <a:extLst>
              <a:ext uri="{FF2B5EF4-FFF2-40B4-BE49-F238E27FC236}">
                <a16:creationId xmlns:a16="http://schemas.microsoft.com/office/drawing/2014/main" id="{2742108C-6418-4188-8EAC-F67423DC43D3}"/>
              </a:ext>
            </a:extLst>
          </p:cNvPr>
          <p:cNvGrpSpPr/>
          <p:nvPr/>
        </p:nvGrpSpPr>
        <p:grpSpPr>
          <a:xfrm>
            <a:off x="6876105" y="4687935"/>
            <a:ext cx="3457800" cy="671040"/>
            <a:chOff x="6876105" y="4687935"/>
            <a:chExt cx="3457800" cy="671040"/>
          </a:xfrm>
        </p:grpSpPr>
        <mc:AlternateContent xmlns:mc="http://schemas.openxmlformats.org/markup-compatibility/2006" xmlns:p14="http://schemas.microsoft.com/office/powerpoint/2010/main">
          <mc:Choice Requires="p14">
            <p:contentPart p14:bwMode="auto" r:id="rId100">
              <p14:nvContentPartPr>
                <p14:cNvPr id="55" name="Ink 54">
                  <a:extLst>
                    <a:ext uri="{FF2B5EF4-FFF2-40B4-BE49-F238E27FC236}">
                      <a16:creationId xmlns:a16="http://schemas.microsoft.com/office/drawing/2014/main" id="{DD3AC888-BE83-9654-D02D-43D6BC368655}"/>
                    </a:ext>
                  </a:extLst>
                </p14:cNvPr>
                <p14:cNvContentPartPr/>
                <p14:nvPr/>
              </p14:nvContentPartPr>
              <p14:xfrm>
                <a:off x="6876105" y="4782615"/>
                <a:ext cx="840240" cy="44640"/>
              </p14:xfrm>
            </p:contentPart>
          </mc:Choice>
          <mc:Fallback xmlns="">
            <p:pic>
              <p:nvPicPr>
                <p:cNvPr id="55" name="Ink 54">
                  <a:extLst>
                    <a:ext uri="{FF2B5EF4-FFF2-40B4-BE49-F238E27FC236}">
                      <a16:creationId xmlns:a16="http://schemas.microsoft.com/office/drawing/2014/main" id="{DD3AC888-BE83-9654-D02D-43D6BC368655}"/>
                    </a:ext>
                  </a:extLst>
                </p:cNvPr>
                <p:cNvPicPr/>
                <p:nvPr/>
              </p:nvPicPr>
              <p:blipFill>
                <a:blip r:embed="rId101"/>
                <a:stretch>
                  <a:fillRect/>
                </a:stretch>
              </p:blipFill>
              <p:spPr>
                <a:xfrm>
                  <a:off x="6869985" y="4776495"/>
                  <a:ext cx="852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6" name="Ink 55">
                  <a:extLst>
                    <a:ext uri="{FF2B5EF4-FFF2-40B4-BE49-F238E27FC236}">
                      <a16:creationId xmlns:a16="http://schemas.microsoft.com/office/drawing/2014/main" id="{4CA755E5-BC4A-2B23-8028-9EB8632BB954}"/>
                    </a:ext>
                  </a:extLst>
                </p14:cNvPr>
                <p14:cNvContentPartPr/>
                <p14:nvPr/>
              </p14:nvContentPartPr>
              <p14:xfrm>
                <a:off x="7333305" y="4878375"/>
                <a:ext cx="56520" cy="316080"/>
              </p14:xfrm>
            </p:contentPart>
          </mc:Choice>
          <mc:Fallback xmlns="">
            <p:pic>
              <p:nvPicPr>
                <p:cNvPr id="56" name="Ink 55">
                  <a:extLst>
                    <a:ext uri="{FF2B5EF4-FFF2-40B4-BE49-F238E27FC236}">
                      <a16:creationId xmlns:a16="http://schemas.microsoft.com/office/drawing/2014/main" id="{4CA755E5-BC4A-2B23-8028-9EB8632BB954}"/>
                    </a:ext>
                  </a:extLst>
                </p:cNvPr>
                <p:cNvPicPr/>
                <p:nvPr/>
              </p:nvPicPr>
              <p:blipFill>
                <a:blip r:embed="rId103"/>
                <a:stretch>
                  <a:fillRect/>
                </a:stretch>
              </p:blipFill>
              <p:spPr>
                <a:xfrm>
                  <a:off x="7327185" y="4872255"/>
                  <a:ext cx="687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7" name="Ink 56">
                  <a:extLst>
                    <a:ext uri="{FF2B5EF4-FFF2-40B4-BE49-F238E27FC236}">
                      <a16:creationId xmlns:a16="http://schemas.microsoft.com/office/drawing/2014/main" id="{F650A71B-1CA5-C453-B5B3-B6882EE2BBB6}"/>
                    </a:ext>
                  </a:extLst>
                </p14:cNvPr>
                <p14:cNvContentPartPr/>
                <p14:nvPr/>
              </p14:nvContentPartPr>
              <p14:xfrm>
                <a:off x="7610505" y="5079975"/>
                <a:ext cx="76320" cy="279000"/>
              </p14:xfrm>
            </p:contentPart>
          </mc:Choice>
          <mc:Fallback xmlns="">
            <p:pic>
              <p:nvPicPr>
                <p:cNvPr id="57" name="Ink 56">
                  <a:extLst>
                    <a:ext uri="{FF2B5EF4-FFF2-40B4-BE49-F238E27FC236}">
                      <a16:creationId xmlns:a16="http://schemas.microsoft.com/office/drawing/2014/main" id="{F650A71B-1CA5-C453-B5B3-B6882EE2BBB6}"/>
                    </a:ext>
                  </a:extLst>
                </p:cNvPr>
                <p:cNvPicPr/>
                <p:nvPr/>
              </p:nvPicPr>
              <p:blipFill>
                <a:blip r:embed="rId105"/>
                <a:stretch>
                  <a:fillRect/>
                </a:stretch>
              </p:blipFill>
              <p:spPr>
                <a:xfrm>
                  <a:off x="7604385" y="5073855"/>
                  <a:ext cx="885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8" name="Ink 57">
                  <a:extLst>
                    <a:ext uri="{FF2B5EF4-FFF2-40B4-BE49-F238E27FC236}">
                      <a16:creationId xmlns:a16="http://schemas.microsoft.com/office/drawing/2014/main" id="{E969A3E4-A1ED-2CE9-6C7F-E786F31493D3}"/>
                    </a:ext>
                  </a:extLst>
                </p14:cNvPr>
                <p14:cNvContentPartPr/>
                <p14:nvPr/>
              </p14:nvContentPartPr>
              <p14:xfrm>
                <a:off x="7570905" y="4907895"/>
                <a:ext cx="277560" cy="320400"/>
              </p14:xfrm>
            </p:contentPart>
          </mc:Choice>
          <mc:Fallback xmlns="">
            <p:pic>
              <p:nvPicPr>
                <p:cNvPr id="58" name="Ink 57">
                  <a:extLst>
                    <a:ext uri="{FF2B5EF4-FFF2-40B4-BE49-F238E27FC236}">
                      <a16:creationId xmlns:a16="http://schemas.microsoft.com/office/drawing/2014/main" id="{E969A3E4-A1ED-2CE9-6C7F-E786F31493D3}"/>
                    </a:ext>
                  </a:extLst>
                </p:cNvPr>
                <p:cNvPicPr/>
                <p:nvPr/>
              </p:nvPicPr>
              <p:blipFill>
                <a:blip r:embed="rId107"/>
                <a:stretch>
                  <a:fillRect/>
                </a:stretch>
              </p:blipFill>
              <p:spPr>
                <a:xfrm>
                  <a:off x="7564785" y="4901775"/>
                  <a:ext cx="2898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9" name="Ink 58">
                  <a:extLst>
                    <a:ext uri="{FF2B5EF4-FFF2-40B4-BE49-F238E27FC236}">
                      <a16:creationId xmlns:a16="http://schemas.microsoft.com/office/drawing/2014/main" id="{197C1CC9-2BC2-32F1-E8A2-5DD2DF317351}"/>
                    </a:ext>
                  </a:extLst>
                </p14:cNvPr>
                <p14:cNvContentPartPr/>
                <p14:nvPr/>
              </p14:nvContentPartPr>
              <p14:xfrm>
                <a:off x="8128905" y="5026335"/>
                <a:ext cx="360360" cy="108360"/>
              </p14:xfrm>
            </p:contentPart>
          </mc:Choice>
          <mc:Fallback xmlns="">
            <p:pic>
              <p:nvPicPr>
                <p:cNvPr id="59" name="Ink 58">
                  <a:extLst>
                    <a:ext uri="{FF2B5EF4-FFF2-40B4-BE49-F238E27FC236}">
                      <a16:creationId xmlns:a16="http://schemas.microsoft.com/office/drawing/2014/main" id="{197C1CC9-2BC2-32F1-E8A2-5DD2DF317351}"/>
                    </a:ext>
                  </a:extLst>
                </p:cNvPr>
                <p:cNvPicPr/>
                <p:nvPr/>
              </p:nvPicPr>
              <p:blipFill>
                <a:blip r:embed="rId109"/>
                <a:stretch>
                  <a:fillRect/>
                </a:stretch>
              </p:blipFill>
              <p:spPr>
                <a:xfrm>
                  <a:off x="8122785" y="5020215"/>
                  <a:ext cx="372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 name="Ink 59">
                  <a:extLst>
                    <a:ext uri="{FF2B5EF4-FFF2-40B4-BE49-F238E27FC236}">
                      <a16:creationId xmlns:a16="http://schemas.microsoft.com/office/drawing/2014/main" id="{3C87D815-83C9-10F5-8026-66A3FE9E470E}"/>
                    </a:ext>
                  </a:extLst>
                </p14:cNvPr>
                <p14:cNvContentPartPr/>
                <p14:nvPr/>
              </p14:nvContentPartPr>
              <p14:xfrm>
                <a:off x="8246625" y="4937775"/>
                <a:ext cx="56520" cy="356400"/>
              </p14:xfrm>
            </p:contentPart>
          </mc:Choice>
          <mc:Fallback xmlns="">
            <p:pic>
              <p:nvPicPr>
                <p:cNvPr id="60" name="Ink 59">
                  <a:extLst>
                    <a:ext uri="{FF2B5EF4-FFF2-40B4-BE49-F238E27FC236}">
                      <a16:creationId xmlns:a16="http://schemas.microsoft.com/office/drawing/2014/main" id="{3C87D815-83C9-10F5-8026-66A3FE9E470E}"/>
                    </a:ext>
                  </a:extLst>
                </p:cNvPr>
                <p:cNvPicPr/>
                <p:nvPr/>
              </p:nvPicPr>
              <p:blipFill>
                <a:blip r:embed="rId111"/>
                <a:stretch>
                  <a:fillRect/>
                </a:stretch>
              </p:blipFill>
              <p:spPr>
                <a:xfrm>
                  <a:off x="8240505" y="4931655"/>
                  <a:ext cx="687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Ink 60">
                  <a:extLst>
                    <a:ext uri="{FF2B5EF4-FFF2-40B4-BE49-F238E27FC236}">
                      <a16:creationId xmlns:a16="http://schemas.microsoft.com/office/drawing/2014/main" id="{34ECD55F-BC96-37E1-37E2-15680E207550}"/>
                    </a:ext>
                  </a:extLst>
                </p14:cNvPr>
                <p14:cNvContentPartPr/>
                <p14:nvPr/>
              </p14:nvContentPartPr>
              <p14:xfrm>
                <a:off x="8612745" y="4923375"/>
                <a:ext cx="53640" cy="401400"/>
              </p14:xfrm>
            </p:contentPart>
          </mc:Choice>
          <mc:Fallback xmlns="">
            <p:pic>
              <p:nvPicPr>
                <p:cNvPr id="61" name="Ink 60">
                  <a:extLst>
                    <a:ext uri="{FF2B5EF4-FFF2-40B4-BE49-F238E27FC236}">
                      <a16:creationId xmlns:a16="http://schemas.microsoft.com/office/drawing/2014/main" id="{34ECD55F-BC96-37E1-37E2-15680E207550}"/>
                    </a:ext>
                  </a:extLst>
                </p:cNvPr>
                <p:cNvPicPr/>
                <p:nvPr/>
              </p:nvPicPr>
              <p:blipFill>
                <a:blip r:embed="rId113"/>
                <a:stretch>
                  <a:fillRect/>
                </a:stretch>
              </p:blipFill>
              <p:spPr>
                <a:xfrm>
                  <a:off x="8606625" y="4917255"/>
                  <a:ext cx="658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Ink 61">
                  <a:extLst>
                    <a:ext uri="{FF2B5EF4-FFF2-40B4-BE49-F238E27FC236}">
                      <a16:creationId xmlns:a16="http://schemas.microsoft.com/office/drawing/2014/main" id="{FA0775C9-F74C-D4B8-216A-E207FCFA3E9D}"/>
                    </a:ext>
                  </a:extLst>
                </p14:cNvPr>
                <p14:cNvContentPartPr/>
                <p14:nvPr/>
              </p14:nvContentPartPr>
              <p14:xfrm>
                <a:off x="8661345" y="4767135"/>
                <a:ext cx="262080" cy="82800"/>
              </p14:xfrm>
            </p:contentPart>
          </mc:Choice>
          <mc:Fallback xmlns="">
            <p:pic>
              <p:nvPicPr>
                <p:cNvPr id="62" name="Ink 61">
                  <a:extLst>
                    <a:ext uri="{FF2B5EF4-FFF2-40B4-BE49-F238E27FC236}">
                      <a16:creationId xmlns:a16="http://schemas.microsoft.com/office/drawing/2014/main" id="{FA0775C9-F74C-D4B8-216A-E207FCFA3E9D}"/>
                    </a:ext>
                  </a:extLst>
                </p:cNvPr>
                <p:cNvPicPr/>
                <p:nvPr/>
              </p:nvPicPr>
              <p:blipFill>
                <a:blip r:embed="rId115"/>
                <a:stretch>
                  <a:fillRect/>
                </a:stretch>
              </p:blipFill>
              <p:spPr>
                <a:xfrm>
                  <a:off x="8655225" y="4761015"/>
                  <a:ext cx="2743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3" name="Ink 62">
                  <a:extLst>
                    <a:ext uri="{FF2B5EF4-FFF2-40B4-BE49-F238E27FC236}">
                      <a16:creationId xmlns:a16="http://schemas.microsoft.com/office/drawing/2014/main" id="{5A2A55B7-605D-1608-ACB5-E511DAE7103A}"/>
                    </a:ext>
                  </a:extLst>
                </p14:cNvPr>
                <p14:cNvContentPartPr/>
                <p14:nvPr/>
              </p14:nvContentPartPr>
              <p14:xfrm>
                <a:off x="8671785" y="5106615"/>
                <a:ext cx="208440" cy="80640"/>
              </p14:xfrm>
            </p:contentPart>
          </mc:Choice>
          <mc:Fallback xmlns="">
            <p:pic>
              <p:nvPicPr>
                <p:cNvPr id="63" name="Ink 62">
                  <a:extLst>
                    <a:ext uri="{FF2B5EF4-FFF2-40B4-BE49-F238E27FC236}">
                      <a16:creationId xmlns:a16="http://schemas.microsoft.com/office/drawing/2014/main" id="{5A2A55B7-605D-1608-ACB5-E511DAE7103A}"/>
                    </a:ext>
                  </a:extLst>
                </p:cNvPr>
                <p:cNvPicPr/>
                <p:nvPr/>
              </p:nvPicPr>
              <p:blipFill>
                <a:blip r:embed="rId117"/>
                <a:stretch>
                  <a:fillRect/>
                </a:stretch>
              </p:blipFill>
              <p:spPr>
                <a:xfrm>
                  <a:off x="8665665" y="5100495"/>
                  <a:ext cx="2206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4" name="Ink 63">
                  <a:extLst>
                    <a:ext uri="{FF2B5EF4-FFF2-40B4-BE49-F238E27FC236}">
                      <a16:creationId xmlns:a16="http://schemas.microsoft.com/office/drawing/2014/main" id="{1C3DE11E-EA96-714C-033D-5DB83560E9AF}"/>
                    </a:ext>
                  </a:extLst>
                </p14:cNvPr>
                <p14:cNvContentPartPr/>
                <p14:nvPr/>
              </p14:nvContentPartPr>
              <p14:xfrm>
                <a:off x="9094785" y="4835175"/>
                <a:ext cx="64080" cy="364320"/>
              </p14:xfrm>
            </p:contentPart>
          </mc:Choice>
          <mc:Fallback xmlns="">
            <p:pic>
              <p:nvPicPr>
                <p:cNvPr id="64" name="Ink 63">
                  <a:extLst>
                    <a:ext uri="{FF2B5EF4-FFF2-40B4-BE49-F238E27FC236}">
                      <a16:creationId xmlns:a16="http://schemas.microsoft.com/office/drawing/2014/main" id="{1C3DE11E-EA96-714C-033D-5DB83560E9AF}"/>
                    </a:ext>
                  </a:extLst>
                </p:cNvPr>
                <p:cNvPicPr/>
                <p:nvPr/>
              </p:nvPicPr>
              <p:blipFill>
                <a:blip r:embed="rId119"/>
                <a:stretch>
                  <a:fillRect/>
                </a:stretch>
              </p:blipFill>
              <p:spPr>
                <a:xfrm>
                  <a:off x="9088665" y="4829055"/>
                  <a:ext cx="7632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5" name="Ink 64">
                  <a:extLst>
                    <a:ext uri="{FF2B5EF4-FFF2-40B4-BE49-F238E27FC236}">
                      <a16:creationId xmlns:a16="http://schemas.microsoft.com/office/drawing/2014/main" id="{307AE9A5-B947-D8AE-B347-BE207B39D7D4}"/>
                    </a:ext>
                  </a:extLst>
                </p14:cNvPr>
                <p14:cNvContentPartPr/>
                <p14:nvPr/>
              </p14:nvContentPartPr>
              <p14:xfrm>
                <a:off x="9181545" y="4778295"/>
                <a:ext cx="397800" cy="410040"/>
              </p14:xfrm>
            </p:contentPart>
          </mc:Choice>
          <mc:Fallback xmlns="">
            <p:pic>
              <p:nvPicPr>
                <p:cNvPr id="65" name="Ink 64">
                  <a:extLst>
                    <a:ext uri="{FF2B5EF4-FFF2-40B4-BE49-F238E27FC236}">
                      <a16:creationId xmlns:a16="http://schemas.microsoft.com/office/drawing/2014/main" id="{307AE9A5-B947-D8AE-B347-BE207B39D7D4}"/>
                    </a:ext>
                  </a:extLst>
                </p:cNvPr>
                <p:cNvPicPr/>
                <p:nvPr/>
              </p:nvPicPr>
              <p:blipFill>
                <a:blip r:embed="rId121"/>
                <a:stretch>
                  <a:fillRect/>
                </a:stretch>
              </p:blipFill>
              <p:spPr>
                <a:xfrm>
                  <a:off x="9175425" y="4772175"/>
                  <a:ext cx="41004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6" name="Ink 65">
                  <a:extLst>
                    <a:ext uri="{FF2B5EF4-FFF2-40B4-BE49-F238E27FC236}">
                      <a16:creationId xmlns:a16="http://schemas.microsoft.com/office/drawing/2014/main" id="{B2839DE8-90DD-536A-BA05-A0423280BDC7}"/>
                    </a:ext>
                  </a:extLst>
                </p14:cNvPr>
                <p14:cNvContentPartPr/>
                <p14:nvPr/>
              </p14:nvContentPartPr>
              <p14:xfrm>
                <a:off x="9740625" y="5141535"/>
                <a:ext cx="1440" cy="18720"/>
              </p14:xfrm>
            </p:contentPart>
          </mc:Choice>
          <mc:Fallback xmlns="">
            <p:pic>
              <p:nvPicPr>
                <p:cNvPr id="66" name="Ink 65">
                  <a:extLst>
                    <a:ext uri="{FF2B5EF4-FFF2-40B4-BE49-F238E27FC236}">
                      <a16:creationId xmlns:a16="http://schemas.microsoft.com/office/drawing/2014/main" id="{B2839DE8-90DD-536A-BA05-A0423280BDC7}"/>
                    </a:ext>
                  </a:extLst>
                </p:cNvPr>
                <p:cNvPicPr/>
                <p:nvPr/>
              </p:nvPicPr>
              <p:blipFill>
                <a:blip r:embed="rId123"/>
                <a:stretch>
                  <a:fillRect/>
                </a:stretch>
              </p:blipFill>
              <p:spPr>
                <a:xfrm>
                  <a:off x="9734505" y="5135415"/>
                  <a:ext cx="13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48C41491-A8FB-1225-E00E-C767068DC465}"/>
                    </a:ext>
                  </a:extLst>
                </p14:cNvPr>
                <p14:cNvContentPartPr/>
                <p14:nvPr/>
              </p14:nvContentPartPr>
              <p14:xfrm>
                <a:off x="9975705" y="4687935"/>
                <a:ext cx="56520" cy="437040"/>
              </p14:xfrm>
            </p:contentPart>
          </mc:Choice>
          <mc:Fallback xmlns="">
            <p:pic>
              <p:nvPicPr>
                <p:cNvPr id="73" name="Ink 72">
                  <a:extLst>
                    <a:ext uri="{FF2B5EF4-FFF2-40B4-BE49-F238E27FC236}">
                      <a16:creationId xmlns:a16="http://schemas.microsoft.com/office/drawing/2014/main" id="{48C41491-A8FB-1225-E00E-C767068DC465}"/>
                    </a:ext>
                  </a:extLst>
                </p:cNvPr>
                <p:cNvPicPr/>
                <p:nvPr/>
              </p:nvPicPr>
              <p:blipFill>
                <a:blip r:embed="rId125"/>
                <a:stretch>
                  <a:fillRect/>
                </a:stretch>
              </p:blipFill>
              <p:spPr>
                <a:xfrm>
                  <a:off x="9969585" y="4681815"/>
                  <a:ext cx="68760" cy="449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7C451473-1550-63B0-611A-7DF48544F54A}"/>
                    </a:ext>
                  </a:extLst>
                </p14:cNvPr>
                <p14:cNvContentPartPr/>
                <p14:nvPr/>
              </p14:nvContentPartPr>
              <p14:xfrm>
                <a:off x="9627945" y="5178615"/>
                <a:ext cx="382680" cy="72360"/>
              </p14:xfrm>
            </p:contentPart>
          </mc:Choice>
          <mc:Fallback xmlns="">
            <p:pic>
              <p:nvPicPr>
                <p:cNvPr id="74" name="Ink 73">
                  <a:extLst>
                    <a:ext uri="{FF2B5EF4-FFF2-40B4-BE49-F238E27FC236}">
                      <a16:creationId xmlns:a16="http://schemas.microsoft.com/office/drawing/2014/main" id="{7C451473-1550-63B0-611A-7DF48544F54A}"/>
                    </a:ext>
                  </a:extLst>
                </p:cNvPr>
                <p:cNvPicPr/>
                <p:nvPr/>
              </p:nvPicPr>
              <p:blipFill>
                <a:blip r:embed="rId127"/>
                <a:stretch>
                  <a:fillRect/>
                </a:stretch>
              </p:blipFill>
              <p:spPr>
                <a:xfrm>
                  <a:off x="9621825" y="5172495"/>
                  <a:ext cx="3949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334914E6-C70E-1501-3F91-308CD7D37E5D}"/>
                    </a:ext>
                  </a:extLst>
                </p14:cNvPr>
                <p14:cNvContentPartPr/>
                <p14:nvPr/>
              </p14:nvContentPartPr>
              <p14:xfrm>
                <a:off x="10038705" y="5109855"/>
                <a:ext cx="259920" cy="193680"/>
              </p14:xfrm>
            </p:contentPart>
          </mc:Choice>
          <mc:Fallback xmlns="">
            <p:pic>
              <p:nvPicPr>
                <p:cNvPr id="75" name="Ink 74">
                  <a:extLst>
                    <a:ext uri="{FF2B5EF4-FFF2-40B4-BE49-F238E27FC236}">
                      <a16:creationId xmlns:a16="http://schemas.microsoft.com/office/drawing/2014/main" id="{334914E6-C70E-1501-3F91-308CD7D37E5D}"/>
                    </a:ext>
                  </a:extLst>
                </p:cNvPr>
                <p:cNvPicPr/>
                <p:nvPr/>
              </p:nvPicPr>
              <p:blipFill>
                <a:blip r:embed="rId129"/>
                <a:stretch>
                  <a:fillRect/>
                </a:stretch>
              </p:blipFill>
              <p:spPr>
                <a:xfrm>
                  <a:off x="10032585" y="5103735"/>
                  <a:ext cx="2721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58ACBC74-047E-325A-F6B0-E9CA8ED7E367}"/>
                    </a:ext>
                  </a:extLst>
                </p14:cNvPr>
                <p14:cNvContentPartPr/>
                <p14:nvPr/>
              </p14:nvContentPartPr>
              <p14:xfrm>
                <a:off x="10319865" y="5138655"/>
                <a:ext cx="14040" cy="7560"/>
              </p14:xfrm>
            </p:contentPart>
          </mc:Choice>
          <mc:Fallback xmlns="">
            <p:pic>
              <p:nvPicPr>
                <p:cNvPr id="76" name="Ink 75">
                  <a:extLst>
                    <a:ext uri="{FF2B5EF4-FFF2-40B4-BE49-F238E27FC236}">
                      <a16:creationId xmlns:a16="http://schemas.microsoft.com/office/drawing/2014/main" id="{58ACBC74-047E-325A-F6B0-E9CA8ED7E367}"/>
                    </a:ext>
                  </a:extLst>
                </p:cNvPr>
                <p:cNvPicPr/>
                <p:nvPr/>
              </p:nvPicPr>
              <p:blipFill>
                <a:blip r:embed="rId131"/>
                <a:stretch>
                  <a:fillRect/>
                </a:stretch>
              </p:blipFill>
              <p:spPr>
                <a:xfrm>
                  <a:off x="10313745" y="5132535"/>
                  <a:ext cx="26280" cy="1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2">
            <p14:nvContentPartPr>
              <p14:cNvPr id="114" name="Ink 113">
                <a:extLst>
                  <a:ext uri="{FF2B5EF4-FFF2-40B4-BE49-F238E27FC236}">
                    <a16:creationId xmlns:a16="http://schemas.microsoft.com/office/drawing/2014/main" id="{5C70C620-A04C-2B29-B04F-3CF7E93B370E}"/>
                  </a:ext>
                </a:extLst>
              </p14:cNvPr>
              <p14:cNvContentPartPr/>
              <p14:nvPr/>
            </p14:nvContentPartPr>
            <p14:xfrm>
              <a:off x="7567665" y="1353975"/>
              <a:ext cx="52920" cy="12600"/>
            </p14:xfrm>
          </p:contentPart>
        </mc:Choice>
        <mc:Fallback xmlns="">
          <p:pic>
            <p:nvPicPr>
              <p:cNvPr id="114" name="Ink 113">
                <a:extLst>
                  <a:ext uri="{FF2B5EF4-FFF2-40B4-BE49-F238E27FC236}">
                    <a16:creationId xmlns:a16="http://schemas.microsoft.com/office/drawing/2014/main" id="{5C70C620-A04C-2B29-B04F-3CF7E93B370E}"/>
                  </a:ext>
                </a:extLst>
              </p:cNvPr>
              <p:cNvPicPr/>
              <p:nvPr/>
            </p:nvPicPr>
            <p:blipFill>
              <a:blip r:embed="rId133"/>
              <a:stretch>
                <a:fillRect/>
              </a:stretch>
            </p:blipFill>
            <p:spPr>
              <a:xfrm>
                <a:off x="7561545" y="1347855"/>
                <a:ext cx="65160" cy="24840"/>
              </a:xfrm>
              <a:prstGeom prst="rect">
                <a:avLst/>
              </a:prstGeom>
            </p:spPr>
          </p:pic>
        </mc:Fallback>
      </mc:AlternateContent>
      <p:grpSp>
        <p:nvGrpSpPr>
          <p:cNvPr id="120" name="Group 119">
            <a:extLst>
              <a:ext uri="{FF2B5EF4-FFF2-40B4-BE49-F238E27FC236}">
                <a16:creationId xmlns:a16="http://schemas.microsoft.com/office/drawing/2014/main" id="{15191AA6-98FB-4318-3E44-418A8F532C9E}"/>
              </a:ext>
            </a:extLst>
          </p:cNvPr>
          <p:cNvGrpSpPr/>
          <p:nvPr/>
        </p:nvGrpSpPr>
        <p:grpSpPr>
          <a:xfrm>
            <a:off x="1463865" y="1853655"/>
            <a:ext cx="2217960" cy="1157040"/>
            <a:chOff x="1463865" y="1853655"/>
            <a:chExt cx="2217960" cy="1157040"/>
          </a:xfrm>
        </p:grpSpPr>
        <mc:AlternateContent xmlns:mc="http://schemas.openxmlformats.org/markup-compatibility/2006" xmlns:p14="http://schemas.microsoft.com/office/powerpoint/2010/main">
          <mc:Choice Requires="p14">
            <p:contentPart p14:bwMode="auto" r:id="rId134">
              <p14:nvContentPartPr>
                <p14:cNvPr id="78" name="Ink 77">
                  <a:extLst>
                    <a:ext uri="{FF2B5EF4-FFF2-40B4-BE49-F238E27FC236}">
                      <a16:creationId xmlns:a16="http://schemas.microsoft.com/office/drawing/2014/main" id="{A6307E4A-C47B-11D4-ABB4-DD1085C9CE1D}"/>
                    </a:ext>
                  </a:extLst>
                </p14:cNvPr>
                <p14:cNvContentPartPr/>
                <p14:nvPr/>
              </p14:nvContentPartPr>
              <p14:xfrm>
                <a:off x="1527225" y="1853655"/>
                <a:ext cx="59400" cy="775080"/>
              </p14:xfrm>
            </p:contentPart>
          </mc:Choice>
          <mc:Fallback xmlns="">
            <p:pic>
              <p:nvPicPr>
                <p:cNvPr id="78" name="Ink 77">
                  <a:extLst>
                    <a:ext uri="{FF2B5EF4-FFF2-40B4-BE49-F238E27FC236}">
                      <a16:creationId xmlns:a16="http://schemas.microsoft.com/office/drawing/2014/main" id="{A6307E4A-C47B-11D4-ABB4-DD1085C9CE1D}"/>
                    </a:ext>
                  </a:extLst>
                </p:cNvPr>
                <p:cNvPicPr/>
                <p:nvPr/>
              </p:nvPicPr>
              <p:blipFill>
                <a:blip r:embed="rId135"/>
                <a:stretch>
                  <a:fillRect/>
                </a:stretch>
              </p:blipFill>
              <p:spPr>
                <a:xfrm>
                  <a:off x="1521105" y="1847535"/>
                  <a:ext cx="71640" cy="787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9" name="Ink 78">
                  <a:extLst>
                    <a:ext uri="{FF2B5EF4-FFF2-40B4-BE49-F238E27FC236}">
                      <a16:creationId xmlns:a16="http://schemas.microsoft.com/office/drawing/2014/main" id="{5F794572-FBED-CD7C-53F1-09CBDEEFA74B}"/>
                    </a:ext>
                  </a:extLst>
                </p14:cNvPr>
                <p14:cNvContentPartPr/>
                <p14:nvPr/>
              </p14:nvContentPartPr>
              <p14:xfrm>
                <a:off x="1524705" y="1872375"/>
                <a:ext cx="2031120" cy="54720"/>
              </p14:xfrm>
            </p:contentPart>
          </mc:Choice>
          <mc:Fallback xmlns="">
            <p:pic>
              <p:nvPicPr>
                <p:cNvPr id="79" name="Ink 78">
                  <a:extLst>
                    <a:ext uri="{FF2B5EF4-FFF2-40B4-BE49-F238E27FC236}">
                      <a16:creationId xmlns:a16="http://schemas.microsoft.com/office/drawing/2014/main" id="{5F794572-FBED-CD7C-53F1-09CBDEEFA74B}"/>
                    </a:ext>
                  </a:extLst>
                </p:cNvPr>
                <p:cNvPicPr/>
                <p:nvPr/>
              </p:nvPicPr>
              <p:blipFill>
                <a:blip r:embed="rId137"/>
                <a:stretch>
                  <a:fillRect/>
                </a:stretch>
              </p:blipFill>
              <p:spPr>
                <a:xfrm>
                  <a:off x="1518585" y="1866255"/>
                  <a:ext cx="20433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1" name="Ink 80">
                  <a:extLst>
                    <a:ext uri="{FF2B5EF4-FFF2-40B4-BE49-F238E27FC236}">
                      <a16:creationId xmlns:a16="http://schemas.microsoft.com/office/drawing/2014/main" id="{3A1726AB-37B8-8B16-51AC-33E6F0A46CB7}"/>
                    </a:ext>
                  </a:extLst>
                </p14:cNvPr>
                <p14:cNvContentPartPr/>
                <p14:nvPr/>
              </p14:nvContentPartPr>
              <p14:xfrm>
                <a:off x="1584105" y="2549535"/>
                <a:ext cx="33120" cy="24480"/>
              </p14:xfrm>
            </p:contentPart>
          </mc:Choice>
          <mc:Fallback xmlns="">
            <p:pic>
              <p:nvPicPr>
                <p:cNvPr id="81" name="Ink 80">
                  <a:extLst>
                    <a:ext uri="{FF2B5EF4-FFF2-40B4-BE49-F238E27FC236}">
                      <a16:creationId xmlns:a16="http://schemas.microsoft.com/office/drawing/2014/main" id="{3A1726AB-37B8-8B16-51AC-33E6F0A46CB7}"/>
                    </a:ext>
                  </a:extLst>
                </p:cNvPr>
                <p:cNvPicPr/>
                <p:nvPr/>
              </p:nvPicPr>
              <p:blipFill>
                <a:blip r:embed="rId139"/>
                <a:stretch>
                  <a:fillRect/>
                </a:stretch>
              </p:blipFill>
              <p:spPr>
                <a:xfrm>
                  <a:off x="1577985" y="2543415"/>
                  <a:ext cx="453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2" name="Ink 81">
                  <a:extLst>
                    <a:ext uri="{FF2B5EF4-FFF2-40B4-BE49-F238E27FC236}">
                      <a16:creationId xmlns:a16="http://schemas.microsoft.com/office/drawing/2014/main" id="{2022C3BD-2F1D-5C93-A93F-53369606610B}"/>
                    </a:ext>
                  </a:extLst>
                </p14:cNvPr>
                <p14:cNvContentPartPr/>
                <p14:nvPr/>
              </p14:nvContentPartPr>
              <p14:xfrm>
                <a:off x="1537305" y="2503095"/>
                <a:ext cx="1733400" cy="491760"/>
              </p14:xfrm>
            </p:contentPart>
          </mc:Choice>
          <mc:Fallback xmlns="">
            <p:pic>
              <p:nvPicPr>
                <p:cNvPr id="82" name="Ink 81">
                  <a:extLst>
                    <a:ext uri="{FF2B5EF4-FFF2-40B4-BE49-F238E27FC236}">
                      <a16:creationId xmlns:a16="http://schemas.microsoft.com/office/drawing/2014/main" id="{2022C3BD-2F1D-5C93-A93F-53369606610B}"/>
                    </a:ext>
                  </a:extLst>
                </p:cNvPr>
                <p:cNvPicPr/>
                <p:nvPr/>
              </p:nvPicPr>
              <p:blipFill>
                <a:blip r:embed="rId141"/>
                <a:stretch>
                  <a:fillRect/>
                </a:stretch>
              </p:blipFill>
              <p:spPr>
                <a:xfrm>
                  <a:off x="1531185" y="2496975"/>
                  <a:ext cx="174564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3" name="Ink 82">
                  <a:extLst>
                    <a:ext uri="{FF2B5EF4-FFF2-40B4-BE49-F238E27FC236}">
                      <a16:creationId xmlns:a16="http://schemas.microsoft.com/office/drawing/2014/main" id="{22D335CE-8F28-D16B-67BF-608B5D9E16F3}"/>
                    </a:ext>
                  </a:extLst>
                </p14:cNvPr>
                <p14:cNvContentPartPr/>
                <p14:nvPr/>
              </p14:nvContentPartPr>
              <p14:xfrm>
                <a:off x="3465105" y="1916655"/>
                <a:ext cx="58680" cy="651600"/>
              </p14:xfrm>
            </p:contentPart>
          </mc:Choice>
          <mc:Fallback xmlns="">
            <p:pic>
              <p:nvPicPr>
                <p:cNvPr id="83" name="Ink 82">
                  <a:extLst>
                    <a:ext uri="{FF2B5EF4-FFF2-40B4-BE49-F238E27FC236}">
                      <a16:creationId xmlns:a16="http://schemas.microsoft.com/office/drawing/2014/main" id="{22D335CE-8F28-D16B-67BF-608B5D9E16F3}"/>
                    </a:ext>
                  </a:extLst>
                </p:cNvPr>
                <p:cNvPicPr/>
                <p:nvPr/>
              </p:nvPicPr>
              <p:blipFill>
                <a:blip r:embed="rId143"/>
                <a:stretch>
                  <a:fillRect/>
                </a:stretch>
              </p:blipFill>
              <p:spPr>
                <a:xfrm>
                  <a:off x="3458985" y="1910535"/>
                  <a:ext cx="70920" cy="663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4" name="Ink 83">
                  <a:extLst>
                    <a:ext uri="{FF2B5EF4-FFF2-40B4-BE49-F238E27FC236}">
                      <a16:creationId xmlns:a16="http://schemas.microsoft.com/office/drawing/2014/main" id="{EE09DEDF-1E62-E014-EDC1-09D287BFC844}"/>
                    </a:ext>
                  </a:extLst>
                </p14:cNvPr>
                <p14:cNvContentPartPr/>
                <p14:nvPr/>
              </p14:nvContentPartPr>
              <p14:xfrm>
                <a:off x="3275745" y="2834295"/>
                <a:ext cx="406080" cy="67320"/>
              </p14:xfrm>
            </p:contentPart>
          </mc:Choice>
          <mc:Fallback xmlns="">
            <p:pic>
              <p:nvPicPr>
                <p:cNvPr id="84" name="Ink 83">
                  <a:extLst>
                    <a:ext uri="{FF2B5EF4-FFF2-40B4-BE49-F238E27FC236}">
                      <a16:creationId xmlns:a16="http://schemas.microsoft.com/office/drawing/2014/main" id="{EE09DEDF-1E62-E014-EDC1-09D287BFC844}"/>
                    </a:ext>
                  </a:extLst>
                </p:cNvPr>
                <p:cNvPicPr/>
                <p:nvPr/>
              </p:nvPicPr>
              <p:blipFill>
                <a:blip r:embed="rId145"/>
                <a:stretch>
                  <a:fillRect/>
                </a:stretch>
              </p:blipFill>
              <p:spPr>
                <a:xfrm>
                  <a:off x="3269625" y="2828175"/>
                  <a:ext cx="4183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5" name="Ink 84">
                  <a:extLst>
                    <a:ext uri="{FF2B5EF4-FFF2-40B4-BE49-F238E27FC236}">
                      <a16:creationId xmlns:a16="http://schemas.microsoft.com/office/drawing/2014/main" id="{99ED0B47-4180-DD01-B48E-DDF3382FC212}"/>
                    </a:ext>
                  </a:extLst>
                </p14:cNvPr>
                <p14:cNvContentPartPr/>
                <p14:nvPr/>
              </p14:nvContentPartPr>
              <p14:xfrm>
                <a:off x="3542145" y="2532615"/>
                <a:ext cx="69840" cy="354240"/>
              </p14:xfrm>
            </p:contentPart>
          </mc:Choice>
          <mc:Fallback xmlns="">
            <p:pic>
              <p:nvPicPr>
                <p:cNvPr id="85" name="Ink 84">
                  <a:extLst>
                    <a:ext uri="{FF2B5EF4-FFF2-40B4-BE49-F238E27FC236}">
                      <a16:creationId xmlns:a16="http://schemas.microsoft.com/office/drawing/2014/main" id="{99ED0B47-4180-DD01-B48E-DDF3382FC212}"/>
                    </a:ext>
                  </a:extLst>
                </p:cNvPr>
                <p:cNvPicPr/>
                <p:nvPr/>
              </p:nvPicPr>
              <p:blipFill>
                <a:blip r:embed="rId147"/>
                <a:stretch>
                  <a:fillRect/>
                </a:stretch>
              </p:blipFill>
              <p:spPr>
                <a:xfrm>
                  <a:off x="3536025" y="2526495"/>
                  <a:ext cx="820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7" name="Ink 86">
                  <a:extLst>
                    <a:ext uri="{FF2B5EF4-FFF2-40B4-BE49-F238E27FC236}">
                      <a16:creationId xmlns:a16="http://schemas.microsoft.com/office/drawing/2014/main" id="{CC8FC634-A1A9-8BC4-FA4A-A717EC57AF28}"/>
                    </a:ext>
                  </a:extLst>
                </p14:cNvPr>
                <p14:cNvContentPartPr/>
                <p14:nvPr/>
              </p14:nvContentPartPr>
              <p14:xfrm>
                <a:off x="1522185" y="2386815"/>
                <a:ext cx="1922760" cy="84600"/>
              </p14:xfrm>
            </p:contentPart>
          </mc:Choice>
          <mc:Fallback xmlns="">
            <p:pic>
              <p:nvPicPr>
                <p:cNvPr id="87" name="Ink 86">
                  <a:extLst>
                    <a:ext uri="{FF2B5EF4-FFF2-40B4-BE49-F238E27FC236}">
                      <a16:creationId xmlns:a16="http://schemas.microsoft.com/office/drawing/2014/main" id="{CC8FC634-A1A9-8BC4-FA4A-A717EC57AF28}"/>
                    </a:ext>
                  </a:extLst>
                </p:cNvPr>
                <p:cNvPicPr/>
                <p:nvPr/>
              </p:nvPicPr>
              <p:blipFill>
                <a:blip r:embed="rId149"/>
                <a:stretch>
                  <a:fillRect/>
                </a:stretch>
              </p:blipFill>
              <p:spPr>
                <a:xfrm>
                  <a:off x="1516065" y="2380695"/>
                  <a:ext cx="19350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8" name="Ink 87">
                  <a:extLst>
                    <a:ext uri="{FF2B5EF4-FFF2-40B4-BE49-F238E27FC236}">
                      <a16:creationId xmlns:a16="http://schemas.microsoft.com/office/drawing/2014/main" id="{BAEDDA8F-F991-7A73-2891-2591D17DC904}"/>
                    </a:ext>
                  </a:extLst>
                </p14:cNvPr>
                <p14:cNvContentPartPr/>
                <p14:nvPr/>
              </p14:nvContentPartPr>
              <p14:xfrm>
                <a:off x="2434425" y="1994775"/>
                <a:ext cx="90360" cy="1015920"/>
              </p14:xfrm>
            </p:contentPart>
          </mc:Choice>
          <mc:Fallback xmlns="">
            <p:pic>
              <p:nvPicPr>
                <p:cNvPr id="88" name="Ink 87">
                  <a:extLst>
                    <a:ext uri="{FF2B5EF4-FFF2-40B4-BE49-F238E27FC236}">
                      <a16:creationId xmlns:a16="http://schemas.microsoft.com/office/drawing/2014/main" id="{BAEDDA8F-F991-7A73-2891-2591D17DC904}"/>
                    </a:ext>
                  </a:extLst>
                </p:cNvPr>
                <p:cNvPicPr/>
                <p:nvPr/>
              </p:nvPicPr>
              <p:blipFill>
                <a:blip r:embed="rId151"/>
                <a:stretch>
                  <a:fillRect/>
                </a:stretch>
              </p:blipFill>
              <p:spPr>
                <a:xfrm>
                  <a:off x="2428305" y="1988655"/>
                  <a:ext cx="102600" cy="1028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0265BC81-A180-CFF2-A8CE-54E466115517}"/>
                    </a:ext>
                  </a:extLst>
                </p14:cNvPr>
                <p14:cNvContentPartPr/>
                <p14:nvPr/>
              </p14:nvContentPartPr>
              <p14:xfrm>
                <a:off x="1630905" y="2095575"/>
                <a:ext cx="405000" cy="32400"/>
              </p14:xfrm>
            </p:contentPart>
          </mc:Choice>
          <mc:Fallback xmlns="">
            <p:pic>
              <p:nvPicPr>
                <p:cNvPr id="90" name="Ink 89">
                  <a:extLst>
                    <a:ext uri="{FF2B5EF4-FFF2-40B4-BE49-F238E27FC236}">
                      <a16:creationId xmlns:a16="http://schemas.microsoft.com/office/drawing/2014/main" id="{0265BC81-A180-CFF2-A8CE-54E466115517}"/>
                    </a:ext>
                  </a:extLst>
                </p:cNvPr>
                <p:cNvPicPr/>
                <p:nvPr/>
              </p:nvPicPr>
              <p:blipFill>
                <a:blip r:embed="rId153"/>
                <a:stretch>
                  <a:fillRect/>
                </a:stretch>
              </p:blipFill>
              <p:spPr>
                <a:xfrm>
                  <a:off x="1624785" y="2089455"/>
                  <a:ext cx="4172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1" name="Ink 90">
                  <a:extLst>
                    <a:ext uri="{FF2B5EF4-FFF2-40B4-BE49-F238E27FC236}">
                      <a16:creationId xmlns:a16="http://schemas.microsoft.com/office/drawing/2014/main" id="{1E660713-186A-A7D2-F22A-1420586EEBA6}"/>
                    </a:ext>
                  </a:extLst>
                </p14:cNvPr>
                <p14:cNvContentPartPr/>
                <p14:nvPr/>
              </p14:nvContentPartPr>
              <p14:xfrm>
                <a:off x="1812705" y="2049855"/>
                <a:ext cx="36000" cy="263160"/>
              </p14:xfrm>
            </p:contentPart>
          </mc:Choice>
          <mc:Fallback xmlns="">
            <p:pic>
              <p:nvPicPr>
                <p:cNvPr id="91" name="Ink 90">
                  <a:extLst>
                    <a:ext uri="{FF2B5EF4-FFF2-40B4-BE49-F238E27FC236}">
                      <a16:creationId xmlns:a16="http://schemas.microsoft.com/office/drawing/2014/main" id="{1E660713-186A-A7D2-F22A-1420586EEBA6}"/>
                    </a:ext>
                  </a:extLst>
                </p:cNvPr>
                <p:cNvPicPr/>
                <p:nvPr/>
              </p:nvPicPr>
              <p:blipFill>
                <a:blip r:embed="rId155"/>
                <a:stretch>
                  <a:fillRect/>
                </a:stretch>
              </p:blipFill>
              <p:spPr>
                <a:xfrm>
                  <a:off x="1806585" y="2043735"/>
                  <a:ext cx="482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2" name="Ink 91">
                  <a:extLst>
                    <a:ext uri="{FF2B5EF4-FFF2-40B4-BE49-F238E27FC236}">
                      <a16:creationId xmlns:a16="http://schemas.microsoft.com/office/drawing/2014/main" id="{BA3A36C0-D463-E363-E1C7-D18E30DCF05C}"/>
                    </a:ext>
                  </a:extLst>
                </p14:cNvPr>
                <p14:cNvContentPartPr/>
                <p14:nvPr/>
              </p14:nvContentPartPr>
              <p14:xfrm>
                <a:off x="2071545" y="2192415"/>
                <a:ext cx="30600" cy="205200"/>
              </p14:xfrm>
            </p:contentPart>
          </mc:Choice>
          <mc:Fallback xmlns="">
            <p:pic>
              <p:nvPicPr>
                <p:cNvPr id="92" name="Ink 91">
                  <a:extLst>
                    <a:ext uri="{FF2B5EF4-FFF2-40B4-BE49-F238E27FC236}">
                      <a16:creationId xmlns:a16="http://schemas.microsoft.com/office/drawing/2014/main" id="{BA3A36C0-D463-E363-E1C7-D18E30DCF05C}"/>
                    </a:ext>
                  </a:extLst>
                </p:cNvPr>
                <p:cNvPicPr/>
                <p:nvPr/>
              </p:nvPicPr>
              <p:blipFill>
                <a:blip r:embed="rId157"/>
                <a:stretch>
                  <a:fillRect/>
                </a:stretch>
              </p:blipFill>
              <p:spPr>
                <a:xfrm>
                  <a:off x="2065425" y="2186295"/>
                  <a:ext cx="428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3" name="Ink 92">
                  <a:extLst>
                    <a:ext uri="{FF2B5EF4-FFF2-40B4-BE49-F238E27FC236}">
                      <a16:creationId xmlns:a16="http://schemas.microsoft.com/office/drawing/2014/main" id="{524FB3B8-67BE-1925-B1D0-81FD11457BE1}"/>
                    </a:ext>
                  </a:extLst>
                </p14:cNvPr>
                <p14:cNvContentPartPr/>
                <p14:nvPr/>
              </p14:nvContentPartPr>
              <p14:xfrm>
                <a:off x="2112225" y="2063175"/>
                <a:ext cx="194040" cy="169560"/>
              </p14:xfrm>
            </p:contentPart>
          </mc:Choice>
          <mc:Fallback xmlns="">
            <p:pic>
              <p:nvPicPr>
                <p:cNvPr id="93" name="Ink 92">
                  <a:extLst>
                    <a:ext uri="{FF2B5EF4-FFF2-40B4-BE49-F238E27FC236}">
                      <a16:creationId xmlns:a16="http://schemas.microsoft.com/office/drawing/2014/main" id="{524FB3B8-67BE-1925-B1D0-81FD11457BE1}"/>
                    </a:ext>
                  </a:extLst>
                </p:cNvPr>
                <p:cNvPicPr/>
                <p:nvPr/>
              </p:nvPicPr>
              <p:blipFill>
                <a:blip r:embed="rId159"/>
                <a:stretch>
                  <a:fillRect/>
                </a:stretch>
              </p:blipFill>
              <p:spPr>
                <a:xfrm>
                  <a:off x="2106105" y="2057055"/>
                  <a:ext cx="2062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4" name="Ink 93">
                  <a:extLst>
                    <a:ext uri="{FF2B5EF4-FFF2-40B4-BE49-F238E27FC236}">
                      <a16:creationId xmlns:a16="http://schemas.microsoft.com/office/drawing/2014/main" id="{8BC73B58-4B97-A6C5-7187-578798D1095F}"/>
                    </a:ext>
                  </a:extLst>
                </p14:cNvPr>
                <p14:cNvContentPartPr/>
                <p14:nvPr/>
              </p14:nvContentPartPr>
              <p14:xfrm>
                <a:off x="2735745" y="2589495"/>
                <a:ext cx="437040" cy="81720"/>
              </p14:xfrm>
            </p:contentPart>
          </mc:Choice>
          <mc:Fallback xmlns="">
            <p:pic>
              <p:nvPicPr>
                <p:cNvPr id="94" name="Ink 93">
                  <a:extLst>
                    <a:ext uri="{FF2B5EF4-FFF2-40B4-BE49-F238E27FC236}">
                      <a16:creationId xmlns:a16="http://schemas.microsoft.com/office/drawing/2014/main" id="{8BC73B58-4B97-A6C5-7187-578798D1095F}"/>
                    </a:ext>
                  </a:extLst>
                </p:cNvPr>
                <p:cNvPicPr/>
                <p:nvPr/>
              </p:nvPicPr>
              <p:blipFill>
                <a:blip r:embed="rId161"/>
                <a:stretch>
                  <a:fillRect/>
                </a:stretch>
              </p:blipFill>
              <p:spPr>
                <a:xfrm>
                  <a:off x="2729625" y="2583375"/>
                  <a:ext cx="4492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5" name="Ink 94">
                  <a:extLst>
                    <a:ext uri="{FF2B5EF4-FFF2-40B4-BE49-F238E27FC236}">
                      <a16:creationId xmlns:a16="http://schemas.microsoft.com/office/drawing/2014/main" id="{8156415A-588C-9C65-DDFA-141258CF96C5}"/>
                    </a:ext>
                  </a:extLst>
                </p14:cNvPr>
                <p14:cNvContentPartPr/>
                <p14:nvPr/>
              </p14:nvContentPartPr>
              <p14:xfrm>
                <a:off x="2992065" y="2670495"/>
                <a:ext cx="48240" cy="191520"/>
              </p14:xfrm>
            </p:contentPart>
          </mc:Choice>
          <mc:Fallback xmlns="">
            <p:pic>
              <p:nvPicPr>
                <p:cNvPr id="95" name="Ink 94">
                  <a:extLst>
                    <a:ext uri="{FF2B5EF4-FFF2-40B4-BE49-F238E27FC236}">
                      <a16:creationId xmlns:a16="http://schemas.microsoft.com/office/drawing/2014/main" id="{8156415A-588C-9C65-DDFA-141258CF96C5}"/>
                    </a:ext>
                  </a:extLst>
                </p:cNvPr>
                <p:cNvPicPr/>
                <p:nvPr/>
              </p:nvPicPr>
              <p:blipFill>
                <a:blip r:embed="rId163"/>
                <a:stretch>
                  <a:fillRect/>
                </a:stretch>
              </p:blipFill>
              <p:spPr>
                <a:xfrm>
                  <a:off x="2985945" y="2664375"/>
                  <a:ext cx="604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6" name="Ink 95">
                  <a:extLst>
                    <a:ext uri="{FF2B5EF4-FFF2-40B4-BE49-F238E27FC236}">
                      <a16:creationId xmlns:a16="http://schemas.microsoft.com/office/drawing/2014/main" id="{7FB25512-B8A0-D07F-2A61-2144C1C32C6C}"/>
                    </a:ext>
                  </a:extLst>
                </p14:cNvPr>
                <p14:cNvContentPartPr/>
                <p14:nvPr/>
              </p14:nvContentPartPr>
              <p14:xfrm>
                <a:off x="3310665" y="2663295"/>
                <a:ext cx="47520" cy="122760"/>
              </p14:xfrm>
            </p:contentPart>
          </mc:Choice>
          <mc:Fallback xmlns="">
            <p:pic>
              <p:nvPicPr>
                <p:cNvPr id="96" name="Ink 95">
                  <a:extLst>
                    <a:ext uri="{FF2B5EF4-FFF2-40B4-BE49-F238E27FC236}">
                      <a16:creationId xmlns:a16="http://schemas.microsoft.com/office/drawing/2014/main" id="{7FB25512-B8A0-D07F-2A61-2144C1C32C6C}"/>
                    </a:ext>
                  </a:extLst>
                </p:cNvPr>
                <p:cNvPicPr/>
                <p:nvPr/>
              </p:nvPicPr>
              <p:blipFill>
                <a:blip r:embed="rId165"/>
                <a:stretch>
                  <a:fillRect/>
                </a:stretch>
              </p:blipFill>
              <p:spPr>
                <a:xfrm>
                  <a:off x="3304545" y="2657175"/>
                  <a:ext cx="59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7" name="Ink 96">
                  <a:extLst>
                    <a:ext uri="{FF2B5EF4-FFF2-40B4-BE49-F238E27FC236}">
                      <a16:creationId xmlns:a16="http://schemas.microsoft.com/office/drawing/2014/main" id="{4F64D10A-F7BE-22CD-6FC7-DF164FA6D015}"/>
                    </a:ext>
                  </a:extLst>
                </p14:cNvPr>
                <p14:cNvContentPartPr/>
                <p14:nvPr/>
              </p14:nvContentPartPr>
              <p14:xfrm>
                <a:off x="3384105" y="2652495"/>
                <a:ext cx="222120" cy="165600"/>
              </p14:xfrm>
            </p:contentPart>
          </mc:Choice>
          <mc:Fallback xmlns="">
            <p:pic>
              <p:nvPicPr>
                <p:cNvPr id="97" name="Ink 96">
                  <a:extLst>
                    <a:ext uri="{FF2B5EF4-FFF2-40B4-BE49-F238E27FC236}">
                      <a16:creationId xmlns:a16="http://schemas.microsoft.com/office/drawing/2014/main" id="{4F64D10A-F7BE-22CD-6FC7-DF164FA6D015}"/>
                    </a:ext>
                  </a:extLst>
                </p:cNvPr>
                <p:cNvPicPr/>
                <p:nvPr/>
              </p:nvPicPr>
              <p:blipFill>
                <a:blip r:embed="rId167"/>
                <a:stretch>
                  <a:fillRect/>
                </a:stretch>
              </p:blipFill>
              <p:spPr>
                <a:xfrm>
                  <a:off x="3377985" y="2646375"/>
                  <a:ext cx="2343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9" name="Ink 98">
                  <a:extLst>
                    <a:ext uri="{FF2B5EF4-FFF2-40B4-BE49-F238E27FC236}">
                      <a16:creationId xmlns:a16="http://schemas.microsoft.com/office/drawing/2014/main" id="{BC688FCC-00BC-52B9-D4CA-FFDF7520C210}"/>
                    </a:ext>
                  </a:extLst>
                </p14:cNvPr>
                <p14:cNvContentPartPr/>
                <p14:nvPr/>
              </p14:nvContentPartPr>
              <p14:xfrm>
                <a:off x="2737185" y="2036895"/>
                <a:ext cx="62280" cy="326520"/>
              </p14:xfrm>
            </p:contentPart>
          </mc:Choice>
          <mc:Fallback xmlns="">
            <p:pic>
              <p:nvPicPr>
                <p:cNvPr id="99" name="Ink 98">
                  <a:extLst>
                    <a:ext uri="{FF2B5EF4-FFF2-40B4-BE49-F238E27FC236}">
                      <a16:creationId xmlns:a16="http://schemas.microsoft.com/office/drawing/2014/main" id="{BC688FCC-00BC-52B9-D4CA-FFDF7520C210}"/>
                    </a:ext>
                  </a:extLst>
                </p:cNvPr>
                <p:cNvPicPr/>
                <p:nvPr/>
              </p:nvPicPr>
              <p:blipFill>
                <a:blip r:embed="rId169"/>
                <a:stretch>
                  <a:fillRect/>
                </a:stretch>
              </p:blipFill>
              <p:spPr>
                <a:xfrm>
                  <a:off x="2731065" y="2030775"/>
                  <a:ext cx="7452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0" name="Ink 99">
                  <a:extLst>
                    <a:ext uri="{FF2B5EF4-FFF2-40B4-BE49-F238E27FC236}">
                      <a16:creationId xmlns:a16="http://schemas.microsoft.com/office/drawing/2014/main" id="{B4CA66EE-3ACA-6AF3-5E93-3FBFFA22C7F5}"/>
                    </a:ext>
                  </a:extLst>
                </p14:cNvPr>
                <p14:cNvContentPartPr/>
                <p14:nvPr/>
              </p14:nvContentPartPr>
              <p14:xfrm>
                <a:off x="2733945" y="1943295"/>
                <a:ext cx="181080" cy="51840"/>
              </p14:xfrm>
            </p:contentPart>
          </mc:Choice>
          <mc:Fallback xmlns="">
            <p:pic>
              <p:nvPicPr>
                <p:cNvPr id="100" name="Ink 99">
                  <a:extLst>
                    <a:ext uri="{FF2B5EF4-FFF2-40B4-BE49-F238E27FC236}">
                      <a16:creationId xmlns:a16="http://schemas.microsoft.com/office/drawing/2014/main" id="{B4CA66EE-3ACA-6AF3-5E93-3FBFFA22C7F5}"/>
                    </a:ext>
                  </a:extLst>
                </p:cNvPr>
                <p:cNvPicPr/>
                <p:nvPr/>
              </p:nvPicPr>
              <p:blipFill>
                <a:blip r:embed="rId171"/>
                <a:stretch>
                  <a:fillRect/>
                </a:stretch>
              </p:blipFill>
              <p:spPr>
                <a:xfrm>
                  <a:off x="2727825" y="1937175"/>
                  <a:ext cx="1933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1" name="Ink 100">
                  <a:extLst>
                    <a:ext uri="{FF2B5EF4-FFF2-40B4-BE49-F238E27FC236}">
                      <a16:creationId xmlns:a16="http://schemas.microsoft.com/office/drawing/2014/main" id="{7012D102-5C0F-25A7-E128-EA13C77A079F}"/>
                    </a:ext>
                  </a:extLst>
                </p14:cNvPr>
                <p14:cNvContentPartPr/>
                <p14:nvPr/>
              </p14:nvContentPartPr>
              <p14:xfrm>
                <a:off x="2827545" y="2208615"/>
                <a:ext cx="163800" cy="37440"/>
              </p14:xfrm>
            </p:contentPart>
          </mc:Choice>
          <mc:Fallback xmlns="">
            <p:pic>
              <p:nvPicPr>
                <p:cNvPr id="101" name="Ink 100">
                  <a:extLst>
                    <a:ext uri="{FF2B5EF4-FFF2-40B4-BE49-F238E27FC236}">
                      <a16:creationId xmlns:a16="http://schemas.microsoft.com/office/drawing/2014/main" id="{7012D102-5C0F-25A7-E128-EA13C77A079F}"/>
                    </a:ext>
                  </a:extLst>
                </p:cNvPr>
                <p:cNvPicPr/>
                <p:nvPr/>
              </p:nvPicPr>
              <p:blipFill>
                <a:blip r:embed="rId173"/>
                <a:stretch>
                  <a:fillRect/>
                </a:stretch>
              </p:blipFill>
              <p:spPr>
                <a:xfrm>
                  <a:off x="2821425" y="2202495"/>
                  <a:ext cx="1760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2" name="Ink 101">
                  <a:extLst>
                    <a:ext uri="{FF2B5EF4-FFF2-40B4-BE49-F238E27FC236}">
                      <a16:creationId xmlns:a16="http://schemas.microsoft.com/office/drawing/2014/main" id="{BD245EFB-EC71-74AC-F8C9-83C76D51C241}"/>
                    </a:ext>
                  </a:extLst>
                </p14:cNvPr>
                <p14:cNvContentPartPr/>
                <p14:nvPr/>
              </p14:nvContentPartPr>
              <p14:xfrm>
                <a:off x="3145425" y="1974255"/>
                <a:ext cx="39240" cy="235800"/>
              </p14:xfrm>
            </p:contentPart>
          </mc:Choice>
          <mc:Fallback xmlns="">
            <p:pic>
              <p:nvPicPr>
                <p:cNvPr id="102" name="Ink 101">
                  <a:extLst>
                    <a:ext uri="{FF2B5EF4-FFF2-40B4-BE49-F238E27FC236}">
                      <a16:creationId xmlns:a16="http://schemas.microsoft.com/office/drawing/2014/main" id="{BD245EFB-EC71-74AC-F8C9-83C76D51C241}"/>
                    </a:ext>
                  </a:extLst>
                </p:cNvPr>
                <p:cNvPicPr/>
                <p:nvPr/>
              </p:nvPicPr>
              <p:blipFill>
                <a:blip r:embed="rId175"/>
                <a:stretch>
                  <a:fillRect/>
                </a:stretch>
              </p:blipFill>
              <p:spPr>
                <a:xfrm>
                  <a:off x="3139305" y="1968135"/>
                  <a:ext cx="514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3" name="Ink 102">
                  <a:extLst>
                    <a:ext uri="{FF2B5EF4-FFF2-40B4-BE49-F238E27FC236}">
                      <a16:creationId xmlns:a16="http://schemas.microsoft.com/office/drawing/2014/main" id="{24D102DD-C909-52E7-100B-731285A08E00}"/>
                    </a:ext>
                  </a:extLst>
                </p14:cNvPr>
                <p14:cNvContentPartPr/>
                <p14:nvPr/>
              </p14:nvContentPartPr>
              <p14:xfrm>
                <a:off x="3015105" y="1938255"/>
                <a:ext cx="263880" cy="268920"/>
              </p14:xfrm>
            </p:contentPart>
          </mc:Choice>
          <mc:Fallback xmlns="">
            <p:pic>
              <p:nvPicPr>
                <p:cNvPr id="103" name="Ink 102">
                  <a:extLst>
                    <a:ext uri="{FF2B5EF4-FFF2-40B4-BE49-F238E27FC236}">
                      <a16:creationId xmlns:a16="http://schemas.microsoft.com/office/drawing/2014/main" id="{24D102DD-C909-52E7-100B-731285A08E00}"/>
                    </a:ext>
                  </a:extLst>
                </p:cNvPr>
                <p:cNvPicPr/>
                <p:nvPr/>
              </p:nvPicPr>
              <p:blipFill>
                <a:blip r:embed="rId177"/>
                <a:stretch>
                  <a:fillRect/>
                </a:stretch>
              </p:blipFill>
              <p:spPr>
                <a:xfrm>
                  <a:off x="3008985" y="1932135"/>
                  <a:ext cx="2761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5" name="Ink 104">
                  <a:extLst>
                    <a:ext uri="{FF2B5EF4-FFF2-40B4-BE49-F238E27FC236}">
                      <a16:creationId xmlns:a16="http://schemas.microsoft.com/office/drawing/2014/main" id="{DA3CB70E-2A38-0484-9AB9-D97BDEC74CD6}"/>
                    </a:ext>
                  </a:extLst>
                </p14:cNvPr>
                <p14:cNvContentPartPr/>
                <p14:nvPr/>
              </p14:nvContentPartPr>
              <p14:xfrm>
                <a:off x="1679145" y="2695335"/>
                <a:ext cx="20520" cy="313200"/>
              </p14:xfrm>
            </p:contentPart>
          </mc:Choice>
          <mc:Fallback xmlns="">
            <p:pic>
              <p:nvPicPr>
                <p:cNvPr id="105" name="Ink 104">
                  <a:extLst>
                    <a:ext uri="{FF2B5EF4-FFF2-40B4-BE49-F238E27FC236}">
                      <a16:creationId xmlns:a16="http://schemas.microsoft.com/office/drawing/2014/main" id="{DA3CB70E-2A38-0484-9AB9-D97BDEC74CD6}"/>
                    </a:ext>
                  </a:extLst>
                </p:cNvPr>
                <p:cNvPicPr/>
                <p:nvPr/>
              </p:nvPicPr>
              <p:blipFill>
                <a:blip r:embed="rId179"/>
                <a:stretch>
                  <a:fillRect/>
                </a:stretch>
              </p:blipFill>
              <p:spPr>
                <a:xfrm>
                  <a:off x="1673025" y="2689215"/>
                  <a:ext cx="3276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6" name="Ink 105">
                  <a:extLst>
                    <a:ext uri="{FF2B5EF4-FFF2-40B4-BE49-F238E27FC236}">
                      <a16:creationId xmlns:a16="http://schemas.microsoft.com/office/drawing/2014/main" id="{7AD4593F-AD43-9302-7936-04DB37937577}"/>
                    </a:ext>
                  </a:extLst>
                </p14:cNvPr>
                <p14:cNvContentPartPr/>
                <p14:nvPr/>
              </p14:nvContentPartPr>
              <p14:xfrm>
                <a:off x="1727025" y="2634855"/>
                <a:ext cx="120240" cy="25920"/>
              </p14:xfrm>
            </p:contentPart>
          </mc:Choice>
          <mc:Fallback xmlns="">
            <p:pic>
              <p:nvPicPr>
                <p:cNvPr id="106" name="Ink 105">
                  <a:extLst>
                    <a:ext uri="{FF2B5EF4-FFF2-40B4-BE49-F238E27FC236}">
                      <a16:creationId xmlns:a16="http://schemas.microsoft.com/office/drawing/2014/main" id="{7AD4593F-AD43-9302-7936-04DB37937577}"/>
                    </a:ext>
                  </a:extLst>
                </p:cNvPr>
                <p:cNvPicPr/>
                <p:nvPr/>
              </p:nvPicPr>
              <p:blipFill>
                <a:blip r:embed="rId181"/>
                <a:stretch>
                  <a:fillRect/>
                </a:stretch>
              </p:blipFill>
              <p:spPr>
                <a:xfrm>
                  <a:off x="1720905" y="2628735"/>
                  <a:ext cx="1324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7" name="Ink 106">
                  <a:extLst>
                    <a:ext uri="{FF2B5EF4-FFF2-40B4-BE49-F238E27FC236}">
                      <a16:creationId xmlns:a16="http://schemas.microsoft.com/office/drawing/2014/main" id="{6210A3C8-A52E-C041-7AF7-0A8DADCEB3C5}"/>
                    </a:ext>
                  </a:extLst>
                </p14:cNvPr>
                <p14:cNvContentPartPr/>
                <p14:nvPr/>
              </p14:nvContentPartPr>
              <p14:xfrm>
                <a:off x="1655025" y="2807655"/>
                <a:ext cx="183240" cy="120600"/>
              </p14:xfrm>
            </p:contentPart>
          </mc:Choice>
          <mc:Fallback xmlns="">
            <p:pic>
              <p:nvPicPr>
                <p:cNvPr id="107" name="Ink 106">
                  <a:extLst>
                    <a:ext uri="{FF2B5EF4-FFF2-40B4-BE49-F238E27FC236}">
                      <a16:creationId xmlns:a16="http://schemas.microsoft.com/office/drawing/2014/main" id="{6210A3C8-A52E-C041-7AF7-0A8DADCEB3C5}"/>
                    </a:ext>
                  </a:extLst>
                </p:cNvPr>
                <p:cNvPicPr/>
                <p:nvPr/>
              </p:nvPicPr>
              <p:blipFill>
                <a:blip r:embed="rId183"/>
                <a:stretch>
                  <a:fillRect/>
                </a:stretch>
              </p:blipFill>
              <p:spPr>
                <a:xfrm>
                  <a:off x="1648905" y="2801535"/>
                  <a:ext cx="1954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7D73CF15-6C43-CF5D-C21B-D5837676706A}"/>
                    </a:ext>
                  </a:extLst>
                </p14:cNvPr>
                <p14:cNvContentPartPr/>
                <p14:nvPr/>
              </p14:nvContentPartPr>
              <p14:xfrm>
                <a:off x="1934745" y="2671935"/>
                <a:ext cx="305640" cy="236880"/>
              </p14:xfrm>
            </p:contentPart>
          </mc:Choice>
          <mc:Fallback xmlns="">
            <p:pic>
              <p:nvPicPr>
                <p:cNvPr id="109" name="Ink 108">
                  <a:extLst>
                    <a:ext uri="{FF2B5EF4-FFF2-40B4-BE49-F238E27FC236}">
                      <a16:creationId xmlns:a16="http://schemas.microsoft.com/office/drawing/2014/main" id="{7D73CF15-6C43-CF5D-C21B-D5837676706A}"/>
                    </a:ext>
                  </a:extLst>
                </p:cNvPr>
                <p:cNvPicPr/>
                <p:nvPr/>
              </p:nvPicPr>
              <p:blipFill>
                <a:blip r:embed="rId185"/>
                <a:stretch>
                  <a:fillRect/>
                </a:stretch>
              </p:blipFill>
              <p:spPr>
                <a:xfrm>
                  <a:off x="1928625" y="2665815"/>
                  <a:ext cx="3178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EEDA503C-E7C0-D885-D1C9-FDA73C923A26}"/>
                    </a:ext>
                  </a:extLst>
                </p14:cNvPr>
                <p14:cNvContentPartPr/>
                <p14:nvPr/>
              </p14:nvContentPartPr>
              <p14:xfrm>
                <a:off x="2276745" y="2769495"/>
                <a:ext cx="28800" cy="27000"/>
              </p14:xfrm>
            </p:contentPart>
          </mc:Choice>
          <mc:Fallback xmlns="">
            <p:pic>
              <p:nvPicPr>
                <p:cNvPr id="110" name="Ink 109">
                  <a:extLst>
                    <a:ext uri="{FF2B5EF4-FFF2-40B4-BE49-F238E27FC236}">
                      <a16:creationId xmlns:a16="http://schemas.microsoft.com/office/drawing/2014/main" id="{EEDA503C-E7C0-D885-D1C9-FDA73C923A26}"/>
                    </a:ext>
                  </a:extLst>
                </p:cNvPr>
                <p:cNvPicPr/>
                <p:nvPr/>
              </p:nvPicPr>
              <p:blipFill>
                <a:blip r:embed="rId187"/>
                <a:stretch>
                  <a:fillRect/>
                </a:stretch>
              </p:blipFill>
              <p:spPr>
                <a:xfrm>
                  <a:off x="2270625" y="2763375"/>
                  <a:ext cx="41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F6B7C7EE-93C5-8C54-4418-05FEBA6C83B0}"/>
                    </a:ext>
                  </a:extLst>
                </p14:cNvPr>
                <p14:cNvContentPartPr/>
                <p14:nvPr/>
              </p14:nvContentPartPr>
              <p14:xfrm>
                <a:off x="1948785" y="2708655"/>
                <a:ext cx="253080" cy="188640"/>
              </p14:xfrm>
            </p:contentPart>
          </mc:Choice>
          <mc:Fallback xmlns="">
            <p:pic>
              <p:nvPicPr>
                <p:cNvPr id="111" name="Ink 110">
                  <a:extLst>
                    <a:ext uri="{FF2B5EF4-FFF2-40B4-BE49-F238E27FC236}">
                      <a16:creationId xmlns:a16="http://schemas.microsoft.com/office/drawing/2014/main" id="{F6B7C7EE-93C5-8C54-4418-05FEBA6C83B0}"/>
                    </a:ext>
                  </a:extLst>
                </p:cNvPr>
                <p:cNvPicPr/>
                <p:nvPr/>
              </p:nvPicPr>
              <p:blipFill>
                <a:blip r:embed="rId189"/>
                <a:stretch>
                  <a:fillRect/>
                </a:stretch>
              </p:blipFill>
              <p:spPr>
                <a:xfrm>
                  <a:off x="1942665" y="2702535"/>
                  <a:ext cx="265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2" name="Ink 111">
                  <a:extLst>
                    <a:ext uri="{FF2B5EF4-FFF2-40B4-BE49-F238E27FC236}">
                      <a16:creationId xmlns:a16="http://schemas.microsoft.com/office/drawing/2014/main" id="{0DC61324-C276-96D6-045C-0866741C80F0}"/>
                    </a:ext>
                  </a:extLst>
                </p14:cNvPr>
                <p14:cNvContentPartPr/>
                <p14:nvPr/>
              </p14:nvContentPartPr>
              <p14:xfrm>
                <a:off x="2184945" y="2633775"/>
                <a:ext cx="44280" cy="239040"/>
              </p14:xfrm>
            </p:contentPart>
          </mc:Choice>
          <mc:Fallback xmlns="">
            <p:pic>
              <p:nvPicPr>
                <p:cNvPr id="112" name="Ink 111">
                  <a:extLst>
                    <a:ext uri="{FF2B5EF4-FFF2-40B4-BE49-F238E27FC236}">
                      <a16:creationId xmlns:a16="http://schemas.microsoft.com/office/drawing/2014/main" id="{0DC61324-C276-96D6-045C-0866741C80F0}"/>
                    </a:ext>
                  </a:extLst>
                </p:cNvPr>
                <p:cNvPicPr/>
                <p:nvPr/>
              </p:nvPicPr>
              <p:blipFill>
                <a:blip r:embed="rId191"/>
                <a:stretch>
                  <a:fillRect/>
                </a:stretch>
              </p:blipFill>
              <p:spPr>
                <a:xfrm>
                  <a:off x="2178825" y="2627655"/>
                  <a:ext cx="565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1AD32DAB-701B-84E0-6893-9B72AF078F5A}"/>
                    </a:ext>
                  </a:extLst>
                </p14:cNvPr>
                <p14:cNvContentPartPr/>
                <p14:nvPr/>
              </p14:nvContentPartPr>
              <p14:xfrm>
                <a:off x="2335425" y="2328135"/>
                <a:ext cx="23760" cy="16200"/>
              </p14:xfrm>
            </p:contentPart>
          </mc:Choice>
          <mc:Fallback xmlns="">
            <p:pic>
              <p:nvPicPr>
                <p:cNvPr id="115" name="Ink 114">
                  <a:extLst>
                    <a:ext uri="{FF2B5EF4-FFF2-40B4-BE49-F238E27FC236}">
                      <a16:creationId xmlns:a16="http://schemas.microsoft.com/office/drawing/2014/main" id="{1AD32DAB-701B-84E0-6893-9B72AF078F5A}"/>
                    </a:ext>
                  </a:extLst>
                </p:cNvPr>
                <p:cNvPicPr/>
                <p:nvPr/>
              </p:nvPicPr>
              <p:blipFill>
                <a:blip r:embed="rId193"/>
                <a:stretch>
                  <a:fillRect/>
                </a:stretch>
              </p:blipFill>
              <p:spPr>
                <a:xfrm>
                  <a:off x="2329305" y="2322015"/>
                  <a:ext cx="360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5A15E56C-B81F-4521-26BB-D1460005580A}"/>
                    </a:ext>
                  </a:extLst>
                </p14:cNvPr>
                <p14:cNvContentPartPr/>
                <p14:nvPr/>
              </p14:nvContentPartPr>
              <p14:xfrm>
                <a:off x="3059745" y="2311575"/>
                <a:ext cx="39240" cy="23760"/>
              </p14:xfrm>
            </p:contentPart>
          </mc:Choice>
          <mc:Fallback xmlns="">
            <p:pic>
              <p:nvPicPr>
                <p:cNvPr id="116" name="Ink 115">
                  <a:extLst>
                    <a:ext uri="{FF2B5EF4-FFF2-40B4-BE49-F238E27FC236}">
                      <a16:creationId xmlns:a16="http://schemas.microsoft.com/office/drawing/2014/main" id="{5A15E56C-B81F-4521-26BB-D1460005580A}"/>
                    </a:ext>
                  </a:extLst>
                </p:cNvPr>
                <p:cNvPicPr/>
                <p:nvPr/>
              </p:nvPicPr>
              <p:blipFill>
                <a:blip r:embed="rId195"/>
                <a:stretch>
                  <a:fillRect/>
                </a:stretch>
              </p:blipFill>
              <p:spPr>
                <a:xfrm>
                  <a:off x="3053625" y="2305455"/>
                  <a:ext cx="51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FE658117-D087-EF93-D5F3-0941D23F7756}"/>
                    </a:ext>
                  </a:extLst>
                </p14:cNvPr>
                <p14:cNvContentPartPr/>
                <p14:nvPr/>
              </p14:nvContentPartPr>
              <p14:xfrm>
                <a:off x="1649265" y="2270175"/>
                <a:ext cx="1721520" cy="160200"/>
              </p14:xfrm>
            </p:contentPart>
          </mc:Choice>
          <mc:Fallback xmlns="">
            <p:pic>
              <p:nvPicPr>
                <p:cNvPr id="118" name="Ink 117">
                  <a:extLst>
                    <a:ext uri="{FF2B5EF4-FFF2-40B4-BE49-F238E27FC236}">
                      <a16:creationId xmlns:a16="http://schemas.microsoft.com/office/drawing/2014/main" id="{FE658117-D087-EF93-D5F3-0941D23F7756}"/>
                    </a:ext>
                  </a:extLst>
                </p:cNvPr>
                <p:cNvPicPr/>
                <p:nvPr/>
              </p:nvPicPr>
              <p:blipFill>
                <a:blip r:embed="rId197"/>
                <a:stretch>
                  <a:fillRect/>
                </a:stretch>
              </p:blipFill>
              <p:spPr>
                <a:xfrm>
                  <a:off x="1643145" y="2264055"/>
                  <a:ext cx="17337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2883E5DD-1528-5E35-1698-07E921D763F8}"/>
                    </a:ext>
                  </a:extLst>
                </p14:cNvPr>
                <p14:cNvContentPartPr/>
                <p14:nvPr/>
              </p14:nvContentPartPr>
              <p14:xfrm>
                <a:off x="1463865" y="1882815"/>
                <a:ext cx="193680" cy="561960"/>
              </p14:xfrm>
            </p:contentPart>
          </mc:Choice>
          <mc:Fallback xmlns="">
            <p:pic>
              <p:nvPicPr>
                <p:cNvPr id="119" name="Ink 118">
                  <a:extLst>
                    <a:ext uri="{FF2B5EF4-FFF2-40B4-BE49-F238E27FC236}">
                      <a16:creationId xmlns:a16="http://schemas.microsoft.com/office/drawing/2014/main" id="{2883E5DD-1528-5E35-1698-07E921D763F8}"/>
                    </a:ext>
                  </a:extLst>
                </p:cNvPr>
                <p:cNvPicPr/>
                <p:nvPr/>
              </p:nvPicPr>
              <p:blipFill>
                <a:blip r:embed="rId199"/>
                <a:stretch>
                  <a:fillRect/>
                </a:stretch>
              </p:blipFill>
              <p:spPr>
                <a:xfrm>
                  <a:off x="1457745" y="1876695"/>
                  <a:ext cx="205920" cy="574200"/>
                </a:xfrm>
                <a:prstGeom prst="rect">
                  <a:avLst/>
                </a:prstGeom>
              </p:spPr>
            </p:pic>
          </mc:Fallback>
        </mc:AlternateContent>
      </p:grpSp>
      <p:grpSp>
        <p:nvGrpSpPr>
          <p:cNvPr id="123" name="Group 122">
            <a:extLst>
              <a:ext uri="{FF2B5EF4-FFF2-40B4-BE49-F238E27FC236}">
                <a16:creationId xmlns:a16="http://schemas.microsoft.com/office/drawing/2014/main" id="{FAF68638-3D12-CF79-AEF2-E034988FB4F1}"/>
              </a:ext>
            </a:extLst>
          </p:cNvPr>
          <p:cNvGrpSpPr/>
          <p:nvPr/>
        </p:nvGrpSpPr>
        <p:grpSpPr>
          <a:xfrm>
            <a:off x="1496985" y="1704975"/>
            <a:ext cx="2024640" cy="1487520"/>
            <a:chOff x="1496985" y="1704975"/>
            <a:chExt cx="2024640" cy="1487520"/>
          </a:xfrm>
        </p:grpSpPr>
        <mc:AlternateContent xmlns:mc="http://schemas.openxmlformats.org/markup-compatibility/2006" xmlns:p14="http://schemas.microsoft.com/office/powerpoint/2010/main">
          <mc:Choice Requires="p14">
            <p:contentPart p14:bwMode="auto" r:id="rId200">
              <p14:nvContentPartPr>
                <p14:cNvPr id="121" name="Ink 120">
                  <a:extLst>
                    <a:ext uri="{FF2B5EF4-FFF2-40B4-BE49-F238E27FC236}">
                      <a16:creationId xmlns:a16="http://schemas.microsoft.com/office/drawing/2014/main" id="{86F1C0A3-BE84-3CB5-C5A8-B8F71C19983A}"/>
                    </a:ext>
                  </a:extLst>
                </p14:cNvPr>
                <p14:cNvContentPartPr/>
                <p14:nvPr/>
              </p14:nvContentPartPr>
              <p14:xfrm>
                <a:off x="1565745" y="1704975"/>
                <a:ext cx="1955880" cy="883800"/>
              </p14:xfrm>
            </p:contentPart>
          </mc:Choice>
          <mc:Fallback xmlns="">
            <p:pic>
              <p:nvPicPr>
                <p:cNvPr id="121" name="Ink 120">
                  <a:extLst>
                    <a:ext uri="{FF2B5EF4-FFF2-40B4-BE49-F238E27FC236}">
                      <a16:creationId xmlns:a16="http://schemas.microsoft.com/office/drawing/2014/main" id="{86F1C0A3-BE84-3CB5-C5A8-B8F71C19983A}"/>
                    </a:ext>
                  </a:extLst>
                </p:cNvPr>
                <p:cNvPicPr/>
                <p:nvPr/>
              </p:nvPicPr>
              <p:blipFill>
                <a:blip r:embed="rId201"/>
                <a:stretch>
                  <a:fillRect/>
                </a:stretch>
              </p:blipFill>
              <p:spPr>
                <a:xfrm>
                  <a:off x="1557105" y="1696335"/>
                  <a:ext cx="1973520" cy="901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2" name="Ink 121">
                  <a:extLst>
                    <a:ext uri="{FF2B5EF4-FFF2-40B4-BE49-F238E27FC236}">
                      <a16:creationId xmlns:a16="http://schemas.microsoft.com/office/drawing/2014/main" id="{9BD80785-AA4F-CB4D-1797-C6C589B49A57}"/>
                    </a:ext>
                  </a:extLst>
                </p14:cNvPr>
                <p14:cNvContentPartPr/>
                <p14:nvPr/>
              </p14:nvContentPartPr>
              <p14:xfrm>
                <a:off x="1496985" y="1797135"/>
                <a:ext cx="1017360" cy="1395360"/>
              </p14:xfrm>
            </p:contentPart>
          </mc:Choice>
          <mc:Fallback xmlns="">
            <p:pic>
              <p:nvPicPr>
                <p:cNvPr id="122" name="Ink 121">
                  <a:extLst>
                    <a:ext uri="{FF2B5EF4-FFF2-40B4-BE49-F238E27FC236}">
                      <a16:creationId xmlns:a16="http://schemas.microsoft.com/office/drawing/2014/main" id="{9BD80785-AA4F-CB4D-1797-C6C589B49A57}"/>
                    </a:ext>
                  </a:extLst>
                </p:cNvPr>
                <p:cNvPicPr/>
                <p:nvPr/>
              </p:nvPicPr>
              <p:blipFill>
                <a:blip r:embed="rId203"/>
                <a:stretch>
                  <a:fillRect/>
                </a:stretch>
              </p:blipFill>
              <p:spPr>
                <a:xfrm>
                  <a:off x="1488345" y="1788495"/>
                  <a:ext cx="1035000" cy="1413000"/>
                </a:xfrm>
                <a:prstGeom prst="rect">
                  <a:avLst/>
                </a:prstGeom>
              </p:spPr>
            </p:pic>
          </mc:Fallback>
        </mc:AlternateContent>
      </p:grpSp>
    </p:spTree>
    <p:extLst>
      <p:ext uri="{BB962C8B-B14F-4D97-AF65-F5344CB8AC3E}">
        <p14:creationId xmlns:p14="http://schemas.microsoft.com/office/powerpoint/2010/main" val="2718719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05057DD5-A3D9-FA62-65C9-E043445A917C}"/>
              </a:ext>
            </a:extLst>
          </p:cNvPr>
          <p:cNvGrpSpPr/>
          <p:nvPr/>
        </p:nvGrpSpPr>
        <p:grpSpPr>
          <a:xfrm>
            <a:off x="277305" y="91095"/>
            <a:ext cx="11360520" cy="3400560"/>
            <a:chOff x="277305" y="91095"/>
            <a:chExt cx="11360520" cy="34005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4C0C6AA-78D9-23A9-914F-0D9ED7EA73E2}"/>
                    </a:ext>
                  </a:extLst>
                </p14:cNvPr>
                <p14:cNvContentPartPr/>
                <p14:nvPr/>
              </p14:nvContentPartPr>
              <p14:xfrm>
                <a:off x="1004505" y="354975"/>
                <a:ext cx="355320" cy="650880"/>
              </p14:xfrm>
            </p:contentPart>
          </mc:Choice>
          <mc:Fallback xmlns="">
            <p:pic>
              <p:nvPicPr>
                <p:cNvPr id="2" name="Ink 1">
                  <a:extLst>
                    <a:ext uri="{FF2B5EF4-FFF2-40B4-BE49-F238E27FC236}">
                      <a16:creationId xmlns:a16="http://schemas.microsoft.com/office/drawing/2014/main" id="{44C0C6AA-78D9-23A9-914F-0D9ED7EA73E2}"/>
                    </a:ext>
                  </a:extLst>
                </p:cNvPr>
                <p:cNvPicPr/>
                <p:nvPr/>
              </p:nvPicPr>
              <p:blipFill>
                <a:blip r:embed="rId3"/>
                <a:stretch>
                  <a:fillRect/>
                </a:stretch>
              </p:blipFill>
              <p:spPr>
                <a:xfrm>
                  <a:off x="995865" y="346335"/>
                  <a:ext cx="372960" cy="668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E553BB4-F536-CC50-6E9A-9E864EEA7A8A}"/>
                    </a:ext>
                  </a:extLst>
                </p14:cNvPr>
                <p14:cNvContentPartPr/>
                <p14:nvPr/>
              </p14:nvContentPartPr>
              <p14:xfrm>
                <a:off x="1546305" y="505095"/>
                <a:ext cx="657360" cy="369360"/>
              </p14:xfrm>
            </p:contentPart>
          </mc:Choice>
          <mc:Fallback xmlns="">
            <p:pic>
              <p:nvPicPr>
                <p:cNvPr id="3" name="Ink 2">
                  <a:extLst>
                    <a:ext uri="{FF2B5EF4-FFF2-40B4-BE49-F238E27FC236}">
                      <a16:creationId xmlns:a16="http://schemas.microsoft.com/office/drawing/2014/main" id="{1E553BB4-F536-CC50-6E9A-9E864EEA7A8A}"/>
                    </a:ext>
                  </a:extLst>
                </p:cNvPr>
                <p:cNvPicPr/>
                <p:nvPr/>
              </p:nvPicPr>
              <p:blipFill>
                <a:blip r:embed="rId5"/>
                <a:stretch>
                  <a:fillRect/>
                </a:stretch>
              </p:blipFill>
              <p:spPr>
                <a:xfrm>
                  <a:off x="1537665" y="496095"/>
                  <a:ext cx="6750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972621D3-7C5E-99BA-B6BA-DF5DEADA1621}"/>
                    </a:ext>
                  </a:extLst>
                </p14:cNvPr>
                <p14:cNvContentPartPr/>
                <p14:nvPr/>
              </p14:nvContentPartPr>
              <p14:xfrm>
                <a:off x="1965705" y="612375"/>
                <a:ext cx="416520" cy="67320"/>
              </p14:xfrm>
            </p:contentPart>
          </mc:Choice>
          <mc:Fallback xmlns="">
            <p:pic>
              <p:nvPicPr>
                <p:cNvPr id="4" name="Ink 3">
                  <a:extLst>
                    <a:ext uri="{FF2B5EF4-FFF2-40B4-BE49-F238E27FC236}">
                      <a16:creationId xmlns:a16="http://schemas.microsoft.com/office/drawing/2014/main" id="{972621D3-7C5E-99BA-B6BA-DF5DEADA1621}"/>
                    </a:ext>
                  </a:extLst>
                </p:cNvPr>
                <p:cNvPicPr/>
                <p:nvPr/>
              </p:nvPicPr>
              <p:blipFill>
                <a:blip r:embed="rId7"/>
                <a:stretch>
                  <a:fillRect/>
                </a:stretch>
              </p:blipFill>
              <p:spPr>
                <a:xfrm>
                  <a:off x="1957065" y="603375"/>
                  <a:ext cx="4341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3B549A9D-2690-F113-6C4C-E180EB611058}"/>
                    </a:ext>
                  </a:extLst>
                </p14:cNvPr>
                <p14:cNvContentPartPr/>
                <p14:nvPr/>
              </p14:nvContentPartPr>
              <p14:xfrm>
                <a:off x="3249825" y="126015"/>
                <a:ext cx="704160" cy="1011600"/>
              </p14:xfrm>
            </p:contentPart>
          </mc:Choice>
          <mc:Fallback xmlns="">
            <p:pic>
              <p:nvPicPr>
                <p:cNvPr id="5" name="Ink 4">
                  <a:extLst>
                    <a:ext uri="{FF2B5EF4-FFF2-40B4-BE49-F238E27FC236}">
                      <a16:creationId xmlns:a16="http://schemas.microsoft.com/office/drawing/2014/main" id="{3B549A9D-2690-F113-6C4C-E180EB611058}"/>
                    </a:ext>
                  </a:extLst>
                </p:cNvPr>
                <p:cNvPicPr/>
                <p:nvPr/>
              </p:nvPicPr>
              <p:blipFill>
                <a:blip r:embed="rId9"/>
                <a:stretch>
                  <a:fillRect/>
                </a:stretch>
              </p:blipFill>
              <p:spPr>
                <a:xfrm>
                  <a:off x="3240825" y="117375"/>
                  <a:ext cx="721800" cy="1029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102E02E-89F9-01E8-BD91-375FC942A9CC}"/>
                    </a:ext>
                  </a:extLst>
                </p14:cNvPr>
                <p14:cNvContentPartPr/>
                <p14:nvPr/>
              </p14:nvContentPartPr>
              <p14:xfrm>
                <a:off x="5044065" y="91095"/>
                <a:ext cx="973800" cy="674640"/>
              </p14:xfrm>
            </p:contentPart>
          </mc:Choice>
          <mc:Fallback xmlns="">
            <p:pic>
              <p:nvPicPr>
                <p:cNvPr id="6" name="Ink 5">
                  <a:extLst>
                    <a:ext uri="{FF2B5EF4-FFF2-40B4-BE49-F238E27FC236}">
                      <a16:creationId xmlns:a16="http://schemas.microsoft.com/office/drawing/2014/main" id="{B102E02E-89F9-01E8-BD91-375FC942A9CC}"/>
                    </a:ext>
                  </a:extLst>
                </p:cNvPr>
                <p:cNvPicPr/>
                <p:nvPr/>
              </p:nvPicPr>
              <p:blipFill>
                <a:blip r:embed="rId11"/>
                <a:stretch>
                  <a:fillRect/>
                </a:stretch>
              </p:blipFill>
              <p:spPr>
                <a:xfrm>
                  <a:off x="5035425" y="82095"/>
                  <a:ext cx="99144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961CD93-33C4-DEA1-5398-D0D15C077521}"/>
                    </a:ext>
                  </a:extLst>
                </p14:cNvPr>
                <p14:cNvContentPartPr/>
                <p14:nvPr/>
              </p14:nvContentPartPr>
              <p14:xfrm>
                <a:off x="6747585" y="357135"/>
                <a:ext cx="327960" cy="381960"/>
              </p14:xfrm>
            </p:contentPart>
          </mc:Choice>
          <mc:Fallback xmlns="">
            <p:pic>
              <p:nvPicPr>
                <p:cNvPr id="7" name="Ink 6">
                  <a:extLst>
                    <a:ext uri="{FF2B5EF4-FFF2-40B4-BE49-F238E27FC236}">
                      <a16:creationId xmlns:a16="http://schemas.microsoft.com/office/drawing/2014/main" id="{9961CD93-33C4-DEA1-5398-D0D15C077521}"/>
                    </a:ext>
                  </a:extLst>
                </p:cNvPr>
                <p:cNvPicPr/>
                <p:nvPr/>
              </p:nvPicPr>
              <p:blipFill>
                <a:blip r:embed="rId13"/>
                <a:stretch>
                  <a:fillRect/>
                </a:stretch>
              </p:blipFill>
              <p:spPr>
                <a:xfrm>
                  <a:off x="6738585" y="348135"/>
                  <a:ext cx="34560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799CF5F7-584A-572B-9F67-0EA42F2C8E2D}"/>
                    </a:ext>
                  </a:extLst>
                </p14:cNvPr>
                <p14:cNvContentPartPr/>
                <p14:nvPr/>
              </p14:nvContentPartPr>
              <p14:xfrm>
                <a:off x="7417905" y="215295"/>
                <a:ext cx="23040" cy="459000"/>
              </p14:xfrm>
            </p:contentPart>
          </mc:Choice>
          <mc:Fallback xmlns="">
            <p:pic>
              <p:nvPicPr>
                <p:cNvPr id="8" name="Ink 7">
                  <a:extLst>
                    <a:ext uri="{FF2B5EF4-FFF2-40B4-BE49-F238E27FC236}">
                      <a16:creationId xmlns:a16="http://schemas.microsoft.com/office/drawing/2014/main" id="{799CF5F7-584A-572B-9F67-0EA42F2C8E2D}"/>
                    </a:ext>
                  </a:extLst>
                </p:cNvPr>
                <p:cNvPicPr/>
                <p:nvPr/>
              </p:nvPicPr>
              <p:blipFill>
                <a:blip r:embed="rId15"/>
                <a:stretch>
                  <a:fillRect/>
                </a:stretch>
              </p:blipFill>
              <p:spPr>
                <a:xfrm>
                  <a:off x="7408905" y="206295"/>
                  <a:ext cx="4068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545B7FC8-1760-9BB1-8E26-9392563B0DDA}"/>
                    </a:ext>
                  </a:extLst>
                </p14:cNvPr>
                <p14:cNvContentPartPr/>
                <p14:nvPr/>
              </p14:nvContentPartPr>
              <p14:xfrm>
                <a:off x="7309185" y="490335"/>
                <a:ext cx="922680" cy="263880"/>
              </p14:xfrm>
            </p:contentPart>
          </mc:Choice>
          <mc:Fallback xmlns="">
            <p:pic>
              <p:nvPicPr>
                <p:cNvPr id="9" name="Ink 8">
                  <a:extLst>
                    <a:ext uri="{FF2B5EF4-FFF2-40B4-BE49-F238E27FC236}">
                      <a16:creationId xmlns:a16="http://schemas.microsoft.com/office/drawing/2014/main" id="{545B7FC8-1760-9BB1-8E26-9392563B0DDA}"/>
                    </a:ext>
                  </a:extLst>
                </p:cNvPr>
                <p:cNvPicPr/>
                <p:nvPr/>
              </p:nvPicPr>
              <p:blipFill>
                <a:blip r:embed="rId17"/>
                <a:stretch>
                  <a:fillRect/>
                </a:stretch>
              </p:blipFill>
              <p:spPr>
                <a:xfrm>
                  <a:off x="7300545" y="481335"/>
                  <a:ext cx="94032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4FD27E0B-CACB-D15F-6EE4-57DD040D0736}"/>
                    </a:ext>
                  </a:extLst>
                </p14:cNvPr>
                <p14:cNvContentPartPr/>
                <p14:nvPr/>
              </p14:nvContentPartPr>
              <p14:xfrm>
                <a:off x="7153305" y="311775"/>
                <a:ext cx="171000" cy="356400"/>
              </p14:xfrm>
            </p:contentPart>
          </mc:Choice>
          <mc:Fallback xmlns="">
            <p:pic>
              <p:nvPicPr>
                <p:cNvPr id="10" name="Ink 9">
                  <a:extLst>
                    <a:ext uri="{FF2B5EF4-FFF2-40B4-BE49-F238E27FC236}">
                      <a16:creationId xmlns:a16="http://schemas.microsoft.com/office/drawing/2014/main" id="{4FD27E0B-CACB-D15F-6EE4-57DD040D0736}"/>
                    </a:ext>
                  </a:extLst>
                </p:cNvPr>
                <p:cNvPicPr/>
                <p:nvPr/>
              </p:nvPicPr>
              <p:blipFill>
                <a:blip r:embed="rId19"/>
                <a:stretch>
                  <a:fillRect/>
                </a:stretch>
              </p:blipFill>
              <p:spPr>
                <a:xfrm>
                  <a:off x="7144665" y="303135"/>
                  <a:ext cx="1886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5F72388A-4B4E-6DF3-8991-508D37F90C11}"/>
                    </a:ext>
                  </a:extLst>
                </p14:cNvPr>
                <p14:cNvContentPartPr/>
                <p14:nvPr/>
              </p14:nvContentPartPr>
              <p14:xfrm>
                <a:off x="8086785" y="129615"/>
                <a:ext cx="547560" cy="630000"/>
              </p14:xfrm>
            </p:contentPart>
          </mc:Choice>
          <mc:Fallback xmlns="">
            <p:pic>
              <p:nvPicPr>
                <p:cNvPr id="13" name="Ink 12">
                  <a:extLst>
                    <a:ext uri="{FF2B5EF4-FFF2-40B4-BE49-F238E27FC236}">
                      <a16:creationId xmlns:a16="http://schemas.microsoft.com/office/drawing/2014/main" id="{5F72388A-4B4E-6DF3-8991-508D37F90C11}"/>
                    </a:ext>
                  </a:extLst>
                </p:cNvPr>
                <p:cNvPicPr/>
                <p:nvPr/>
              </p:nvPicPr>
              <p:blipFill>
                <a:blip r:embed="rId21"/>
                <a:stretch>
                  <a:fillRect/>
                </a:stretch>
              </p:blipFill>
              <p:spPr>
                <a:xfrm>
                  <a:off x="8077785" y="120975"/>
                  <a:ext cx="565200" cy="64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CD09334E-49DF-400C-5F48-E0AAF2F79B31}"/>
                    </a:ext>
                  </a:extLst>
                </p14:cNvPr>
                <p14:cNvContentPartPr/>
                <p14:nvPr/>
              </p14:nvContentPartPr>
              <p14:xfrm>
                <a:off x="8978145" y="400335"/>
                <a:ext cx="455400" cy="442080"/>
              </p14:xfrm>
            </p:contentPart>
          </mc:Choice>
          <mc:Fallback xmlns="">
            <p:pic>
              <p:nvPicPr>
                <p:cNvPr id="14" name="Ink 13">
                  <a:extLst>
                    <a:ext uri="{FF2B5EF4-FFF2-40B4-BE49-F238E27FC236}">
                      <a16:creationId xmlns:a16="http://schemas.microsoft.com/office/drawing/2014/main" id="{CD09334E-49DF-400C-5F48-E0AAF2F79B31}"/>
                    </a:ext>
                  </a:extLst>
                </p:cNvPr>
                <p:cNvPicPr/>
                <p:nvPr/>
              </p:nvPicPr>
              <p:blipFill>
                <a:blip r:embed="rId23"/>
                <a:stretch>
                  <a:fillRect/>
                </a:stretch>
              </p:blipFill>
              <p:spPr>
                <a:xfrm>
                  <a:off x="8969145" y="391335"/>
                  <a:ext cx="47304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27D96B0F-566E-013A-070A-7FF74AE70898}"/>
                    </a:ext>
                  </a:extLst>
                </p14:cNvPr>
                <p14:cNvContentPartPr/>
                <p14:nvPr/>
              </p14:nvContentPartPr>
              <p14:xfrm>
                <a:off x="9332025" y="317175"/>
                <a:ext cx="1393920" cy="577440"/>
              </p14:xfrm>
            </p:contentPart>
          </mc:Choice>
          <mc:Fallback xmlns="">
            <p:pic>
              <p:nvPicPr>
                <p:cNvPr id="15" name="Ink 14">
                  <a:extLst>
                    <a:ext uri="{FF2B5EF4-FFF2-40B4-BE49-F238E27FC236}">
                      <a16:creationId xmlns:a16="http://schemas.microsoft.com/office/drawing/2014/main" id="{27D96B0F-566E-013A-070A-7FF74AE70898}"/>
                    </a:ext>
                  </a:extLst>
                </p:cNvPr>
                <p:cNvPicPr/>
                <p:nvPr/>
              </p:nvPicPr>
              <p:blipFill>
                <a:blip r:embed="rId25"/>
                <a:stretch>
                  <a:fillRect/>
                </a:stretch>
              </p:blipFill>
              <p:spPr>
                <a:xfrm>
                  <a:off x="9323385" y="308175"/>
                  <a:ext cx="141156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2C5C7BE-B5B9-7930-F327-E4E0B494F49E}"/>
                    </a:ext>
                  </a:extLst>
                </p14:cNvPr>
                <p14:cNvContentPartPr/>
                <p14:nvPr/>
              </p14:nvContentPartPr>
              <p14:xfrm>
                <a:off x="7765665" y="1716855"/>
                <a:ext cx="334800" cy="323640"/>
              </p14:xfrm>
            </p:contentPart>
          </mc:Choice>
          <mc:Fallback xmlns="">
            <p:pic>
              <p:nvPicPr>
                <p:cNvPr id="22" name="Ink 21">
                  <a:extLst>
                    <a:ext uri="{FF2B5EF4-FFF2-40B4-BE49-F238E27FC236}">
                      <a16:creationId xmlns:a16="http://schemas.microsoft.com/office/drawing/2014/main" id="{42C5C7BE-B5B9-7930-F327-E4E0B494F49E}"/>
                    </a:ext>
                  </a:extLst>
                </p:cNvPr>
                <p:cNvPicPr/>
                <p:nvPr/>
              </p:nvPicPr>
              <p:blipFill>
                <a:blip r:embed="rId27"/>
                <a:stretch>
                  <a:fillRect/>
                </a:stretch>
              </p:blipFill>
              <p:spPr>
                <a:xfrm>
                  <a:off x="7757025" y="1707855"/>
                  <a:ext cx="35244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85E12F0C-3D20-0B91-48C0-329942543FE0}"/>
                    </a:ext>
                  </a:extLst>
                </p14:cNvPr>
                <p14:cNvContentPartPr/>
                <p14:nvPr/>
              </p14:nvContentPartPr>
              <p14:xfrm>
                <a:off x="8229345" y="1655295"/>
                <a:ext cx="352440" cy="352080"/>
              </p14:xfrm>
            </p:contentPart>
          </mc:Choice>
          <mc:Fallback xmlns="">
            <p:pic>
              <p:nvPicPr>
                <p:cNvPr id="23" name="Ink 22">
                  <a:extLst>
                    <a:ext uri="{FF2B5EF4-FFF2-40B4-BE49-F238E27FC236}">
                      <a16:creationId xmlns:a16="http://schemas.microsoft.com/office/drawing/2014/main" id="{85E12F0C-3D20-0B91-48C0-329942543FE0}"/>
                    </a:ext>
                  </a:extLst>
                </p:cNvPr>
                <p:cNvPicPr/>
                <p:nvPr/>
              </p:nvPicPr>
              <p:blipFill>
                <a:blip r:embed="rId29"/>
                <a:stretch>
                  <a:fillRect/>
                </a:stretch>
              </p:blipFill>
              <p:spPr>
                <a:xfrm>
                  <a:off x="8220705" y="1646655"/>
                  <a:ext cx="37008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D0E787E6-1CA4-DD69-4A66-B7F8115D33F6}"/>
                    </a:ext>
                  </a:extLst>
                </p14:cNvPr>
                <p14:cNvContentPartPr/>
                <p14:nvPr/>
              </p14:nvContentPartPr>
              <p14:xfrm>
                <a:off x="8680065" y="1715775"/>
                <a:ext cx="418680" cy="339120"/>
              </p14:xfrm>
            </p:contentPart>
          </mc:Choice>
          <mc:Fallback xmlns="">
            <p:pic>
              <p:nvPicPr>
                <p:cNvPr id="24" name="Ink 23">
                  <a:extLst>
                    <a:ext uri="{FF2B5EF4-FFF2-40B4-BE49-F238E27FC236}">
                      <a16:creationId xmlns:a16="http://schemas.microsoft.com/office/drawing/2014/main" id="{D0E787E6-1CA4-DD69-4A66-B7F8115D33F6}"/>
                    </a:ext>
                  </a:extLst>
                </p:cNvPr>
                <p:cNvPicPr/>
                <p:nvPr/>
              </p:nvPicPr>
              <p:blipFill>
                <a:blip r:embed="rId31"/>
                <a:stretch>
                  <a:fillRect/>
                </a:stretch>
              </p:blipFill>
              <p:spPr>
                <a:xfrm>
                  <a:off x="8671065" y="1706775"/>
                  <a:ext cx="43632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0FB0AAAD-CF60-43D9-0255-7625A1186326}"/>
                    </a:ext>
                  </a:extLst>
                </p14:cNvPr>
                <p14:cNvContentPartPr/>
                <p14:nvPr/>
              </p14:nvContentPartPr>
              <p14:xfrm>
                <a:off x="1694265" y="1460895"/>
                <a:ext cx="948240" cy="673920"/>
              </p14:xfrm>
            </p:contentPart>
          </mc:Choice>
          <mc:Fallback xmlns="">
            <p:pic>
              <p:nvPicPr>
                <p:cNvPr id="17" name="Ink 16">
                  <a:extLst>
                    <a:ext uri="{FF2B5EF4-FFF2-40B4-BE49-F238E27FC236}">
                      <a16:creationId xmlns:a16="http://schemas.microsoft.com/office/drawing/2014/main" id="{0FB0AAAD-CF60-43D9-0255-7625A1186326}"/>
                    </a:ext>
                  </a:extLst>
                </p:cNvPr>
                <p:cNvPicPr/>
                <p:nvPr/>
              </p:nvPicPr>
              <p:blipFill>
                <a:blip r:embed="rId33"/>
                <a:stretch>
                  <a:fillRect/>
                </a:stretch>
              </p:blipFill>
              <p:spPr>
                <a:xfrm>
                  <a:off x="1685625" y="1452255"/>
                  <a:ext cx="965880" cy="69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130FEBBA-4E1F-7F72-C7D3-792DE1CE8686}"/>
                    </a:ext>
                  </a:extLst>
                </p14:cNvPr>
                <p14:cNvContentPartPr/>
                <p14:nvPr/>
              </p14:nvContentPartPr>
              <p14:xfrm>
                <a:off x="2871105" y="1802535"/>
                <a:ext cx="383040" cy="238680"/>
              </p14:xfrm>
            </p:contentPart>
          </mc:Choice>
          <mc:Fallback xmlns="">
            <p:pic>
              <p:nvPicPr>
                <p:cNvPr id="18" name="Ink 17">
                  <a:extLst>
                    <a:ext uri="{FF2B5EF4-FFF2-40B4-BE49-F238E27FC236}">
                      <a16:creationId xmlns:a16="http://schemas.microsoft.com/office/drawing/2014/main" id="{130FEBBA-4E1F-7F72-C7D3-792DE1CE8686}"/>
                    </a:ext>
                  </a:extLst>
                </p:cNvPr>
                <p:cNvPicPr/>
                <p:nvPr/>
              </p:nvPicPr>
              <p:blipFill>
                <a:blip r:embed="rId35"/>
                <a:stretch>
                  <a:fillRect/>
                </a:stretch>
              </p:blipFill>
              <p:spPr>
                <a:xfrm>
                  <a:off x="2862105" y="1793895"/>
                  <a:ext cx="4006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AF8B5D0E-0638-2B6F-CF94-C4A221A09FDD}"/>
                    </a:ext>
                  </a:extLst>
                </p14:cNvPr>
                <p14:cNvContentPartPr/>
                <p14:nvPr/>
              </p14:nvContentPartPr>
              <p14:xfrm>
                <a:off x="4256385" y="1824855"/>
                <a:ext cx="1028880" cy="216360"/>
              </p14:xfrm>
            </p:contentPart>
          </mc:Choice>
          <mc:Fallback xmlns="">
            <p:pic>
              <p:nvPicPr>
                <p:cNvPr id="19" name="Ink 18">
                  <a:extLst>
                    <a:ext uri="{FF2B5EF4-FFF2-40B4-BE49-F238E27FC236}">
                      <a16:creationId xmlns:a16="http://schemas.microsoft.com/office/drawing/2014/main" id="{AF8B5D0E-0638-2B6F-CF94-C4A221A09FDD}"/>
                    </a:ext>
                  </a:extLst>
                </p:cNvPr>
                <p:cNvPicPr/>
                <p:nvPr/>
              </p:nvPicPr>
              <p:blipFill>
                <a:blip r:embed="rId37"/>
                <a:stretch>
                  <a:fillRect/>
                </a:stretch>
              </p:blipFill>
              <p:spPr>
                <a:xfrm>
                  <a:off x="4247385" y="1815855"/>
                  <a:ext cx="10465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EF79520A-54B0-2D01-3ABE-30AD319FE3C6}"/>
                    </a:ext>
                  </a:extLst>
                </p14:cNvPr>
                <p14:cNvContentPartPr/>
                <p14:nvPr/>
              </p14:nvContentPartPr>
              <p14:xfrm>
                <a:off x="5503425" y="1830615"/>
                <a:ext cx="241560" cy="238680"/>
              </p14:xfrm>
            </p:contentPart>
          </mc:Choice>
          <mc:Fallback xmlns="">
            <p:pic>
              <p:nvPicPr>
                <p:cNvPr id="20" name="Ink 19">
                  <a:extLst>
                    <a:ext uri="{FF2B5EF4-FFF2-40B4-BE49-F238E27FC236}">
                      <a16:creationId xmlns:a16="http://schemas.microsoft.com/office/drawing/2014/main" id="{EF79520A-54B0-2D01-3ABE-30AD319FE3C6}"/>
                    </a:ext>
                  </a:extLst>
                </p:cNvPr>
                <p:cNvPicPr/>
                <p:nvPr/>
              </p:nvPicPr>
              <p:blipFill>
                <a:blip r:embed="rId39"/>
                <a:stretch>
                  <a:fillRect/>
                </a:stretch>
              </p:blipFill>
              <p:spPr>
                <a:xfrm>
                  <a:off x="5494425" y="1821615"/>
                  <a:ext cx="259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BF0282C5-69EC-36E8-A836-02AA03A2EF9E}"/>
                    </a:ext>
                  </a:extLst>
                </p14:cNvPr>
                <p14:cNvContentPartPr/>
                <p14:nvPr/>
              </p14:nvContentPartPr>
              <p14:xfrm>
                <a:off x="5972865" y="1807575"/>
                <a:ext cx="474840" cy="875520"/>
              </p14:xfrm>
            </p:contentPart>
          </mc:Choice>
          <mc:Fallback xmlns="">
            <p:pic>
              <p:nvPicPr>
                <p:cNvPr id="21" name="Ink 20">
                  <a:extLst>
                    <a:ext uri="{FF2B5EF4-FFF2-40B4-BE49-F238E27FC236}">
                      <a16:creationId xmlns:a16="http://schemas.microsoft.com/office/drawing/2014/main" id="{BF0282C5-69EC-36E8-A836-02AA03A2EF9E}"/>
                    </a:ext>
                  </a:extLst>
                </p:cNvPr>
                <p:cNvPicPr/>
                <p:nvPr/>
              </p:nvPicPr>
              <p:blipFill>
                <a:blip r:embed="rId41"/>
                <a:stretch>
                  <a:fillRect/>
                </a:stretch>
              </p:blipFill>
              <p:spPr>
                <a:xfrm>
                  <a:off x="5964225" y="1798935"/>
                  <a:ext cx="492480" cy="89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62247D4C-9A03-773C-3DBA-18B246334E65}"/>
                    </a:ext>
                  </a:extLst>
                </p14:cNvPr>
                <p14:cNvContentPartPr/>
                <p14:nvPr/>
              </p14:nvContentPartPr>
              <p14:xfrm>
                <a:off x="2395185" y="2690295"/>
                <a:ext cx="619920" cy="474840"/>
              </p14:xfrm>
            </p:contentPart>
          </mc:Choice>
          <mc:Fallback xmlns="">
            <p:pic>
              <p:nvPicPr>
                <p:cNvPr id="28" name="Ink 27">
                  <a:extLst>
                    <a:ext uri="{FF2B5EF4-FFF2-40B4-BE49-F238E27FC236}">
                      <a16:creationId xmlns:a16="http://schemas.microsoft.com/office/drawing/2014/main" id="{62247D4C-9A03-773C-3DBA-18B246334E65}"/>
                    </a:ext>
                  </a:extLst>
                </p:cNvPr>
                <p:cNvPicPr/>
                <p:nvPr/>
              </p:nvPicPr>
              <p:blipFill>
                <a:blip r:embed="rId43"/>
                <a:stretch>
                  <a:fillRect/>
                </a:stretch>
              </p:blipFill>
              <p:spPr>
                <a:xfrm>
                  <a:off x="2386185" y="2681295"/>
                  <a:ext cx="63756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93FE40F6-E0F1-F3BE-D33B-A0AEC46425E8}"/>
                    </a:ext>
                  </a:extLst>
                </p14:cNvPr>
                <p14:cNvContentPartPr/>
                <p14:nvPr/>
              </p14:nvContentPartPr>
              <p14:xfrm>
                <a:off x="3027705" y="2835375"/>
                <a:ext cx="407160" cy="356400"/>
              </p14:xfrm>
            </p:contentPart>
          </mc:Choice>
          <mc:Fallback xmlns="">
            <p:pic>
              <p:nvPicPr>
                <p:cNvPr id="29" name="Ink 28">
                  <a:extLst>
                    <a:ext uri="{FF2B5EF4-FFF2-40B4-BE49-F238E27FC236}">
                      <a16:creationId xmlns:a16="http://schemas.microsoft.com/office/drawing/2014/main" id="{93FE40F6-E0F1-F3BE-D33B-A0AEC46425E8}"/>
                    </a:ext>
                  </a:extLst>
                </p:cNvPr>
                <p:cNvPicPr/>
                <p:nvPr/>
              </p:nvPicPr>
              <p:blipFill>
                <a:blip r:embed="rId45"/>
                <a:stretch>
                  <a:fillRect/>
                </a:stretch>
              </p:blipFill>
              <p:spPr>
                <a:xfrm>
                  <a:off x="3018705" y="2826375"/>
                  <a:ext cx="42480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B06DE5D6-D523-344A-984E-3DD9438AE971}"/>
                    </a:ext>
                  </a:extLst>
                </p14:cNvPr>
                <p14:cNvContentPartPr/>
                <p14:nvPr/>
              </p14:nvContentPartPr>
              <p14:xfrm>
                <a:off x="3461145" y="2829255"/>
                <a:ext cx="316800" cy="307800"/>
              </p14:xfrm>
            </p:contentPart>
          </mc:Choice>
          <mc:Fallback xmlns="">
            <p:pic>
              <p:nvPicPr>
                <p:cNvPr id="30" name="Ink 29">
                  <a:extLst>
                    <a:ext uri="{FF2B5EF4-FFF2-40B4-BE49-F238E27FC236}">
                      <a16:creationId xmlns:a16="http://schemas.microsoft.com/office/drawing/2014/main" id="{B06DE5D6-D523-344A-984E-3DD9438AE971}"/>
                    </a:ext>
                  </a:extLst>
                </p:cNvPr>
                <p:cNvPicPr/>
                <p:nvPr/>
              </p:nvPicPr>
              <p:blipFill>
                <a:blip r:embed="rId47"/>
                <a:stretch>
                  <a:fillRect/>
                </a:stretch>
              </p:blipFill>
              <p:spPr>
                <a:xfrm>
                  <a:off x="3452145" y="2820615"/>
                  <a:ext cx="3344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4E4331AA-6E5E-1D6A-F87A-9C79D6A03955}"/>
                    </a:ext>
                  </a:extLst>
                </p14:cNvPr>
                <p14:cNvContentPartPr/>
                <p14:nvPr/>
              </p14:nvContentPartPr>
              <p14:xfrm>
                <a:off x="3853185" y="2778495"/>
                <a:ext cx="833760" cy="388440"/>
              </p14:xfrm>
            </p:contentPart>
          </mc:Choice>
          <mc:Fallback xmlns="">
            <p:pic>
              <p:nvPicPr>
                <p:cNvPr id="31" name="Ink 30">
                  <a:extLst>
                    <a:ext uri="{FF2B5EF4-FFF2-40B4-BE49-F238E27FC236}">
                      <a16:creationId xmlns:a16="http://schemas.microsoft.com/office/drawing/2014/main" id="{4E4331AA-6E5E-1D6A-F87A-9C79D6A03955}"/>
                    </a:ext>
                  </a:extLst>
                </p:cNvPr>
                <p:cNvPicPr/>
                <p:nvPr/>
              </p:nvPicPr>
              <p:blipFill>
                <a:blip r:embed="rId49"/>
                <a:stretch>
                  <a:fillRect/>
                </a:stretch>
              </p:blipFill>
              <p:spPr>
                <a:xfrm>
                  <a:off x="3844185" y="2769495"/>
                  <a:ext cx="85140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F221565F-AC2D-E9F1-8834-F02D1A311CA5}"/>
                    </a:ext>
                  </a:extLst>
                </p14:cNvPr>
                <p14:cNvContentPartPr/>
                <p14:nvPr/>
              </p14:nvContentPartPr>
              <p14:xfrm>
                <a:off x="4611705" y="2939055"/>
                <a:ext cx="273600" cy="65160"/>
              </p14:xfrm>
            </p:contentPart>
          </mc:Choice>
          <mc:Fallback xmlns="">
            <p:pic>
              <p:nvPicPr>
                <p:cNvPr id="32" name="Ink 31">
                  <a:extLst>
                    <a:ext uri="{FF2B5EF4-FFF2-40B4-BE49-F238E27FC236}">
                      <a16:creationId xmlns:a16="http://schemas.microsoft.com/office/drawing/2014/main" id="{F221565F-AC2D-E9F1-8834-F02D1A311CA5}"/>
                    </a:ext>
                  </a:extLst>
                </p:cNvPr>
                <p:cNvPicPr/>
                <p:nvPr/>
              </p:nvPicPr>
              <p:blipFill>
                <a:blip r:embed="rId51"/>
                <a:stretch>
                  <a:fillRect/>
                </a:stretch>
              </p:blipFill>
              <p:spPr>
                <a:xfrm>
                  <a:off x="4603065" y="2930415"/>
                  <a:ext cx="2912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ED5389CE-2B66-14CA-FFB9-5435ACF2D2E9}"/>
                    </a:ext>
                  </a:extLst>
                </p14:cNvPr>
                <p14:cNvContentPartPr/>
                <p14:nvPr/>
              </p14:nvContentPartPr>
              <p14:xfrm>
                <a:off x="4932105" y="2764455"/>
                <a:ext cx="72000" cy="394200"/>
              </p14:xfrm>
            </p:contentPart>
          </mc:Choice>
          <mc:Fallback xmlns="">
            <p:pic>
              <p:nvPicPr>
                <p:cNvPr id="33" name="Ink 32">
                  <a:extLst>
                    <a:ext uri="{FF2B5EF4-FFF2-40B4-BE49-F238E27FC236}">
                      <a16:creationId xmlns:a16="http://schemas.microsoft.com/office/drawing/2014/main" id="{ED5389CE-2B66-14CA-FFB9-5435ACF2D2E9}"/>
                    </a:ext>
                  </a:extLst>
                </p:cNvPr>
                <p:cNvPicPr/>
                <p:nvPr/>
              </p:nvPicPr>
              <p:blipFill>
                <a:blip r:embed="rId53"/>
                <a:stretch>
                  <a:fillRect/>
                </a:stretch>
              </p:blipFill>
              <p:spPr>
                <a:xfrm>
                  <a:off x="4923465" y="2755455"/>
                  <a:ext cx="8964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387950EF-8AE2-3B4C-607B-908969A566C0}"/>
                    </a:ext>
                  </a:extLst>
                </p14:cNvPr>
                <p14:cNvContentPartPr/>
                <p14:nvPr/>
              </p14:nvContentPartPr>
              <p14:xfrm>
                <a:off x="5200665" y="2927895"/>
                <a:ext cx="631080" cy="563760"/>
              </p14:xfrm>
            </p:contentPart>
          </mc:Choice>
          <mc:Fallback xmlns="">
            <p:pic>
              <p:nvPicPr>
                <p:cNvPr id="34" name="Ink 33">
                  <a:extLst>
                    <a:ext uri="{FF2B5EF4-FFF2-40B4-BE49-F238E27FC236}">
                      <a16:creationId xmlns:a16="http://schemas.microsoft.com/office/drawing/2014/main" id="{387950EF-8AE2-3B4C-607B-908969A566C0}"/>
                    </a:ext>
                  </a:extLst>
                </p:cNvPr>
                <p:cNvPicPr/>
                <p:nvPr/>
              </p:nvPicPr>
              <p:blipFill>
                <a:blip r:embed="rId55"/>
                <a:stretch>
                  <a:fillRect/>
                </a:stretch>
              </p:blipFill>
              <p:spPr>
                <a:xfrm>
                  <a:off x="5192025" y="2918895"/>
                  <a:ext cx="648720" cy="581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BC3D63B7-0A23-83D2-6D22-E36C42ABA0E6}"/>
                    </a:ext>
                  </a:extLst>
                </p14:cNvPr>
                <p14:cNvContentPartPr/>
                <p14:nvPr/>
              </p14:nvContentPartPr>
              <p14:xfrm>
                <a:off x="7393065" y="2636295"/>
                <a:ext cx="50400" cy="681840"/>
              </p14:xfrm>
            </p:contentPart>
          </mc:Choice>
          <mc:Fallback xmlns="">
            <p:pic>
              <p:nvPicPr>
                <p:cNvPr id="35" name="Ink 34">
                  <a:extLst>
                    <a:ext uri="{FF2B5EF4-FFF2-40B4-BE49-F238E27FC236}">
                      <a16:creationId xmlns:a16="http://schemas.microsoft.com/office/drawing/2014/main" id="{BC3D63B7-0A23-83D2-6D22-E36C42ABA0E6}"/>
                    </a:ext>
                  </a:extLst>
                </p:cNvPr>
                <p:cNvPicPr/>
                <p:nvPr/>
              </p:nvPicPr>
              <p:blipFill>
                <a:blip r:embed="rId57"/>
                <a:stretch>
                  <a:fillRect/>
                </a:stretch>
              </p:blipFill>
              <p:spPr>
                <a:xfrm>
                  <a:off x="7384065" y="2627655"/>
                  <a:ext cx="68040" cy="699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3A14F06D-6D8E-1F2B-C3E9-F707BA7C4170}"/>
                    </a:ext>
                  </a:extLst>
                </p14:cNvPr>
                <p14:cNvContentPartPr/>
                <p14:nvPr/>
              </p14:nvContentPartPr>
              <p14:xfrm>
                <a:off x="7485225" y="2863095"/>
                <a:ext cx="233280" cy="191520"/>
              </p14:xfrm>
            </p:contentPart>
          </mc:Choice>
          <mc:Fallback xmlns="">
            <p:pic>
              <p:nvPicPr>
                <p:cNvPr id="36" name="Ink 35">
                  <a:extLst>
                    <a:ext uri="{FF2B5EF4-FFF2-40B4-BE49-F238E27FC236}">
                      <a16:creationId xmlns:a16="http://schemas.microsoft.com/office/drawing/2014/main" id="{3A14F06D-6D8E-1F2B-C3E9-F707BA7C4170}"/>
                    </a:ext>
                  </a:extLst>
                </p:cNvPr>
                <p:cNvPicPr/>
                <p:nvPr/>
              </p:nvPicPr>
              <p:blipFill>
                <a:blip r:embed="rId59"/>
                <a:stretch>
                  <a:fillRect/>
                </a:stretch>
              </p:blipFill>
              <p:spPr>
                <a:xfrm>
                  <a:off x="7476585" y="2854095"/>
                  <a:ext cx="2509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6366197E-C302-C59D-D0B6-9C68D48A195B}"/>
                    </a:ext>
                  </a:extLst>
                </p14:cNvPr>
                <p14:cNvContentPartPr/>
                <p14:nvPr/>
              </p14:nvContentPartPr>
              <p14:xfrm>
                <a:off x="7668105" y="2812695"/>
                <a:ext cx="422280" cy="267840"/>
              </p14:xfrm>
            </p:contentPart>
          </mc:Choice>
          <mc:Fallback xmlns="">
            <p:pic>
              <p:nvPicPr>
                <p:cNvPr id="37" name="Ink 36">
                  <a:extLst>
                    <a:ext uri="{FF2B5EF4-FFF2-40B4-BE49-F238E27FC236}">
                      <a16:creationId xmlns:a16="http://schemas.microsoft.com/office/drawing/2014/main" id="{6366197E-C302-C59D-D0B6-9C68D48A195B}"/>
                    </a:ext>
                  </a:extLst>
                </p:cNvPr>
                <p:cNvPicPr/>
                <p:nvPr/>
              </p:nvPicPr>
              <p:blipFill>
                <a:blip r:embed="rId61"/>
                <a:stretch>
                  <a:fillRect/>
                </a:stretch>
              </p:blipFill>
              <p:spPr>
                <a:xfrm>
                  <a:off x="7659465" y="2803695"/>
                  <a:ext cx="43992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948E1740-3120-6C7E-B3C2-211C4619E27E}"/>
                    </a:ext>
                  </a:extLst>
                </p14:cNvPr>
                <p14:cNvContentPartPr/>
                <p14:nvPr/>
              </p14:nvContentPartPr>
              <p14:xfrm>
                <a:off x="8199465" y="2419575"/>
                <a:ext cx="1008720" cy="718200"/>
              </p14:xfrm>
            </p:contentPart>
          </mc:Choice>
          <mc:Fallback xmlns="">
            <p:pic>
              <p:nvPicPr>
                <p:cNvPr id="38" name="Ink 37">
                  <a:extLst>
                    <a:ext uri="{FF2B5EF4-FFF2-40B4-BE49-F238E27FC236}">
                      <a16:creationId xmlns:a16="http://schemas.microsoft.com/office/drawing/2014/main" id="{948E1740-3120-6C7E-B3C2-211C4619E27E}"/>
                    </a:ext>
                  </a:extLst>
                </p:cNvPr>
                <p:cNvPicPr/>
                <p:nvPr/>
              </p:nvPicPr>
              <p:blipFill>
                <a:blip r:embed="rId63"/>
                <a:stretch>
                  <a:fillRect/>
                </a:stretch>
              </p:blipFill>
              <p:spPr>
                <a:xfrm>
                  <a:off x="8190465" y="2410935"/>
                  <a:ext cx="1026360" cy="735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CE812526-7C61-94A7-C950-8B2B1D7E9012}"/>
                    </a:ext>
                  </a:extLst>
                </p14:cNvPr>
                <p14:cNvContentPartPr/>
                <p14:nvPr/>
              </p14:nvContentPartPr>
              <p14:xfrm>
                <a:off x="9334545" y="2540895"/>
                <a:ext cx="104400" cy="83520"/>
              </p14:xfrm>
            </p:contentPart>
          </mc:Choice>
          <mc:Fallback xmlns="">
            <p:pic>
              <p:nvPicPr>
                <p:cNvPr id="39" name="Ink 38">
                  <a:extLst>
                    <a:ext uri="{FF2B5EF4-FFF2-40B4-BE49-F238E27FC236}">
                      <a16:creationId xmlns:a16="http://schemas.microsoft.com/office/drawing/2014/main" id="{CE812526-7C61-94A7-C950-8B2B1D7E9012}"/>
                    </a:ext>
                  </a:extLst>
                </p:cNvPr>
                <p:cNvPicPr/>
                <p:nvPr/>
              </p:nvPicPr>
              <p:blipFill>
                <a:blip r:embed="rId65"/>
                <a:stretch>
                  <a:fillRect/>
                </a:stretch>
              </p:blipFill>
              <p:spPr>
                <a:xfrm>
                  <a:off x="9325905" y="2532255"/>
                  <a:ext cx="1220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DE49527C-8A78-CC38-946A-601EC9775D5E}"/>
                    </a:ext>
                  </a:extLst>
                </p14:cNvPr>
                <p14:cNvContentPartPr/>
                <p14:nvPr/>
              </p14:nvContentPartPr>
              <p14:xfrm>
                <a:off x="9480705" y="2657895"/>
                <a:ext cx="515880" cy="425520"/>
              </p14:xfrm>
            </p:contentPart>
          </mc:Choice>
          <mc:Fallback xmlns="">
            <p:pic>
              <p:nvPicPr>
                <p:cNvPr id="40" name="Ink 39">
                  <a:extLst>
                    <a:ext uri="{FF2B5EF4-FFF2-40B4-BE49-F238E27FC236}">
                      <a16:creationId xmlns:a16="http://schemas.microsoft.com/office/drawing/2014/main" id="{DE49527C-8A78-CC38-946A-601EC9775D5E}"/>
                    </a:ext>
                  </a:extLst>
                </p:cNvPr>
                <p:cNvPicPr/>
                <p:nvPr/>
              </p:nvPicPr>
              <p:blipFill>
                <a:blip r:embed="rId67"/>
                <a:stretch>
                  <a:fillRect/>
                </a:stretch>
              </p:blipFill>
              <p:spPr>
                <a:xfrm>
                  <a:off x="9471705" y="2648895"/>
                  <a:ext cx="53352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9F69029C-4E61-8F3A-611C-B5420FC6F147}"/>
                    </a:ext>
                  </a:extLst>
                </p14:cNvPr>
                <p14:cNvContentPartPr/>
                <p14:nvPr/>
              </p14:nvContentPartPr>
              <p14:xfrm>
                <a:off x="9683385" y="2791095"/>
                <a:ext cx="437040" cy="21960"/>
              </p14:xfrm>
            </p:contentPart>
          </mc:Choice>
          <mc:Fallback xmlns="">
            <p:pic>
              <p:nvPicPr>
                <p:cNvPr id="41" name="Ink 40">
                  <a:extLst>
                    <a:ext uri="{FF2B5EF4-FFF2-40B4-BE49-F238E27FC236}">
                      <a16:creationId xmlns:a16="http://schemas.microsoft.com/office/drawing/2014/main" id="{9F69029C-4E61-8F3A-611C-B5420FC6F147}"/>
                    </a:ext>
                  </a:extLst>
                </p:cNvPr>
                <p:cNvPicPr/>
                <p:nvPr/>
              </p:nvPicPr>
              <p:blipFill>
                <a:blip r:embed="rId69"/>
                <a:stretch>
                  <a:fillRect/>
                </a:stretch>
              </p:blipFill>
              <p:spPr>
                <a:xfrm>
                  <a:off x="9674385" y="2782095"/>
                  <a:ext cx="4546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B594D40A-A39F-2F91-4123-CD71575B4E42}"/>
                    </a:ext>
                  </a:extLst>
                </p14:cNvPr>
                <p14:cNvContentPartPr/>
                <p14:nvPr/>
              </p14:nvContentPartPr>
              <p14:xfrm>
                <a:off x="10286385" y="2452695"/>
                <a:ext cx="705600" cy="641160"/>
              </p14:xfrm>
            </p:contentPart>
          </mc:Choice>
          <mc:Fallback xmlns="">
            <p:pic>
              <p:nvPicPr>
                <p:cNvPr id="42" name="Ink 41">
                  <a:extLst>
                    <a:ext uri="{FF2B5EF4-FFF2-40B4-BE49-F238E27FC236}">
                      <a16:creationId xmlns:a16="http://schemas.microsoft.com/office/drawing/2014/main" id="{B594D40A-A39F-2F91-4123-CD71575B4E42}"/>
                    </a:ext>
                  </a:extLst>
                </p:cNvPr>
                <p:cNvPicPr/>
                <p:nvPr/>
              </p:nvPicPr>
              <p:blipFill>
                <a:blip r:embed="rId71"/>
                <a:stretch>
                  <a:fillRect/>
                </a:stretch>
              </p:blipFill>
              <p:spPr>
                <a:xfrm>
                  <a:off x="10277745" y="2443695"/>
                  <a:ext cx="72324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94C3C942-43B8-7754-F19E-B52BB4B5E990}"/>
                    </a:ext>
                  </a:extLst>
                </p14:cNvPr>
                <p14:cNvContentPartPr/>
                <p14:nvPr/>
              </p14:nvContentPartPr>
              <p14:xfrm>
                <a:off x="11160105" y="2942295"/>
                <a:ext cx="26640" cy="23040"/>
              </p14:xfrm>
            </p:contentPart>
          </mc:Choice>
          <mc:Fallback xmlns="">
            <p:pic>
              <p:nvPicPr>
                <p:cNvPr id="43" name="Ink 42">
                  <a:extLst>
                    <a:ext uri="{FF2B5EF4-FFF2-40B4-BE49-F238E27FC236}">
                      <a16:creationId xmlns:a16="http://schemas.microsoft.com/office/drawing/2014/main" id="{94C3C942-43B8-7754-F19E-B52BB4B5E990}"/>
                    </a:ext>
                  </a:extLst>
                </p:cNvPr>
                <p:cNvPicPr/>
                <p:nvPr/>
              </p:nvPicPr>
              <p:blipFill>
                <a:blip r:embed="rId73"/>
                <a:stretch>
                  <a:fillRect/>
                </a:stretch>
              </p:blipFill>
              <p:spPr>
                <a:xfrm>
                  <a:off x="11151105" y="2933295"/>
                  <a:ext cx="442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E70893AC-C458-EE9E-B058-C615EC332BAD}"/>
                    </a:ext>
                  </a:extLst>
                </p14:cNvPr>
                <p14:cNvContentPartPr/>
                <p14:nvPr/>
              </p14:nvContentPartPr>
              <p14:xfrm>
                <a:off x="277305" y="136815"/>
                <a:ext cx="1384560" cy="2821320"/>
              </p14:xfrm>
            </p:contentPart>
          </mc:Choice>
          <mc:Fallback xmlns="">
            <p:pic>
              <p:nvPicPr>
                <p:cNvPr id="46" name="Ink 45">
                  <a:extLst>
                    <a:ext uri="{FF2B5EF4-FFF2-40B4-BE49-F238E27FC236}">
                      <a16:creationId xmlns:a16="http://schemas.microsoft.com/office/drawing/2014/main" id="{E70893AC-C458-EE9E-B058-C615EC332BAD}"/>
                    </a:ext>
                  </a:extLst>
                </p:cNvPr>
                <p:cNvPicPr/>
                <p:nvPr/>
              </p:nvPicPr>
              <p:blipFill>
                <a:blip r:embed="rId75"/>
                <a:stretch>
                  <a:fillRect/>
                </a:stretch>
              </p:blipFill>
              <p:spPr>
                <a:xfrm>
                  <a:off x="268665" y="128175"/>
                  <a:ext cx="1402200" cy="2838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8CDA2603-09D0-6E36-D161-79005D833F63}"/>
                    </a:ext>
                  </a:extLst>
                </p14:cNvPr>
                <p14:cNvContentPartPr/>
                <p14:nvPr/>
              </p14:nvContentPartPr>
              <p14:xfrm>
                <a:off x="10412385" y="218175"/>
                <a:ext cx="1225440" cy="2877120"/>
              </p14:xfrm>
            </p:contentPart>
          </mc:Choice>
          <mc:Fallback xmlns="">
            <p:pic>
              <p:nvPicPr>
                <p:cNvPr id="48" name="Ink 47">
                  <a:extLst>
                    <a:ext uri="{FF2B5EF4-FFF2-40B4-BE49-F238E27FC236}">
                      <a16:creationId xmlns:a16="http://schemas.microsoft.com/office/drawing/2014/main" id="{8CDA2603-09D0-6E36-D161-79005D833F63}"/>
                    </a:ext>
                  </a:extLst>
                </p:cNvPr>
                <p:cNvPicPr/>
                <p:nvPr/>
              </p:nvPicPr>
              <p:blipFill>
                <a:blip r:embed="rId77"/>
                <a:stretch>
                  <a:fillRect/>
                </a:stretch>
              </p:blipFill>
              <p:spPr>
                <a:xfrm>
                  <a:off x="10403745" y="209175"/>
                  <a:ext cx="1243080" cy="289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46484290-9781-1EF9-B1E8-6BB00D177090}"/>
                  </a:ext>
                </a:extLst>
              </p14:cNvPr>
              <p14:cNvContentPartPr/>
              <p14:nvPr/>
            </p14:nvContentPartPr>
            <p14:xfrm>
              <a:off x="990825" y="4161255"/>
              <a:ext cx="342000" cy="34200"/>
            </p14:xfrm>
          </p:contentPart>
        </mc:Choice>
        <mc:Fallback xmlns="">
          <p:pic>
            <p:nvPicPr>
              <p:cNvPr id="50" name="Ink 49">
                <a:extLst>
                  <a:ext uri="{FF2B5EF4-FFF2-40B4-BE49-F238E27FC236}">
                    <a16:creationId xmlns:a16="http://schemas.microsoft.com/office/drawing/2014/main" id="{46484290-9781-1EF9-B1E8-6BB00D177090}"/>
                  </a:ext>
                </a:extLst>
              </p:cNvPr>
              <p:cNvPicPr/>
              <p:nvPr/>
            </p:nvPicPr>
            <p:blipFill>
              <a:blip r:embed="rId79"/>
              <a:stretch>
                <a:fillRect/>
              </a:stretch>
            </p:blipFill>
            <p:spPr>
              <a:xfrm>
                <a:off x="981825" y="4152255"/>
                <a:ext cx="3596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082C594A-0F9A-03C3-93EA-7BCBE1809C60}"/>
                  </a:ext>
                </a:extLst>
              </p14:cNvPr>
              <p14:cNvContentPartPr/>
              <p14:nvPr/>
            </p14:nvContentPartPr>
            <p14:xfrm>
              <a:off x="600585" y="3589215"/>
              <a:ext cx="430560" cy="2190960"/>
            </p14:xfrm>
          </p:contentPart>
        </mc:Choice>
        <mc:Fallback xmlns="">
          <p:pic>
            <p:nvPicPr>
              <p:cNvPr id="51" name="Ink 50">
                <a:extLst>
                  <a:ext uri="{FF2B5EF4-FFF2-40B4-BE49-F238E27FC236}">
                    <a16:creationId xmlns:a16="http://schemas.microsoft.com/office/drawing/2014/main" id="{082C594A-0F9A-03C3-93EA-7BCBE1809C60}"/>
                  </a:ext>
                </a:extLst>
              </p:cNvPr>
              <p:cNvPicPr/>
              <p:nvPr/>
            </p:nvPicPr>
            <p:blipFill>
              <a:blip r:embed="rId81"/>
              <a:stretch>
                <a:fillRect/>
              </a:stretch>
            </p:blipFill>
            <p:spPr>
              <a:xfrm>
                <a:off x="594465" y="3583095"/>
                <a:ext cx="442800" cy="2203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9E064C2E-814D-CEE5-EFDF-1A9994FEF1EE}"/>
                  </a:ext>
                </a:extLst>
              </p14:cNvPr>
              <p14:cNvContentPartPr/>
              <p14:nvPr/>
            </p14:nvContentPartPr>
            <p14:xfrm>
              <a:off x="1788585" y="4032735"/>
              <a:ext cx="12960" cy="9720"/>
            </p14:xfrm>
          </p:contentPart>
        </mc:Choice>
        <mc:Fallback xmlns="">
          <p:pic>
            <p:nvPicPr>
              <p:cNvPr id="52" name="Ink 51">
                <a:extLst>
                  <a:ext uri="{FF2B5EF4-FFF2-40B4-BE49-F238E27FC236}">
                    <a16:creationId xmlns:a16="http://schemas.microsoft.com/office/drawing/2014/main" id="{9E064C2E-814D-CEE5-EFDF-1A9994FEF1EE}"/>
                  </a:ext>
                </a:extLst>
              </p:cNvPr>
              <p:cNvPicPr/>
              <p:nvPr/>
            </p:nvPicPr>
            <p:blipFill>
              <a:blip r:embed="rId83"/>
              <a:stretch>
                <a:fillRect/>
              </a:stretch>
            </p:blipFill>
            <p:spPr>
              <a:xfrm>
                <a:off x="1782465" y="4026615"/>
                <a:ext cx="252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E60BFB4D-EC36-773B-ABCE-D2B666C28616}"/>
                  </a:ext>
                </a:extLst>
              </p14:cNvPr>
              <p14:cNvContentPartPr/>
              <p14:nvPr/>
            </p14:nvContentPartPr>
            <p14:xfrm>
              <a:off x="6975465" y="972375"/>
              <a:ext cx="1387080" cy="119520"/>
            </p14:xfrm>
          </p:contentPart>
        </mc:Choice>
        <mc:Fallback xmlns="">
          <p:pic>
            <p:nvPicPr>
              <p:cNvPr id="53" name="Ink 52">
                <a:extLst>
                  <a:ext uri="{FF2B5EF4-FFF2-40B4-BE49-F238E27FC236}">
                    <a16:creationId xmlns:a16="http://schemas.microsoft.com/office/drawing/2014/main" id="{E60BFB4D-EC36-773B-ABCE-D2B666C28616}"/>
                  </a:ext>
                </a:extLst>
              </p:cNvPr>
              <p:cNvPicPr/>
              <p:nvPr/>
            </p:nvPicPr>
            <p:blipFill>
              <a:blip r:embed="rId85"/>
              <a:stretch>
                <a:fillRect/>
              </a:stretch>
            </p:blipFill>
            <p:spPr>
              <a:xfrm>
                <a:off x="6969345" y="966255"/>
                <a:ext cx="1399320" cy="131760"/>
              </a:xfrm>
              <a:prstGeom prst="rect">
                <a:avLst/>
              </a:prstGeom>
            </p:spPr>
          </p:pic>
        </mc:Fallback>
      </mc:AlternateContent>
      <p:grpSp>
        <p:nvGrpSpPr>
          <p:cNvPr id="70" name="Group 69">
            <a:extLst>
              <a:ext uri="{FF2B5EF4-FFF2-40B4-BE49-F238E27FC236}">
                <a16:creationId xmlns:a16="http://schemas.microsoft.com/office/drawing/2014/main" id="{C2CDD501-FAB5-08C1-A928-63EEE936A31B}"/>
              </a:ext>
            </a:extLst>
          </p:cNvPr>
          <p:cNvGrpSpPr/>
          <p:nvPr/>
        </p:nvGrpSpPr>
        <p:grpSpPr>
          <a:xfrm>
            <a:off x="1841145" y="3938055"/>
            <a:ext cx="1313640" cy="507600"/>
            <a:chOff x="1841145" y="3938055"/>
            <a:chExt cx="1313640" cy="507600"/>
          </a:xfrm>
        </p:grpSpPr>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DE7EFCE6-D718-EA3B-B115-EBA681EE676E}"/>
                    </a:ext>
                  </a:extLst>
                </p14:cNvPr>
                <p14:cNvContentPartPr/>
                <p14:nvPr/>
              </p14:nvContentPartPr>
              <p14:xfrm>
                <a:off x="1841145" y="3938055"/>
                <a:ext cx="289080" cy="456840"/>
              </p14:xfrm>
            </p:contentPart>
          </mc:Choice>
          <mc:Fallback xmlns="">
            <p:pic>
              <p:nvPicPr>
                <p:cNvPr id="54" name="Ink 53">
                  <a:extLst>
                    <a:ext uri="{FF2B5EF4-FFF2-40B4-BE49-F238E27FC236}">
                      <a16:creationId xmlns:a16="http://schemas.microsoft.com/office/drawing/2014/main" id="{DE7EFCE6-D718-EA3B-B115-EBA681EE676E}"/>
                    </a:ext>
                  </a:extLst>
                </p:cNvPr>
                <p:cNvPicPr/>
                <p:nvPr/>
              </p:nvPicPr>
              <p:blipFill>
                <a:blip r:embed="rId87"/>
                <a:stretch>
                  <a:fillRect/>
                </a:stretch>
              </p:blipFill>
              <p:spPr>
                <a:xfrm>
                  <a:off x="1835025" y="3931935"/>
                  <a:ext cx="301320" cy="469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93D65867-1E7A-CCC0-EED9-2F335FE899F3}"/>
                    </a:ext>
                  </a:extLst>
                </p14:cNvPr>
                <p14:cNvContentPartPr/>
                <p14:nvPr/>
              </p14:nvContentPartPr>
              <p14:xfrm>
                <a:off x="2400945" y="4050375"/>
                <a:ext cx="559800" cy="395280"/>
              </p14:xfrm>
            </p:contentPart>
          </mc:Choice>
          <mc:Fallback xmlns="">
            <p:pic>
              <p:nvPicPr>
                <p:cNvPr id="55" name="Ink 54">
                  <a:extLst>
                    <a:ext uri="{FF2B5EF4-FFF2-40B4-BE49-F238E27FC236}">
                      <a16:creationId xmlns:a16="http://schemas.microsoft.com/office/drawing/2014/main" id="{93D65867-1E7A-CCC0-EED9-2F335FE899F3}"/>
                    </a:ext>
                  </a:extLst>
                </p:cNvPr>
                <p:cNvPicPr/>
                <p:nvPr/>
              </p:nvPicPr>
              <p:blipFill>
                <a:blip r:embed="rId89"/>
                <a:stretch>
                  <a:fillRect/>
                </a:stretch>
              </p:blipFill>
              <p:spPr>
                <a:xfrm>
                  <a:off x="2394825" y="4044255"/>
                  <a:ext cx="57204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1B234784-B3E5-9222-AE36-C686514597E2}"/>
                    </a:ext>
                  </a:extLst>
                </p14:cNvPr>
                <p14:cNvContentPartPr/>
                <p14:nvPr/>
              </p14:nvContentPartPr>
              <p14:xfrm>
                <a:off x="2803425" y="4270335"/>
                <a:ext cx="351360" cy="69120"/>
              </p14:xfrm>
            </p:contentPart>
          </mc:Choice>
          <mc:Fallback xmlns="">
            <p:pic>
              <p:nvPicPr>
                <p:cNvPr id="56" name="Ink 55">
                  <a:extLst>
                    <a:ext uri="{FF2B5EF4-FFF2-40B4-BE49-F238E27FC236}">
                      <a16:creationId xmlns:a16="http://schemas.microsoft.com/office/drawing/2014/main" id="{1B234784-B3E5-9222-AE36-C686514597E2}"/>
                    </a:ext>
                  </a:extLst>
                </p:cNvPr>
                <p:cNvPicPr/>
                <p:nvPr/>
              </p:nvPicPr>
              <p:blipFill>
                <a:blip r:embed="rId91"/>
                <a:stretch>
                  <a:fillRect/>
                </a:stretch>
              </p:blipFill>
              <p:spPr>
                <a:xfrm>
                  <a:off x="2797305" y="4264215"/>
                  <a:ext cx="363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64F36111-62D3-C0E2-EA3C-67CEF1AECA96}"/>
                  </a:ext>
                </a:extLst>
              </p14:cNvPr>
              <p14:cNvContentPartPr/>
              <p14:nvPr/>
            </p14:nvContentPartPr>
            <p14:xfrm>
              <a:off x="4403625" y="3917535"/>
              <a:ext cx="641880" cy="819720"/>
            </p14:xfrm>
          </p:contentPart>
        </mc:Choice>
        <mc:Fallback xmlns="">
          <p:pic>
            <p:nvPicPr>
              <p:cNvPr id="57" name="Ink 56">
                <a:extLst>
                  <a:ext uri="{FF2B5EF4-FFF2-40B4-BE49-F238E27FC236}">
                    <a16:creationId xmlns:a16="http://schemas.microsoft.com/office/drawing/2014/main" id="{64F36111-62D3-C0E2-EA3C-67CEF1AECA96}"/>
                  </a:ext>
                </a:extLst>
              </p:cNvPr>
              <p:cNvPicPr/>
              <p:nvPr/>
            </p:nvPicPr>
            <p:blipFill>
              <a:blip r:embed="rId93"/>
              <a:stretch>
                <a:fillRect/>
              </a:stretch>
            </p:blipFill>
            <p:spPr>
              <a:xfrm>
                <a:off x="4397505" y="3911415"/>
                <a:ext cx="654120" cy="831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04E56A9D-0AF9-6CB4-ABC8-C409B6F80DA1}"/>
                  </a:ext>
                </a:extLst>
              </p14:cNvPr>
              <p14:cNvContentPartPr/>
              <p14:nvPr/>
            </p14:nvContentPartPr>
            <p14:xfrm>
              <a:off x="5699625" y="3844815"/>
              <a:ext cx="1054800" cy="692280"/>
            </p14:xfrm>
          </p:contentPart>
        </mc:Choice>
        <mc:Fallback xmlns="">
          <p:pic>
            <p:nvPicPr>
              <p:cNvPr id="58" name="Ink 57">
                <a:extLst>
                  <a:ext uri="{FF2B5EF4-FFF2-40B4-BE49-F238E27FC236}">
                    <a16:creationId xmlns:a16="http://schemas.microsoft.com/office/drawing/2014/main" id="{04E56A9D-0AF9-6CB4-ABC8-C409B6F80DA1}"/>
                  </a:ext>
                </a:extLst>
              </p:cNvPr>
              <p:cNvPicPr/>
              <p:nvPr/>
            </p:nvPicPr>
            <p:blipFill>
              <a:blip r:embed="rId95"/>
              <a:stretch>
                <a:fillRect/>
              </a:stretch>
            </p:blipFill>
            <p:spPr>
              <a:xfrm>
                <a:off x="5693505" y="3838695"/>
                <a:ext cx="1067040" cy="704520"/>
              </a:xfrm>
              <a:prstGeom prst="rect">
                <a:avLst/>
              </a:prstGeom>
            </p:spPr>
          </p:pic>
        </mc:Fallback>
      </mc:AlternateContent>
      <p:grpSp>
        <p:nvGrpSpPr>
          <p:cNvPr id="69" name="Group 68">
            <a:extLst>
              <a:ext uri="{FF2B5EF4-FFF2-40B4-BE49-F238E27FC236}">
                <a16:creationId xmlns:a16="http://schemas.microsoft.com/office/drawing/2014/main" id="{7EB488A2-7DCA-95CE-F863-35D552586167}"/>
              </a:ext>
            </a:extLst>
          </p:cNvPr>
          <p:cNvGrpSpPr/>
          <p:nvPr/>
        </p:nvGrpSpPr>
        <p:grpSpPr>
          <a:xfrm>
            <a:off x="7727145" y="3645015"/>
            <a:ext cx="3030480" cy="815040"/>
            <a:chOff x="7727145" y="3645015"/>
            <a:chExt cx="3030480" cy="81504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52605321-AF6F-4C48-8ADE-F6F565A51F1A}"/>
                    </a:ext>
                  </a:extLst>
                </p14:cNvPr>
                <p14:cNvContentPartPr/>
                <p14:nvPr/>
              </p14:nvContentPartPr>
              <p14:xfrm>
                <a:off x="7727145" y="3645015"/>
                <a:ext cx="195120" cy="815040"/>
              </p14:xfrm>
            </p:contentPart>
          </mc:Choice>
          <mc:Fallback xmlns="">
            <p:pic>
              <p:nvPicPr>
                <p:cNvPr id="59" name="Ink 58">
                  <a:extLst>
                    <a:ext uri="{FF2B5EF4-FFF2-40B4-BE49-F238E27FC236}">
                      <a16:creationId xmlns:a16="http://schemas.microsoft.com/office/drawing/2014/main" id="{52605321-AF6F-4C48-8ADE-F6F565A51F1A}"/>
                    </a:ext>
                  </a:extLst>
                </p:cNvPr>
                <p:cNvPicPr/>
                <p:nvPr/>
              </p:nvPicPr>
              <p:blipFill>
                <a:blip r:embed="rId97"/>
                <a:stretch>
                  <a:fillRect/>
                </a:stretch>
              </p:blipFill>
              <p:spPr>
                <a:xfrm>
                  <a:off x="7721025" y="3638895"/>
                  <a:ext cx="207360" cy="827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B10EA679-FD94-7D03-A116-AEFFBF96F9B3}"/>
                    </a:ext>
                  </a:extLst>
                </p14:cNvPr>
                <p14:cNvContentPartPr/>
                <p14:nvPr/>
              </p14:nvContentPartPr>
              <p14:xfrm>
                <a:off x="7897785" y="3863895"/>
                <a:ext cx="222840" cy="322920"/>
              </p14:xfrm>
            </p:contentPart>
          </mc:Choice>
          <mc:Fallback xmlns="">
            <p:pic>
              <p:nvPicPr>
                <p:cNvPr id="60" name="Ink 59">
                  <a:extLst>
                    <a:ext uri="{FF2B5EF4-FFF2-40B4-BE49-F238E27FC236}">
                      <a16:creationId xmlns:a16="http://schemas.microsoft.com/office/drawing/2014/main" id="{B10EA679-FD94-7D03-A116-AEFFBF96F9B3}"/>
                    </a:ext>
                  </a:extLst>
                </p:cNvPr>
                <p:cNvPicPr/>
                <p:nvPr/>
              </p:nvPicPr>
              <p:blipFill>
                <a:blip r:embed="rId99"/>
                <a:stretch>
                  <a:fillRect/>
                </a:stretch>
              </p:blipFill>
              <p:spPr>
                <a:xfrm>
                  <a:off x="7891665" y="3857775"/>
                  <a:ext cx="23508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F52CDE3C-7D2A-4B1C-30DA-2F5365A0D1F7}"/>
                    </a:ext>
                  </a:extLst>
                </p14:cNvPr>
                <p14:cNvContentPartPr/>
                <p14:nvPr/>
              </p14:nvContentPartPr>
              <p14:xfrm>
                <a:off x="8096865" y="3956415"/>
                <a:ext cx="444960" cy="295560"/>
              </p14:xfrm>
            </p:contentPart>
          </mc:Choice>
          <mc:Fallback xmlns="">
            <p:pic>
              <p:nvPicPr>
                <p:cNvPr id="61" name="Ink 60">
                  <a:extLst>
                    <a:ext uri="{FF2B5EF4-FFF2-40B4-BE49-F238E27FC236}">
                      <a16:creationId xmlns:a16="http://schemas.microsoft.com/office/drawing/2014/main" id="{F52CDE3C-7D2A-4B1C-30DA-2F5365A0D1F7}"/>
                    </a:ext>
                  </a:extLst>
                </p:cNvPr>
                <p:cNvPicPr/>
                <p:nvPr/>
              </p:nvPicPr>
              <p:blipFill>
                <a:blip r:embed="rId101"/>
                <a:stretch>
                  <a:fillRect/>
                </a:stretch>
              </p:blipFill>
              <p:spPr>
                <a:xfrm>
                  <a:off x="8090745" y="3950295"/>
                  <a:ext cx="4572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26CF1271-70D4-42F8-8A91-F68018DC2B7D}"/>
                    </a:ext>
                  </a:extLst>
                </p14:cNvPr>
                <p14:cNvContentPartPr/>
                <p14:nvPr/>
              </p14:nvContentPartPr>
              <p14:xfrm>
                <a:off x="8562345" y="3654375"/>
                <a:ext cx="816840" cy="664920"/>
              </p14:xfrm>
            </p:contentPart>
          </mc:Choice>
          <mc:Fallback xmlns="">
            <p:pic>
              <p:nvPicPr>
                <p:cNvPr id="62" name="Ink 61">
                  <a:extLst>
                    <a:ext uri="{FF2B5EF4-FFF2-40B4-BE49-F238E27FC236}">
                      <a16:creationId xmlns:a16="http://schemas.microsoft.com/office/drawing/2014/main" id="{26CF1271-70D4-42F8-8A91-F68018DC2B7D}"/>
                    </a:ext>
                  </a:extLst>
                </p:cNvPr>
                <p:cNvPicPr/>
                <p:nvPr/>
              </p:nvPicPr>
              <p:blipFill>
                <a:blip r:embed="rId103"/>
                <a:stretch>
                  <a:fillRect/>
                </a:stretch>
              </p:blipFill>
              <p:spPr>
                <a:xfrm>
                  <a:off x="8556225" y="3648255"/>
                  <a:ext cx="82908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5F1DFDD4-15F9-080B-144C-9CCC263329B1}"/>
                    </a:ext>
                  </a:extLst>
                </p14:cNvPr>
                <p14:cNvContentPartPr/>
                <p14:nvPr/>
              </p14:nvContentPartPr>
              <p14:xfrm>
                <a:off x="9508425" y="3792975"/>
                <a:ext cx="38160" cy="118800"/>
              </p14:xfrm>
            </p:contentPart>
          </mc:Choice>
          <mc:Fallback xmlns="">
            <p:pic>
              <p:nvPicPr>
                <p:cNvPr id="63" name="Ink 62">
                  <a:extLst>
                    <a:ext uri="{FF2B5EF4-FFF2-40B4-BE49-F238E27FC236}">
                      <a16:creationId xmlns:a16="http://schemas.microsoft.com/office/drawing/2014/main" id="{5F1DFDD4-15F9-080B-144C-9CCC263329B1}"/>
                    </a:ext>
                  </a:extLst>
                </p:cNvPr>
                <p:cNvPicPr/>
                <p:nvPr/>
              </p:nvPicPr>
              <p:blipFill>
                <a:blip r:embed="rId105"/>
                <a:stretch>
                  <a:fillRect/>
                </a:stretch>
              </p:blipFill>
              <p:spPr>
                <a:xfrm>
                  <a:off x="9502305" y="3786855"/>
                  <a:ext cx="504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102BA564-CEA4-12DD-E40F-7A922C79C342}"/>
                    </a:ext>
                  </a:extLst>
                </p14:cNvPr>
                <p14:cNvContentPartPr/>
                <p14:nvPr/>
              </p14:nvContentPartPr>
              <p14:xfrm>
                <a:off x="9575745" y="3932295"/>
                <a:ext cx="491760" cy="443160"/>
              </p14:xfrm>
            </p:contentPart>
          </mc:Choice>
          <mc:Fallback xmlns="">
            <p:pic>
              <p:nvPicPr>
                <p:cNvPr id="64" name="Ink 63">
                  <a:extLst>
                    <a:ext uri="{FF2B5EF4-FFF2-40B4-BE49-F238E27FC236}">
                      <a16:creationId xmlns:a16="http://schemas.microsoft.com/office/drawing/2014/main" id="{102BA564-CEA4-12DD-E40F-7A922C79C342}"/>
                    </a:ext>
                  </a:extLst>
                </p:cNvPr>
                <p:cNvPicPr/>
                <p:nvPr/>
              </p:nvPicPr>
              <p:blipFill>
                <a:blip r:embed="rId107"/>
                <a:stretch>
                  <a:fillRect/>
                </a:stretch>
              </p:blipFill>
              <p:spPr>
                <a:xfrm>
                  <a:off x="9569625" y="3926175"/>
                  <a:ext cx="504000" cy="455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BF39FAC5-7F50-FA15-E7E0-43CAEDB9805F}"/>
                    </a:ext>
                  </a:extLst>
                </p14:cNvPr>
                <p14:cNvContentPartPr/>
                <p14:nvPr/>
              </p14:nvContentPartPr>
              <p14:xfrm>
                <a:off x="9946185" y="3772815"/>
                <a:ext cx="811440" cy="559440"/>
              </p14:xfrm>
            </p:contentPart>
          </mc:Choice>
          <mc:Fallback xmlns="">
            <p:pic>
              <p:nvPicPr>
                <p:cNvPr id="65" name="Ink 64">
                  <a:extLst>
                    <a:ext uri="{FF2B5EF4-FFF2-40B4-BE49-F238E27FC236}">
                      <a16:creationId xmlns:a16="http://schemas.microsoft.com/office/drawing/2014/main" id="{BF39FAC5-7F50-FA15-E7E0-43CAEDB9805F}"/>
                    </a:ext>
                  </a:extLst>
                </p:cNvPr>
                <p:cNvPicPr/>
                <p:nvPr/>
              </p:nvPicPr>
              <p:blipFill>
                <a:blip r:embed="rId109"/>
                <a:stretch>
                  <a:fillRect/>
                </a:stretch>
              </p:blipFill>
              <p:spPr>
                <a:xfrm>
                  <a:off x="9940065" y="3766695"/>
                  <a:ext cx="823680" cy="571680"/>
                </a:xfrm>
                <a:prstGeom prst="rect">
                  <a:avLst/>
                </a:prstGeom>
              </p:spPr>
            </p:pic>
          </mc:Fallback>
        </mc:AlternateContent>
      </p:grpSp>
      <p:grpSp>
        <p:nvGrpSpPr>
          <p:cNvPr id="68" name="Group 67">
            <a:extLst>
              <a:ext uri="{FF2B5EF4-FFF2-40B4-BE49-F238E27FC236}">
                <a16:creationId xmlns:a16="http://schemas.microsoft.com/office/drawing/2014/main" id="{E9219C79-AB6B-A595-FB95-6285F771D5DF}"/>
              </a:ext>
            </a:extLst>
          </p:cNvPr>
          <p:cNvGrpSpPr/>
          <p:nvPr/>
        </p:nvGrpSpPr>
        <p:grpSpPr>
          <a:xfrm>
            <a:off x="1927905" y="4837695"/>
            <a:ext cx="2243520" cy="675720"/>
            <a:chOff x="1927905" y="4837695"/>
            <a:chExt cx="2243520" cy="675720"/>
          </a:xfrm>
        </p:grpSpPr>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FA9008A1-4817-7C1A-48D4-7E7BD675D9D8}"/>
                    </a:ext>
                  </a:extLst>
                </p14:cNvPr>
                <p14:cNvContentPartPr/>
                <p14:nvPr/>
              </p14:nvContentPartPr>
              <p14:xfrm>
                <a:off x="1927905" y="4960815"/>
                <a:ext cx="475920" cy="481680"/>
              </p14:xfrm>
            </p:contentPart>
          </mc:Choice>
          <mc:Fallback xmlns="">
            <p:pic>
              <p:nvPicPr>
                <p:cNvPr id="66" name="Ink 65">
                  <a:extLst>
                    <a:ext uri="{FF2B5EF4-FFF2-40B4-BE49-F238E27FC236}">
                      <a16:creationId xmlns:a16="http://schemas.microsoft.com/office/drawing/2014/main" id="{FA9008A1-4817-7C1A-48D4-7E7BD675D9D8}"/>
                    </a:ext>
                  </a:extLst>
                </p:cNvPr>
                <p:cNvPicPr/>
                <p:nvPr/>
              </p:nvPicPr>
              <p:blipFill>
                <a:blip r:embed="rId111"/>
                <a:stretch>
                  <a:fillRect/>
                </a:stretch>
              </p:blipFill>
              <p:spPr>
                <a:xfrm>
                  <a:off x="1921785" y="4954695"/>
                  <a:ext cx="48816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A73649D9-AC8C-14C3-61B9-7AF8B2521A2C}"/>
                    </a:ext>
                  </a:extLst>
                </p14:cNvPr>
                <p14:cNvContentPartPr/>
                <p14:nvPr/>
              </p14:nvContentPartPr>
              <p14:xfrm>
                <a:off x="2414625" y="4837695"/>
                <a:ext cx="1756800" cy="675720"/>
              </p14:xfrm>
            </p:contentPart>
          </mc:Choice>
          <mc:Fallback xmlns="">
            <p:pic>
              <p:nvPicPr>
                <p:cNvPr id="67" name="Ink 66">
                  <a:extLst>
                    <a:ext uri="{FF2B5EF4-FFF2-40B4-BE49-F238E27FC236}">
                      <a16:creationId xmlns:a16="http://schemas.microsoft.com/office/drawing/2014/main" id="{A73649D9-AC8C-14C3-61B9-7AF8B2521A2C}"/>
                    </a:ext>
                  </a:extLst>
                </p:cNvPr>
                <p:cNvPicPr/>
                <p:nvPr/>
              </p:nvPicPr>
              <p:blipFill>
                <a:blip r:embed="rId113"/>
                <a:stretch>
                  <a:fillRect/>
                </a:stretch>
              </p:blipFill>
              <p:spPr>
                <a:xfrm>
                  <a:off x="2408505" y="4831575"/>
                  <a:ext cx="1769040" cy="687960"/>
                </a:xfrm>
                <a:prstGeom prst="rect">
                  <a:avLst/>
                </a:prstGeom>
              </p:spPr>
            </p:pic>
          </mc:Fallback>
        </mc:AlternateContent>
      </p:grpSp>
      <p:grpSp>
        <p:nvGrpSpPr>
          <p:cNvPr id="80" name="Group 79">
            <a:extLst>
              <a:ext uri="{FF2B5EF4-FFF2-40B4-BE49-F238E27FC236}">
                <a16:creationId xmlns:a16="http://schemas.microsoft.com/office/drawing/2014/main" id="{4588FB1C-4997-564A-55B0-40E4C86088BA}"/>
              </a:ext>
            </a:extLst>
          </p:cNvPr>
          <p:cNvGrpSpPr/>
          <p:nvPr/>
        </p:nvGrpSpPr>
        <p:grpSpPr>
          <a:xfrm>
            <a:off x="10824225" y="4793055"/>
            <a:ext cx="1011600" cy="415800"/>
            <a:chOff x="10824225" y="4793055"/>
            <a:chExt cx="1011600" cy="415800"/>
          </a:xfrm>
        </p:grpSpPr>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7F86D375-53A3-E244-6A00-360A9A242BC8}"/>
                    </a:ext>
                  </a:extLst>
                </p14:cNvPr>
                <p14:cNvContentPartPr/>
                <p14:nvPr/>
              </p14:nvContentPartPr>
              <p14:xfrm>
                <a:off x="10824225" y="4807455"/>
                <a:ext cx="364680" cy="401400"/>
              </p14:xfrm>
            </p:contentPart>
          </mc:Choice>
          <mc:Fallback xmlns="">
            <p:pic>
              <p:nvPicPr>
                <p:cNvPr id="77" name="Ink 76">
                  <a:extLst>
                    <a:ext uri="{FF2B5EF4-FFF2-40B4-BE49-F238E27FC236}">
                      <a16:creationId xmlns:a16="http://schemas.microsoft.com/office/drawing/2014/main" id="{7F86D375-53A3-E244-6A00-360A9A242BC8}"/>
                    </a:ext>
                  </a:extLst>
                </p:cNvPr>
                <p:cNvPicPr/>
                <p:nvPr/>
              </p:nvPicPr>
              <p:blipFill>
                <a:blip r:embed="rId115"/>
                <a:stretch>
                  <a:fillRect/>
                </a:stretch>
              </p:blipFill>
              <p:spPr>
                <a:xfrm>
                  <a:off x="10818105" y="4801335"/>
                  <a:ext cx="37692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09C50F3E-04F7-1A4A-AD68-002AD02D13BD}"/>
                    </a:ext>
                  </a:extLst>
                </p14:cNvPr>
                <p14:cNvContentPartPr/>
                <p14:nvPr/>
              </p14:nvContentPartPr>
              <p14:xfrm>
                <a:off x="11325705" y="4793055"/>
                <a:ext cx="377640" cy="316080"/>
              </p14:xfrm>
            </p:contentPart>
          </mc:Choice>
          <mc:Fallback xmlns="">
            <p:pic>
              <p:nvPicPr>
                <p:cNvPr id="78" name="Ink 77">
                  <a:extLst>
                    <a:ext uri="{FF2B5EF4-FFF2-40B4-BE49-F238E27FC236}">
                      <a16:creationId xmlns:a16="http://schemas.microsoft.com/office/drawing/2014/main" id="{09C50F3E-04F7-1A4A-AD68-002AD02D13BD}"/>
                    </a:ext>
                  </a:extLst>
                </p:cNvPr>
                <p:cNvPicPr/>
                <p:nvPr/>
              </p:nvPicPr>
              <p:blipFill>
                <a:blip r:embed="rId117"/>
                <a:stretch>
                  <a:fillRect/>
                </a:stretch>
              </p:blipFill>
              <p:spPr>
                <a:xfrm>
                  <a:off x="11319585" y="4786935"/>
                  <a:ext cx="3898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0B5F062C-A88B-2737-831B-6560744B1730}"/>
                    </a:ext>
                  </a:extLst>
                </p14:cNvPr>
                <p14:cNvContentPartPr/>
                <p14:nvPr/>
              </p14:nvContentPartPr>
              <p14:xfrm>
                <a:off x="11652945" y="4913655"/>
                <a:ext cx="182880" cy="293040"/>
              </p14:xfrm>
            </p:contentPart>
          </mc:Choice>
          <mc:Fallback xmlns="">
            <p:pic>
              <p:nvPicPr>
                <p:cNvPr id="79" name="Ink 78">
                  <a:extLst>
                    <a:ext uri="{FF2B5EF4-FFF2-40B4-BE49-F238E27FC236}">
                      <a16:creationId xmlns:a16="http://schemas.microsoft.com/office/drawing/2014/main" id="{0B5F062C-A88B-2737-831B-6560744B1730}"/>
                    </a:ext>
                  </a:extLst>
                </p:cNvPr>
                <p:cNvPicPr/>
                <p:nvPr/>
              </p:nvPicPr>
              <p:blipFill>
                <a:blip r:embed="rId119"/>
                <a:stretch>
                  <a:fillRect/>
                </a:stretch>
              </p:blipFill>
              <p:spPr>
                <a:xfrm>
                  <a:off x="11646825" y="4907535"/>
                  <a:ext cx="195120" cy="305280"/>
                </a:xfrm>
                <a:prstGeom prst="rect">
                  <a:avLst/>
                </a:prstGeom>
              </p:spPr>
            </p:pic>
          </mc:Fallback>
        </mc:AlternateContent>
      </p:grpSp>
      <p:grpSp>
        <p:nvGrpSpPr>
          <p:cNvPr id="88" name="Group 87">
            <a:extLst>
              <a:ext uri="{FF2B5EF4-FFF2-40B4-BE49-F238E27FC236}">
                <a16:creationId xmlns:a16="http://schemas.microsoft.com/office/drawing/2014/main" id="{7AB41CC5-DA12-D703-B0E0-8A52B3DF1A64}"/>
              </a:ext>
            </a:extLst>
          </p:cNvPr>
          <p:cNvGrpSpPr/>
          <p:nvPr/>
        </p:nvGrpSpPr>
        <p:grpSpPr>
          <a:xfrm>
            <a:off x="1930065" y="5681535"/>
            <a:ext cx="2696760" cy="883080"/>
            <a:chOff x="1930065" y="5681535"/>
            <a:chExt cx="2696760" cy="883080"/>
          </a:xfrm>
        </p:grpSpPr>
        <mc:AlternateContent xmlns:mc="http://schemas.openxmlformats.org/markup-compatibility/2006" xmlns:p14="http://schemas.microsoft.com/office/powerpoint/2010/main">
          <mc:Choice Requires="p14">
            <p:contentPart p14:bwMode="auto" r:id="rId120">
              <p14:nvContentPartPr>
                <p14:cNvPr id="82" name="Ink 81">
                  <a:extLst>
                    <a:ext uri="{FF2B5EF4-FFF2-40B4-BE49-F238E27FC236}">
                      <a16:creationId xmlns:a16="http://schemas.microsoft.com/office/drawing/2014/main" id="{C9A62DFF-28F9-1C73-98EC-57BA575845D1}"/>
                    </a:ext>
                  </a:extLst>
                </p14:cNvPr>
                <p14:cNvContentPartPr/>
                <p14:nvPr/>
              </p14:nvContentPartPr>
              <p14:xfrm>
                <a:off x="1930065" y="5681535"/>
                <a:ext cx="692280" cy="571680"/>
              </p14:xfrm>
            </p:contentPart>
          </mc:Choice>
          <mc:Fallback xmlns="">
            <p:pic>
              <p:nvPicPr>
                <p:cNvPr id="82" name="Ink 81">
                  <a:extLst>
                    <a:ext uri="{FF2B5EF4-FFF2-40B4-BE49-F238E27FC236}">
                      <a16:creationId xmlns:a16="http://schemas.microsoft.com/office/drawing/2014/main" id="{C9A62DFF-28F9-1C73-98EC-57BA575845D1}"/>
                    </a:ext>
                  </a:extLst>
                </p:cNvPr>
                <p:cNvPicPr/>
                <p:nvPr/>
              </p:nvPicPr>
              <p:blipFill>
                <a:blip r:embed="rId121"/>
                <a:stretch>
                  <a:fillRect/>
                </a:stretch>
              </p:blipFill>
              <p:spPr>
                <a:xfrm>
                  <a:off x="1923945" y="5675415"/>
                  <a:ext cx="704520" cy="5839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3" name="Ink 82">
                  <a:extLst>
                    <a:ext uri="{FF2B5EF4-FFF2-40B4-BE49-F238E27FC236}">
                      <a16:creationId xmlns:a16="http://schemas.microsoft.com/office/drawing/2014/main" id="{81F59FC8-B604-DFF3-DEFD-BA8B65D5D932}"/>
                    </a:ext>
                  </a:extLst>
                </p14:cNvPr>
                <p14:cNvContentPartPr/>
                <p14:nvPr/>
              </p14:nvContentPartPr>
              <p14:xfrm>
                <a:off x="2619105" y="5865855"/>
                <a:ext cx="434160" cy="289440"/>
              </p14:xfrm>
            </p:contentPart>
          </mc:Choice>
          <mc:Fallback xmlns="">
            <p:pic>
              <p:nvPicPr>
                <p:cNvPr id="83" name="Ink 82">
                  <a:extLst>
                    <a:ext uri="{FF2B5EF4-FFF2-40B4-BE49-F238E27FC236}">
                      <a16:creationId xmlns:a16="http://schemas.microsoft.com/office/drawing/2014/main" id="{81F59FC8-B604-DFF3-DEFD-BA8B65D5D932}"/>
                    </a:ext>
                  </a:extLst>
                </p:cNvPr>
                <p:cNvPicPr/>
                <p:nvPr/>
              </p:nvPicPr>
              <p:blipFill>
                <a:blip r:embed="rId123"/>
                <a:stretch>
                  <a:fillRect/>
                </a:stretch>
              </p:blipFill>
              <p:spPr>
                <a:xfrm>
                  <a:off x="2612985" y="5859735"/>
                  <a:ext cx="4464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4" name="Ink 83">
                  <a:extLst>
                    <a:ext uri="{FF2B5EF4-FFF2-40B4-BE49-F238E27FC236}">
                      <a16:creationId xmlns:a16="http://schemas.microsoft.com/office/drawing/2014/main" id="{9D9459E2-620B-8834-0CE4-3474E73F060E}"/>
                    </a:ext>
                  </a:extLst>
                </p14:cNvPr>
                <p14:cNvContentPartPr/>
                <p14:nvPr/>
              </p14:nvContentPartPr>
              <p14:xfrm>
                <a:off x="3008265" y="5845335"/>
                <a:ext cx="333000" cy="246960"/>
              </p14:xfrm>
            </p:contentPart>
          </mc:Choice>
          <mc:Fallback xmlns="">
            <p:pic>
              <p:nvPicPr>
                <p:cNvPr id="84" name="Ink 83">
                  <a:extLst>
                    <a:ext uri="{FF2B5EF4-FFF2-40B4-BE49-F238E27FC236}">
                      <a16:creationId xmlns:a16="http://schemas.microsoft.com/office/drawing/2014/main" id="{9D9459E2-620B-8834-0CE4-3474E73F060E}"/>
                    </a:ext>
                  </a:extLst>
                </p:cNvPr>
                <p:cNvPicPr/>
                <p:nvPr/>
              </p:nvPicPr>
              <p:blipFill>
                <a:blip r:embed="rId125"/>
                <a:stretch>
                  <a:fillRect/>
                </a:stretch>
              </p:blipFill>
              <p:spPr>
                <a:xfrm>
                  <a:off x="3002145" y="5839215"/>
                  <a:ext cx="3452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Ink 84">
                  <a:extLst>
                    <a:ext uri="{FF2B5EF4-FFF2-40B4-BE49-F238E27FC236}">
                      <a16:creationId xmlns:a16="http://schemas.microsoft.com/office/drawing/2014/main" id="{17007FBB-5179-22DC-33FB-92204DF73799}"/>
                    </a:ext>
                  </a:extLst>
                </p14:cNvPr>
                <p14:cNvContentPartPr/>
                <p14:nvPr/>
              </p14:nvContentPartPr>
              <p14:xfrm>
                <a:off x="3357465" y="5893935"/>
                <a:ext cx="391680" cy="352800"/>
              </p14:xfrm>
            </p:contentPart>
          </mc:Choice>
          <mc:Fallback xmlns="">
            <p:pic>
              <p:nvPicPr>
                <p:cNvPr id="85" name="Ink 84">
                  <a:extLst>
                    <a:ext uri="{FF2B5EF4-FFF2-40B4-BE49-F238E27FC236}">
                      <a16:creationId xmlns:a16="http://schemas.microsoft.com/office/drawing/2014/main" id="{17007FBB-5179-22DC-33FB-92204DF73799}"/>
                    </a:ext>
                  </a:extLst>
                </p:cNvPr>
                <p:cNvPicPr/>
                <p:nvPr/>
              </p:nvPicPr>
              <p:blipFill>
                <a:blip r:embed="rId127"/>
                <a:stretch>
                  <a:fillRect/>
                </a:stretch>
              </p:blipFill>
              <p:spPr>
                <a:xfrm>
                  <a:off x="3351345" y="5887815"/>
                  <a:ext cx="40392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2D12D766-C73E-A3C6-D758-9DD4BAB60DF5}"/>
                    </a:ext>
                  </a:extLst>
                </p14:cNvPr>
                <p14:cNvContentPartPr/>
                <p14:nvPr/>
              </p14:nvContentPartPr>
              <p14:xfrm>
                <a:off x="3735105" y="5987175"/>
                <a:ext cx="287280" cy="154800"/>
              </p14:xfrm>
            </p:contentPart>
          </mc:Choice>
          <mc:Fallback xmlns="">
            <p:pic>
              <p:nvPicPr>
                <p:cNvPr id="86" name="Ink 85">
                  <a:extLst>
                    <a:ext uri="{FF2B5EF4-FFF2-40B4-BE49-F238E27FC236}">
                      <a16:creationId xmlns:a16="http://schemas.microsoft.com/office/drawing/2014/main" id="{2D12D766-C73E-A3C6-D758-9DD4BAB60DF5}"/>
                    </a:ext>
                  </a:extLst>
                </p:cNvPr>
                <p:cNvPicPr/>
                <p:nvPr/>
              </p:nvPicPr>
              <p:blipFill>
                <a:blip r:embed="rId129"/>
                <a:stretch>
                  <a:fillRect/>
                </a:stretch>
              </p:blipFill>
              <p:spPr>
                <a:xfrm>
                  <a:off x="3728985" y="5981055"/>
                  <a:ext cx="2995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98C6DE3A-517D-1BC7-A5A0-E18DCF285B3A}"/>
                    </a:ext>
                  </a:extLst>
                </p14:cNvPr>
                <p14:cNvContentPartPr/>
                <p14:nvPr/>
              </p14:nvContentPartPr>
              <p14:xfrm>
                <a:off x="4219665" y="6042975"/>
                <a:ext cx="407160" cy="521640"/>
              </p14:xfrm>
            </p:contentPart>
          </mc:Choice>
          <mc:Fallback xmlns="">
            <p:pic>
              <p:nvPicPr>
                <p:cNvPr id="87" name="Ink 86">
                  <a:extLst>
                    <a:ext uri="{FF2B5EF4-FFF2-40B4-BE49-F238E27FC236}">
                      <a16:creationId xmlns:a16="http://schemas.microsoft.com/office/drawing/2014/main" id="{98C6DE3A-517D-1BC7-A5A0-E18DCF285B3A}"/>
                    </a:ext>
                  </a:extLst>
                </p:cNvPr>
                <p:cNvPicPr/>
                <p:nvPr/>
              </p:nvPicPr>
              <p:blipFill>
                <a:blip r:embed="rId131"/>
                <a:stretch>
                  <a:fillRect/>
                </a:stretch>
              </p:blipFill>
              <p:spPr>
                <a:xfrm>
                  <a:off x="4213545" y="6036855"/>
                  <a:ext cx="419400" cy="533880"/>
                </a:xfrm>
                <a:prstGeom prst="rect">
                  <a:avLst/>
                </a:prstGeom>
              </p:spPr>
            </p:pic>
          </mc:Fallback>
        </mc:AlternateContent>
      </p:grpSp>
      <p:grpSp>
        <p:nvGrpSpPr>
          <p:cNvPr id="100" name="Group 99">
            <a:extLst>
              <a:ext uri="{FF2B5EF4-FFF2-40B4-BE49-F238E27FC236}">
                <a16:creationId xmlns:a16="http://schemas.microsoft.com/office/drawing/2014/main" id="{4A6C9EAF-1801-CF36-4F59-CD38E5C9231A}"/>
              </a:ext>
            </a:extLst>
          </p:cNvPr>
          <p:cNvGrpSpPr/>
          <p:nvPr/>
        </p:nvGrpSpPr>
        <p:grpSpPr>
          <a:xfrm>
            <a:off x="5566065" y="4846335"/>
            <a:ext cx="4603320" cy="1682640"/>
            <a:chOff x="5566065" y="4846335"/>
            <a:chExt cx="4603320" cy="1682640"/>
          </a:xfrm>
        </p:grpSpPr>
        <mc:AlternateContent xmlns:mc="http://schemas.openxmlformats.org/markup-compatibility/2006" xmlns:p14="http://schemas.microsoft.com/office/powerpoint/2010/main">
          <mc:Choice Requires="p14">
            <p:contentPart p14:bwMode="auto" r:id="rId132">
              <p14:nvContentPartPr>
                <p14:cNvPr id="71" name="Ink 70">
                  <a:extLst>
                    <a:ext uri="{FF2B5EF4-FFF2-40B4-BE49-F238E27FC236}">
                      <a16:creationId xmlns:a16="http://schemas.microsoft.com/office/drawing/2014/main" id="{147B5ED4-2BE9-88C0-93E1-AEDCA83622C1}"/>
                    </a:ext>
                  </a:extLst>
                </p14:cNvPr>
                <p14:cNvContentPartPr/>
                <p14:nvPr/>
              </p14:nvContentPartPr>
              <p14:xfrm>
                <a:off x="5604585" y="4846335"/>
                <a:ext cx="915120" cy="640800"/>
              </p14:xfrm>
            </p:contentPart>
          </mc:Choice>
          <mc:Fallback xmlns="">
            <p:pic>
              <p:nvPicPr>
                <p:cNvPr id="71" name="Ink 70">
                  <a:extLst>
                    <a:ext uri="{FF2B5EF4-FFF2-40B4-BE49-F238E27FC236}">
                      <a16:creationId xmlns:a16="http://schemas.microsoft.com/office/drawing/2014/main" id="{147B5ED4-2BE9-88C0-93E1-AEDCA83622C1}"/>
                    </a:ext>
                  </a:extLst>
                </p:cNvPr>
                <p:cNvPicPr/>
                <p:nvPr/>
              </p:nvPicPr>
              <p:blipFill>
                <a:blip r:embed="rId133"/>
                <a:stretch>
                  <a:fillRect/>
                </a:stretch>
              </p:blipFill>
              <p:spPr>
                <a:xfrm>
                  <a:off x="5598465" y="4840215"/>
                  <a:ext cx="927360" cy="653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2" name="Ink 71">
                  <a:extLst>
                    <a:ext uri="{FF2B5EF4-FFF2-40B4-BE49-F238E27FC236}">
                      <a16:creationId xmlns:a16="http://schemas.microsoft.com/office/drawing/2014/main" id="{81073327-54EA-D6B4-C712-F0161EA33F8F}"/>
                    </a:ext>
                  </a:extLst>
                </p14:cNvPr>
                <p14:cNvContentPartPr/>
                <p14:nvPr/>
              </p14:nvContentPartPr>
              <p14:xfrm>
                <a:off x="6749745" y="5177535"/>
                <a:ext cx="420840" cy="282240"/>
              </p14:xfrm>
            </p:contentPart>
          </mc:Choice>
          <mc:Fallback xmlns="">
            <p:pic>
              <p:nvPicPr>
                <p:cNvPr id="72" name="Ink 71">
                  <a:extLst>
                    <a:ext uri="{FF2B5EF4-FFF2-40B4-BE49-F238E27FC236}">
                      <a16:creationId xmlns:a16="http://schemas.microsoft.com/office/drawing/2014/main" id="{81073327-54EA-D6B4-C712-F0161EA33F8F}"/>
                    </a:ext>
                  </a:extLst>
                </p:cNvPr>
                <p:cNvPicPr/>
                <p:nvPr/>
              </p:nvPicPr>
              <p:blipFill>
                <a:blip r:embed="rId135"/>
                <a:stretch>
                  <a:fillRect/>
                </a:stretch>
              </p:blipFill>
              <p:spPr>
                <a:xfrm>
                  <a:off x="6743625" y="5171415"/>
                  <a:ext cx="4330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4" name="Ink 73">
                  <a:extLst>
                    <a:ext uri="{FF2B5EF4-FFF2-40B4-BE49-F238E27FC236}">
                      <a16:creationId xmlns:a16="http://schemas.microsoft.com/office/drawing/2014/main" id="{40951B0B-C30F-AA6F-5F81-C16BC7E2C3AA}"/>
                    </a:ext>
                  </a:extLst>
                </p14:cNvPr>
                <p14:cNvContentPartPr/>
                <p14:nvPr/>
              </p14:nvContentPartPr>
              <p14:xfrm>
                <a:off x="8170305" y="4988895"/>
                <a:ext cx="945360" cy="289080"/>
              </p14:xfrm>
            </p:contentPart>
          </mc:Choice>
          <mc:Fallback xmlns="">
            <p:pic>
              <p:nvPicPr>
                <p:cNvPr id="74" name="Ink 73">
                  <a:extLst>
                    <a:ext uri="{FF2B5EF4-FFF2-40B4-BE49-F238E27FC236}">
                      <a16:creationId xmlns:a16="http://schemas.microsoft.com/office/drawing/2014/main" id="{40951B0B-C30F-AA6F-5F81-C16BC7E2C3AA}"/>
                    </a:ext>
                  </a:extLst>
                </p:cNvPr>
                <p:cNvPicPr/>
                <p:nvPr/>
              </p:nvPicPr>
              <p:blipFill>
                <a:blip r:embed="rId137"/>
                <a:stretch>
                  <a:fillRect/>
                </a:stretch>
              </p:blipFill>
              <p:spPr>
                <a:xfrm>
                  <a:off x="8164185" y="4982775"/>
                  <a:ext cx="95760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5" name="Ink 74">
                  <a:extLst>
                    <a:ext uri="{FF2B5EF4-FFF2-40B4-BE49-F238E27FC236}">
                      <a16:creationId xmlns:a16="http://schemas.microsoft.com/office/drawing/2014/main" id="{53129344-AC7F-0D55-8454-63AE5252AA5E}"/>
                    </a:ext>
                  </a:extLst>
                </p14:cNvPr>
                <p14:cNvContentPartPr/>
                <p14:nvPr/>
              </p14:nvContentPartPr>
              <p14:xfrm>
                <a:off x="9300345" y="5000775"/>
                <a:ext cx="356400" cy="260640"/>
              </p14:xfrm>
            </p:contentPart>
          </mc:Choice>
          <mc:Fallback xmlns="">
            <p:pic>
              <p:nvPicPr>
                <p:cNvPr id="75" name="Ink 74">
                  <a:extLst>
                    <a:ext uri="{FF2B5EF4-FFF2-40B4-BE49-F238E27FC236}">
                      <a16:creationId xmlns:a16="http://schemas.microsoft.com/office/drawing/2014/main" id="{53129344-AC7F-0D55-8454-63AE5252AA5E}"/>
                    </a:ext>
                  </a:extLst>
                </p:cNvPr>
                <p:cNvPicPr/>
                <p:nvPr/>
              </p:nvPicPr>
              <p:blipFill>
                <a:blip r:embed="rId139"/>
                <a:stretch>
                  <a:fillRect/>
                </a:stretch>
              </p:blipFill>
              <p:spPr>
                <a:xfrm>
                  <a:off x="9294225" y="4994655"/>
                  <a:ext cx="3686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6" name="Ink 75">
                  <a:extLst>
                    <a:ext uri="{FF2B5EF4-FFF2-40B4-BE49-F238E27FC236}">
                      <a16:creationId xmlns:a16="http://schemas.microsoft.com/office/drawing/2014/main" id="{D6973DCF-3BAD-7E11-3395-5E2FA13776F7}"/>
                    </a:ext>
                  </a:extLst>
                </p14:cNvPr>
                <p14:cNvContentPartPr/>
                <p14:nvPr/>
              </p14:nvContentPartPr>
              <p14:xfrm>
                <a:off x="9711825" y="4935975"/>
                <a:ext cx="457560" cy="1028880"/>
              </p14:xfrm>
            </p:contentPart>
          </mc:Choice>
          <mc:Fallback xmlns="">
            <p:pic>
              <p:nvPicPr>
                <p:cNvPr id="76" name="Ink 75">
                  <a:extLst>
                    <a:ext uri="{FF2B5EF4-FFF2-40B4-BE49-F238E27FC236}">
                      <a16:creationId xmlns:a16="http://schemas.microsoft.com/office/drawing/2014/main" id="{D6973DCF-3BAD-7E11-3395-5E2FA13776F7}"/>
                    </a:ext>
                  </a:extLst>
                </p:cNvPr>
                <p:cNvPicPr/>
                <p:nvPr/>
              </p:nvPicPr>
              <p:blipFill>
                <a:blip r:embed="rId141"/>
                <a:stretch>
                  <a:fillRect/>
                </a:stretch>
              </p:blipFill>
              <p:spPr>
                <a:xfrm>
                  <a:off x="9705705" y="4929855"/>
                  <a:ext cx="469800" cy="1041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3F9C8D89-8074-50C6-A1F4-A6D65D560309}"/>
                    </a:ext>
                  </a:extLst>
                </p14:cNvPr>
                <p14:cNvContentPartPr/>
                <p14:nvPr/>
              </p14:nvContentPartPr>
              <p14:xfrm>
                <a:off x="5566065" y="5810415"/>
                <a:ext cx="47160" cy="565920"/>
              </p14:xfrm>
            </p:contentPart>
          </mc:Choice>
          <mc:Fallback xmlns="">
            <p:pic>
              <p:nvPicPr>
                <p:cNvPr id="89" name="Ink 88">
                  <a:extLst>
                    <a:ext uri="{FF2B5EF4-FFF2-40B4-BE49-F238E27FC236}">
                      <a16:creationId xmlns:a16="http://schemas.microsoft.com/office/drawing/2014/main" id="{3F9C8D89-8074-50C6-A1F4-A6D65D560309}"/>
                    </a:ext>
                  </a:extLst>
                </p:cNvPr>
                <p:cNvPicPr/>
                <p:nvPr/>
              </p:nvPicPr>
              <p:blipFill>
                <a:blip r:embed="rId143"/>
                <a:stretch>
                  <a:fillRect/>
                </a:stretch>
              </p:blipFill>
              <p:spPr>
                <a:xfrm>
                  <a:off x="5559945" y="5804295"/>
                  <a:ext cx="59400" cy="578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CED6D8CC-810D-8620-AA6C-207AC4BFABE4}"/>
                    </a:ext>
                  </a:extLst>
                </p14:cNvPr>
                <p14:cNvContentPartPr/>
                <p14:nvPr/>
              </p14:nvContentPartPr>
              <p14:xfrm>
                <a:off x="5678385" y="5926335"/>
                <a:ext cx="177480" cy="215640"/>
              </p14:xfrm>
            </p:contentPart>
          </mc:Choice>
          <mc:Fallback xmlns="">
            <p:pic>
              <p:nvPicPr>
                <p:cNvPr id="90" name="Ink 89">
                  <a:extLst>
                    <a:ext uri="{FF2B5EF4-FFF2-40B4-BE49-F238E27FC236}">
                      <a16:creationId xmlns:a16="http://schemas.microsoft.com/office/drawing/2014/main" id="{CED6D8CC-810D-8620-AA6C-207AC4BFABE4}"/>
                    </a:ext>
                  </a:extLst>
                </p:cNvPr>
                <p:cNvPicPr/>
                <p:nvPr/>
              </p:nvPicPr>
              <p:blipFill>
                <a:blip r:embed="rId145"/>
                <a:stretch>
                  <a:fillRect/>
                </a:stretch>
              </p:blipFill>
              <p:spPr>
                <a:xfrm>
                  <a:off x="5672265" y="5920215"/>
                  <a:ext cx="1897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8B533C69-827B-B5CC-A67E-C1416773D3D6}"/>
                    </a:ext>
                  </a:extLst>
                </p14:cNvPr>
                <p14:cNvContentPartPr/>
                <p14:nvPr/>
              </p14:nvContentPartPr>
              <p14:xfrm>
                <a:off x="5866665" y="5951895"/>
                <a:ext cx="367200" cy="237240"/>
              </p14:xfrm>
            </p:contentPart>
          </mc:Choice>
          <mc:Fallback xmlns="">
            <p:pic>
              <p:nvPicPr>
                <p:cNvPr id="91" name="Ink 90">
                  <a:extLst>
                    <a:ext uri="{FF2B5EF4-FFF2-40B4-BE49-F238E27FC236}">
                      <a16:creationId xmlns:a16="http://schemas.microsoft.com/office/drawing/2014/main" id="{8B533C69-827B-B5CC-A67E-C1416773D3D6}"/>
                    </a:ext>
                  </a:extLst>
                </p:cNvPr>
                <p:cNvPicPr/>
                <p:nvPr/>
              </p:nvPicPr>
              <p:blipFill>
                <a:blip r:embed="rId147"/>
                <a:stretch>
                  <a:fillRect/>
                </a:stretch>
              </p:blipFill>
              <p:spPr>
                <a:xfrm>
                  <a:off x="5860545" y="5945775"/>
                  <a:ext cx="3794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7D009512-086C-FF35-637B-E54C096ABD53}"/>
                    </a:ext>
                  </a:extLst>
                </p14:cNvPr>
                <p14:cNvContentPartPr/>
                <p14:nvPr/>
              </p14:nvContentPartPr>
              <p14:xfrm>
                <a:off x="6464265" y="5693415"/>
                <a:ext cx="970200" cy="520920"/>
              </p14:xfrm>
            </p:contentPart>
          </mc:Choice>
          <mc:Fallback xmlns="">
            <p:pic>
              <p:nvPicPr>
                <p:cNvPr id="92" name="Ink 91">
                  <a:extLst>
                    <a:ext uri="{FF2B5EF4-FFF2-40B4-BE49-F238E27FC236}">
                      <a16:creationId xmlns:a16="http://schemas.microsoft.com/office/drawing/2014/main" id="{7D009512-086C-FF35-637B-E54C096ABD53}"/>
                    </a:ext>
                  </a:extLst>
                </p:cNvPr>
                <p:cNvPicPr/>
                <p:nvPr/>
              </p:nvPicPr>
              <p:blipFill>
                <a:blip r:embed="rId149"/>
                <a:stretch>
                  <a:fillRect/>
                </a:stretch>
              </p:blipFill>
              <p:spPr>
                <a:xfrm>
                  <a:off x="6458145" y="5687295"/>
                  <a:ext cx="98244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9E1FC3E6-5FC6-AA75-8313-758FB23EF582}"/>
                    </a:ext>
                  </a:extLst>
                </p14:cNvPr>
                <p14:cNvContentPartPr/>
                <p14:nvPr/>
              </p14:nvContentPartPr>
              <p14:xfrm>
                <a:off x="7492065" y="5703135"/>
                <a:ext cx="135360" cy="67320"/>
              </p14:xfrm>
            </p:contentPart>
          </mc:Choice>
          <mc:Fallback xmlns="">
            <p:pic>
              <p:nvPicPr>
                <p:cNvPr id="93" name="Ink 92">
                  <a:extLst>
                    <a:ext uri="{FF2B5EF4-FFF2-40B4-BE49-F238E27FC236}">
                      <a16:creationId xmlns:a16="http://schemas.microsoft.com/office/drawing/2014/main" id="{9E1FC3E6-5FC6-AA75-8313-758FB23EF582}"/>
                    </a:ext>
                  </a:extLst>
                </p:cNvPr>
                <p:cNvPicPr/>
                <p:nvPr/>
              </p:nvPicPr>
              <p:blipFill>
                <a:blip r:embed="rId151"/>
                <a:stretch>
                  <a:fillRect/>
                </a:stretch>
              </p:blipFill>
              <p:spPr>
                <a:xfrm>
                  <a:off x="7485945" y="5697015"/>
                  <a:ext cx="147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379DF9A6-7B79-28D3-0BC2-8F1DE5FE5071}"/>
                    </a:ext>
                  </a:extLst>
                </p14:cNvPr>
                <p14:cNvContentPartPr/>
                <p14:nvPr/>
              </p14:nvContentPartPr>
              <p14:xfrm>
                <a:off x="7768185" y="5853615"/>
                <a:ext cx="406800" cy="386640"/>
              </p14:xfrm>
            </p:contentPart>
          </mc:Choice>
          <mc:Fallback xmlns="">
            <p:pic>
              <p:nvPicPr>
                <p:cNvPr id="94" name="Ink 93">
                  <a:extLst>
                    <a:ext uri="{FF2B5EF4-FFF2-40B4-BE49-F238E27FC236}">
                      <a16:creationId xmlns:a16="http://schemas.microsoft.com/office/drawing/2014/main" id="{379DF9A6-7B79-28D3-0BC2-8F1DE5FE5071}"/>
                    </a:ext>
                  </a:extLst>
                </p:cNvPr>
                <p:cNvPicPr/>
                <p:nvPr/>
              </p:nvPicPr>
              <p:blipFill>
                <a:blip r:embed="rId153"/>
                <a:stretch>
                  <a:fillRect/>
                </a:stretch>
              </p:blipFill>
              <p:spPr>
                <a:xfrm>
                  <a:off x="7762065" y="5847495"/>
                  <a:ext cx="41904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D2F16AC7-EAE4-2490-2EB2-3CE7FADBA862}"/>
                    </a:ext>
                  </a:extLst>
                </p14:cNvPr>
                <p14:cNvContentPartPr/>
                <p14:nvPr/>
              </p14:nvContentPartPr>
              <p14:xfrm>
                <a:off x="8128905" y="5876295"/>
                <a:ext cx="791280" cy="317160"/>
              </p14:xfrm>
            </p:contentPart>
          </mc:Choice>
          <mc:Fallback xmlns="">
            <p:pic>
              <p:nvPicPr>
                <p:cNvPr id="95" name="Ink 94">
                  <a:extLst>
                    <a:ext uri="{FF2B5EF4-FFF2-40B4-BE49-F238E27FC236}">
                      <a16:creationId xmlns:a16="http://schemas.microsoft.com/office/drawing/2014/main" id="{D2F16AC7-EAE4-2490-2EB2-3CE7FADBA862}"/>
                    </a:ext>
                  </a:extLst>
                </p:cNvPr>
                <p:cNvPicPr/>
                <p:nvPr/>
              </p:nvPicPr>
              <p:blipFill>
                <a:blip r:embed="rId155"/>
                <a:stretch>
                  <a:fillRect/>
                </a:stretch>
              </p:blipFill>
              <p:spPr>
                <a:xfrm>
                  <a:off x="8122785" y="5870175"/>
                  <a:ext cx="8035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6812FD74-2902-FE4C-93AC-2C8AF874BDF5}"/>
                    </a:ext>
                  </a:extLst>
                </p14:cNvPr>
                <p14:cNvContentPartPr/>
                <p14:nvPr/>
              </p14:nvContentPartPr>
              <p14:xfrm>
                <a:off x="8995065" y="6067455"/>
                <a:ext cx="66600" cy="50760"/>
              </p14:xfrm>
            </p:contentPart>
          </mc:Choice>
          <mc:Fallback xmlns="">
            <p:pic>
              <p:nvPicPr>
                <p:cNvPr id="96" name="Ink 95">
                  <a:extLst>
                    <a:ext uri="{FF2B5EF4-FFF2-40B4-BE49-F238E27FC236}">
                      <a16:creationId xmlns:a16="http://schemas.microsoft.com/office/drawing/2014/main" id="{6812FD74-2902-FE4C-93AC-2C8AF874BDF5}"/>
                    </a:ext>
                  </a:extLst>
                </p:cNvPr>
                <p:cNvPicPr/>
                <p:nvPr/>
              </p:nvPicPr>
              <p:blipFill>
                <a:blip r:embed="rId157"/>
                <a:stretch>
                  <a:fillRect/>
                </a:stretch>
              </p:blipFill>
              <p:spPr>
                <a:xfrm>
                  <a:off x="8988945" y="6061335"/>
                  <a:ext cx="788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E3B49DE5-509C-C272-918F-C64D8DA11427}"/>
                    </a:ext>
                  </a:extLst>
                </p14:cNvPr>
                <p14:cNvContentPartPr/>
                <p14:nvPr/>
              </p14:nvContentPartPr>
              <p14:xfrm>
                <a:off x="9317625" y="5529255"/>
                <a:ext cx="318240" cy="999720"/>
              </p14:xfrm>
            </p:contentPart>
          </mc:Choice>
          <mc:Fallback xmlns="">
            <p:pic>
              <p:nvPicPr>
                <p:cNvPr id="98" name="Ink 97">
                  <a:extLst>
                    <a:ext uri="{FF2B5EF4-FFF2-40B4-BE49-F238E27FC236}">
                      <a16:creationId xmlns:a16="http://schemas.microsoft.com/office/drawing/2014/main" id="{E3B49DE5-509C-C272-918F-C64D8DA11427}"/>
                    </a:ext>
                  </a:extLst>
                </p:cNvPr>
                <p:cNvPicPr/>
                <p:nvPr/>
              </p:nvPicPr>
              <p:blipFill>
                <a:blip r:embed="rId159"/>
                <a:stretch>
                  <a:fillRect/>
                </a:stretch>
              </p:blipFill>
              <p:spPr>
                <a:xfrm>
                  <a:off x="9311505" y="5523135"/>
                  <a:ext cx="330480" cy="1011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1B3B0A2B-1019-9D81-B36F-8C6C63AB25E7}"/>
                    </a:ext>
                  </a:extLst>
                </p14:cNvPr>
                <p14:cNvContentPartPr/>
                <p14:nvPr/>
              </p14:nvContentPartPr>
              <p14:xfrm>
                <a:off x="9667185" y="6475695"/>
                <a:ext cx="28800" cy="30240"/>
              </p14:xfrm>
            </p:contentPart>
          </mc:Choice>
          <mc:Fallback xmlns="">
            <p:pic>
              <p:nvPicPr>
                <p:cNvPr id="99" name="Ink 98">
                  <a:extLst>
                    <a:ext uri="{FF2B5EF4-FFF2-40B4-BE49-F238E27FC236}">
                      <a16:creationId xmlns:a16="http://schemas.microsoft.com/office/drawing/2014/main" id="{1B3B0A2B-1019-9D81-B36F-8C6C63AB25E7}"/>
                    </a:ext>
                  </a:extLst>
                </p:cNvPr>
                <p:cNvPicPr/>
                <p:nvPr/>
              </p:nvPicPr>
              <p:blipFill>
                <a:blip r:embed="rId161"/>
                <a:stretch>
                  <a:fillRect/>
                </a:stretch>
              </p:blipFill>
              <p:spPr>
                <a:xfrm>
                  <a:off x="9661065" y="6469575"/>
                  <a:ext cx="4104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F4DEF11A-B921-BDD0-450F-F835D8425000}"/>
                  </a:ext>
                </a:extLst>
              </p14:cNvPr>
              <p14:cNvContentPartPr/>
              <p14:nvPr/>
            </p14:nvContentPartPr>
            <p14:xfrm>
              <a:off x="7777545" y="4478055"/>
              <a:ext cx="3357000" cy="116280"/>
            </p14:xfrm>
          </p:contentPart>
        </mc:Choice>
        <mc:Fallback xmlns="">
          <p:pic>
            <p:nvPicPr>
              <p:cNvPr id="101" name="Ink 100">
                <a:extLst>
                  <a:ext uri="{FF2B5EF4-FFF2-40B4-BE49-F238E27FC236}">
                    <a16:creationId xmlns:a16="http://schemas.microsoft.com/office/drawing/2014/main" id="{F4DEF11A-B921-BDD0-450F-F835D8425000}"/>
                  </a:ext>
                </a:extLst>
              </p:cNvPr>
              <p:cNvPicPr/>
              <p:nvPr/>
            </p:nvPicPr>
            <p:blipFill>
              <a:blip r:embed="rId163"/>
              <a:stretch>
                <a:fillRect/>
              </a:stretch>
            </p:blipFill>
            <p:spPr>
              <a:xfrm>
                <a:off x="7771425" y="4471935"/>
                <a:ext cx="33692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8E30E43F-1884-A5F8-3A88-C0EA3854212B}"/>
                  </a:ext>
                </a:extLst>
              </p14:cNvPr>
              <p14:cNvContentPartPr/>
              <p14:nvPr/>
            </p14:nvContentPartPr>
            <p14:xfrm>
              <a:off x="776985" y="658455"/>
              <a:ext cx="360" cy="360"/>
            </p14:xfrm>
          </p:contentPart>
        </mc:Choice>
        <mc:Fallback xmlns="">
          <p:pic>
            <p:nvPicPr>
              <p:cNvPr id="102" name="Ink 101">
                <a:extLst>
                  <a:ext uri="{FF2B5EF4-FFF2-40B4-BE49-F238E27FC236}">
                    <a16:creationId xmlns:a16="http://schemas.microsoft.com/office/drawing/2014/main" id="{8E30E43F-1884-A5F8-3A88-C0EA3854212B}"/>
                  </a:ext>
                </a:extLst>
              </p:cNvPr>
              <p:cNvPicPr/>
              <p:nvPr/>
            </p:nvPicPr>
            <p:blipFill>
              <a:blip r:embed="rId165"/>
              <a:stretch>
                <a:fillRect/>
              </a:stretch>
            </p:blipFill>
            <p:spPr>
              <a:xfrm>
                <a:off x="770865" y="652335"/>
                <a:ext cx="12600" cy="12600"/>
              </a:xfrm>
              <a:prstGeom prst="rect">
                <a:avLst/>
              </a:prstGeom>
            </p:spPr>
          </p:pic>
        </mc:Fallback>
      </mc:AlternateContent>
    </p:spTree>
    <p:extLst>
      <p:ext uri="{BB962C8B-B14F-4D97-AF65-F5344CB8AC3E}">
        <p14:creationId xmlns:p14="http://schemas.microsoft.com/office/powerpoint/2010/main" val="393514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EC2C5BD-784F-1F4E-E7BE-C3D7DCDFAC86}"/>
              </a:ext>
            </a:extLst>
          </p:cNvPr>
          <p:cNvGrpSpPr/>
          <p:nvPr/>
        </p:nvGrpSpPr>
        <p:grpSpPr>
          <a:xfrm>
            <a:off x="658545" y="311055"/>
            <a:ext cx="7412400" cy="1818360"/>
            <a:chOff x="658545" y="311055"/>
            <a:chExt cx="7412400" cy="181836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F9A5E7F-493E-FE10-2926-86C4C489D15F}"/>
                    </a:ext>
                  </a:extLst>
                </p14:cNvPr>
                <p14:cNvContentPartPr/>
                <p14:nvPr/>
              </p14:nvContentPartPr>
              <p14:xfrm>
                <a:off x="3521265" y="985695"/>
                <a:ext cx="65520" cy="39600"/>
              </p14:xfrm>
            </p:contentPart>
          </mc:Choice>
          <mc:Fallback xmlns="">
            <p:pic>
              <p:nvPicPr>
                <p:cNvPr id="6" name="Ink 5">
                  <a:extLst>
                    <a:ext uri="{FF2B5EF4-FFF2-40B4-BE49-F238E27FC236}">
                      <a16:creationId xmlns:a16="http://schemas.microsoft.com/office/drawing/2014/main" id="{0F9A5E7F-493E-FE10-2926-86C4C489D15F}"/>
                    </a:ext>
                  </a:extLst>
                </p:cNvPr>
                <p:cNvPicPr/>
                <p:nvPr/>
              </p:nvPicPr>
              <p:blipFill>
                <a:blip r:embed="rId3"/>
                <a:stretch>
                  <a:fillRect/>
                </a:stretch>
              </p:blipFill>
              <p:spPr>
                <a:xfrm>
                  <a:off x="3515145" y="979575"/>
                  <a:ext cx="777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4332AF9-EF93-98A5-5C26-19E74510940D}"/>
                    </a:ext>
                  </a:extLst>
                </p14:cNvPr>
                <p14:cNvContentPartPr/>
                <p14:nvPr/>
              </p14:nvContentPartPr>
              <p14:xfrm>
                <a:off x="658545" y="311055"/>
                <a:ext cx="508680" cy="423000"/>
              </p14:xfrm>
            </p:contentPart>
          </mc:Choice>
          <mc:Fallback xmlns="">
            <p:pic>
              <p:nvPicPr>
                <p:cNvPr id="2" name="Ink 1">
                  <a:extLst>
                    <a:ext uri="{FF2B5EF4-FFF2-40B4-BE49-F238E27FC236}">
                      <a16:creationId xmlns:a16="http://schemas.microsoft.com/office/drawing/2014/main" id="{74332AF9-EF93-98A5-5C26-19E74510940D}"/>
                    </a:ext>
                  </a:extLst>
                </p:cNvPr>
                <p:cNvPicPr/>
                <p:nvPr/>
              </p:nvPicPr>
              <p:blipFill>
                <a:blip r:embed="rId5"/>
                <a:stretch>
                  <a:fillRect/>
                </a:stretch>
              </p:blipFill>
              <p:spPr>
                <a:xfrm>
                  <a:off x="652425" y="304935"/>
                  <a:ext cx="52092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037DAF3D-DA69-29A3-FB3B-2E59DB9A5CB3}"/>
                    </a:ext>
                  </a:extLst>
                </p14:cNvPr>
                <p14:cNvContentPartPr/>
                <p14:nvPr/>
              </p14:nvContentPartPr>
              <p14:xfrm>
                <a:off x="1318425" y="475935"/>
                <a:ext cx="174600" cy="347400"/>
              </p14:xfrm>
            </p:contentPart>
          </mc:Choice>
          <mc:Fallback xmlns="">
            <p:pic>
              <p:nvPicPr>
                <p:cNvPr id="3" name="Ink 2">
                  <a:extLst>
                    <a:ext uri="{FF2B5EF4-FFF2-40B4-BE49-F238E27FC236}">
                      <a16:creationId xmlns:a16="http://schemas.microsoft.com/office/drawing/2014/main" id="{037DAF3D-DA69-29A3-FB3B-2E59DB9A5CB3}"/>
                    </a:ext>
                  </a:extLst>
                </p:cNvPr>
                <p:cNvPicPr/>
                <p:nvPr/>
              </p:nvPicPr>
              <p:blipFill>
                <a:blip r:embed="rId7"/>
                <a:stretch>
                  <a:fillRect/>
                </a:stretch>
              </p:blipFill>
              <p:spPr>
                <a:xfrm>
                  <a:off x="1312305" y="469815"/>
                  <a:ext cx="18684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56428493-C4EC-20FA-62BB-42D8F5C066F9}"/>
                    </a:ext>
                  </a:extLst>
                </p14:cNvPr>
                <p14:cNvContentPartPr/>
                <p14:nvPr/>
              </p14:nvContentPartPr>
              <p14:xfrm>
                <a:off x="1673385" y="440295"/>
                <a:ext cx="1362600" cy="347040"/>
              </p14:xfrm>
            </p:contentPart>
          </mc:Choice>
          <mc:Fallback xmlns="">
            <p:pic>
              <p:nvPicPr>
                <p:cNvPr id="4" name="Ink 3">
                  <a:extLst>
                    <a:ext uri="{FF2B5EF4-FFF2-40B4-BE49-F238E27FC236}">
                      <a16:creationId xmlns:a16="http://schemas.microsoft.com/office/drawing/2014/main" id="{56428493-C4EC-20FA-62BB-42D8F5C066F9}"/>
                    </a:ext>
                  </a:extLst>
                </p:cNvPr>
                <p:cNvPicPr/>
                <p:nvPr/>
              </p:nvPicPr>
              <p:blipFill>
                <a:blip r:embed="rId9"/>
                <a:stretch>
                  <a:fillRect/>
                </a:stretch>
              </p:blipFill>
              <p:spPr>
                <a:xfrm>
                  <a:off x="1667265" y="434175"/>
                  <a:ext cx="137484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18A4E973-5C54-BF82-67A5-B82ACE4F6730}"/>
                    </a:ext>
                  </a:extLst>
                </p14:cNvPr>
                <p14:cNvContentPartPr/>
                <p14:nvPr/>
              </p14:nvContentPartPr>
              <p14:xfrm>
                <a:off x="3406065" y="400335"/>
                <a:ext cx="74520" cy="70200"/>
              </p14:xfrm>
            </p:contentPart>
          </mc:Choice>
          <mc:Fallback xmlns="">
            <p:pic>
              <p:nvPicPr>
                <p:cNvPr id="5" name="Ink 4">
                  <a:extLst>
                    <a:ext uri="{FF2B5EF4-FFF2-40B4-BE49-F238E27FC236}">
                      <a16:creationId xmlns:a16="http://schemas.microsoft.com/office/drawing/2014/main" id="{18A4E973-5C54-BF82-67A5-B82ACE4F6730}"/>
                    </a:ext>
                  </a:extLst>
                </p:cNvPr>
                <p:cNvPicPr/>
                <p:nvPr/>
              </p:nvPicPr>
              <p:blipFill>
                <a:blip r:embed="rId11"/>
                <a:stretch>
                  <a:fillRect/>
                </a:stretch>
              </p:blipFill>
              <p:spPr>
                <a:xfrm>
                  <a:off x="3399945" y="394215"/>
                  <a:ext cx="86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E45886BD-F57B-99F8-2E9D-005402F1754F}"/>
                    </a:ext>
                  </a:extLst>
                </p14:cNvPr>
                <p14:cNvContentPartPr/>
                <p14:nvPr/>
              </p14:nvContentPartPr>
              <p14:xfrm>
                <a:off x="3880185" y="625695"/>
                <a:ext cx="234720" cy="78480"/>
              </p14:xfrm>
            </p:contentPart>
          </mc:Choice>
          <mc:Fallback xmlns="">
            <p:pic>
              <p:nvPicPr>
                <p:cNvPr id="7" name="Ink 6">
                  <a:extLst>
                    <a:ext uri="{FF2B5EF4-FFF2-40B4-BE49-F238E27FC236}">
                      <a16:creationId xmlns:a16="http://schemas.microsoft.com/office/drawing/2014/main" id="{E45886BD-F57B-99F8-2E9D-005402F1754F}"/>
                    </a:ext>
                  </a:extLst>
                </p:cNvPr>
                <p:cNvPicPr/>
                <p:nvPr/>
              </p:nvPicPr>
              <p:blipFill>
                <a:blip r:embed="rId13"/>
                <a:stretch>
                  <a:fillRect/>
                </a:stretch>
              </p:blipFill>
              <p:spPr>
                <a:xfrm>
                  <a:off x="3874065" y="619575"/>
                  <a:ext cx="2469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09202AB4-A00D-6E96-7C5C-73F5A7C9F995}"/>
                    </a:ext>
                  </a:extLst>
                </p14:cNvPr>
                <p14:cNvContentPartPr/>
                <p14:nvPr/>
              </p14:nvContentPartPr>
              <p14:xfrm>
                <a:off x="1011705" y="1247775"/>
                <a:ext cx="286920" cy="792360"/>
              </p14:xfrm>
            </p:contentPart>
          </mc:Choice>
          <mc:Fallback xmlns="">
            <p:pic>
              <p:nvPicPr>
                <p:cNvPr id="9" name="Ink 8">
                  <a:extLst>
                    <a:ext uri="{FF2B5EF4-FFF2-40B4-BE49-F238E27FC236}">
                      <a16:creationId xmlns:a16="http://schemas.microsoft.com/office/drawing/2014/main" id="{09202AB4-A00D-6E96-7C5C-73F5A7C9F995}"/>
                    </a:ext>
                  </a:extLst>
                </p:cNvPr>
                <p:cNvPicPr/>
                <p:nvPr/>
              </p:nvPicPr>
              <p:blipFill>
                <a:blip r:embed="rId15"/>
                <a:stretch>
                  <a:fillRect/>
                </a:stretch>
              </p:blipFill>
              <p:spPr>
                <a:xfrm>
                  <a:off x="1005585" y="1241655"/>
                  <a:ext cx="29916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1CBA070-B153-0F4D-D753-57150418AD6C}"/>
                    </a:ext>
                  </a:extLst>
                </p14:cNvPr>
                <p14:cNvContentPartPr/>
                <p14:nvPr/>
              </p14:nvContentPartPr>
              <p14:xfrm>
                <a:off x="1540545" y="1334535"/>
                <a:ext cx="108360" cy="768600"/>
              </p14:xfrm>
            </p:contentPart>
          </mc:Choice>
          <mc:Fallback xmlns="">
            <p:pic>
              <p:nvPicPr>
                <p:cNvPr id="10" name="Ink 9">
                  <a:extLst>
                    <a:ext uri="{FF2B5EF4-FFF2-40B4-BE49-F238E27FC236}">
                      <a16:creationId xmlns:a16="http://schemas.microsoft.com/office/drawing/2014/main" id="{E1CBA070-B153-0F4D-D753-57150418AD6C}"/>
                    </a:ext>
                  </a:extLst>
                </p:cNvPr>
                <p:cNvPicPr/>
                <p:nvPr/>
              </p:nvPicPr>
              <p:blipFill>
                <a:blip r:embed="rId17"/>
                <a:stretch>
                  <a:fillRect/>
                </a:stretch>
              </p:blipFill>
              <p:spPr>
                <a:xfrm>
                  <a:off x="1534425" y="1328415"/>
                  <a:ext cx="120600" cy="780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AC7763A4-0562-A360-9391-8922C8B996A6}"/>
                    </a:ext>
                  </a:extLst>
                </p14:cNvPr>
                <p14:cNvContentPartPr/>
                <p14:nvPr/>
              </p14:nvContentPartPr>
              <p14:xfrm>
                <a:off x="1698585" y="1550535"/>
                <a:ext cx="470880" cy="286200"/>
              </p14:xfrm>
            </p:contentPart>
          </mc:Choice>
          <mc:Fallback xmlns="">
            <p:pic>
              <p:nvPicPr>
                <p:cNvPr id="11" name="Ink 10">
                  <a:extLst>
                    <a:ext uri="{FF2B5EF4-FFF2-40B4-BE49-F238E27FC236}">
                      <a16:creationId xmlns:a16="http://schemas.microsoft.com/office/drawing/2014/main" id="{AC7763A4-0562-A360-9391-8922C8B996A6}"/>
                    </a:ext>
                  </a:extLst>
                </p:cNvPr>
                <p:cNvPicPr/>
                <p:nvPr/>
              </p:nvPicPr>
              <p:blipFill>
                <a:blip r:embed="rId19"/>
                <a:stretch>
                  <a:fillRect/>
                </a:stretch>
              </p:blipFill>
              <p:spPr>
                <a:xfrm>
                  <a:off x="1692465" y="1544415"/>
                  <a:ext cx="4831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6BC8A681-8A2F-2136-37CD-818AC480B677}"/>
                    </a:ext>
                  </a:extLst>
                </p14:cNvPr>
                <p14:cNvContentPartPr/>
                <p14:nvPr/>
              </p14:nvContentPartPr>
              <p14:xfrm>
                <a:off x="2261985" y="1563135"/>
                <a:ext cx="510480" cy="256320"/>
              </p14:xfrm>
            </p:contentPart>
          </mc:Choice>
          <mc:Fallback xmlns="">
            <p:pic>
              <p:nvPicPr>
                <p:cNvPr id="12" name="Ink 11">
                  <a:extLst>
                    <a:ext uri="{FF2B5EF4-FFF2-40B4-BE49-F238E27FC236}">
                      <a16:creationId xmlns:a16="http://schemas.microsoft.com/office/drawing/2014/main" id="{6BC8A681-8A2F-2136-37CD-818AC480B677}"/>
                    </a:ext>
                  </a:extLst>
                </p:cNvPr>
                <p:cNvPicPr/>
                <p:nvPr/>
              </p:nvPicPr>
              <p:blipFill>
                <a:blip r:embed="rId21"/>
                <a:stretch>
                  <a:fillRect/>
                </a:stretch>
              </p:blipFill>
              <p:spPr>
                <a:xfrm>
                  <a:off x="2255865" y="1557015"/>
                  <a:ext cx="5227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29E15329-DD79-8A2A-E150-FA2EA61F4F7E}"/>
                    </a:ext>
                  </a:extLst>
                </p14:cNvPr>
                <p14:cNvContentPartPr/>
                <p14:nvPr/>
              </p14:nvContentPartPr>
              <p14:xfrm>
                <a:off x="3381945" y="1113495"/>
                <a:ext cx="1751400" cy="614160"/>
              </p14:xfrm>
            </p:contentPart>
          </mc:Choice>
          <mc:Fallback xmlns="">
            <p:pic>
              <p:nvPicPr>
                <p:cNvPr id="13" name="Ink 12">
                  <a:extLst>
                    <a:ext uri="{FF2B5EF4-FFF2-40B4-BE49-F238E27FC236}">
                      <a16:creationId xmlns:a16="http://schemas.microsoft.com/office/drawing/2014/main" id="{29E15329-DD79-8A2A-E150-FA2EA61F4F7E}"/>
                    </a:ext>
                  </a:extLst>
                </p:cNvPr>
                <p:cNvPicPr/>
                <p:nvPr/>
              </p:nvPicPr>
              <p:blipFill>
                <a:blip r:embed="rId23"/>
                <a:stretch>
                  <a:fillRect/>
                </a:stretch>
              </p:blipFill>
              <p:spPr>
                <a:xfrm>
                  <a:off x="3375825" y="1107375"/>
                  <a:ext cx="176364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DA0A45B7-8757-12FA-F548-C2DB5799623C}"/>
                    </a:ext>
                  </a:extLst>
                </p14:cNvPr>
                <p14:cNvContentPartPr/>
                <p14:nvPr/>
              </p14:nvContentPartPr>
              <p14:xfrm>
                <a:off x="5197065" y="1103055"/>
                <a:ext cx="55080" cy="38520"/>
              </p14:xfrm>
            </p:contentPart>
          </mc:Choice>
          <mc:Fallback xmlns="">
            <p:pic>
              <p:nvPicPr>
                <p:cNvPr id="14" name="Ink 13">
                  <a:extLst>
                    <a:ext uri="{FF2B5EF4-FFF2-40B4-BE49-F238E27FC236}">
                      <a16:creationId xmlns:a16="http://schemas.microsoft.com/office/drawing/2014/main" id="{DA0A45B7-8757-12FA-F548-C2DB5799623C}"/>
                    </a:ext>
                  </a:extLst>
                </p:cNvPr>
                <p:cNvPicPr/>
                <p:nvPr/>
              </p:nvPicPr>
              <p:blipFill>
                <a:blip r:embed="rId25"/>
                <a:stretch>
                  <a:fillRect/>
                </a:stretch>
              </p:blipFill>
              <p:spPr>
                <a:xfrm>
                  <a:off x="5190945" y="1096935"/>
                  <a:ext cx="673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80B4C6C0-E56D-95FC-620E-F5DD4E1CC81B}"/>
                    </a:ext>
                  </a:extLst>
                </p14:cNvPr>
                <p14:cNvContentPartPr/>
                <p14:nvPr/>
              </p14:nvContentPartPr>
              <p14:xfrm>
                <a:off x="5486865" y="867615"/>
                <a:ext cx="576000" cy="1261800"/>
              </p14:xfrm>
            </p:contentPart>
          </mc:Choice>
          <mc:Fallback xmlns="">
            <p:pic>
              <p:nvPicPr>
                <p:cNvPr id="15" name="Ink 14">
                  <a:extLst>
                    <a:ext uri="{FF2B5EF4-FFF2-40B4-BE49-F238E27FC236}">
                      <a16:creationId xmlns:a16="http://schemas.microsoft.com/office/drawing/2014/main" id="{80B4C6C0-E56D-95FC-620E-F5DD4E1CC81B}"/>
                    </a:ext>
                  </a:extLst>
                </p:cNvPr>
                <p:cNvPicPr/>
                <p:nvPr/>
              </p:nvPicPr>
              <p:blipFill>
                <a:blip r:embed="rId27"/>
                <a:stretch>
                  <a:fillRect/>
                </a:stretch>
              </p:blipFill>
              <p:spPr>
                <a:xfrm>
                  <a:off x="5480745" y="861495"/>
                  <a:ext cx="588240" cy="1274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6E84B185-92E8-DFE9-F495-B957643BD46B}"/>
                    </a:ext>
                  </a:extLst>
                </p14:cNvPr>
                <p14:cNvContentPartPr/>
                <p14:nvPr/>
              </p14:nvContentPartPr>
              <p14:xfrm>
                <a:off x="6224505" y="1082535"/>
                <a:ext cx="33480" cy="35280"/>
              </p14:xfrm>
            </p:contentPart>
          </mc:Choice>
          <mc:Fallback xmlns="">
            <p:pic>
              <p:nvPicPr>
                <p:cNvPr id="16" name="Ink 15">
                  <a:extLst>
                    <a:ext uri="{FF2B5EF4-FFF2-40B4-BE49-F238E27FC236}">
                      <a16:creationId xmlns:a16="http://schemas.microsoft.com/office/drawing/2014/main" id="{6E84B185-92E8-DFE9-F495-B957643BD46B}"/>
                    </a:ext>
                  </a:extLst>
                </p:cNvPr>
                <p:cNvPicPr/>
                <p:nvPr/>
              </p:nvPicPr>
              <p:blipFill>
                <a:blip r:embed="rId29"/>
                <a:stretch>
                  <a:fillRect/>
                </a:stretch>
              </p:blipFill>
              <p:spPr>
                <a:xfrm>
                  <a:off x="6218385" y="1076415"/>
                  <a:ext cx="457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529CFABF-49B8-8DD6-D5F3-07787F9B3603}"/>
                    </a:ext>
                  </a:extLst>
                </p14:cNvPr>
                <p14:cNvContentPartPr/>
                <p14:nvPr/>
              </p14:nvContentPartPr>
              <p14:xfrm>
                <a:off x="6373185" y="1312215"/>
                <a:ext cx="229320" cy="264240"/>
              </p14:xfrm>
            </p:contentPart>
          </mc:Choice>
          <mc:Fallback xmlns="">
            <p:pic>
              <p:nvPicPr>
                <p:cNvPr id="17" name="Ink 16">
                  <a:extLst>
                    <a:ext uri="{FF2B5EF4-FFF2-40B4-BE49-F238E27FC236}">
                      <a16:creationId xmlns:a16="http://schemas.microsoft.com/office/drawing/2014/main" id="{529CFABF-49B8-8DD6-D5F3-07787F9B3603}"/>
                    </a:ext>
                  </a:extLst>
                </p:cNvPr>
                <p:cNvPicPr/>
                <p:nvPr/>
              </p:nvPicPr>
              <p:blipFill>
                <a:blip r:embed="rId31"/>
                <a:stretch>
                  <a:fillRect/>
                </a:stretch>
              </p:blipFill>
              <p:spPr>
                <a:xfrm>
                  <a:off x="6367065" y="1306095"/>
                  <a:ext cx="24156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0A63B61-E068-3F83-9CB9-8CDC2D758AC5}"/>
                    </a:ext>
                  </a:extLst>
                </p14:cNvPr>
                <p14:cNvContentPartPr/>
                <p14:nvPr/>
              </p14:nvContentPartPr>
              <p14:xfrm>
                <a:off x="6490905" y="1095135"/>
                <a:ext cx="516600" cy="498240"/>
              </p14:xfrm>
            </p:contentPart>
          </mc:Choice>
          <mc:Fallback xmlns="">
            <p:pic>
              <p:nvPicPr>
                <p:cNvPr id="18" name="Ink 17">
                  <a:extLst>
                    <a:ext uri="{FF2B5EF4-FFF2-40B4-BE49-F238E27FC236}">
                      <a16:creationId xmlns:a16="http://schemas.microsoft.com/office/drawing/2014/main" id="{A0A63B61-E068-3F83-9CB9-8CDC2D758AC5}"/>
                    </a:ext>
                  </a:extLst>
                </p:cNvPr>
                <p:cNvPicPr/>
                <p:nvPr/>
              </p:nvPicPr>
              <p:blipFill>
                <a:blip r:embed="rId33"/>
                <a:stretch>
                  <a:fillRect/>
                </a:stretch>
              </p:blipFill>
              <p:spPr>
                <a:xfrm>
                  <a:off x="6484785" y="1089015"/>
                  <a:ext cx="5288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C8E06114-2797-0813-56FD-C39B9A16C821}"/>
                    </a:ext>
                  </a:extLst>
                </p14:cNvPr>
                <p14:cNvContentPartPr/>
                <p14:nvPr/>
              </p14:nvContentPartPr>
              <p14:xfrm>
                <a:off x="6910665" y="1280895"/>
                <a:ext cx="261000" cy="209160"/>
              </p14:xfrm>
            </p:contentPart>
          </mc:Choice>
          <mc:Fallback xmlns="">
            <p:pic>
              <p:nvPicPr>
                <p:cNvPr id="19" name="Ink 18">
                  <a:extLst>
                    <a:ext uri="{FF2B5EF4-FFF2-40B4-BE49-F238E27FC236}">
                      <a16:creationId xmlns:a16="http://schemas.microsoft.com/office/drawing/2014/main" id="{C8E06114-2797-0813-56FD-C39B9A16C821}"/>
                    </a:ext>
                  </a:extLst>
                </p:cNvPr>
                <p:cNvPicPr/>
                <p:nvPr/>
              </p:nvPicPr>
              <p:blipFill>
                <a:blip r:embed="rId35"/>
                <a:stretch>
                  <a:fillRect/>
                </a:stretch>
              </p:blipFill>
              <p:spPr>
                <a:xfrm>
                  <a:off x="6904545" y="1274775"/>
                  <a:ext cx="2732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632AF4F7-BB04-8066-6295-5CA18D9908B1}"/>
                    </a:ext>
                  </a:extLst>
                </p14:cNvPr>
                <p14:cNvContentPartPr/>
                <p14:nvPr/>
              </p14:nvContentPartPr>
              <p14:xfrm>
                <a:off x="7383705" y="1031775"/>
                <a:ext cx="9360" cy="8640"/>
              </p14:xfrm>
            </p:contentPart>
          </mc:Choice>
          <mc:Fallback xmlns="">
            <p:pic>
              <p:nvPicPr>
                <p:cNvPr id="20" name="Ink 19">
                  <a:extLst>
                    <a:ext uri="{FF2B5EF4-FFF2-40B4-BE49-F238E27FC236}">
                      <a16:creationId xmlns:a16="http://schemas.microsoft.com/office/drawing/2014/main" id="{632AF4F7-BB04-8066-6295-5CA18D9908B1}"/>
                    </a:ext>
                  </a:extLst>
                </p:cNvPr>
                <p:cNvPicPr/>
                <p:nvPr/>
              </p:nvPicPr>
              <p:blipFill>
                <a:blip r:embed="rId37"/>
                <a:stretch>
                  <a:fillRect/>
                </a:stretch>
              </p:blipFill>
              <p:spPr>
                <a:xfrm>
                  <a:off x="7377585" y="1025655"/>
                  <a:ext cx="216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E7433376-B58E-4F1F-372D-DF5AA0B344D7}"/>
                    </a:ext>
                  </a:extLst>
                </p14:cNvPr>
                <p14:cNvContentPartPr/>
                <p14:nvPr/>
              </p14:nvContentPartPr>
              <p14:xfrm>
                <a:off x="7359585" y="1200975"/>
                <a:ext cx="105120" cy="252360"/>
              </p14:xfrm>
            </p:contentPart>
          </mc:Choice>
          <mc:Fallback xmlns="">
            <p:pic>
              <p:nvPicPr>
                <p:cNvPr id="21" name="Ink 20">
                  <a:extLst>
                    <a:ext uri="{FF2B5EF4-FFF2-40B4-BE49-F238E27FC236}">
                      <a16:creationId xmlns:a16="http://schemas.microsoft.com/office/drawing/2014/main" id="{E7433376-B58E-4F1F-372D-DF5AA0B344D7}"/>
                    </a:ext>
                  </a:extLst>
                </p:cNvPr>
                <p:cNvPicPr/>
                <p:nvPr/>
              </p:nvPicPr>
              <p:blipFill>
                <a:blip r:embed="rId39"/>
                <a:stretch>
                  <a:fillRect/>
                </a:stretch>
              </p:blipFill>
              <p:spPr>
                <a:xfrm>
                  <a:off x="7353465" y="1194855"/>
                  <a:ext cx="1173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17645612-A022-C9DB-0BF6-6E2F00B7B03F}"/>
                    </a:ext>
                  </a:extLst>
                </p14:cNvPr>
                <p14:cNvContentPartPr/>
                <p14:nvPr/>
              </p14:nvContentPartPr>
              <p14:xfrm>
                <a:off x="7669185" y="1311855"/>
                <a:ext cx="195840" cy="142200"/>
              </p14:xfrm>
            </p:contentPart>
          </mc:Choice>
          <mc:Fallback xmlns="">
            <p:pic>
              <p:nvPicPr>
                <p:cNvPr id="22" name="Ink 21">
                  <a:extLst>
                    <a:ext uri="{FF2B5EF4-FFF2-40B4-BE49-F238E27FC236}">
                      <a16:creationId xmlns:a16="http://schemas.microsoft.com/office/drawing/2014/main" id="{17645612-A022-C9DB-0BF6-6E2F00B7B03F}"/>
                    </a:ext>
                  </a:extLst>
                </p:cNvPr>
                <p:cNvPicPr/>
                <p:nvPr/>
              </p:nvPicPr>
              <p:blipFill>
                <a:blip r:embed="rId41"/>
                <a:stretch>
                  <a:fillRect/>
                </a:stretch>
              </p:blipFill>
              <p:spPr>
                <a:xfrm>
                  <a:off x="7663065" y="1305735"/>
                  <a:ext cx="2080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5D4E2C21-07B5-F847-5BD0-C10C10D450E6}"/>
                    </a:ext>
                  </a:extLst>
                </p14:cNvPr>
                <p14:cNvContentPartPr/>
                <p14:nvPr/>
              </p14:nvContentPartPr>
              <p14:xfrm>
                <a:off x="8046465" y="1451535"/>
                <a:ext cx="24480" cy="30240"/>
              </p14:xfrm>
            </p:contentPart>
          </mc:Choice>
          <mc:Fallback xmlns="">
            <p:pic>
              <p:nvPicPr>
                <p:cNvPr id="23" name="Ink 22">
                  <a:extLst>
                    <a:ext uri="{FF2B5EF4-FFF2-40B4-BE49-F238E27FC236}">
                      <a16:creationId xmlns:a16="http://schemas.microsoft.com/office/drawing/2014/main" id="{5D4E2C21-07B5-F847-5BD0-C10C10D450E6}"/>
                    </a:ext>
                  </a:extLst>
                </p:cNvPr>
                <p:cNvPicPr/>
                <p:nvPr/>
              </p:nvPicPr>
              <p:blipFill>
                <a:blip r:embed="rId43"/>
                <a:stretch>
                  <a:fillRect/>
                </a:stretch>
              </p:blipFill>
              <p:spPr>
                <a:xfrm>
                  <a:off x="8040345" y="1445415"/>
                  <a:ext cx="3672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98B0131-D5DC-ADC2-C2E5-3EA6299B733E}"/>
                  </a:ext>
                </a:extLst>
              </p14:cNvPr>
              <p14:cNvContentPartPr/>
              <p14:nvPr/>
            </p14:nvContentPartPr>
            <p14:xfrm>
              <a:off x="8159865" y="1350735"/>
              <a:ext cx="128520" cy="51840"/>
            </p14:xfrm>
          </p:contentPart>
        </mc:Choice>
        <mc:Fallback xmlns="">
          <p:pic>
            <p:nvPicPr>
              <p:cNvPr id="26" name="Ink 25">
                <a:extLst>
                  <a:ext uri="{FF2B5EF4-FFF2-40B4-BE49-F238E27FC236}">
                    <a16:creationId xmlns:a16="http://schemas.microsoft.com/office/drawing/2014/main" id="{D98B0131-D5DC-ADC2-C2E5-3EA6299B733E}"/>
                  </a:ext>
                </a:extLst>
              </p:cNvPr>
              <p:cNvPicPr/>
              <p:nvPr/>
            </p:nvPicPr>
            <p:blipFill>
              <a:blip r:embed="rId45"/>
              <a:stretch>
                <a:fillRect/>
              </a:stretch>
            </p:blipFill>
            <p:spPr>
              <a:xfrm>
                <a:off x="8153745" y="1344615"/>
                <a:ext cx="140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2C0C69BD-5C13-F00E-7515-98CDBDCAAC49}"/>
                  </a:ext>
                </a:extLst>
              </p14:cNvPr>
              <p14:cNvContentPartPr/>
              <p14:nvPr/>
            </p14:nvContentPartPr>
            <p14:xfrm>
              <a:off x="8262465" y="1747815"/>
              <a:ext cx="90720" cy="91800"/>
            </p14:xfrm>
          </p:contentPart>
        </mc:Choice>
        <mc:Fallback xmlns="">
          <p:pic>
            <p:nvPicPr>
              <p:cNvPr id="27" name="Ink 26">
                <a:extLst>
                  <a:ext uri="{FF2B5EF4-FFF2-40B4-BE49-F238E27FC236}">
                    <a16:creationId xmlns:a16="http://schemas.microsoft.com/office/drawing/2014/main" id="{2C0C69BD-5C13-F00E-7515-98CDBDCAAC49}"/>
                  </a:ext>
                </a:extLst>
              </p:cNvPr>
              <p:cNvPicPr/>
              <p:nvPr/>
            </p:nvPicPr>
            <p:blipFill>
              <a:blip r:embed="rId47"/>
              <a:stretch>
                <a:fillRect/>
              </a:stretch>
            </p:blipFill>
            <p:spPr>
              <a:xfrm>
                <a:off x="8256345" y="1741695"/>
                <a:ext cx="1029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3C1EEF46-047B-EE21-4C05-4663F0FEA78C}"/>
                  </a:ext>
                </a:extLst>
              </p14:cNvPr>
              <p14:cNvContentPartPr/>
              <p14:nvPr/>
            </p14:nvContentPartPr>
            <p14:xfrm>
              <a:off x="8733345" y="1674735"/>
              <a:ext cx="290520" cy="48600"/>
            </p14:xfrm>
          </p:contentPart>
        </mc:Choice>
        <mc:Fallback xmlns="">
          <p:pic>
            <p:nvPicPr>
              <p:cNvPr id="28" name="Ink 27">
                <a:extLst>
                  <a:ext uri="{FF2B5EF4-FFF2-40B4-BE49-F238E27FC236}">
                    <a16:creationId xmlns:a16="http://schemas.microsoft.com/office/drawing/2014/main" id="{3C1EEF46-047B-EE21-4C05-4663F0FEA78C}"/>
                  </a:ext>
                </a:extLst>
              </p:cNvPr>
              <p:cNvPicPr/>
              <p:nvPr/>
            </p:nvPicPr>
            <p:blipFill>
              <a:blip r:embed="rId49"/>
              <a:stretch>
                <a:fillRect/>
              </a:stretch>
            </p:blipFill>
            <p:spPr>
              <a:xfrm>
                <a:off x="8727225" y="1668615"/>
                <a:ext cx="302760" cy="60840"/>
              </a:xfrm>
              <a:prstGeom prst="rect">
                <a:avLst/>
              </a:prstGeom>
            </p:spPr>
          </p:pic>
        </mc:Fallback>
      </mc:AlternateContent>
      <p:grpSp>
        <p:nvGrpSpPr>
          <p:cNvPr id="34" name="Group 33">
            <a:extLst>
              <a:ext uri="{FF2B5EF4-FFF2-40B4-BE49-F238E27FC236}">
                <a16:creationId xmlns:a16="http://schemas.microsoft.com/office/drawing/2014/main" id="{6836141F-B65F-EC45-CE99-D853901A4EB6}"/>
              </a:ext>
            </a:extLst>
          </p:cNvPr>
          <p:cNvGrpSpPr/>
          <p:nvPr/>
        </p:nvGrpSpPr>
        <p:grpSpPr>
          <a:xfrm>
            <a:off x="2114745" y="2414535"/>
            <a:ext cx="1403280" cy="799560"/>
            <a:chOff x="2114745" y="2414535"/>
            <a:chExt cx="1403280" cy="799560"/>
          </a:xfrm>
        </p:grpSpPr>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1606586F-DD35-F49F-AB74-50DF9E9219A4}"/>
                    </a:ext>
                  </a:extLst>
                </p14:cNvPr>
                <p14:cNvContentPartPr/>
                <p14:nvPr/>
              </p14:nvContentPartPr>
              <p14:xfrm>
                <a:off x="2114745" y="2663295"/>
                <a:ext cx="111960" cy="550800"/>
              </p14:xfrm>
            </p:contentPart>
          </mc:Choice>
          <mc:Fallback xmlns="">
            <p:pic>
              <p:nvPicPr>
                <p:cNvPr id="29" name="Ink 28">
                  <a:extLst>
                    <a:ext uri="{FF2B5EF4-FFF2-40B4-BE49-F238E27FC236}">
                      <a16:creationId xmlns:a16="http://schemas.microsoft.com/office/drawing/2014/main" id="{1606586F-DD35-F49F-AB74-50DF9E9219A4}"/>
                    </a:ext>
                  </a:extLst>
                </p:cNvPr>
                <p:cNvPicPr/>
                <p:nvPr/>
              </p:nvPicPr>
              <p:blipFill>
                <a:blip r:embed="rId51"/>
                <a:stretch>
                  <a:fillRect/>
                </a:stretch>
              </p:blipFill>
              <p:spPr>
                <a:xfrm>
                  <a:off x="2108625" y="2657175"/>
                  <a:ext cx="12420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7432A49D-1484-6670-C284-DDD3E89C4F96}"/>
                    </a:ext>
                  </a:extLst>
                </p14:cNvPr>
                <p14:cNvContentPartPr/>
                <p14:nvPr/>
              </p14:nvContentPartPr>
              <p14:xfrm>
                <a:off x="2264145" y="2565735"/>
                <a:ext cx="520560" cy="508680"/>
              </p14:xfrm>
            </p:contentPart>
          </mc:Choice>
          <mc:Fallback xmlns="">
            <p:pic>
              <p:nvPicPr>
                <p:cNvPr id="30" name="Ink 29">
                  <a:extLst>
                    <a:ext uri="{FF2B5EF4-FFF2-40B4-BE49-F238E27FC236}">
                      <a16:creationId xmlns:a16="http://schemas.microsoft.com/office/drawing/2014/main" id="{7432A49D-1484-6670-C284-DDD3E89C4F96}"/>
                    </a:ext>
                  </a:extLst>
                </p:cNvPr>
                <p:cNvPicPr/>
                <p:nvPr/>
              </p:nvPicPr>
              <p:blipFill>
                <a:blip r:embed="rId53"/>
                <a:stretch>
                  <a:fillRect/>
                </a:stretch>
              </p:blipFill>
              <p:spPr>
                <a:xfrm>
                  <a:off x="2258025" y="2559615"/>
                  <a:ext cx="53280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E865DE4C-9E6E-DE00-FE06-1C7879E231D2}"/>
                    </a:ext>
                  </a:extLst>
                </p14:cNvPr>
                <p14:cNvContentPartPr/>
                <p14:nvPr/>
              </p14:nvContentPartPr>
              <p14:xfrm>
                <a:off x="2845905" y="2818455"/>
                <a:ext cx="388800" cy="186840"/>
              </p14:xfrm>
            </p:contentPart>
          </mc:Choice>
          <mc:Fallback xmlns="">
            <p:pic>
              <p:nvPicPr>
                <p:cNvPr id="31" name="Ink 30">
                  <a:extLst>
                    <a:ext uri="{FF2B5EF4-FFF2-40B4-BE49-F238E27FC236}">
                      <a16:creationId xmlns:a16="http://schemas.microsoft.com/office/drawing/2014/main" id="{E865DE4C-9E6E-DE00-FE06-1C7879E231D2}"/>
                    </a:ext>
                  </a:extLst>
                </p:cNvPr>
                <p:cNvPicPr/>
                <p:nvPr/>
              </p:nvPicPr>
              <p:blipFill>
                <a:blip r:embed="rId55"/>
                <a:stretch>
                  <a:fillRect/>
                </a:stretch>
              </p:blipFill>
              <p:spPr>
                <a:xfrm>
                  <a:off x="2839785" y="2812335"/>
                  <a:ext cx="4010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2F4E06DC-9E15-2E62-F2C8-21EC53BF0217}"/>
                    </a:ext>
                  </a:extLst>
                </p14:cNvPr>
                <p14:cNvContentPartPr/>
                <p14:nvPr/>
              </p14:nvContentPartPr>
              <p14:xfrm>
                <a:off x="3233265" y="2419575"/>
                <a:ext cx="28800" cy="91800"/>
              </p14:xfrm>
            </p:contentPart>
          </mc:Choice>
          <mc:Fallback xmlns="">
            <p:pic>
              <p:nvPicPr>
                <p:cNvPr id="32" name="Ink 31">
                  <a:extLst>
                    <a:ext uri="{FF2B5EF4-FFF2-40B4-BE49-F238E27FC236}">
                      <a16:creationId xmlns:a16="http://schemas.microsoft.com/office/drawing/2014/main" id="{2F4E06DC-9E15-2E62-F2C8-21EC53BF0217}"/>
                    </a:ext>
                  </a:extLst>
                </p:cNvPr>
                <p:cNvPicPr/>
                <p:nvPr/>
              </p:nvPicPr>
              <p:blipFill>
                <a:blip r:embed="rId57"/>
                <a:stretch>
                  <a:fillRect/>
                </a:stretch>
              </p:blipFill>
              <p:spPr>
                <a:xfrm>
                  <a:off x="3227145" y="2413455"/>
                  <a:ext cx="41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5749FAE8-D1E7-27D8-1070-E42FA68494BD}"/>
                    </a:ext>
                  </a:extLst>
                </p14:cNvPr>
                <p14:cNvContentPartPr/>
                <p14:nvPr/>
              </p14:nvContentPartPr>
              <p14:xfrm>
                <a:off x="3419745" y="2414535"/>
                <a:ext cx="98280" cy="774000"/>
              </p14:xfrm>
            </p:contentPart>
          </mc:Choice>
          <mc:Fallback xmlns="">
            <p:pic>
              <p:nvPicPr>
                <p:cNvPr id="33" name="Ink 32">
                  <a:extLst>
                    <a:ext uri="{FF2B5EF4-FFF2-40B4-BE49-F238E27FC236}">
                      <a16:creationId xmlns:a16="http://schemas.microsoft.com/office/drawing/2014/main" id="{5749FAE8-D1E7-27D8-1070-E42FA68494BD}"/>
                    </a:ext>
                  </a:extLst>
                </p:cNvPr>
                <p:cNvPicPr/>
                <p:nvPr/>
              </p:nvPicPr>
              <p:blipFill>
                <a:blip r:embed="rId59"/>
                <a:stretch>
                  <a:fillRect/>
                </a:stretch>
              </p:blipFill>
              <p:spPr>
                <a:xfrm>
                  <a:off x="3413625" y="2408415"/>
                  <a:ext cx="110520" cy="786240"/>
                </a:xfrm>
                <a:prstGeom prst="rect">
                  <a:avLst/>
                </a:prstGeom>
              </p:spPr>
            </p:pic>
          </mc:Fallback>
        </mc:AlternateContent>
      </p:grpSp>
      <p:grpSp>
        <p:nvGrpSpPr>
          <p:cNvPr id="39" name="Group 38">
            <a:extLst>
              <a:ext uri="{FF2B5EF4-FFF2-40B4-BE49-F238E27FC236}">
                <a16:creationId xmlns:a16="http://schemas.microsoft.com/office/drawing/2014/main" id="{EAB74F65-0A38-C6AC-38EE-CB5E32B7332C}"/>
              </a:ext>
            </a:extLst>
          </p:cNvPr>
          <p:cNvGrpSpPr/>
          <p:nvPr/>
        </p:nvGrpSpPr>
        <p:grpSpPr>
          <a:xfrm>
            <a:off x="2079105" y="3888375"/>
            <a:ext cx="1717920" cy="781560"/>
            <a:chOff x="2079105" y="3888375"/>
            <a:chExt cx="1717920" cy="781560"/>
          </a:xfrm>
        </p:grpSpPr>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EF39104C-4643-D9A6-A8A6-819DA0367504}"/>
                    </a:ext>
                  </a:extLst>
                </p14:cNvPr>
                <p14:cNvContentPartPr/>
                <p14:nvPr/>
              </p14:nvContentPartPr>
              <p14:xfrm>
                <a:off x="2079105" y="4141815"/>
                <a:ext cx="92880" cy="528120"/>
              </p14:xfrm>
            </p:contentPart>
          </mc:Choice>
          <mc:Fallback xmlns="">
            <p:pic>
              <p:nvPicPr>
                <p:cNvPr id="35" name="Ink 34">
                  <a:extLst>
                    <a:ext uri="{FF2B5EF4-FFF2-40B4-BE49-F238E27FC236}">
                      <a16:creationId xmlns:a16="http://schemas.microsoft.com/office/drawing/2014/main" id="{EF39104C-4643-D9A6-A8A6-819DA0367504}"/>
                    </a:ext>
                  </a:extLst>
                </p:cNvPr>
                <p:cNvPicPr/>
                <p:nvPr/>
              </p:nvPicPr>
              <p:blipFill>
                <a:blip r:embed="rId61"/>
                <a:stretch>
                  <a:fillRect/>
                </a:stretch>
              </p:blipFill>
              <p:spPr>
                <a:xfrm>
                  <a:off x="2072985" y="4135695"/>
                  <a:ext cx="10512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948842CC-9DFE-8B86-9F83-C1A72CFCB2AE}"/>
                    </a:ext>
                  </a:extLst>
                </p14:cNvPr>
                <p14:cNvContentPartPr/>
                <p14:nvPr/>
              </p14:nvContentPartPr>
              <p14:xfrm>
                <a:off x="2233905" y="4091415"/>
                <a:ext cx="363960" cy="512640"/>
              </p14:xfrm>
            </p:contentPart>
          </mc:Choice>
          <mc:Fallback xmlns="">
            <p:pic>
              <p:nvPicPr>
                <p:cNvPr id="36" name="Ink 35">
                  <a:extLst>
                    <a:ext uri="{FF2B5EF4-FFF2-40B4-BE49-F238E27FC236}">
                      <a16:creationId xmlns:a16="http://schemas.microsoft.com/office/drawing/2014/main" id="{948842CC-9DFE-8B86-9F83-C1A72CFCB2AE}"/>
                    </a:ext>
                  </a:extLst>
                </p:cNvPr>
                <p:cNvPicPr/>
                <p:nvPr/>
              </p:nvPicPr>
              <p:blipFill>
                <a:blip r:embed="rId63"/>
                <a:stretch>
                  <a:fillRect/>
                </a:stretch>
              </p:blipFill>
              <p:spPr>
                <a:xfrm>
                  <a:off x="2227785" y="4085295"/>
                  <a:ext cx="37620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ABA3B39B-0286-0D22-6FC5-224E22B5A047}"/>
                    </a:ext>
                  </a:extLst>
                </p14:cNvPr>
                <p14:cNvContentPartPr/>
                <p14:nvPr/>
              </p14:nvContentPartPr>
              <p14:xfrm>
                <a:off x="2908905" y="4150815"/>
                <a:ext cx="118440" cy="286920"/>
              </p14:xfrm>
            </p:contentPart>
          </mc:Choice>
          <mc:Fallback xmlns="">
            <p:pic>
              <p:nvPicPr>
                <p:cNvPr id="37" name="Ink 36">
                  <a:extLst>
                    <a:ext uri="{FF2B5EF4-FFF2-40B4-BE49-F238E27FC236}">
                      <a16:creationId xmlns:a16="http://schemas.microsoft.com/office/drawing/2014/main" id="{ABA3B39B-0286-0D22-6FC5-224E22B5A047}"/>
                    </a:ext>
                  </a:extLst>
                </p:cNvPr>
                <p:cNvPicPr/>
                <p:nvPr/>
              </p:nvPicPr>
              <p:blipFill>
                <a:blip r:embed="rId65"/>
                <a:stretch>
                  <a:fillRect/>
                </a:stretch>
              </p:blipFill>
              <p:spPr>
                <a:xfrm>
                  <a:off x="2902785" y="4144695"/>
                  <a:ext cx="1306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DBAF8579-E6ED-0E6C-A39C-4B5EEE8FADD7}"/>
                    </a:ext>
                  </a:extLst>
                </p14:cNvPr>
                <p14:cNvContentPartPr/>
                <p14:nvPr/>
              </p14:nvContentPartPr>
              <p14:xfrm>
                <a:off x="3210945" y="3888375"/>
                <a:ext cx="586080" cy="533160"/>
              </p14:xfrm>
            </p:contentPart>
          </mc:Choice>
          <mc:Fallback xmlns="">
            <p:pic>
              <p:nvPicPr>
                <p:cNvPr id="38" name="Ink 37">
                  <a:extLst>
                    <a:ext uri="{FF2B5EF4-FFF2-40B4-BE49-F238E27FC236}">
                      <a16:creationId xmlns:a16="http://schemas.microsoft.com/office/drawing/2014/main" id="{DBAF8579-E6ED-0E6C-A39C-4B5EEE8FADD7}"/>
                    </a:ext>
                  </a:extLst>
                </p:cNvPr>
                <p:cNvPicPr/>
                <p:nvPr/>
              </p:nvPicPr>
              <p:blipFill>
                <a:blip r:embed="rId67"/>
                <a:stretch>
                  <a:fillRect/>
                </a:stretch>
              </p:blipFill>
              <p:spPr>
                <a:xfrm>
                  <a:off x="3204825" y="3882255"/>
                  <a:ext cx="598320" cy="545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A7698223-EEEA-1DBA-ED7C-3886DAA2B376}"/>
                  </a:ext>
                </a:extLst>
              </p14:cNvPr>
              <p14:cNvContentPartPr/>
              <p14:nvPr/>
            </p14:nvContentPartPr>
            <p14:xfrm>
              <a:off x="4343145" y="2912415"/>
              <a:ext cx="620280" cy="49680"/>
            </p14:xfrm>
          </p:contentPart>
        </mc:Choice>
        <mc:Fallback xmlns="">
          <p:pic>
            <p:nvPicPr>
              <p:cNvPr id="40" name="Ink 39">
                <a:extLst>
                  <a:ext uri="{FF2B5EF4-FFF2-40B4-BE49-F238E27FC236}">
                    <a16:creationId xmlns:a16="http://schemas.microsoft.com/office/drawing/2014/main" id="{A7698223-EEEA-1DBA-ED7C-3886DAA2B376}"/>
                  </a:ext>
                </a:extLst>
              </p:cNvPr>
              <p:cNvPicPr/>
              <p:nvPr/>
            </p:nvPicPr>
            <p:blipFill>
              <a:blip r:embed="rId69"/>
              <a:stretch>
                <a:fillRect/>
              </a:stretch>
            </p:blipFill>
            <p:spPr>
              <a:xfrm>
                <a:off x="4337025" y="2906295"/>
                <a:ext cx="632520" cy="61920"/>
              </a:xfrm>
              <a:prstGeom prst="rect">
                <a:avLst/>
              </a:prstGeom>
            </p:spPr>
          </p:pic>
        </mc:Fallback>
      </mc:AlternateContent>
      <p:grpSp>
        <p:nvGrpSpPr>
          <p:cNvPr id="61" name="Group 60">
            <a:extLst>
              <a:ext uri="{FF2B5EF4-FFF2-40B4-BE49-F238E27FC236}">
                <a16:creationId xmlns:a16="http://schemas.microsoft.com/office/drawing/2014/main" id="{ABE70E29-1122-8309-5EA5-355153B65C63}"/>
              </a:ext>
            </a:extLst>
          </p:cNvPr>
          <p:cNvGrpSpPr/>
          <p:nvPr/>
        </p:nvGrpSpPr>
        <p:grpSpPr>
          <a:xfrm>
            <a:off x="5587665" y="2219775"/>
            <a:ext cx="1934640" cy="715320"/>
            <a:chOff x="5587665" y="2219775"/>
            <a:chExt cx="1934640" cy="715320"/>
          </a:xfrm>
        </p:grpSpPr>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AF529539-C107-826E-510B-73ED3EF8CCB6}"/>
                    </a:ext>
                  </a:extLst>
                </p14:cNvPr>
                <p14:cNvContentPartPr/>
                <p14:nvPr/>
              </p14:nvContentPartPr>
              <p14:xfrm>
                <a:off x="6960705" y="2411295"/>
                <a:ext cx="6120" cy="59040"/>
              </p14:xfrm>
            </p:contentPart>
          </mc:Choice>
          <mc:Fallback xmlns="">
            <p:pic>
              <p:nvPicPr>
                <p:cNvPr id="41" name="Ink 40">
                  <a:extLst>
                    <a:ext uri="{FF2B5EF4-FFF2-40B4-BE49-F238E27FC236}">
                      <a16:creationId xmlns:a16="http://schemas.microsoft.com/office/drawing/2014/main" id="{AF529539-C107-826E-510B-73ED3EF8CCB6}"/>
                    </a:ext>
                  </a:extLst>
                </p:cNvPr>
                <p:cNvPicPr/>
                <p:nvPr/>
              </p:nvPicPr>
              <p:blipFill>
                <a:blip r:embed="rId71"/>
                <a:stretch>
                  <a:fillRect/>
                </a:stretch>
              </p:blipFill>
              <p:spPr>
                <a:xfrm>
                  <a:off x="6954585" y="2405175"/>
                  <a:ext cx="18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FB841B00-1601-40E6-AFC8-10F79687F837}"/>
                    </a:ext>
                  </a:extLst>
                </p14:cNvPr>
                <p14:cNvContentPartPr/>
                <p14:nvPr/>
              </p14:nvContentPartPr>
              <p14:xfrm>
                <a:off x="5587665" y="2219775"/>
                <a:ext cx="439920" cy="663840"/>
              </p14:xfrm>
            </p:contentPart>
          </mc:Choice>
          <mc:Fallback xmlns="">
            <p:pic>
              <p:nvPicPr>
                <p:cNvPr id="42" name="Ink 41">
                  <a:extLst>
                    <a:ext uri="{FF2B5EF4-FFF2-40B4-BE49-F238E27FC236}">
                      <a16:creationId xmlns:a16="http://schemas.microsoft.com/office/drawing/2014/main" id="{FB841B00-1601-40E6-AFC8-10F79687F837}"/>
                    </a:ext>
                  </a:extLst>
                </p:cNvPr>
                <p:cNvPicPr/>
                <p:nvPr/>
              </p:nvPicPr>
              <p:blipFill>
                <a:blip r:embed="rId73"/>
                <a:stretch>
                  <a:fillRect/>
                </a:stretch>
              </p:blipFill>
              <p:spPr>
                <a:xfrm>
                  <a:off x="5581545" y="2213655"/>
                  <a:ext cx="452160" cy="676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A57BC26A-6EC8-FFBC-A315-396FCA744A42}"/>
                    </a:ext>
                  </a:extLst>
                </p14:cNvPr>
                <p14:cNvContentPartPr/>
                <p14:nvPr/>
              </p14:nvContentPartPr>
              <p14:xfrm>
                <a:off x="6105705" y="2291775"/>
                <a:ext cx="103320" cy="643320"/>
              </p14:xfrm>
            </p:contentPart>
          </mc:Choice>
          <mc:Fallback xmlns="">
            <p:pic>
              <p:nvPicPr>
                <p:cNvPr id="43" name="Ink 42">
                  <a:extLst>
                    <a:ext uri="{FF2B5EF4-FFF2-40B4-BE49-F238E27FC236}">
                      <a16:creationId xmlns:a16="http://schemas.microsoft.com/office/drawing/2014/main" id="{A57BC26A-6EC8-FFBC-A315-396FCA744A42}"/>
                    </a:ext>
                  </a:extLst>
                </p:cNvPr>
                <p:cNvPicPr/>
                <p:nvPr/>
              </p:nvPicPr>
              <p:blipFill>
                <a:blip r:embed="rId75"/>
                <a:stretch>
                  <a:fillRect/>
                </a:stretch>
              </p:blipFill>
              <p:spPr>
                <a:xfrm>
                  <a:off x="6099585" y="2285655"/>
                  <a:ext cx="115560" cy="655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1FFCEE38-5CBE-D466-0B08-979B58A2C23F}"/>
                    </a:ext>
                  </a:extLst>
                </p14:cNvPr>
                <p14:cNvContentPartPr/>
                <p14:nvPr/>
              </p14:nvContentPartPr>
              <p14:xfrm>
                <a:off x="6133065" y="2461695"/>
                <a:ext cx="264960" cy="240840"/>
              </p14:xfrm>
            </p:contentPart>
          </mc:Choice>
          <mc:Fallback xmlns="">
            <p:pic>
              <p:nvPicPr>
                <p:cNvPr id="44" name="Ink 43">
                  <a:extLst>
                    <a:ext uri="{FF2B5EF4-FFF2-40B4-BE49-F238E27FC236}">
                      <a16:creationId xmlns:a16="http://schemas.microsoft.com/office/drawing/2014/main" id="{1FFCEE38-5CBE-D466-0B08-979B58A2C23F}"/>
                    </a:ext>
                  </a:extLst>
                </p:cNvPr>
                <p:cNvPicPr/>
                <p:nvPr/>
              </p:nvPicPr>
              <p:blipFill>
                <a:blip r:embed="rId77"/>
                <a:stretch>
                  <a:fillRect/>
                </a:stretch>
              </p:blipFill>
              <p:spPr>
                <a:xfrm>
                  <a:off x="6126945" y="2455575"/>
                  <a:ext cx="2772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07728A3F-1830-32B9-6EC4-5D5B0EC819D5}"/>
                    </a:ext>
                  </a:extLst>
                </p14:cNvPr>
                <p14:cNvContentPartPr/>
                <p14:nvPr/>
              </p14:nvContentPartPr>
              <p14:xfrm>
                <a:off x="6410985" y="2481135"/>
                <a:ext cx="208440" cy="189000"/>
              </p14:xfrm>
            </p:contentPart>
          </mc:Choice>
          <mc:Fallback xmlns="">
            <p:pic>
              <p:nvPicPr>
                <p:cNvPr id="45" name="Ink 44">
                  <a:extLst>
                    <a:ext uri="{FF2B5EF4-FFF2-40B4-BE49-F238E27FC236}">
                      <a16:creationId xmlns:a16="http://schemas.microsoft.com/office/drawing/2014/main" id="{07728A3F-1830-32B9-6EC4-5D5B0EC819D5}"/>
                    </a:ext>
                  </a:extLst>
                </p:cNvPr>
                <p:cNvPicPr/>
                <p:nvPr/>
              </p:nvPicPr>
              <p:blipFill>
                <a:blip r:embed="rId79"/>
                <a:stretch>
                  <a:fillRect/>
                </a:stretch>
              </p:blipFill>
              <p:spPr>
                <a:xfrm>
                  <a:off x="6404865" y="2475015"/>
                  <a:ext cx="2206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82B161BC-E45E-9D73-8F11-1AB6CC766B6C}"/>
                    </a:ext>
                  </a:extLst>
                </p14:cNvPr>
                <p14:cNvContentPartPr/>
                <p14:nvPr/>
              </p14:nvContentPartPr>
              <p14:xfrm>
                <a:off x="6728505" y="2444415"/>
                <a:ext cx="533160" cy="212400"/>
              </p14:xfrm>
            </p:contentPart>
          </mc:Choice>
          <mc:Fallback xmlns="">
            <p:pic>
              <p:nvPicPr>
                <p:cNvPr id="46" name="Ink 45">
                  <a:extLst>
                    <a:ext uri="{FF2B5EF4-FFF2-40B4-BE49-F238E27FC236}">
                      <a16:creationId xmlns:a16="http://schemas.microsoft.com/office/drawing/2014/main" id="{82B161BC-E45E-9D73-8F11-1AB6CC766B6C}"/>
                    </a:ext>
                  </a:extLst>
                </p:cNvPr>
                <p:cNvPicPr/>
                <p:nvPr/>
              </p:nvPicPr>
              <p:blipFill>
                <a:blip r:embed="rId81"/>
                <a:stretch>
                  <a:fillRect/>
                </a:stretch>
              </p:blipFill>
              <p:spPr>
                <a:xfrm>
                  <a:off x="6722385" y="2438295"/>
                  <a:ext cx="5454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EE07C93C-8356-6368-F62B-4A5FFF942457}"/>
                    </a:ext>
                  </a:extLst>
                </p14:cNvPr>
                <p14:cNvContentPartPr/>
                <p14:nvPr/>
              </p14:nvContentPartPr>
              <p14:xfrm>
                <a:off x="7515105" y="2504895"/>
                <a:ext cx="7200" cy="24120"/>
              </p14:xfrm>
            </p:contentPart>
          </mc:Choice>
          <mc:Fallback xmlns="">
            <p:pic>
              <p:nvPicPr>
                <p:cNvPr id="47" name="Ink 46">
                  <a:extLst>
                    <a:ext uri="{FF2B5EF4-FFF2-40B4-BE49-F238E27FC236}">
                      <a16:creationId xmlns:a16="http://schemas.microsoft.com/office/drawing/2014/main" id="{EE07C93C-8356-6368-F62B-4A5FFF942457}"/>
                    </a:ext>
                  </a:extLst>
                </p:cNvPr>
                <p:cNvPicPr/>
                <p:nvPr/>
              </p:nvPicPr>
              <p:blipFill>
                <a:blip r:embed="rId83"/>
                <a:stretch>
                  <a:fillRect/>
                </a:stretch>
              </p:blipFill>
              <p:spPr>
                <a:xfrm>
                  <a:off x="7508985" y="2498775"/>
                  <a:ext cx="19440" cy="36360"/>
                </a:xfrm>
                <a:prstGeom prst="rect">
                  <a:avLst/>
                </a:prstGeom>
              </p:spPr>
            </p:pic>
          </mc:Fallback>
        </mc:AlternateContent>
      </p:grpSp>
      <p:grpSp>
        <p:nvGrpSpPr>
          <p:cNvPr id="60" name="Group 59">
            <a:extLst>
              <a:ext uri="{FF2B5EF4-FFF2-40B4-BE49-F238E27FC236}">
                <a16:creationId xmlns:a16="http://schemas.microsoft.com/office/drawing/2014/main" id="{16E795A2-89B3-AD08-F104-19FEC538A815}"/>
              </a:ext>
            </a:extLst>
          </p:cNvPr>
          <p:cNvGrpSpPr/>
          <p:nvPr/>
        </p:nvGrpSpPr>
        <p:grpSpPr>
          <a:xfrm>
            <a:off x="4448625" y="3471495"/>
            <a:ext cx="2989080" cy="830160"/>
            <a:chOff x="4448625" y="3471495"/>
            <a:chExt cx="2989080" cy="830160"/>
          </a:xfrm>
        </p:grpSpPr>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06E671D7-6289-D342-D6DB-525FAB59C4E4}"/>
                    </a:ext>
                  </a:extLst>
                </p14:cNvPr>
                <p14:cNvContentPartPr/>
                <p14:nvPr/>
              </p14:nvContentPartPr>
              <p14:xfrm>
                <a:off x="4448625" y="4043895"/>
                <a:ext cx="1132200" cy="102600"/>
              </p14:xfrm>
            </p:contentPart>
          </mc:Choice>
          <mc:Fallback xmlns="">
            <p:pic>
              <p:nvPicPr>
                <p:cNvPr id="48" name="Ink 47">
                  <a:extLst>
                    <a:ext uri="{FF2B5EF4-FFF2-40B4-BE49-F238E27FC236}">
                      <a16:creationId xmlns:a16="http://schemas.microsoft.com/office/drawing/2014/main" id="{06E671D7-6289-D342-D6DB-525FAB59C4E4}"/>
                    </a:ext>
                  </a:extLst>
                </p:cNvPr>
                <p:cNvPicPr/>
                <p:nvPr/>
              </p:nvPicPr>
              <p:blipFill>
                <a:blip r:embed="rId85"/>
                <a:stretch>
                  <a:fillRect/>
                </a:stretch>
              </p:blipFill>
              <p:spPr>
                <a:xfrm>
                  <a:off x="4442505" y="4037775"/>
                  <a:ext cx="11444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D5957144-F548-13B9-1D7A-5782639CB94B}"/>
                    </a:ext>
                  </a:extLst>
                </p14:cNvPr>
                <p14:cNvContentPartPr/>
                <p14:nvPr/>
              </p14:nvContentPartPr>
              <p14:xfrm>
                <a:off x="5864505" y="3471495"/>
                <a:ext cx="299160" cy="645120"/>
              </p14:xfrm>
            </p:contentPart>
          </mc:Choice>
          <mc:Fallback xmlns="">
            <p:pic>
              <p:nvPicPr>
                <p:cNvPr id="49" name="Ink 48">
                  <a:extLst>
                    <a:ext uri="{FF2B5EF4-FFF2-40B4-BE49-F238E27FC236}">
                      <a16:creationId xmlns:a16="http://schemas.microsoft.com/office/drawing/2014/main" id="{D5957144-F548-13B9-1D7A-5782639CB94B}"/>
                    </a:ext>
                  </a:extLst>
                </p:cNvPr>
                <p:cNvPicPr/>
                <p:nvPr/>
              </p:nvPicPr>
              <p:blipFill>
                <a:blip r:embed="rId87"/>
                <a:stretch>
                  <a:fillRect/>
                </a:stretch>
              </p:blipFill>
              <p:spPr>
                <a:xfrm>
                  <a:off x="5858385" y="3465375"/>
                  <a:ext cx="311400" cy="657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2227A72F-E952-0B0E-3416-8FA77C0C4DF0}"/>
                    </a:ext>
                  </a:extLst>
                </p14:cNvPr>
                <p14:cNvContentPartPr/>
                <p14:nvPr/>
              </p14:nvContentPartPr>
              <p14:xfrm>
                <a:off x="6347625" y="3558975"/>
                <a:ext cx="41760" cy="742680"/>
              </p14:xfrm>
            </p:contentPart>
          </mc:Choice>
          <mc:Fallback xmlns="">
            <p:pic>
              <p:nvPicPr>
                <p:cNvPr id="50" name="Ink 49">
                  <a:extLst>
                    <a:ext uri="{FF2B5EF4-FFF2-40B4-BE49-F238E27FC236}">
                      <a16:creationId xmlns:a16="http://schemas.microsoft.com/office/drawing/2014/main" id="{2227A72F-E952-0B0E-3416-8FA77C0C4DF0}"/>
                    </a:ext>
                  </a:extLst>
                </p:cNvPr>
                <p:cNvPicPr/>
                <p:nvPr/>
              </p:nvPicPr>
              <p:blipFill>
                <a:blip r:embed="rId89"/>
                <a:stretch>
                  <a:fillRect/>
                </a:stretch>
              </p:blipFill>
              <p:spPr>
                <a:xfrm>
                  <a:off x="6341505" y="3552855"/>
                  <a:ext cx="54000" cy="754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0B0AED81-7928-1055-AE9C-3F289CD952D6}"/>
                    </a:ext>
                  </a:extLst>
                </p14:cNvPr>
                <p14:cNvContentPartPr/>
                <p14:nvPr/>
              </p14:nvContentPartPr>
              <p14:xfrm>
                <a:off x="6447345" y="3781815"/>
                <a:ext cx="164160" cy="258120"/>
              </p14:xfrm>
            </p:contentPart>
          </mc:Choice>
          <mc:Fallback xmlns="">
            <p:pic>
              <p:nvPicPr>
                <p:cNvPr id="51" name="Ink 50">
                  <a:extLst>
                    <a:ext uri="{FF2B5EF4-FFF2-40B4-BE49-F238E27FC236}">
                      <a16:creationId xmlns:a16="http://schemas.microsoft.com/office/drawing/2014/main" id="{0B0AED81-7928-1055-AE9C-3F289CD952D6}"/>
                    </a:ext>
                  </a:extLst>
                </p:cNvPr>
                <p:cNvPicPr/>
                <p:nvPr/>
              </p:nvPicPr>
              <p:blipFill>
                <a:blip r:embed="rId91"/>
                <a:stretch>
                  <a:fillRect/>
                </a:stretch>
              </p:blipFill>
              <p:spPr>
                <a:xfrm>
                  <a:off x="6441225" y="3775695"/>
                  <a:ext cx="1764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1E265C0B-7A31-730A-D3AB-EF878D95CA09}"/>
                    </a:ext>
                  </a:extLst>
                </p14:cNvPr>
                <p14:cNvContentPartPr/>
                <p14:nvPr/>
              </p14:nvContentPartPr>
              <p14:xfrm>
                <a:off x="6721665" y="3769575"/>
                <a:ext cx="716040" cy="189360"/>
              </p14:xfrm>
            </p:contentPart>
          </mc:Choice>
          <mc:Fallback xmlns="">
            <p:pic>
              <p:nvPicPr>
                <p:cNvPr id="52" name="Ink 51">
                  <a:extLst>
                    <a:ext uri="{FF2B5EF4-FFF2-40B4-BE49-F238E27FC236}">
                      <a16:creationId xmlns:a16="http://schemas.microsoft.com/office/drawing/2014/main" id="{1E265C0B-7A31-730A-D3AB-EF878D95CA09}"/>
                    </a:ext>
                  </a:extLst>
                </p:cNvPr>
                <p:cNvPicPr/>
                <p:nvPr/>
              </p:nvPicPr>
              <p:blipFill>
                <a:blip r:embed="rId93"/>
                <a:stretch>
                  <a:fillRect/>
                </a:stretch>
              </p:blipFill>
              <p:spPr>
                <a:xfrm>
                  <a:off x="6715545" y="3763455"/>
                  <a:ext cx="728280" cy="20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ABD27B73-2A6F-9E0A-A333-0DF9F02FD030}"/>
                  </a:ext>
                </a:extLst>
              </p14:cNvPr>
              <p14:cNvContentPartPr/>
              <p14:nvPr/>
            </p14:nvContentPartPr>
            <p14:xfrm>
              <a:off x="8144745" y="2076495"/>
              <a:ext cx="535680" cy="2090880"/>
            </p14:xfrm>
          </p:contentPart>
        </mc:Choice>
        <mc:Fallback xmlns="">
          <p:pic>
            <p:nvPicPr>
              <p:cNvPr id="53" name="Ink 52">
                <a:extLst>
                  <a:ext uri="{FF2B5EF4-FFF2-40B4-BE49-F238E27FC236}">
                    <a16:creationId xmlns:a16="http://schemas.microsoft.com/office/drawing/2014/main" id="{ABD27B73-2A6F-9E0A-A333-0DF9F02FD030}"/>
                  </a:ext>
                </a:extLst>
              </p:cNvPr>
              <p:cNvPicPr/>
              <p:nvPr/>
            </p:nvPicPr>
            <p:blipFill>
              <a:blip r:embed="rId95"/>
              <a:stretch>
                <a:fillRect/>
              </a:stretch>
            </p:blipFill>
            <p:spPr>
              <a:xfrm>
                <a:off x="8138625" y="2070375"/>
                <a:ext cx="547920" cy="2103120"/>
              </a:xfrm>
              <a:prstGeom prst="rect">
                <a:avLst/>
              </a:prstGeom>
            </p:spPr>
          </p:pic>
        </mc:Fallback>
      </mc:AlternateContent>
      <p:grpSp>
        <p:nvGrpSpPr>
          <p:cNvPr id="59" name="Group 58">
            <a:extLst>
              <a:ext uri="{FF2B5EF4-FFF2-40B4-BE49-F238E27FC236}">
                <a16:creationId xmlns:a16="http://schemas.microsoft.com/office/drawing/2014/main" id="{616822CC-15C9-6975-6F5E-1FC87C7C0E3B}"/>
              </a:ext>
            </a:extLst>
          </p:cNvPr>
          <p:cNvGrpSpPr/>
          <p:nvPr/>
        </p:nvGrpSpPr>
        <p:grpSpPr>
          <a:xfrm>
            <a:off x="9188385" y="2280615"/>
            <a:ext cx="1838520" cy="659880"/>
            <a:chOff x="9188385" y="2280615"/>
            <a:chExt cx="1838520" cy="659880"/>
          </a:xfrm>
        </p:grpSpPr>
        <mc:AlternateContent xmlns:mc="http://schemas.openxmlformats.org/markup-compatibility/2006" xmlns:p14="http://schemas.microsoft.com/office/powerpoint/2010/main">
          <mc:Choice Requires="p14">
            <p:contentPart p14:bwMode="auto" r:id="rId96">
              <p14:nvContentPartPr>
                <p14:cNvPr id="54" name="Ink 53">
                  <a:extLst>
                    <a:ext uri="{FF2B5EF4-FFF2-40B4-BE49-F238E27FC236}">
                      <a16:creationId xmlns:a16="http://schemas.microsoft.com/office/drawing/2014/main" id="{EB0AC3BD-4B4E-41E0-A8AB-147D01649227}"/>
                    </a:ext>
                  </a:extLst>
                </p14:cNvPr>
                <p14:cNvContentPartPr/>
                <p14:nvPr/>
              </p14:nvContentPartPr>
              <p14:xfrm>
                <a:off x="9188385" y="2280615"/>
                <a:ext cx="545400" cy="659880"/>
              </p14:xfrm>
            </p:contentPart>
          </mc:Choice>
          <mc:Fallback xmlns="">
            <p:pic>
              <p:nvPicPr>
                <p:cNvPr id="54" name="Ink 53">
                  <a:extLst>
                    <a:ext uri="{FF2B5EF4-FFF2-40B4-BE49-F238E27FC236}">
                      <a16:creationId xmlns:a16="http://schemas.microsoft.com/office/drawing/2014/main" id="{EB0AC3BD-4B4E-41E0-A8AB-147D01649227}"/>
                    </a:ext>
                  </a:extLst>
                </p:cNvPr>
                <p:cNvPicPr/>
                <p:nvPr/>
              </p:nvPicPr>
              <p:blipFill>
                <a:blip r:embed="rId97"/>
                <a:stretch>
                  <a:fillRect/>
                </a:stretch>
              </p:blipFill>
              <p:spPr>
                <a:xfrm>
                  <a:off x="9182265" y="2274495"/>
                  <a:ext cx="557640" cy="672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Ink 54">
                  <a:extLst>
                    <a:ext uri="{FF2B5EF4-FFF2-40B4-BE49-F238E27FC236}">
                      <a16:creationId xmlns:a16="http://schemas.microsoft.com/office/drawing/2014/main" id="{A4BB35D3-476F-3204-3C80-BCB250578346}"/>
                    </a:ext>
                  </a:extLst>
                </p14:cNvPr>
                <p14:cNvContentPartPr/>
                <p14:nvPr/>
              </p14:nvContentPartPr>
              <p14:xfrm>
                <a:off x="9980385" y="2516415"/>
                <a:ext cx="378000" cy="295200"/>
              </p14:xfrm>
            </p:contentPart>
          </mc:Choice>
          <mc:Fallback xmlns="">
            <p:pic>
              <p:nvPicPr>
                <p:cNvPr id="55" name="Ink 54">
                  <a:extLst>
                    <a:ext uri="{FF2B5EF4-FFF2-40B4-BE49-F238E27FC236}">
                      <a16:creationId xmlns:a16="http://schemas.microsoft.com/office/drawing/2014/main" id="{A4BB35D3-476F-3204-3C80-BCB250578346}"/>
                    </a:ext>
                  </a:extLst>
                </p:cNvPr>
                <p:cNvPicPr/>
                <p:nvPr/>
              </p:nvPicPr>
              <p:blipFill>
                <a:blip r:embed="rId99"/>
                <a:stretch>
                  <a:fillRect/>
                </a:stretch>
              </p:blipFill>
              <p:spPr>
                <a:xfrm>
                  <a:off x="9974265" y="2510295"/>
                  <a:ext cx="39024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Ink 55">
                  <a:extLst>
                    <a:ext uri="{FF2B5EF4-FFF2-40B4-BE49-F238E27FC236}">
                      <a16:creationId xmlns:a16="http://schemas.microsoft.com/office/drawing/2014/main" id="{6EB6F3BB-CD48-ABDA-9647-25C7F0095700}"/>
                    </a:ext>
                  </a:extLst>
                </p14:cNvPr>
                <p14:cNvContentPartPr/>
                <p14:nvPr/>
              </p14:nvContentPartPr>
              <p14:xfrm>
                <a:off x="10417425" y="2284935"/>
                <a:ext cx="353160" cy="525960"/>
              </p14:xfrm>
            </p:contentPart>
          </mc:Choice>
          <mc:Fallback xmlns="">
            <p:pic>
              <p:nvPicPr>
                <p:cNvPr id="56" name="Ink 55">
                  <a:extLst>
                    <a:ext uri="{FF2B5EF4-FFF2-40B4-BE49-F238E27FC236}">
                      <a16:creationId xmlns:a16="http://schemas.microsoft.com/office/drawing/2014/main" id="{6EB6F3BB-CD48-ABDA-9647-25C7F0095700}"/>
                    </a:ext>
                  </a:extLst>
                </p:cNvPr>
                <p:cNvPicPr/>
                <p:nvPr/>
              </p:nvPicPr>
              <p:blipFill>
                <a:blip r:embed="rId101"/>
                <a:stretch>
                  <a:fillRect/>
                </a:stretch>
              </p:blipFill>
              <p:spPr>
                <a:xfrm>
                  <a:off x="10411305" y="2278815"/>
                  <a:ext cx="365400" cy="538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Ink 56">
                  <a:extLst>
                    <a:ext uri="{FF2B5EF4-FFF2-40B4-BE49-F238E27FC236}">
                      <a16:creationId xmlns:a16="http://schemas.microsoft.com/office/drawing/2014/main" id="{75613CD9-97C8-9714-EA1D-031D57CE0613}"/>
                    </a:ext>
                  </a:extLst>
                </p14:cNvPr>
                <p14:cNvContentPartPr/>
                <p14:nvPr/>
              </p14:nvContentPartPr>
              <p14:xfrm>
                <a:off x="11020785" y="2569695"/>
                <a:ext cx="6120" cy="8640"/>
              </p14:xfrm>
            </p:contentPart>
          </mc:Choice>
          <mc:Fallback xmlns="">
            <p:pic>
              <p:nvPicPr>
                <p:cNvPr id="57" name="Ink 56">
                  <a:extLst>
                    <a:ext uri="{FF2B5EF4-FFF2-40B4-BE49-F238E27FC236}">
                      <a16:creationId xmlns:a16="http://schemas.microsoft.com/office/drawing/2014/main" id="{75613CD9-97C8-9714-EA1D-031D57CE0613}"/>
                    </a:ext>
                  </a:extLst>
                </p:cNvPr>
                <p:cNvPicPr/>
                <p:nvPr/>
              </p:nvPicPr>
              <p:blipFill>
                <a:blip r:embed="rId103"/>
                <a:stretch>
                  <a:fillRect/>
                </a:stretch>
              </p:blipFill>
              <p:spPr>
                <a:xfrm>
                  <a:off x="11014665" y="2563575"/>
                  <a:ext cx="18360" cy="20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F1CCBD1A-930C-63B2-20F3-D74E0E016370}"/>
                  </a:ext>
                </a:extLst>
              </p14:cNvPr>
              <p14:cNvContentPartPr/>
              <p14:nvPr/>
            </p14:nvContentPartPr>
            <p14:xfrm>
              <a:off x="6264465" y="5173575"/>
              <a:ext cx="380880" cy="61920"/>
            </p14:xfrm>
          </p:contentPart>
        </mc:Choice>
        <mc:Fallback xmlns="">
          <p:pic>
            <p:nvPicPr>
              <p:cNvPr id="66" name="Ink 65">
                <a:extLst>
                  <a:ext uri="{FF2B5EF4-FFF2-40B4-BE49-F238E27FC236}">
                    <a16:creationId xmlns:a16="http://schemas.microsoft.com/office/drawing/2014/main" id="{F1CCBD1A-930C-63B2-20F3-D74E0E016370}"/>
                  </a:ext>
                </a:extLst>
              </p:cNvPr>
              <p:cNvPicPr/>
              <p:nvPr/>
            </p:nvPicPr>
            <p:blipFill>
              <a:blip r:embed="rId105"/>
              <a:stretch>
                <a:fillRect/>
              </a:stretch>
            </p:blipFill>
            <p:spPr>
              <a:xfrm>
                <a:off x="6258345" y="5167455"/>
                <a:ext cx="3931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9F6A311F-6109-3D26-0AC7-A355A360F85E}"/>
                  </a:ext>
                </a:extLst>
              </p14:cNvPr>
              <p14:cNvContentPartPr/>
              <p14:nvPr/>
            </p14:nvContentPartPr>
            <p14:xfrm>
              <a:off x="5931825" y="6216495"/>
              <a:ext cx="268920" cy="21960"/>
            </p14:xfrm>
          </p:contentPart>
        </mc:Choice>
        <mc:Fallback xmlns="">
          <p:pic>
            <p:nvPicPr>
              <p:cNvPr id="77" name="Ink 76">
                <a:extLst>
                  <a:ext uri="{FF2B5EF4-FFF2-40B4-BE49-F238E27FC236}">
                    <a16:creationId xmlns:a16="http://schemas.microsoft.com/office/drawing/2014/main" id="{9F6A311F-6109-3D26-0AC7-A355A360F85E}"/>
                  </a:ext>
                </a:extLst>
              </p:cNvPr>
              <p:cNvPicPr/>
              <p:nvPr/>
            </p:nvPicPr>
            <p:blipFill>
              <a:blip r:embed="rId107"/>
              <a:stretch>
                <a:fillRect/>
              </a:stretch>
            </p:blipFill>
            <p:spPr>
              <a:xfrm>
                <a:off x="5925705" y="6210375"/>
                <a:ext cx="281160" cy="34200"/>
              </a:xfrm>
              <a:prstGeom prst="rect">
                <a:avLst/>
              </a:prstGeom>
            </p:spPr>
          </p:pic>
        </mc:Fallback>
      </mc:AlternateContent>
      <p:grpSp>
        <p:nvGrpSpPr>
          <p:cNvPr id="87" name="Group 86">
            <a:extLst>
              <a:ext uri="{FF2B5EF4-FFF2-40B4-BE49-F238E27FC236}">
                <a16:creationId xmlns:a16="http://schemas.microsoft.com/office/drawing/2014/main" id="{7CC17EC9-D54F-6BF5-AA06-6718FC9D0B06}"/>
              </a:ext>
            </a:extLst>
          </p:cNvPr>
          <p:cNvGrpSpPr/>
          <p:nvPr/>
        </p:nvGrpSpPr>
        <p:grpSpPr>
          <a:xfrm>
            <a:off x="7082025" y="4752015"/>
            <a:ext cx="3964680" cy="1607760"/>
            <a:chOff x="7082025" y="4752015"/>
            <a:chExt cx="3964680" cy="1607760"/>
          </a:xfrm>
        </p:grpSpPr>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B7FACBD3-B857-3847-64B7-31D93B176C7C}"/>
                    </a:ext>
                  </a:extLst>
                </p14:cNvPr>
                <p14:cNvContentPartPr/>
                <p14:nvPr/>
              </p14:nvContentPartPr>
              <p14:xfrm>
                <a:off x="7111905" y="4776135"/>
                <a:ext cx="144360" cy="579600"/>
              </p14:xfrm>
            </p:contentPart>
          </mc:Choice>
          <mc:Fallback xmlns="">
            <p:pic>
              <p:nvPicPr>
                <p:cNvPr id="67" name="Ink 66">
                  <a:extLst>
                    <a:ext uri="{FF2B5EF4-FFF2-40B4-BE49-F238E27FC236}">
                      <a16:creationId xmlns:a16="http://schemas.microsoft.com/office/drawing/2014/main" id="{B7FACBD3-B857-3847-64B7-31D93B176C7C}"/>
                    </a:ext>
                  </a:extLst>
                </p:cNvPr>
                <p:cNvPicPr/>
                <p:nvPr/>
              </p:nvPicPr>
              <p:blipFill>
                <a:blip r:embed="rId109"/>
                <a:stretch>
                  <a:fillRect/>
                </a:stretch>
              </p:blipFill>
              <p:spPr>
                <a:xfrm>
                  <a:off x="7105785" y="4770015"/>
                  <a:ext cx="15660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C57CE5EF-208F-4438-7F90-3A3B84EA4D8D}"/>
                    </a:ext>
                  </a:extLst>
                </p14:cNvPr>
                <p14:cNvContentPartPr/>
                <p14:nvPr/>
              </p14:nvContentPartPr>
              <p14:xfrm>
                <a:off x="7420425" y="4816455"/>
                <a:ext cx="143280" cy="524880"/>
              </p14:xfrm>
            </p:contentPart>
          </mc:Choice>
          <mc:Fallback xmlns="">
            <p:pic>
              <p:nvPicPr>
                <p:cNvPr id="68" name="Ink 67">
                  <a:extLst>
                    <a:ext uri="{FF2B5EF4-FFF2-40B4-BE49-F238E27FC236}">
                      <a16:creationId xmlns:a16="http://schemas.microsoft.com/office/drawing/2014/main" id="{C57CE5EF-208F-4438-7F90-3A3B84EA4D8D}"/>
                    </a:ext>
                  </a:extLst>
                </p:cNvPr>
                <p:cNvPicPr/>
                <p:nvPr/>
              </p:nvPicPr>
              <p:blipFill>
                <a:blip r:embed="rId111"/>
                <a:stretch>
                  <a:fillRect/>
                </a:stretch>
              </p:blipFill>
              <p:spPr>
                <a:xfrm>
                  <a:off x="7414305" y="4810335"/>
                  <a:ext cx="15552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8BD57572-F87A-3EE4-C327-5B359576B69E}"/>
                    </a:ext>
                  </a:extLst>
                </p14:cNvPr>
                <p14:cNvContentPartPr/>
                <p14:nvPr/>
              </p14:nvContentPartPr>
              <p14:xfrm>
                <a:off x="7488825" y="4989615"/>
                <a:ext cx="201240" cy="196560"/>
              </p14:xfrm>
            </p:contentPart>
          </mc:Choice>
          <mc:Fallback xmlns="">
            <p:pic>
              <p:nvPicPr>
                <p:cNvPr id="69" name="Ink 68">
                  <a:extLst>
                    <a:ext uri="{FF2B5EF4-FFF2-40B4-BE49-F238E27FC236}">
                      <a16:creationId xmlns:a16="http://schemas.microsoft.com/office/drawing/2014/main" id="{8BD57572-F87A-3EE4-C327-5B359576B69E}"/>
                    </a:ext>
                  </a:extLst>
                </p:cNvPr>
                <p:cNvPicPr/>
                <p:nvPr/>
              </p:nvPicPr>
              <p:blipFill>
                <a:blip r:embed="rId113"/>
                <a:stretch>
                  <a:fillRect/>
                </a:stretch>
              </p:blipFill>
              <p:spPr>
                <a:xfrm>
                  <a:off x="7482705" y="4983495"/>
                  <a:ext cx="213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86DF2EE1-4A0C-1E18-9E9A-8433CC10BE4E}"/>
                    </a:ext>
                  </a:extLst>
                </p14:cNvPr>
                <p14:cNvContentPartPr/>
                <p14:nvPr/>
              </p14:nvContentPartPr>
              <p14:xfrm>
                <a:off x="7781865" y="4938135"/>
                <a:ext cx="150480" cy="215280"/>
              </p14:xfrm>
            </p:contentPart>
          </mc:Choice>
          <mc:Fallback xmlns="">
            <p:pic>
              <p:nvPicPr>
                <p:cNvPr id="70" name="Ink 69">
                  <a:extLst>
                    <a:ext uri="{FF2B5EF4-FFF2-40B4-BE49-F238E27FC236}">
                      <a16:creationId xmlns:a16="http://schemas.microsoft.com/office/drawing/2014/main" id="{86DF2EE1-4A0C-1E18-9E9A-8433CC10BE4E}"/>
                    </a:ext>
                  </a:extLst>
                </p:cNvPr>
                <p:cNvPicPr/>
                <p:nvPr/>
              </p:nvPicPr>
              <p:blipFill>
                <a:blip r:embed="rId115"/>
                <a:stretch>
                  <a:fillRect/>
                </a:stretch>
              </p:blipFill>
              <p:spPr>
                <a:xfrm>
                  <a:off x="7775745" y="4932015"/>
                  <a:ext cx="1627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88AE1CC2-7B04-4F54-40D7-575AE4F0E041}"/>
                    </a:ext>
                  </a:extLst>
                </p14:cNvPr>
                <p14:cNvContentPartPr/>
                <p14:nvPr/>
              </p14:nvContentPartPr>
              <p14:xfrm>
                <a:off x="8103345" y="4880175"/>
                <a:ext cx="699480" cy="161280"/>
              </p14:xfrm>
            </p:contentPart>
          </mc:Choice>
          <mc:Fallback xmlns="">
            <p:pic>
              <p:nvPicPr>
                <p:cNvPr id="71" name="Ink 70">
                  <a:extLst>
                    <a:ext uri="{FF2B5EF4-FFF2-40B4-BE49-F238E27FC236}">
                      <a16:creationId xmlns:a16="http://schemas.microsoft.com/office/drawing/2014/main" id="{88AE1CC2-7B04-4F54-40D7-575AE4F0E041}"/>
                    </a:ext>
                  </a:extLst>
                </p:cNvPr>
                <p:cNvPicPr/>
                <p:nvPr/>
              </p:nvPicPr>
              <p:blipFill>
                <a:blip r:embed="rId117"/>
                <a:stretch>
                  <a:fillRect/>
                </a:stretch>
              </p:blipFill>
              <p:spPr>
                <a:xfrm>
                  <a:off x="8097225" y="4874055"/>
                  <a:ext cx="7117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FB629BAF-1D16-0D85-9B5E-3158FB9886C1}"/>
                    </a:ext>
                  </a:extLst>
                </p14:cNvPr>
                <p14:cNvContentPartPr/>
                <p14:nvPr/>
              </p14:nvContentPartPr>
              <p14:xfrm>
                <a:off x="9045465" y="5000775"/>
                <a:ext cx="11880" cy="20880"/>
              </p14:xfrm>
            </p:contentPart>
          </mc:Choice>
          <mc:Fallback xmlns="">
            <p:pic>
              <p:nvPicPr>
                <p:cNvPr id="72" name="Ink 71">
                  <a:extLst>
                    <a:ext uri="{FF2B5EF4-FFF2-40B4-BE49-F238E27FC236}">
                      <a16:creationId xmlns:a16="http://schemas.microsoft.com/office/drawing/2014/main" id="{FB629BAF-1D16-0D85-9B5E-3158FB9886C1}"/>
                    </a:ext>
                  </a:extLst>
                </p:cNvPr>
                <p:cNvPicPr/>
                <p:nvPr/>
              </p:nvPicPr>
              <p:blipFill>
                <a:blip r:embed="rId119"/>
                <a:stretch>
                  <a:fillRect/>
                </a:stretch>
              </p:blipFill>
              <p:spPr>
                <a:xfrm>
                  <a:off x="9039345" y="4994655"/>
                  <a:ext cx="241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5FBB0EB5-16BB-7418-E3CF-124142F0DA8E}"/>
                    </a:ext>
                  </a:extLst>
                </p14:cNvPr>
                <p14:cNvContentPartPr/>
                <p14:nvPr/>
              </p14:nvContentPartPr>
              <p14:xfrm>
                <a:off x="7082025" y="5808255"/>
                <a:ext cx="73440" cy="473400"/>
              </p14:xfrm>
            </p:contentPart>
          </mc:Choice>
          <mc:Fallback xmlns="">
            <p:pic>
              <p:nvPicPr>
                <p:cNvPr id="78" name="Ink 77">
                  <a:extLst>
                    <a:ext uri="{FF2B5EF4-FFF2-40B4-BE49-F238E27FC236}">
                      <a16:creationId xmlns:a16="http://schemas.microsoft.com/office/drawing/2014/main" id="{5FBB0EB5-16BB-7418-E3CF-124142F0DA8E}"/>
                    </a:ext>
                  </a:extLst>
                </p:cNvPr>
                <p:cNvPicPr/>
                <p:nvPr/>
              </p:nvPicPr>
              <p:blipFill>
                <a:blip r:embed="rId121"/>
                <a:stretch>
                  <a:fillRect/>
                </a:stretch>
              </p:blipFill>
              <p:spPr>
                <a:xfrm>
                  <a:off x="7075905" y="5802135"/>
                  <a:ext cx="8568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BA6B524A-2086-4A25-A8A6-033C68ABA921}"/>
                    </a:ext>
                  </a:extLst>
                </p14:cNvPr>
                <p14:cNvContentPartPr/>
                <p14:nvPr/>
              </p14:nvContentPartPr>
              <p14:xfrm>
                <a:off x="7276065" y="5863695"/>
                <a:ext cx="492480" cy="288720"/>
              </p14:xfrm>
            </p:contentPart>
          </mc:Choice>
          <mc:Fallback xmlns="">
            <p:pic>
              <p:nvPicPr>
                <p:cNvPr id="79" name="Ink 78">
                  <a:extLst>
                    <a:ext uri="{FF2B5EF4-FFF2-40B4-BE49-F238E27FC236}">
                      <a16:creationId xmlns:a16="http://schemas.microsoft.com/office/drawing/2014/main" id="{BA6B524A-2086-4A25-A8A6-033C68ABA921}"/>
                    </a:ext>
                  </a:extLst>
                </p:cNvPr>
                <p:cNvPicPr/>
                <p:nvPr/>
              </p:nvPicPr>
              <p:blipFill>
                <a:blip r:embed="rId123"/>
                <a:stretch>
                  <a:fillRect/>
                </a:stretch>
              </p:blipFill>
              <p:spPr>
                <a:xfrm>
                  <a:off x="7269945" y="5857575"/>
                  <a:ext cx="50472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1576D14E-6A77-16C3-61A1-F3B00F14FA4A}"/>
                    </a:ext>
                  </a:extLst>
                </p14:cNvPr>
                <p14:cNvContentPartPr/>
                <p14:nvPr/>
              </p14:nvContentPartPr>
              <p14:xfrm>
                <a:off x="7887705" y="5945775"/>
                <a:ext cx="223200" cy="186840"/>
              </p14:xfrm>
            </p:contentPart>
          </mc:Choice>
          <mc:Fallback xmlns="">
            <p:pic>
              <p:nvPicPr>
                <p:cNvPr id="80" name="Ink 79">
                  <a:extLst>
                    <a:ext uri="{FF2B5EF4-FFF2-40B4-BE49-F238E27FC236}">
                      <a16:creationId xmlns:a16="http://schemas.microsoft.com/office/drawing/2014/main" id="{1576D14E-6A77-16C3-61A1-F3B00F14FA4A}"/>
                    </a:ext>
                  </a:extLst>
                </p:cNvPr>
                <p:cNvPicPr/>
                <p:nvPr/>
              </p:nvPicPr>
              <p:blipFill>
                <a:blip r:embed="rId125"/>
                <a:stretch>
                  <a:fillRect/>
                </a:stretch>
              </p:blipFill>
              <p:spPr>
                <a:xfrm>
                  <a:off x="7881585" y="5939655"/>
                  <a:ext cx="2354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6B7E4ABE-EAF8-0849-A67E-6455B56EBBC1}"/>
                    </a:ext>
                  </a:extLst>
                </p14:cNvPr>
                <p14:cNvContentPartPr/>
                <p14:nvPr/>
              </p14:nvContentPartPr>
              <p14:xfrm>
                <a:off x="8374425" y="5842455"/>
                <a:ext cx="73440" cy="336600"/>
              </p14:xfrm>
            </p:contentPart>
          </mc:Choice>
          <mc:Fallback xmlns="">
            <p:pic>
              <p:nvPicPr>
                <p:cNvPr id="81" name="Ink 80">
                  <a:extLst>
                    <a:ext uri="{FF2B5EF4-FFF2-40B4-BE49-F238E27FC236}">
                      <a16:creationId xmlns:a16="http://schemas.microsoft.com/office/drawing/2014/main" id="{6B7E4ABE-EAF8-0849-A67E-6455B56EBBC1}"/>
                    </a:ext>
                  </a:extLst>
                </p:cNvPr>
                <p:cNvPicPr/>
                <p:nvPr/>
              </p:nvPicPr>
              <p:blipFill>
                <a:blip r:embed="rId127"/>
                <a:stretch>
                  <a:fillRect/>
                </a:stretch>
              </p:blipFill>
              <p:spPr>
                <a:xfrm>
                  <a:off x="8368305" y="5836335"/>
                  <a:ext cx="8568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6C4F3BF7-F566-9D2C-7182-341AC28DDC55}"/>
                    </a:ext>
                  </a:extLst>
                </p14:cNvPr>
                <p14:cNvContentPartPr/>
                <p14:nvPr/>
              </p14:nvContentPartPr>
              <p14:xfrm>
                <a:off x="8278665" y="5963415"/>
                <a:ext cx="347760" cy="78480"/>
              </p14:xfrm>
            </p:contentPart>
          </mc:Choice>
          <mc:Fallback xmlns="">
            <p:pic>
              <p:nvPicPr>
                <p:cNvPr id="82" name="Ink 81">
                  <a:extLst>
                    <a:ext uri="{FF2B5EF4-FFF2-40B4-BE49-F238E27FC236}">
                      <a16:creationId xmlns:a16="http://schemas.microsoft.com/office/drawing/2014/main" id="{6C4F3BF7-F566-9D2C-7182-341AC28DDC55}"/>
                    </a:ext>
                  </a:extLst>
                </p:cNvPr>
                <p:cNvPicPr/>
                <p:nvPr/>
              </p:nvPicPr>
              <p:blipFill>
                <a:blip r:embed="rId129"/>
                <a:stretch>
                  <a:fillRect/>
                </a:stretch>
              </p:blipFill>
              <p:spPr>
                <a:xfrm>
                  <a:off x="8272545" y="5957295"/>
                  <a:ext cx="3600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3" name="Ink 82">
                  <a:extLst>
                    <a:ext uri="{FF2B5EF4-FFF2-40B4-BE49-F238E27FC236}">
                      <a16:creationId xmlns:a16="http://schemas.microsoft.com/office/drawing/2014/main" id="{7B89967C-2076-3F11-B745-534748ED68F9}"/>
                    </a:ext>
                  </a:extLst>
                </p14:cNvPr>
                <p14:cNvContentPartPr/>
                <p14:nvPr/>
              </p14:nvContentPartPr>
              <p14:xfrm>
                <a:off x="8991825" y="5536455"/>
                <a:ext cx="292680" cy="514440"/>
              </p14:xfrm>
            </p:contentPart>
          </mc:Choice>
          <mc:Fallback xmlns="">
            <p:pic>
              <p:nvPicPr>
                <p:cNvPr id="83" name="Ink 82">
                  <a:extLst>
                    <a:ext uri="{FF2B5EF4-FFF2-40B4-BE49-F238E27FC236}">
                      <a16:creationId xmlns:a16="http://schemas.microsoft.com/office/drawing/2014/main" id="{7B89967C-2076-3F11-B745-534748ED68F9}"/>
                    </a:ext>
                  </a:extLst>
                </p:cNvPr>
                <p:cNvPicPr/>
                <p:nvPr/>
              </p:nvPicPr>
              <p:blipFill>
                <a:blip r:embed="rId131"/>
                <a:stretch>
                  <a:fillRect/>
                </a:stretch>
              </p:blipFill>
              <p:spPr>
                <a:xfrm>
                  <a:off x="8985705" y="5530335"/>
                  <a:ext cx="304920" cy="5266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4" name="Ink 83">
                  <a:extLst>
                    <a:ext uri="{FF2B5EF4-FFF2-40B4-BE49-F238E27FC236}">
                      <a16:creationId xmlns:a16="http://schemas.microsoft.com/office/drawing/2014/main" id="{4BFE2C8C-77E5-B6BE-5144-93C463B12B41}"/>
                    </a:ext>
                  </a:extLst>
                </p14:cNvPr>
                <p14:cNvContentPartPr/>
                <p14:nvPr/>
              </p14:nvContentPartPr>
              <p14:xfrm>
                <a:off x="9443985" y="5466615"/>
                <a:ext cx="61560" cy="678240"/>
              </p14:xfrm>
            </p:contentPart>
          </mc:Choice>
          <mc:Fallback xmlns="">
            <p:pic>
              <p:nvPicPr>
                <p:cNvPr id="84" name="Ink 83">
                  <a:extLst>
                    <a:ext uri="{FF2B5EF4-FFF2-40B4-BE49-F238E27FC236}">
                      <a16:creationId xmlns:a16="http://schemas.microsoft.com/office/drawing/2014/main" id="{4BFE2C8C-77E5-B6BE-5144-93C463B12B41}"/>
                    </a:ext>
                  </a:extLst>
                </p:cNvPr>
                <p:cNvPicPr/>
                <p:nvPr/>
              </p:nvPicPr>
              <p:blipFill>
                <a:blip r:embed="rId133"/>
                <a:stretch>
                  <a:fillRect/>
                </a:stretch>
              </p:blipFill>
              <p:spPr>
                <a:xfrm>
                  <a:off x="9437865" y="5460495"/>
                  <a:ext cx="73800" cy="690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F61D14C7-9A64-444D-7A68-404A32343358}"/>
                    </a:ext>
                  </a:extLst>
                </p14:cNvPr>
                <p14:cNvContentPartPr/>
                <p14:nvPr/>
              </p14:nvContentPartPr>
              <p14:xfrm>
                <a:off x="9563865" y="5710335"/>
                <a:ext cx="848880" cy="246240"/>
              </p14:xfrm>
            </p:contentPart>
          </mc:Choice>
          <mc:Fallback xmlns="">
            <p:pic>
              <p:nvPicPr>
                <p:cNvPr id="85" name="Ink 84">
                  <a:extLst>
                    <a:ext uri="{FF2B5EF4-FFF2-40B4-BE49-F238E27FC236}">
                      <a16:creationId xmlns:a16="http://schemas.microsoft.com/office/drawing/2014/main" id="{F61D14C7-9A64-444D-7A68-404A32343358}"/>
                    </a:ext>
                  </a:extLst>
                </p:cNvPr>
                <p:cNvPicPr/>
                <p:nvPr/>
              </p:nvPicPr>
              <p:blipFill>
                <a:blip r:embed="rId135"/>
                <a:stretch>
                  <a:fillRect/>
                </a:stretch>
              </p:blipFill>
              <p:spPr>
                <a:xfrm>
                  <a:off x="9557745" y="5704215"/>
                  <a:ext cx="8611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6" name="Ink 85">
                  <a:extLst>
                    <a:ext uri="{FF2B5EF4-FFF2-40B4-BE49-F238E27FC236}">
                      <a16:creationId xmlns:a16="http://schemas.microsoft.com/office/drawing/2014/main" id="{A7723FCD-5869-55F5-72AC-82F28C17867C}"/>
                    </a:ext>
                  </a:extLst>
                </p14:cNvPr>
                <p14:cNvContentPartPr/>
                <p14:nvPr/>
              </p14:nvContentPartPr>
              <p14:xfrm>
                <a:off x="10341465" y="4752015"/>
                <a:ext cx="705240" cy="1607760"/>
              </p14:xfrm>
            </p:contentPart>
          </mc:Choice>
          <mc:Fallback xmlns="">
            <p:pic>
              <p:nvPicPr>
                <p:cNvPr id="86" name="Ink 85">
                  <a:extLst>
                    <a:ext uri="{FF2B5EF4-FFF2-40B4-BE49-F238E27FC236}">
                      <a16:creationId xmlns:a16="http://schemas.microsoft.com/office/drawing/2014/main" id="{A7723FCD-5869-55F5-72AC-82F28C17867C}"/>
                    </a:ext>
                  </a:extLst>
                </p:cNvPr>
                <p:cNvPicPr/>
                <p:nvPr/>
              </p:nvPicPr>
              <p:blipFill>
                <a:blip r:embed="rId137"/>
                <a:stretch>
                  <a:fillRect/>
                </a:stretch>
              </p:blipFill>
              <p:spPr>
                <a:xfrm>
                  <a:off x="10335345" y="4745895"/>
                  <a:ext cx="717480" cy="1620000"/>
                </a:xfrm>
                <a:prstGeom prst="rect">
                  <a:avLst/>
                </a:prstGeom>
              </p:spPr>
            </p:pic>
          </mc:Fallback>
        </mc:AlternateContent>
      </p:grpSp>
      <p:grpSp>
        <p:nvGrpSpPr>
          <p:cNvPr id="100" name="Group 99">
            <a:extLst>
              <a:ext uri="{FF2B5EF4-FFF2-40B4-BE49-F238E27FC236}">
                <a16:creationId xmlns:a16="http://schemas.microsoft.com/office/drawing/2014/main" id="{BB86C741-7FA3-3B13-B1A3-A8BC48FA4162}"/>
              </a:ext>
            </a:extLst>
          </p:cNvPr>
          <p:cNvGrpSpPr/>
          <p:nvPr/>
        </p:nvGrpSpPr>
        <p:grpSpPr>
          <a:xfrm>
            <a:off x="2978745" y="4908975"/>
            <a:ext cx="2395080" cy="1397520"/>
            <a:chOff x="2978745" y="4908975"/>
            <a:chExt cx="2395080" cy="1397520"/>
          </a:xfrm>
        </p:grpSpPr>
        <mc:AlternateContent xmlns:mc="http://schemas.openxmlformats.org/markup-compatibility/2006" xmlns:p14="http://schemas.microsoft.com/office/powerpoint/2010/main">
          <mc:Choice Requires="p14">
            <p:contentPart p14:bwMode="auto" r:id="rId138">
              <p14:nvContentPartPr>
                <p14:cNvPr id="62" name="Ink 61">
                  <a:extLst>
                    <a:ext uri="{FF2B5EF4-FFF2-40B4-BE49-F238E27FC236}">
                      <a16:creationId xmlns:a16="http://schemas.microsoft.com/office/drawing/2014/main" id="{E74D9B0A-1033-9422-9B31-840C0C39BC36}"/>
                    </a:ext>
                  </a:extLst>
                </p14:cNvPr>
                <p14:cNvContentPartPr/>
                <p14:nvPr/>
              </p14:nvContentPartPr>
              <p14:xfrm>
                <a:off x="3754545" y="5171415"/>
                <a:ext cx="98640" cy="240120"/>
              </p14:xfrm>
            </p:contentPart>
          </mc:Choice>
          <mc:Fallback xmlns="">
            <p:pic>
              <p:nvPicPr>
                <p:cNvPr id="62" name="Ink 61">
                  <a:extLst>
                    <a:ext uri="{FF2B5EF4-FFF2-40B4-BE49-F238E27FC236}">
                      <a16:creationId xmlns:a16="http://schemas.microsoft.com/office/drawing/2014/main" id="{E74D9B0A-1033-9422-9B31-840C0C39BC36}"/>
                    </a:ext>
                  </a:extLst>
                </p:cNvPr>
                <p:cNvPicPr/>
                <p:nvPr/>
              </p:nvPicPr>
              <p:blipFill>
                <a:blip r:embed="rId139"/>
                <a:stretch>
                  <a:fillRect/>
                </a:stretch>
              </p:blipFill>
              <p:spPr>
                <a:xfrm>
                  <a:off x="3748425" y="5165295"/>
                  <a:ext cx="1108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3" name="Ink 62">
                  <a:extLst>
                    <a:ext uri="{FF2B5EF4-FFF2-40B4-BE49-F238E27FC236}">
                      <a16:creationId xmlns:a16="http://schemas.microsoft.com/office/drawing/2014/main" id="{91F46472-32F1-CBA9-87F4-D2F1494934C6}"/>
                    </a:ext>
                  </a:extLst>
                </p14:cNvPr>
                <p14:cNvContentPartPr/>
                <p14:nvPr/>
              </p14:nvContentPartPr>
              <p14:xfrm>
                <a:off x="3773985" y="5193375"/>
                <a:ext cx="1266840" cy="394200"/>
              </p14:xfrm>
            </p:contentPart>
          </mc:Choice>
          <mc:Fallback xmlns="">
            <p:pic>
              <p:nvPicPr>
                <p:cNvPr id="63" name="Ink 62">
                  <a:extLst>
                    <a:ext uri="{FF2B5EF4-FFF2-40B4-BE49-F238E27FC236}">
                      <a16:creationId xmlns:a16="http://schemas.microsoft.com/office/drawing/2014/main" id="{91F46472-32F1-CBA9-87F4-D2F1494934C6}"/>
                    </a:ext>
                  </a:extLst>
                </p:cNvPr>
                <p:cNvPicPr/>
                <p:nvPr/>
              </p:nvPicPr>
              <p:blipFill>
                <a:blip r:embed="rId141"/>
                <a:stretch>
                  <a:fillRect/>
                </a:stretch>
              </p:blipFill>
              <p:spPr>
                <a:xfrm>
                  <a:off x="3767865" y="5187255"/>
                  <a:ext cx="127908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4" name="Ink 63">
                  <a:extLst>
                    <a:ext uri="{FF2B5EF4-FFF2-40B4-BE49-F238E27FC236}">
                      <a16:creationId xmlns:a16="http://schemas.microsoft.com/office/drawing/2014/main" id="{8A13A42F-C054-D908-EFAF-E7853D8E84F2}"/>
                    </a:ext>
                  </a:extLst>
                </p14:cNvPr>
                <p14:cNvContentPartPr/>
                <p14:nvPr/>
              </p14:nvContentPartPr>
              <p14:xfrm>
                <a:off x="5078265" y="4908975"/>
                <a:ext cx="38160" cy="84600"/>
              </p14:xfrm>
            </p:contentPart>
          </mc:Choice>
          <mc:Fallback xmlns="">
            <p:pic>
              <p:nvPicPr>
                <p:cNvPr id="64" name="Ink 63">
                  <a:extLst>
                    <a:ext uri="{FF2B5EF4-FFF2-40B4-BE49-F238E27FC236}">
                      <a16:creationId xmlns:a16="http://schemas.microsoft.com/office/drawing/2014/main" id="{8A13A42F-C054-D908-EFAF-E7853D8E84F2}"/>
                    </a:ext>
                  </a:extLst>
                </p:cNvPr>
                <p:cNvPicPr/>
                <p:nvPr/>
              </p:nvPicPr>
              <p:blipFill>
                <a:blip r:embed="rId143"/>
                <a:stretch>
                  <a:fillRect/>
                </a:stretch>
              </p:blipFill>
              <p:spPr>
                <a:xfrm>
                  <a:off x="5072145" y="4902855"/>
                  <a:ext cx="504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5" name="Ink 64">
                  <a:extLst>
                    <a:ext uri="{FF2B5EF4-FFF2-40B4-BE49-F238E27FC236}">
                      <a16:creationId xmlns:a16="http://schemas.microsoft.com/office/drawing/2014/main" id="{C40EE2CD-98F0-5397-CF0D-A479A9A00117}"/>
                    </a:ext>
                  </a:extLst>
                </p14:cNvPr>
                <p14:cNvContentPartPr/>
                <p14:nvPr/>
              </p14:nvContentPartPr>
              <p14:xfrm>
                <a:off x="5320545" y="5065575"/>
                <a:ext cx="53280" cy="408600"/>
              </p14:xfrm>
            </p:contentPart>
          </mc:Choice>
          <mc:Fallback xmlns="">
            <p:pic>
              <p:nvPicPr>
                <p:cNvPr id="65" name="Ink 64">
                  <a:extLst>
                    <a:ext uri="{FF2B5EF4-FFF2-40B4-BE49-F238E27FC236}">
                      <a16:creationId xmlns:a16="http://schemas.microsoft.com/office/drawing/2014/main" id="{C40EE2CD-98F0-5397-CF0D-A479A9A00117}"/>
                    </a:ext>
                  </a:extLst>
                </p:cNvPr>
                <p:cNvPicPr/>
                <p:nvPr/>
              </p:nvPicPr>
              <p:blipFill>
                <a:blip r:embed="rId145"/>
                <a:stretch>
                  <a:fillRect/>
                </a:stretch>
              </p:blipFill>
              <p:spPr>
                <a:xfrm>
                  <a:off x="5314425" y="5059455"/>
                  <a:ext cx="6552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3" name="Ink 72">
                  <a:extLst>
                    <a:ext uri="{FF2B5EF4-FFF2-40B4-BE49-F238E27FC236}">
                      <a16:creationId xmlns:a16="http://schemas.microsoft.com/office/drawing/2014/main" id="{872572B9-119C-810B-D098-6934E52525D5}"/>
                    </a:ext>
                  </a:extLst>
                </p14:cNvPr>
                <p14:cNvContentPartPr/>
                <p14:nvPr/>
              </p14:nvContentPartPr>
              <p14:xfrm>
                <a:off x="3779745" y="5823735"/>
                <a:ext cx="39240" cy="326160"/>
              </p14:xfrm>
            </p:contentPart>
          </mc:Choice>
          <mc:Fallback xmlns="">
            <p:pic>
              <p:nvPicPr>
                <p:cNvPr id="73" name="Ink 72">
                  <a:extLst>
                    <a:ext uri="{FF2B5EF4-FFF2-40B4-BE49-F238E27FC236}">
                      <a16:creationId xmlns:a16="http://schemas.microsoft.com/office/drawing/2014/main" id="{872572B9-119C-810B-D098-6934E52525D5}"/>
                    </a:ext>
                  </a:extLst>
                </p:cNvPr>
                <p:cNvPicPr/>
                <p:nvPr/>
              </p:nvPicPr>
              <p:blipFill>
                <a:blip r:embed="rId147"/>
                <a:stretch>
                  <a:fillRect/>
                </a:stretch>
              </p:blipFill>
              <p:spPr>
                <a:xfrm>
                  <a:off x="3773625" y="5817615"/>
                  <a:ext cx="5148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4" name="Ink 73">
                  <a:extLst>
                    <a:ext uri="{FF2B5EF4-FFF2-40B4-BE49-F238E27FC236}">
                      <a16:creationId xmlns:a16="http://schemas.microsoft.com/office/drawing/2014/main" id="{79DE47C6-71B3-9F43-B78B-E631658AF0D9}"/>
                    </a:ext>
                  </a:extLst>
                </p14:cNvPr>
                <p14:cNvContentPartPr/>
                <p14:nvPr/>
              </p14:nvContentPartPr>
              <p14:xfrm>
                <a:off x="3810705" y="5730135"/>
                <a:ext cx="486720" cy="512640"/>
              </p14:xfrm>
            </p:contentPart>
          </mc:Choice>
          <mc:Fallback xmlns="">
            <p:pic>
              <p:nvPicPr>
                <p:cNvPr id="74" name="Ink 73">
                  <a:extLst>
                    <a:ext uri="{FF2B5EF4-FFF2-40B4-BE49-F238E27FC236}">
                      <a16:creationId xmlns:a16="http://schemas.microsoft.com/office/drawing/2014/main" id="{79DE47C6-71B3-9F43-B78B-E631658AF0D9}"/>
                    </a:ext>
                  </a:extLst>
                </p:cNvPr>
                <p:cNvPicPr/>
                <p:nvPr/>
              </p:nvPicPr>
              <p:blipFill>
                <a:blip r:embed="rId149"/>
                <a:stretch>
                  <a:fillRect/>
                </a:stretch>
              </p:blipFill>
              <p:spPr>
                <a:xfrm>
                  <a:off x="3804585" y="5724015"/>
                  <a:ext cx="49896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5" name="Ink 74">
                  <a:extLst>
                    <a:ext uri="{FF2B5EF4-FFF2-40B4-BE49-F238E27FC236}">
                      <a16:creationId xmlns:a16="http://schemas.microsoft.com/office/drawing/2014/main" id="{9639493A-8931-8950-4DE3-1F46FBB7A605}"/>
                    </a:ext>
                  </a:extLst>
                </p14:cNvPr>
                <p14:cNvContentPartPr/>
                <p14:nvPr/>
              </p14:nvContentPartPr>
              <p14:xfrm>
                <a:off x="4453665" y="5954415"/>
                <a:ext cx="169920" cy="212760"/>
              </p14:xfrm>
            </p:contentPart>
          </mc:Choice>
          <mc:Fallback xmlns="">
            <p:pic>
              <p:nvPicPr>
                <p:cNvPr id="75" name="Ink 74">
                  <a:extLst>
                    <a:ext uri="{FF2B5EF4-FFF2-40B4-BE49-F238E27FC236}">
                      <a16:creationId xmlns:a16="http://schemas.microsoft.com/office/drawing/2014/main" id="{9639493A-8931-8950-4DE3-1F46FBB7A605}"/>
                    </a:ext>
                  </a:extLst>
                </p:cNvPr>
                <p:cNvPicPr/>
                <p:nvPr/>
              </p:nvPicPr>
              <p:blipFill>
                <a:blip r:embed="rId151"/>
                <a:stretch>
                  <a:fillRect/>
                </a:stretch>
              </p:blipFill>
              <p:spPr>
                <a:xfrm>
                  <a:off x="4447545" y="5948295"/>
                  <a:ext cx="182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6" name="Ink 75">
                  <a:extLst>
                    <a:ext uri="{FF2B5EF4-FFF2-40B4-BE49-F238E27FC236}">
                      <a16:creationId xmlns:a16="http://schemas.microsoft.com/office/drawing/2014/main" id="{1F9CDBCC-A26E-388A-B5FD-3F744AF1C360}"/>
                    </a:ext>
                  </a:extLst>
                </p14:cNvPr>
                <p14:cNvContentPartPr/>
                <p14:nvPr/>
              </p14:nvContentPartPr>
              <p14:xfrm>
                <a:off x="4738425" y="5796375"/>
                <a:ext cx="622440" cy="498600"/>
              </p14:xfrm>
            </p:contentPart>
          </mc:Choice>
          <mc:Fallback xmlns="">
            <p:pic>
              <p:nvPicPr>
                <p:cNvPr id="76" name="Ink 75">
                  <a:extLst>
                    <a:ext uri="{FF2B5EF4-FFF2-40B4-BE49-F238E27FC236}">
                      <a16:creationId xmlns:a16="http://schemas.microsoft.com/office/drawing/2014/main" id="{1F9CDBCC-A26E-388A-B5FD-3F744AF1C360}"/>
                    </a:ext>
                  </a:extLst>
                </p:cNvPr>
                <p:cNvPicPr/>
                <p:nvPr/>
              </p:nvPicPr>
              <p:blipFill>
                <a:blip r:embed="rId153"/>
                <a:stretch>
                  <a:fillRect/>
                </a:stretch>
              </p:blipFill>
              <p:spPr>
                <a:xfrm>
                  <a:off x="4732305" y="5790255"/>
                  <a:ext cx="63468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0" name="Ink 89">
                  <a:extLst>
                    <a:ext uri="{FF2B5EF4-FFF2-40B4-BE49-F238E27FC236}">
                      <a16:creationId xmlns:a16="http://schemas.microsoft.com/office/drawing/2014/main" id="{04B8ED07-4888-A298-098B-E3F316CFE4F9}"/>
                    </a:ext>
                  </a:extLst>
                </p14:cNvPr>
                <p14:cNvContentPartPr/>
                <p14:nvPr/>
              </p14:nvContentPartPr>
              <p14:xfrm>
                <a:off x="2978745" y="4916895"/>
                <a:ext cx="472320" cy="1389600"/>
              </p14:xfrm>
            </p:contentPart>
          </mc:Choice>
          <mc:Fallback xmlns="">
            <p:pic>
              <p:nvPicPr>
                <p:cNvPr id="90" name="Ink 89">
                  <a:extLst>
                    <a:ext uri="{FF2B5EF4-FFF2-40B4-BE49-F238E27FC236}">
                      <a16:creationId xmlns:a16="http://schemas.microsoft.com/office/drawing/2014/main" id="{04B8ED07-4888-A298-098B-E3F316CFE4F9}"/>
                    </a:ext>
                  </a:extLst>
                </p:cNvPr>
                <p:cNvPicPr/>
                <p:nvPr/>
              </p:nvPicPr>
              <p:blipFill>
                <a:blip r:embed="rId155"/>
                <a:stretch>
                  <a:fillRect/>
                </a:stretch>
              </p:blipFill>
              <p:spPr>
                <a:xfrm>
                  <a:off x="2972625" y="4910775"/>
                  <a:ext cx="484560" cy="1401840"/>
                </a:xfrm>
                <a:prstGeom prst="rect">
                  <a:avLst/>
                </a:prstGeom>
              </p:spPr>
            </p:pic>
          </mc:Fallback>
        </mc:AlternateContent>
      </p:grpSp>
      <p:grpSp>
        <p:nvGrpSpPr>
          <p:cNvPr id="99" name="Group 98">
            <a:extLst>
              <a:ext uri="{FF2B5EF4-FFF2-40B4-BE49-F238E27FC236}">
                <a16:creationId xmlns:a16="http://schemas.microsoft.com/office/drawing/2014/main" id="{D8853800-D158-9DDD-C8E5-265C42ED6F15}"/>
              </a:ext>
            </a:extLst>
          </p:cNvPr>
          <p:cNvGrpSpPr/>
          <p:nvPr/>
        </p:nvGrpSpPr>
        <p:grpSpPr>
          <a:xfrm>
            <a:off x="307185" y="5221815"/>
            <a:ext cx="2234880" cy="797760"/>
            <a:chOff x="307185" y="5221815"/>
            <a:chExt cx="2234880" cy="797760"/>
          </a:xfrm>
        </p:grpSpPr>
        <mc:AlternateContent xmlns:mc="http://schemas.openxmlformats.org/markup-compatibility/2006" xmlns:p14="http://schemas.microsoft.com/office/powerpoint/2010/main">
          <mc:Choice Requires="p14">
            <p:contentPart p14:bwMode="auto" r:id="rId156">
              <p14:nvContentPartPr>
                <p14:cNvPr id="91" name="Ink 90">
                  <a:extLst>
                    <a:ext uri="{FF2B5EF4-FFF2-40B4-BE49-F238E27FC236}">
                      <a16:creationId xmlns:a16="http://schemas.microsoft.com/office/drawing/2014/main" id="{EF4C6065-D4BB-AC72-000B-5639DF025635}"/>
                    </a:ext>
                  </a:extLst>
                </p14:cNvPr>
                <p14:cNvContentPartPr/>
                <p14:nvPr/>
              </p14:nvContentPartPr>
              <p14:xfrm>
                <a:off x="327705" y="5465535"/>
                <a:ext cx="33480" cy="457200"/>
              </p14:xfrm>
            </p:contentPart>
          </mc:Choice>
          <mc:Fallback xmlns="">
            <p:pic>
              <p:nvPicPr>
                <p:cNvPr id="91" name="Ink 90">
                  <a:extLst>
                    <a:ext uri="{FF2B5EF4-FFF2-40B4-BE49-F238E27FC236}">
                      <a16:creationId xmlns:a16="http://schemas.microsoft.com/office/drawing/2014/main" id="{EF4C6065-D4BB-AC72-000B-5639DF025635}"/>
                    </a:ext>
                  </a:extLst>
                </p:cNvPr>
                <p:cNvPicPr/>
                <p:nvPr/>
              </p:nvPicPr>
              <p:blipFill>
                <a:blip r:embed="rId157"/>
                <a:stretch>
                  <a:fillRect/>
                </a:stretch>
              </p:blipFill>
              <p:spPr>
                <a:xfrm>
                  <a:off x="321585" y="5459415"/>
                  <a:ext cx="4572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 name="Ink 91">
                  <a:extLst>
                    <a:ext uri="{FF2B5EF4-FFF2-40B4-BE49-F238E27FC236}">
                      <a16:creationId xmlns:a16="http://schemas.microsoft.com/office/drawing/2014/main" id="{AC95FB05-9795-1974-9D52-6709530387EA}"/>
                    </a:ext>
                  </a:extLst>
                </p14:cNvPr>
                <p14:cNvContentPartPr/>
                <p14:nvPr/>
              </p14:nvContentPartPr>
              <p14:xfrm>
                <a:off x="307185" y="5300655"/>
                <a:ext cx="434520" cy="696600"/>
              </p14:xfrm>
            </p:contentPart>
          </mc:Choice>
          <mc:Fallback xmlns="">
            <p:pic>
              <p:nvPicPr>
                <p:cNvPr id="92" name="Ink 91">
                  <a:extLst>
                    <a:ext uri="{FF2B5EF4-FFF2-40B4-BE49-F238E27FC236}">
                      <a16:creationId xmlns:a16="http://schemas.microsoft.com/office/drawing/2014/main" id="{AC95FB05-9795-1974-9D52-6709530387EA}"/>
                    </a:ext>
                  </a:extLst>
                </p:cNvPr>
                <p:cNvPicPr/>
                <p:nvPr/>
              </p:nvPicPr>
              <p:blipFill>
                <a:blip r:embed="rId159"/>
                <a:stretch>
                  <a:fillRect/>
                </a:stretch>
              </p:blipFill>
              <p:spPr>
                <a:xfrm>
                  <a:off x="301065" y="5294535"/>
                  <a:ext cx="446760" cy="708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3" name="Ink 92">
                  <a:extLst>
                    <a:ext uri="{FF2B5EF4-FFF2-40B4-BE49-F238E27FC236}">
                      <a16:creationId xmlns:a16="http://schemas.microsoft.com/office/drawing/2014/main" id="{7A3D89AA-FDAA-B7A9-D68C-81428CC19B75}"/>
                    </a:ext>
                  </a:extLst>
                </p14:cNvPr>
                <p14:cNvContentPartPr/>
                <p14:nvPr/>
              </p14:nvContentPartPr>
              <p14:xfrm>
                <a:off x="894705" y="5221815"/>
                <a:ext cx="56880" cy="759600"/>
              </p14:xfrm>
            </p:contentPart>
          </mc:Choice>
          <mc:Fallback xmlns="">
            <p:pic>
              <p:nvPicPr>
                <p:cNvPr id="93" name="Ink 92">
                  <a:extLst>
                    <a:ext uri="{FF2B5EF4-FFF2-40B4-BE49-F238E27FC236}">
                      <a16:creationId xmlns:a16="http://schemas.microsoft.com/office/drawing/2014/main" id="{7A3D89AA-FDAA-B7A9-D68C-81428CC19B75}"/>
                    </a:ext>
                  </a:extLst>
                </p:cNvPr>
                <p:cNvPicPr/>
                <p:nvPr/>
              </p:nvPicPr>
              <p:blipFill>
                <a:blip r:embed="rId161"/>
                <a:stretch>
                  <a:fillRect/>
                </a:stretch>
              </p:blipFill>
              <p:spPr>
                <a:xfrm>
                  <a:off x="888585" y="5215695"/>
                  <a:ext cx="69120" cy="771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4" name="Ink 93">
                  <a:extLst>
                    <a:ext uri="{FF2B5EF4-FFF2-40B4-BE49-F238E27FC236}">
                      <a16:creationId xmlns:a16="http://schemas.microsoft.com/office/drawing/2014/main" id="{ACED987A-C15B-C94D-6086-82B8DEDE145F}"/>
                    </a:ext>
                  </a:extLst>
                </p14:cNvPr>
                <p14:cNvContentPartPr/>
                <p14:nvPr/>
              </p14:nvContentPartPr>
              <p14:xfrm>
                <a:off x="1092345" y="5603415"/>
                <a:ext cx="281160" cy="316080"/>
              </p14:xfrm>
            </p:contentPart>
          </mc:Choice>
          <mc:Fallback xmlns="">
            <p:pic>
              <p:nvPicPr>
                <p:cNvPr id="94" name="Ink 93">
                  <a:extLst>
                    <a:ext uri="{FF2B5EF4-FFF2-40B4-BE49-F238E27FC236}">
                      <a16:creationId xmlns:a16="http://schemas.microsoft.com/office/drawing/2014/main" id="{ACED987A-C15B-C94D-6086-82B8DEDE145F}"/>
                    </a:ext>
                  </a:extLst>
                </p:cNvPr>
                <p:cNvPicPr/>
                <p:nvPr/>
              </p:nvPicPr>
              <p:blipFill>
                <a:blip r:embed="rId163"/>
                <a:stretch>
                  <a:fillRect/>
                </a:stretch>
              </p:blipFill>
              <p:spPr>
                <a:xfrm>
                  <a:off x="1086225" y="5597295"/>
                  <a:ext cx="2934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5" name="Ink 94">
                  <a:extLst>
                    <a:ext uri="{FF2B5EF4-FFF2-40B4-BE49-F238E27FC236}">
                      <a16:creationId xmlns:a16="http://schemas.microsoft.com/office/drawing/2014/main" id="{CE705320-6222-C67C-8A39-FC44E9C76E86}"/>
                    </a:ext>
                  </a:extLst>
                </p14:cNvPr>
                <p14:cNvContentPartPr/>
                <p14:nvPr/>
              </p14:nvContentPartPr>
              <p14:xfrm>
                <a:off x="1441185" y="5632935"/>
                <a:ext cx="220320" cy="386640"/>
              </p14:xfrm>
            </p:contentPart>
          </mc:Choice>
          <mc:Fallback xmlns="">
            <p:pic>
              <p:nvPicPr>
                <p:cNvPr id="95" name="Ink 94">
                  <a:extLst>
                    <a:ext uri="{FF2B5EF4-FFF2-40B4-BE49-F238E27FC236}">
                      <a16:creationId xmlns:a16="http://schemas.microsoft.com/office/drawing/2014/main" id="{CE705320-6222-C67C-8A39-FC44E9C76E86}"/>
                    </a:ext>
                  </a:extLst>
                </p:cNvPr>
                <p:cNvPicPr/>
                <p:nvPr/>
              </p:nvPicPr>
              <p:blipFill>
                <a:blip r:embed="rId165"/>
                <a:stretch>
                  <a:fillRect/>
                </a:stretch>
              </p:blipFill>
              <p:spPr>
                <a:xfrm>
                  <a:off x="1435065" y="5626815"/>
                  <a:ext cx="23256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6" name="Ink 95">
                  <a:extLst>
                    <a:ext uri="{FF2B5EF4-FFF2-40B4-BE49-F238E27FC236}">
                      <a16:creationId xmlns:a16="http://schemas.microsoft.com/office/drawing/2014/main" id="{A9A2CBAD-8622-2D63-FAC4-647930D6BEC8}"/>
                    </a:ext>
                  </a:extLst>
                </p14:cNvPr>
                <p14:cNvContentPartPr/>
                <p14:nvPr/>
              </p14:nvContentPartPr>
              <p14:xfrm>
                <a:off x="1729185" y="5355375"/>
                <a:ext cx="581040" cy="592920"/>
              </p14:xfrm>
            </p:contentPart>
          </mc:Choice>
          <mc:Fallback xmlns="">
            <p:pic>
              <p:nvPicPr>
                <p:cNvPr id="96" name="Ink 95">
                  <a:extLst>
                    <a:ext uri="{FF2B5EF4-FFF2-40B4-BE49-F238E27FC236}">
                      <a16:creationId xmlns:a16="http://schemas.microsoft.com/office/drawing/2014/main" id="{A9A2CBAD-8622-2D63-FAC4-647930D6BEC8}"/>
                    </a:ext>
                  </a:extLst>
                </p:cNvPr>
                <p:cNvPicPr/>
                <p:nvPr/>
              </p:nvPicPr>
              <p:blipFill>
                <a:blip r:embed="rId167"/>
                <a:stretch>
                  <a:fillRect/>
                </a:stretch>
              </p:blipFill>
              <p:spPr>
                <a:xfrm>
                  <a:off x="1723065" y="5349255"/>
                  <a:ext cx="593280" cy="6051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FF6FB844-57C9-A8AF-D5A7-ADFCCE4BB95E}"/>
                    </a:ext>
                  </a:extLst>
                </p14:cNvPr>
                <p14:cNvContentPartPr/>
                <p14:nvPr/>
              </p14:nvContentPartPr>
              <p14:xfrm>
                <a:off x="2219505" y="5510895"/>
                <a:ext cx="322560" cy="403920"/>
              </p14:xfrm>
            </p:contentPart>
          </mc:Choice>
          <mc:Fallback xmlns="">
            <p:pic>
              <p:nvPicPr>
                <p:cNvPr id="97" name="Ink 96">
                  <a:extLst>
                    <a:ext uri="{FF2B5EF4-FFF2-40B4-BE49-F238E27FC236}">
                      <a16:creationId xmlns:a16="http://schemas.microsoft.com/office/drawing/2014/main" id="{FF6FB844-57C9-A8AF-D5A7-ADFCCE4BB95E}"/>
                    </a:ext>
                  </a:extLst>
                </p:cNvPr>
                <p:cNvPicPr/>
                <p:nvPr/>
              </p:nvPicPr>
              <p:blipFill>
                <a:blip r:embed="rId169"/>
                <a:stretch>
                  <a:fillRect/>
                </a:stretch>
              </p:blipFill>
              <p:spPr>
                <a:xfrm>
                  <a:off x="2213385" y="5504775"/>
                  <a:ext cx="33480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8" name="Ink 97">
                  <a:extLst>
                    <a:ext uri="{FF2B5EF4-FFF2-40B4-BE49-F238E27FC236}">
                      <a16:creationId xmlns:a16="http://schemas.microsoft.com/office/drawing/2014/main" id="{C9B18227-C7FF-AA81-4C03-9CFE266F2BBB}"/>
                    </a:ext>
                  </a:extLst>
                </p14:cNvPr>
                <p14:cNvContentPartPr/>
                <p14:nvPr/>
              </p14:nvContentPartPr>
              <p14:xfrm>
                <a:off x="1997745" y="5671455"/>
                <a:ext cx="184320" cy="191880"/>
              </p14:xfrm>
            </p:contentPart>
          </mc:Choice>
          <mc:Fallback xmlns="">
            <p:pic>
              <p:nvPicPr>
                <p:cNvPr id="98" name="Ink 97">
                  <a:extLst>
                    <a:ext uri="{FF2B5EF4-FFF2-40B4-BE49-F238E27FC236}">
                      <a16:creationId xmlns:a16="http://schemas.microsoft.com/office/drawing/2014/main" id="{C9B18227-C7FF-AA81-4C03-9CFE266F2BBB}"/>
                    </a:ext>
                  </a:extLst>
                </p:cNvPr>
                <p:cNvPicPr/>
                <p:nvPr/>
              </p:nvPicPr>
              <p:blipFill>
                <a:blip r:embed="rId171"/>
                <a:stretch>
                  <a:fillRect/>
                </a:stretch>
              </p:blipFill>
              <p:spPr>
                <a:xfrm>
                  <a:off x="1991625" y="5665335"/>
                  <a:ext cx="196560" cy="204120"/>
                </a:xfrm>
                <a:prstGeom prst="rect">
                  <a:avLst/>
                </a:prstGeom>
              </p:spPr>
            </p:pic>
          </mc:Fallback>
        </mc:AlternateContent>
      </p:grpSp>
    </p:spTree>
    <p:extLst>
      <p:ext uri="{BB962C8B-B14F-4D97-AF65-F5344CB8AC3E}">
        <p14:creationId xmlns:p14="http://schemas.microsoft.com/office/powerpoint/2010/main" val="3478011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461BC763-1BE3-7E85-9114-8ECCBFA8DAB2}"/>
              </a:ext>
            </a:extLst>
          </p:cNvPr>
          <p:cNvGrpSpPr/>
          <p:nvPr/>
        </p:nvGrpSpPr>
        <p:grpSpPr>
          <a:xfrm>
            <a:off x="40065" y="99015"/>
            <a:ext cx="10887840" cy="5006880"/>
            <a:chOff x="40065" y="99015"/>
            <a:chExt cx="10887840" cy="500688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70F210D-56C4-31A0-FD0B-1E4C14A0B33E}"/>
                    </a:ext>
                  </a:extLst>
                </p14:cNvPr>
                <p14:cNvContentPartPr/>
                <p14:nvPr/>
              </p14:nvContentPartPr>
              <p14:xfrm>
                <a:off x="1318065" y="413655"/>
                <a:ext cx="167040" cy="1567800"/>
              </p14:xfrm>
            </p:contentPart>
          </mc:Choice>
          <mc:Fallback xmlns="">
            <p:pic>
              <p:nvPicPr>
                <p:cNvPr id="2" name="Ink 1">
                  <a:extLst>
                    <a:ext uri="{FF2B5EF4-FFF2-40B4-BE49-F238E27FC236}">
                      <a16:creationId xmlns:a16="http://schemas.microsoft.com/office/drawing/2014/main" id="{E70F210D-56C4-31A0-FD0B-1E4C14A0B33E}"/>
                    </a:ext>
                  </a:extLst>
                </p:cNvPr>
                <p:cNvPicPr/>
                <p:nvPr/>
              </p:nvPicPr>
              <p:blipFill>
                <a:blip r:embed="rId3"/>
                <a:stretch>
                  <a:fillRect/>
                </a:stretch>
              </p:blipFill>
              <p:spPr>
                <a:xfrm>
                  <a:off x="1311945" y="407535"/>
                  <a:ext cx="179280" cy="158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D1D4516-A742-D785-12ED-BB3DA4DEA67C}"/>
                    </a:ext>
                  </a:extLst>
                </p14:cNvPr>
                <p14:cNvContentPartPr/>
                <p14:nvPr/>
              </p14:nvContentPartPr>
              <p14:xfrm>
                <a:off x="1403745" y="420855"/>
                <a:ext cx="4043880" cy="162000"/>
              </p14:xfrm>
            </p:contentPart>
          </mc:Choice>
          <mc:Fallback xmlns="">
            <p:pic>
              <p:nvPicPr>
                <p:cNvPr id="3" name="Ink 2">
                  <a:extLst>
                    <a:ext uri="{FF2B5EF4-FFF2-40B4-BE49-F238E27FC236}">
                      <a16:creationId xmlns:a16="http://schemas.microsoft.com/office/drawing/2014/main" id="{5D1D4516-A742-D785-12ED-BB3DA4DEA67C}"/>
                    </a:ext>
                  </a:extLst>
                </p:cNvPr>
                <p:cNvPicPr/>
                <p:nvPr/>
              </p:nvPicPr>
              <p:blipFill>
                <a:blip r:embed="rId5"/>
                <a:stretch>
                  <a:fillRect/>
                </a:stretch>
              </p:blipFill>
              <p:spPr>
                <a:xfrm>
                  <a:off x="1397625" y="414735"/>
                  <a:ext cx="40561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22C22C5-D664-9C57-6D6C-EEC0E7DBDA45}"/>
                    </a:ext>
                  </a:extLst>
                </p14:cNvPr>
                <p14:cNvContentPartPr/>
                <p14:nvPr/>
              </p14:nvContentPartPr>
              <p14:xfrm>
                <a:off x="1320585" y="1722255"/>
                <a:ext cx="4116960" cy="287280"/>
              </p14:xfrm>
            </p:contentPart>
          </mc:Choice>
          <mc:Fallback xmlns="">
            <p:pic>
              <p:nvPicPr>
                <p:cNvPr id="4" name="Ink 3">
                  <a:extLst>
                    <a:ext uri="{FF2B5EF4-FFF2-40B4-BE49-F238E27FC236}">
                      <a16:creationId xmlns:a16="http://schemas.microsoft.com/office/drawing/2014/main" id="{B22C22C5-D664-9C57-6D6C-EEC0E7DBDA45}"/>
                    </a:ext>
                  </a:extLst>
                </p:cNvPr>
                <p:cNvPicPr/>
                <p:nvPr/>
              </p:nvPicPr>
              <p:blipFill>
                <a:blip r:embed="rId7"/>
                <a:stretch>
                  <a:fillRect/>
                </a:stretch>
              </p:blipFill>
              <p:spPr>
                <a:xfrm>
                  <a:off x="1314465" y="1716135"/>
                  <a:ext cx="41292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CC2A3EF-69B0-8953-48AD-9C883B6C6C94}"/>
                    </a:ext>
                  </a:extLst>
                </p14:cNvPr>
                <p14:cNvContentPartPr/>
                <p14:nvPr/>
              </p14:nvContentPartPr>
              <p14:xfrm>
                <a:off x="5311185" y="573135"/>
                <a:ext cx="181080" cy="1481760"/>
              </p14:xfrm>
            </p:contentPart>
          </mc:Choice>
          <mc:Fallback xmlns="">
            <p:pic>
              <p:nvPicPr>
                <p:cNvPr id="6" name="Ink 5">
                  <a:extLst>
                    <a:ext uri="{FF2B5EF4-FFF2-40B4-BE49-F238E27FC236}">
                      <a16:creationId xmlns:a16="http://schemas.microsoft.com/office/drawing/2014/main" id="{4CC2A3EF-69B0-8953-48AD-9C883B6C6C94}"/>
                    </a:ext>
                  </a:extLst>
                </p:cNvPr>
                <p:cNvPicPr/>
                <p:nvPr/>
              </p:nvPicPr>
              <p:blipFill>
                <a:blip r:embed="rId9"/>
                <a:stretch>
                  <a:fillRect/>
                </a:stretch>
              </p:blipFill>
              <p:spPr>
                <a:xfrm>
                  <a:off x="5305065" y="567015"/>
                  <a:ext cx="193320" cy="149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1059039D-FDEA-4E15-6AEA-CDA54759D7C0}"/>
                    </a:ext>
                  </a:extLst>
                </p14:cNvPr>
                <p14:cNvContentPartPr/>
                <p14:nvPr/>
              </p14:nvContentPartPr>
              <p14:xfrm>
                <a:off x="3224265" y="547575"/>
                <a:ext cx="125280" cy="1634760"/>
              </p14:xfrm>
            </p:contentPart>
          </mc:Choice>
          <mc:Fallback xmlns="">
            <p:pic>
              <p:nvPicPr>
                <p:cNvPr id="8" name="Ink 7">
                  <a:extLst>
                    <a:ext uri="{FF2B5EF4-FFF2-40B4-BE49-F238E27FC236}">
                      <a16:creationId xmlns:a16="http://schemas.microsoft.com/office/drawing/2014/main" id="{1059039D-FDEA-4E15-6AEA-CDA54759D7C0}"/>
                    </a:ext>
                  </a:extLst>
                </p:cNvPr>
                <p:cNvPicPr/>
                <p:nvPr/>
              </p:nvPicPr>
              <p:blipFill>
                <a:blip r:embed="rId11"/>
                <a:stretch>
                  <a:fillRect/>
                </a:stretch>
              </p:blipFill>
              <p:spPr>
                <a:xfrm>
                  <a:off x="3218145" y="541455"/>
                  <a:ext cx="137520" cy="164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EB5A0188-3CCE-001D-0A34-430409BEB045}"/>
                    </a:ext>
                  </a:extLst>
                </p14:cNvPr>
                <p14:cNvContentPartPr/>
                <p14:nvPr/>
              </p14:nvContentPartPr>
              <p14:xfrm>
                <a:off x="1305825" y="1175055"/>
                <a:ext cx="4494600" cy="124200"/>
              </p14:xfrm>
            </p:contentPart>
          </mc:Choice>
          <mc:Fallback xmlns="">
            <p:pic>
              <p:nvPicPr>
                <p:cNvPr id="9" name="Ink 8">
                  <a:extLst>
                    <a:ext uri="{FF2B5EF4-FFF2-40B4-BE49-F238E27FC236}">
                      <a16:creationId xmlns:a16="http://schemas.microsoft.com/office/drawing/2014/main" id="{EB5A0188-3CCE-001D-0A34-430409BEB045}"/>
                    </a:ext>
                  </a:extLst>
                </p:cNvPr>
                <p:cNvPicPr/>
                <p:nvPr/>
              </p:nvPicPr>
              <p:blipFill>
                <a:blip r:embed="rId13"/>
                <a:stretch>
                  <a:fillRect/>
                </a:stretch>
              </p:blipFill>
              <p:spPr>
                <a:xfrm>
                  <a:off x="1299705" y="1168935"/>
                  <a:ext cx="45068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4E5554C4-CF45-6FA0-6397-511915977183}"/>
                    </a:ext>
                  </a:extLst>
                </p14:cNvPr>
                <p14:cNvContentPartPr/>
                <p14:nvPr/>
              </p14:nvContentPartPr>
              <p14:xfrm>
                <a:off x="5808705" y="232575"/>
                <a:ext cx="183240" cy="32400"/>
              </p14:xfrm>
            </p:contentPart>
          </mc:Choice>
          <mc:Fallback xmlns="">
            <p:pic>
              <p:nvPicPr>
                <p:cNvPr id="11" name="Ink 10">
                  <a:extLst>
                    <a:ext uri="{FF2B5EF4-FFF2-40B4-BE49-F238E27FC236}">
                      <a16:creationId xmlns:a16="http://schemas.microsoft.com/office/drawing/2014/main" id="{4E5554C4-CF45-6FA0-6397-511915977183}"/>
                    </a:ext>
                  </a:extLst>
                </p:cNvPr>
                <p:cNvPicPr/>
                <p:nvPr/>
              </p:nvPicPr>
              <p:blipFill>
                <a:blip r:embed="rId15"/>
                <a:stretch>
                  <a:fillRect/>
                </a:stretch>
              </p:blipFill>
              <p:spPr>
                <a:xfrm>
                  <a:off x="5802585" y="226455"/>
                  <a:ext cx="1954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83ED8642-341F-576A-DD8B-5CCD4B428994}"/>
                    </a:ext>
                  </a:extLst>
                </p14:cNvPr>
                <p14:cNvContentPartPr/>
                <p14:nvPr/>
              </p14:nvContentPartPr>
              <p14:xfrm>
                <a:off x="5759385" y="105495"/>
                <a:ext cx="374760" cy="423720"/>
              </p14:xfrm>
            </p:contentPart>
          </mc:Choice>
          <mc:Fallback xmlns="">
            <p:pic>
              <p:nvPicPr>
                <p:cNvPr id="12" name="Ink 11">
                  <a:extLst>
                    <a:ext uri="{FF2B5EF4-FFF2-40B4-BE49-F238E27FC236}">
                      <a16:creationId xmlns:a16="http://schemas.microsoft.com/office/drawing/2014/main" id="{83ED8642-341F-576A-DD8B-5CCD4B428994}"/>
                    </a:ext>
                  </a:extLst>
                </p:cNvPr>
                <p:cNvPicPr/>
                <p:nvPr/>
              </p:nvPicPr>
              <p:blipFill>
                <a:blip r:embed="rId17"/>
                <a:stretch>
                  <a:fillRect/>
                </a:stretch>
              </p:blipFill>
              <p:spPr>
                <a:xfrm>
                  <a:off x="5753265" y="99375"/>
                  <a:ext cx="38700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785C053B-38A1-F69D-0C47-F710A34F7705}"/>
                    </a:ext>
                  </a:extLst>
                </p14:cNvPr>
                <p14:cNvContentPartPr/>
                <p14:nvPr/>
              </p14:nvContentPartPr>
              <p14:xfrm>
                <a:off x="6000585" y="167775"/>
                <a:ext cx="1174320" cy="194400"/>
              </p14:xfrm>
            </p:contentPart>
          </mc:Choice>
          <mc:Fallback xmlns="">
            <p:pic>
              <p:nvPicPr>
                <p:cNvPr id="13" name="Ink 12">
                  <a:extLst>
                    <a:ext uri="{FF2B5EF4-FFF2-40B4-BE49-F238E27FC236}">
                      <a16:creationId xmlns:a16="http://schemas.microsoft.com/office/drawing/2014/main" id="{785C053B-38A1-F69D-0C47-F710A34F7705}"/>
                    </a:ext>
                  </a:extLst>
                </p:cNvPr>
                <p:cNvPicPr/>
                <p:nvPr/>
              </p:nvPicPr>
              <p:blipFill>
                <a:blip r:embed="rId19"/>
                <a:stretch>
                  <a:fillRect/>
                </a:stretch>
              </p:blipFill>
              <p:spPr>
                <a:xfrm>
                  <a:off x="5994465" y="161655"/>
                  <a:ext cx="11865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E1E5BBF5-080C-15F0-4C24-DD8595DBE5CE}"/>
                    </a:ext>
                  </a:extLst>
                </p14:cNvPr>
                <p14:cNvContentPartPr/>
                <p14:nvPr/>
              </p14:nvContentPartPr>
              <p14:xfrm>
                <a:off x="1042305" y="2133015"/>
                <a:ext cx="141840" cy="793080"/>
              </p14:xfrm>
            </p:contentPart>
          </mc:Choice>
          <mc:Fallback xmlns="">
            <p:pic>
              <p:nvPicPr>
                <p:cNvPr id="15" name="Ink 14">
                  <a:extLst>
                    <a:ext uri="{FF2B5EF4-FFF2-40B4-BE49-F238E27FC236}">
                      <a16:creationId xmlns:a16="http://schemas.microsoft.com/office/drawing/2014/main" id="{E1E5BBF5-080C-15F0-4C24-DD8595DBE5CE}"/>
                    </a:ext>
                  </a:extLst>
                </p:cNvPr>
                <p:cNvPicPr/>
                <p:nvPr/>
              </p:nvPicPr>
              <p:blipFill>
                <a:blip r:embed="rId21"/>
                <a:stretch>
                  <a:fillRect/>
                </a:stretch>
              </p:blipFill>
              <p:spPr>
                <a:xfrm>
                  <a:off x="1036185" y="2126895"/>
                  <a:ext cx="154080"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59B574DC-0208-2B16-A941-73CE78EBF214}"/>
                    </a:ext>
                  </a:extLst>
                </p14:cNvPr>
                <p14:cNvContentPartPr/>
                <p14:nvPr/>
              </p14:nvContentPartPr>
              <p14:xfrm>
                <a:off x="1130145" y="2046255"/>
                <a:ext cx="112320" cy="393480"/>
              </p14:xfrm>
            </p:contentPart>
          </mc:Choice>
          <mc:Fallback xmlns="">
            <p:pic>
              <p:nvPicPr>
                <p:cNvPr id="16" name="Ink 15">
                  <a:extLst>
                    <a:ext uri="{FF2B5EF4-FFF2-40B4-BE49-F238E27FC236}">
                      <a16:creationId xmlns:a16="http://schemas.microsoft.com/office/drawing/2014/main" id="{59B574DC-0208-2B16-A941-73CE78EBF214}"/>
                    </a:ext>
                  </a:extLst>
                </p:cNvPr>
                <p:cNvPicPr/>
                <p:nvPr/>
              </p:nvPicPr>
              <p:blipFill>
                <a:blip r:embed="rId23"/>
                <a:stretch>
                  <a:fillRect/>
                </a:stretch>
              </p:blipFill>
              <p:spPr>
                <a:xfrm>
                  <a:off x="1124025" y="2040135"/>
                  <a:ext cx="12456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0DA2E4F5-09DD-C5FD-CEBB-5DB4D3D4E758}"/>
                    </a:ext>
                  </a:extLst>
                </p14:cNvPr>
                <p14:cNvContentPartPr/>
                <p14:nvPr/>
              </p14:nvContentPartPr>
              <p14:xfrm>
                <a:off x="1373865" y="2188095"/>
                <a:ext cx="158760" cy="370080"/>
              </p14:xfrm>
            </p:contentPart>
          </mc:Choice>
          <mc:Fallback xmlns="">
            <p:pic>
              <p:nvPicPr>
                <p:cNvPr id="17" name="Ink 16">
                  <a:extLst>
                    <a:ext uri="{FF2B5EF4-FFF2-40B4-BE49-F238E27FC236}">
                      <a16:creationId xmlns:a16="http://schemas.microsoft.com/office/drawing/2014/main" id="{0DA2E4F5-09DD-C5FD-CEBB-5DB4D3D4E758}"/>
                    </a:ext>
                  </a:extLst>
                </p:cNvPr>
                <p:cNvPicPr/>
                <p:nvPr/>
              </p:nvPicPr>
              <p:blipFill>
                <a:blip r:embed="rId25"/>
                <a:stretch>
                  <a:fillRect/>
                </a:stretch>
              </p:blipFill>
              <p:spPr>
                <a:xfrm>
                  <a:off x="1367745" y="2181975"/>
                  <a:ext cx="17100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74474AD4-E48A-7C83-1781-8993CF425F76}"/>
                    </a:ext>
                  </a:extLst>
                </p14:cNvPr>
                <p14:cNvContentPartPr/>
                <p14:nvPr/>
              </p14:nvContentPartPr>
              <p14:xfrm>
                <a:off x="1742505" y="2308695"/>
                <a:ext cx="216720" cy="186840"/>
              </p14:xfrm>
            </p:contentPart>
          </mc:Choice>
          <mc:Fallback xmlns="">
            <p:pic>
              <p:nvPicPr>
                <p:cNvPr id="18" name="Ink 17">
                  <a:extLst>
                    <a:ext uri="{FF2B5EF4-FFF2-40B4-BE49-F238E27FC236}">
                      <a16:creationId xmlns:a16="http://schemas.microsoft.com/office/drawing/2014/main" id="{74474AD4-E48A-7C83-1781-8993CF425F76}"/>
                    </a:ext>
                  </a:extLst>
                </p:cNvPr>
                <p:cNvPicPr/>
                <p:nvPr/>
              </p:nvPicPr>
              <p:blipFill>
                <a:blip r:embed="rId27"/>
                <a:stretch>
                  <a:fillRect/>
                </a:stretch>
              </p:blipFill>
              <p:spPr>
                <a:xfrm>
                  <a:off x="1736385" y="2302575"/>
                  <a:ext cx="22896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3073B361-8C60-F3EA-A930-6AD5F9CDFC14}"/>
                    </a:ext>
                  </a:extLst>
                </p14:cNvPr>
                <p14:cNvContentPartPr/>
                <p14:nvPr/>
              </p14:nvContentPartPr>
              <p14:xfrm>
                <a:off x="788505" y="471255"/>
                <a:ext cx="126000" cy="556920"/>
              </p14:xfrm>
            </p:contentPart>
          </mc:Choice>
          <mc:Fallback xmlns="">
            <p:pic>
              <p:nvPicPr>
                <p:cNvPr id="20" name="Ink 19">
                  <a:extLst>
                    <a:ext uri="{FF2B5EF4-FFF2-40B4-BE49-F238E27FC236}">
                      <a16:creationId xmlns:a16="http://schemas.microsoft.com/office/drawing/2014/main" id="{3073B361-8C60-F3EA-A930-6AD5F9CDFC14}"/>
                    </a:ext>
                  </a:extLst>
                </p:cNvPr>
                <p:cNvPicPr/>
                <p:nvPr/>
              </p:nvPicPr>
              <p:blipFill>
                <a:blip r:embed="rId29"/>
                <a:stretch>
                  <a:fillRect/>
                </a:stretch>
              </p:blipFill>
              <p:spPr>
                <a:xfrm>
                  <a:off x="782385" y="465135"/>
                  <a:ext cx="138240" cy="569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12D3C237-2F5F-6B5E-6DCA-8CDF10C29C8F}"/>
                    </a:ext>
                  </a:extLst>
                </p14:cNvPr>
                <p14:cNvContentPartPr/>
                <p14:nvPr/>
              </p14:nvContentPartPr>
              <p14:xfrm>
                <a:off x="638745" y="1226175"/>
                <a:ext cx="497880" cy="529920"/>
              </p14:xfrm>
            </p:contentPart>
          </mc:Choice>
          <mc:Fallback xmlns="">
            <p:pic>
              <p:nvPicPr>
                <p:cNvPr id="21" name="Ink 20">
                  <a:extLst>
                    <a:ext uri="{FF2B5EF4-FFF2-40B4-BE49-F238E27FC236}">
                      <a16:creationId xmlns:a16="http://schemas.microsoft.com/office/drawing/2014/main" id="{12D3C237-2F5F-6B5E-6DCA-8CDF10C29C8F}"/>
                    </a:ext>
                  </a:extLst>
                </p:cNvPr>
                <p:cNvPicPr/>
                <p:nvPr/>
              </p:nvPicPr>
              <p:blipFill>
                <a:blip r:embed="rId31"/>
                <a:stretch>
                  <a:fillRect/>
                </a:stretch>
              </p:blipFill>
              <p:spPr>
                <a:xfrm>
                  <a:off x="632625" y="1220055"/>
                  <a:ext cx="51012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1D9BA995-A394-6945-581A-B453E1B5821A}"/>
                    </a:ext>
                  </a:extLst>
                </p14:cNvPr>
                <p14:cNvContentPartPr/>
                <p14:nvPr/>
              </p14:nvContentPartPr>
              <p14:xfrm>
                <a:off x="5078985" y="217095"/>
                <a:ext cx="198720" cy="348120"/>
              </p14:xfrm>
            </p:contentPart>
          </mc:Choice>
          <mc:Fallback xmlns="">
            <p:pic>
              <p:nvPicPr>
                <p:cNvPr id="24" name="Ink 23">
                  <a:extLst>
                    <a:ext uri="{FF2B5EF4-FFF2-40B4-BE49-F238E27FC236}">
                      <a16:creationId xmlns:a16="http://schemas.microsoft.com/office/drawing/2014/main" id="{1D9BA995-A394-6945-581A-B453E1B5821A}"/>
                    </a:ext>
                  </a:extLst>
                </p:cNvPr>
                <p:cNvPicPr/>
                <p:nvPr/>
              </p:nvPicPr>
              <p:blipFill>
                <a:blip r:embed="rId33"/>
                <a:stretch>
                  <a:fillRect/>
                </a:stretch>
              </p:blipFill>
              <p:spPr>
                <a:xfrm>
                  <a:off x="5072865" y="210975"/>
                  <a:ext cx="21096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931BE11E-F74F-F4B7-65C8-5707D078DE44}"/>
                    </a:ext>
                  </a:extLst>
                </p14:cNvPr>
                <p14:cNvContentPartPr/>
                <p14:nvPr/>
              </p14:nvContentPartPr>
              <p14:xfrm>
                <a:off x="2634585" y="99015"/>
                <a:ext cx="47520" cy="306000"/>
              </p14:xfrm>
            </p:contentPart>
          </mc:Choice>
          <mc:Fallback xmlns="">
            <p:pic>
              <p:nvPicPr>
                <p:cNvPr id="23" name="Ink 22">
                  <a:extLst>
                    <a:ext uri="{FF2B5EF4-FFF2-40B4-BE49-F238E27FC236}">
                      <a16:creationId xmlns:a16="http://schemas.microsoft.com/office/drawing/2014/main" id="{931BE11E-F74F-F4B7-65C8-5707D078DE44}"/>
                    </a:ext>
                  </a:extLst>
                </p:cNvPr>
                <p:cNvPicPr/>
                <p:nvPr/>
              </p:nvPicPr>
              <p:blipFill>
                <a:blip r:embed="rId35"/>
                <a:stretch>
                  <a:fillRect/>
                </a:stretch>
              </p:blipFill>
              <p:spPr>
                <a:xfrm>
                  <a:off x="2628465" y="92895"/>
                  <a:ext cx="5976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353DC344-63C9-C13A-3561-590C227C8AC8}"/>
                    </a:ext>
                  </a:extLst>
                </p14:cNvPr>
                <p14:cNvContentPartPr/>
                <p14:nvPr/>
              </p14:nvContentPartPr>
              <p14:xfrm>
                <a:off x="2882625" y="220335"/>
                <a:ext cx="658800" cy="54000"/>
              </p14:xfrm>
            </p:contentPart>
          </mc:Choice>
          <mc:Fallback xmlns="">
            <p:pic>
              <p:nvPicPr>
                <p:cNvPr id="26" name="Ink 25">
                  <a:extLst>
                    <a:ext uri="{FF2B5EF4-FFF2-40B4-BE49-F238E27FC236}">
                      <a16:creationId xmlns:a16="http://schemas.microsoft.com/office/drawing/2014/main" id="{353DC344-63C9-C13A-3561-590C227C8AC8}"/>
                    </a:ext>
                  </a:extLst>
                </p:cNvPr>
                <p:cNvPicPr/>
                <p:nvPr/>
              </p:nvPicPr>
              <p:blipFill>
                <a:blip r:embed="rId37"/>
                <a:stretch>
                  <a:fillRect/>
                </a:stretch>
              </p:blipFill>
              <p:spPr>
                <a:xfrm>
                  <a:off x="2876505" y="214215"/>
                  <a:ext cx="6710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882EB5D5-043A-B909-59C0-2D671AA6E932}"/>
                    </a:ext>
                  </a:extLst>
                </p14:cNvPr>
                <p14:cNvContentPartPr/>
                <p14:nvPr/>
              </p14:nvContentPartPr>
              <p14:xfrm>
                <a:off x="40065" y="641895"/>
                <a:ext cx="937080" cy="2957040"/>
              </p14:xfrm>
            </p:contentPart>
          </mc:Choice>
          <mc:Fallback xmlns="">
            <p:pic>
              <p:nvPicPr>
                <p:cNvPr id="28" name="Ink 27">
                  <a:extLst>
                    <a:ext uri="{FF2B5EF4-FFF2-40B4-BE49-F238E27FC236}">
                      <a16:creationId xmlns:a16="http://schemas.microsoft.com/office/drawing/2014/main" id="{882EB5D5-043A-B909-59C0-2D671AA6E932}"/>
                    </a:ext>
                  </a:extLst>
                </p:cNvPr>
                <p:cNvPicPr/>
                <p:nvPr/>
              </p:nvPicPr>
              <p:blipFill>
                <a:blip r:embed="rId39"/>
                <a:stretch>
                  <a:fillRect/>
                </a:stretch>
              </p:blipFill>
              <p:spPr>
                <a:xfrm>
                  <a:off x="33945" y="635775"/>
                  <a:ext cx="949320" cy="296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A6BE4E42-8FCF-D04B-8E48-0B0DFF5BA925}"/>
                    </a:ext>
                  </a:extLst>
                </p14:cNvPr>
                <p14:cNvContentPartPr/>
                <p14:nvPr/>
              </p14:nvContentPartPr>
              <p14:xfrm>
                <a:off x="893625" y="2883255"/>
                <a:ext cx="376200" cy="734400"/>
              </p14:xfrm>
            </p:contentPart>
          </mc:Choice>
          <mc:Fallback xmlns="">
            <p:pic>
              <p:nvPicPr>
                <p:cNvPr id="29" name="Ink 28">
                  <a:extLst>
                    <a:ext uri="{FF2B5EF4-FFF2-40B4-BE49-F238E27FC236}">
                      <a16:creationId xmlns:a16="http://schemas.microsoft.com/office/drawing/2014/main" id="{A6BE4E42-8FCF-D04B-8E48-0B0DFF5BA925}"/>
                    </a:ext>
                  </a:extLst>
                </p:cNvPr>
                <p:cNvPicPr/>
                <p:nvPr/>
              </p:nvPicPr>
              <p:blipFill>
                <a:blip r:embed="rId41"/>
                <a:stretch>
                  <a:fillRect/>
                </a:stretch>
              </p:blipFill>
              <p:spPr>
                <a:xfrm>
                  <a:off x="887505" y="2877135"/>
                  <a:ext cx="388440" cy="74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00130E3F-ECD3-B6BA-6DCB-73CA5322FD5A}"/>
                    </a:ext>
                  </a:extLst>
                </p14:cNvPr>
                <p14:cNvContentPartPr/>
                <p14:nvPr/>
              </p14:nvContentPartPr>
              <p14:xfrm>
                <a:off x="1481865" y="3008175"/>
                <a:ext cx="97920" cy="421200"/>
              </p14:xfrm>
            </p:contentPart>
          </mc:Choice>
          <mc:Fallback xmlns="">
            <p:pic>
              <p:nvPicPr>
                <p:cNvPr id="30" name="Ink 29">
                  <a:extLst>
                    <a:ext uri="{FF2B5EF4-FFF2-40B4-BE49-F238E27FC236}">
                      <a16:creationId xmlns:a16="http://schemas.microsoft.com/office/drawing/2014/main" id="{00130E3F-ECD3-B6BA-6DCB-73CA5322FD5A}"/>
                    </a:ext>
                  </a:extLst>
                </p:cNvPr>
                <p:cNvPicPr/>
                <p:nvPr/>
              </p:nvPicPr>
              <p:blipFill>
                <a:blip r:embed="rId43"/>
                <a:stretch>
                  <a:fillRect/>
                </a:stretch>
              </p:blipFill>
              <p:spPr>
                <a:xfrm>
                  <a:off x="1475745" y="3002055"/>
                  <a:ext cx="11016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BF4EB604-EE98-61E3-7ADA-B79D82C03A26}"/>
                    </a:ext>
                  </a:extLst>
                </p14:cNvPr>
                <p14:cNvContentPartPr/>
                <p14:nvPr/>
              </p14:nvContentPartPr>
              <p14:xfrm>
                <a:off x="1642065" y="3124455"/>
                <a:ext cx="775440" cy="163080"/>
              </p14:xfrm>
            </p:contentPart>
          </mc:Choice>
          <mc:Fallback xmlns="">
            <p:pic>
              <p:nvPicPr>
                <p:cNvPr id="31" name="Ink 30">
                  <a:extLst>
                    <a:ext uri="{FF2B5EF4-FFF2-40B4-BE49-F238E27FC236}">
                      <a16:creationId xmlns:a16="http://schemas.microsoft.com/office/drawing/2014/main" id="{BF4EB604-EE98-61E3-7ADA-B79D82C03A26}"/>
                    </a:ext>
                  </a:extLst>
                </p:cNvPr>
                <p:cNvPicPr/>
                <p:nvPr/>
              </p:nvPicPr>
              <p:blipFill>
                <a:blip r:embed="rId45"/>
                <a:stretch>
                  <a:fillRect/>
                </a:stretch>
              </p:blipFill>
              <p:spPr>
                <a:xfrm>
                  <a:off x="1635945" y="3118335"/>
                  <a:ext cx="7876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36EAA8A1-4064-6E4C-020E-D67F296B45D4}"/>
                    </a:ext>
                  </a:extLst>
                </p14:cNvPr>
                <p14:cNvContentPartPr/>
                <p14:nvPr/>
              </p14:nvContentPartPr>
              <p14:xfrm>
                <a:off x="389265" y="1464135"/>
                <a:ext cx="1405800" cy="2031840"/>
              </p14:xfrm>
            </p:contentPart>
          </mc:Choice>
          <mc:Fallback xmlns="">
            <p:pic>
              <p:nvPicPr>
                <p:cNvPr id="33" name="Ink 32">
                  <a:extLst>
                    <a:ext uri="{FF2B5EF4-FFF2-40B4-BE49-F238E27FC236}">
                      <a16:creationId xmlns:a16="http://schemas.microsoft.com/office/drawing/2014/main" id="{36EAA8A1-4064-6E4C-020E-D67F296B45D4}"/>
                    </a:ext>
                  </a:extLst>
                </p:cNvPr>
                <p:cNvPicPr/>
                <p:nvPr/>
              </p:nvPicPr>
              <p:blipFill>
                <a:blip r:embed="rId47"/>
                <a:stretch>
                  <a:fillRect/>
                </a:stretch>
              </p:blipFill>
              <p:spPr>
                <a:xfrm>
                  <a:off x="383145" y="1458015"/>
                  <a:ext cx="1418040" cy="2044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399672A5-1BF6-9626-3736-B25B73D75C52}"/>
                    </a:ext>
                  </a:extLst>
                </p14:cNvPr>
                <p14:cNvContentPartPr/>
                <p14:nvPr/>
              </p14:nvContentPartPr>
              <p14:xfrm>
                <a:off x="677625" y="3344055"/>
                <a:ext cx="1313640" cy="1010520"/>
              </p14:xfrm>
            </p:contentPart>
          </mc:Choice>
          <mc:Fallback xmlns="">
            <p:pic>
              <p:nvPicPr>
                <p:cNvPr id="35" name="Ink 34">
                  <a:extLst>
                    <a:ext uri="{FF2B5EF4-FFF2-40B4-BE49-F238E27FC236}">
                      <a16:creationId xmlns:a16="http://schemas.microsoft.com/office/drawing/2014/main" id="{399672A5-1BF6-9626-3736-B25B73D75C52}"/>
                    </a:ext>
                  </a:extLst>
                </p:cNvPr>
                <p:cNvPicPr/>
                <p:nvPr/>
              </p:nvPicPr>
              <p:blipFill>
                <a:blip r:embed="rId49"/>
                <a:stretch>
                  <a:fillRect/>
                </a:stretch>
              </p:blipFill>
              <p:spPr>
                <a:xfrm>
                  <a:off x="671505" y="3337935"/>
                  <a:ext cx="1325880" cy="1022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141F9AC7-E181-25C5-3FEB-F0F808BBE3B1}"/>
                    </a:ext>
                  </a:extLst>
                </p14:cNvPr>
                <p14:cNvContentPartPr/>
                <p14:nvPr/>
              </p14:nvContentPartPr>
              <p14:xfrm>
                <a:off x="1841145" y="3813495"/>
                <a:ext cx="194040" cy="700920"/>
              </p14:xfrm>
            </p:contentPart>
          </mc:Choice>
          <mc:Fallback xmlns="">
            <p:pic>
              <p:nvPicPr>
                <p:cNvPr id="36" name="Ink 35">
                  <a:extLst>
                    <a:ext uri="{FF2B5EF4-FFF2-40B4-BE49-F238E27FC236}">
                      <a16:creationId xmlns:a16="http://schemas.microsoft.com/office/drawing/2014/main" id="{141F9AC7-E181-25C5-3FEB-F0F808BBE3B1}"/>
                    </a:ext>
                  </a:extLst>
                </p:cNvPr>
                <p:cNvPicPr/>
                <p:nvPr/>
              </p:nvPicPr>
              <p:blipFill>
                <a:blip r:embed="rId51"/>
                <a:stretch>
                  <a:fillRect/>
                </a:stretch>
              </p:blipFill>
              <p:spPr>
                <a:xfrm>
                  <a:off x="1835025" y="3807375"/>
                  <a:ext cx="206280" cy="713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68AC4DBB-4E20-8700-FDF2-45328FA76673}"/>
                    </a:ext>
                  </a:extLst>
                </p14:cNvPr>
                <p14:cNvContentPartPr/>
                <p14:nvPr/>
              </p14:nvContentPartPr>
              <p14:xfrm>
                <a:off x="2396985" y="3864975"/>
                <a:ext cx="28800" cy="271080"/>
              </p14:xfrm>
            </p:contentPart>
          </mc:Choice>
          <mc:Fallback xmlns="">
            <p:pic>
              <p:nvPicPr>
                <p:cNvPr id="37" name="Ink 36">
                  <a:extLst>
                    <a:ext uri="{FF2B5EF4-FFF2-40B4-BE49-F238E27FC236}">
                      <a16:creationId xmlns:a16="http://schemas.microsoft.com/office/drawing/2014/main" id="{68AC4DBB-4E20-8700-FDF2-45328FA76673}"/>
                    </a:ext>
                  </a:extLst>
                </p:cNvPr>
                <p:cNvPicPr/>
                <p:nvPr/>
              </p:nvPicPr>
              <p:blipFill>
                <a:blip r:embed="rId53"/>
                <a:stretch>
                  <a:fillRect/>
                </a:stretch>
              </p:blipFill>
              <p:spPr>
                <a:xfrm>
                  <a:off x="2390865" y="3858855"/>
                  <a:ext cx="410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44ED648C-3F60-816C-5934-05B6827E9FB7}"/>
                    </a:ext>
                  </a:extLst>
                </p14:cNvPr>
                <p14:cNvContentPartPr/>
                <p14:nvPr/>
              </p14:nvContentPartPr>
              <p14:xfrm>
                <a:off x="2429745" y="3817815"/>
                <a:ext cx="418680" cy="266760"/>
              </p14:xfrm>
            </p:contentPart>
          </mc:Choice>
          <mc:Fallback xmlns="">
            <p:pic>
              <p:nvPicPr>
                <p:cNvPr id="38" name="Ink 37">
                  <a:extLst>
                    <a:ext uri="{FF2B5EF4-FFF2-40B4-BE49-F238E27FC236}">
                      <a16:creationId xmlns:a16="http://schemas.microsoft.com/office/drawing/2014/main" id="{44ED648C-3F60-816C-5934-05B6827E9FB7}"/>
                    </a:ext>
                  </a:extLst>
                </p:cNvPr>
                <p:cNvPicPr/>
                <p:nvPr/>
              </p:nvPicPr>
              <p:blipFill>
                <a:blip r:embed="rId55"/>
                <a:stretch>
                  <a:fillRect/>
                </a:stretch>
              </p:blipFill>
              <p:spPr>
                <a:xfrm>
                  <a:off x="2423625" y="3811695"/>
                  <a:ext cx="4309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FD1F54B2-6D39-7FD9-E2B6-667BB50D3C20}"/>
                    </a:ext>
                  </a:extLst>
                </p14:cNvPr>
                <p14:cNvContentPartPr/>
                <p14:nvPr/>
              </p14:nvContentPartPr>
              <p14:xfrm>
                <a:off x="2989905" y="3772095"/>
                <a:ext cx="207720" cy="212760"/>
              </p14:xfrm>
            </p:contentPart>
          </mc:Choice>
          <mc:Fallback xmlns="">
            <p:pic>
              <p:nvPicPr>
                <p:cNvPr id="39" name="Ink 38">
                  <a:extLst>
                    <a:ext uri="{FF2B5EF4-FFF2-40B4-BE49-F238E27FC236}">
                      <a16:creationId xmlns:a16="http://schemas.microsoft.com/office/drawing/2014/main" id="{FD1F54B2-6D39-7FD9-E2B6-667BB50D3C20}"/>
                    </a:ext>
                  </a:extLst>
                </p:cNvPr>
                <p:cNvPicPr/>
                <p:nvPr/>
              </p:nvPicPr>
              <p:blipFill>
                <a:blip r:embed="rId57"/>
                <a:stretch>
                  <a:fillRect/>
                </a:stretch>
              </p:blipFill>
              <p:spPr>
                <a:xfrm>
                  <a:off x="2983785" y="3765975"/>
                  <a:ext cx="2199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4F3E5C6A-CE47-FC8B-C3FE-93492EC77D44}"/>
                    </a:ext>
                  </a:extLst>
                </p14:cNvPr>
                <p14:cNvContentPartPr/>
                <p14:nvPr/>
              </p14:nvContentPartPr>
              <p14:xfrm>
                <a:off x="3323625" y="3443055"/>
                <a:ext cx="129600" cy="475560"/>
              </p14:xfrm>
            </p:contentPart>
          </mc:Choice>
          <mc:Fallback xmlns="">
            <p:pic>
              <p:nvPicPr>
                <p:cNvPr id="40" name="Ink 39">
                  <a:extLst>
                    <a:ext uri="{FF2B5EF4-FFF2-40B4-BE49-F238E27FC236}">
                      <a16:creationId xmlns:a16="http://schemas.microsoft.com/office/drawing/2014/main" id="{4F3E5C6A-CE47-FC8B-C3FE-93492EC77D44}"/>
                    </a:ext>
                  </a:extLst>
                </p:cNvPr>
                <p:cNvPicPr/>
                <p:nvPr/>
              </p:nvPicPr>
              <p:blipFill>
                <a:blip r:embed="rId59"/>
                <a:stretch>
                  <a:fillRect/>
                </a:stretch>
              </p:blipFill>
              <p:spPr>
                <a:xfrm>
                  <a:off x="3317505" y="3436935"/>
                  <a:ext cx="14184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9864F976-EDE1-4F94-6B01-E93C43109802}"/>
                    </a:ext>
                  </a:extLst>
                </p14:cNvPr>
                <p14:cNvContentPartPr/>
                <p14:nvPr/>
              </p14:nvContentPartPr>
              <p14:xfrm>
                <a:off x="3138585" y="3645735"/>
                <a:ext cx="387720" cy="110520"/>
              </p14:xfrm>
            </p:contentPart>
          </mc:Choice>
          <mc:Fallback xmlns="">
            <p:pic>
              <p:nvPicPr>
                <p:cNvPr id="41" name="Ink 40">
                  <a:extLst>
                    <a:ext uri="{FF2B5EF4-FFF2-40B4-BE49-F238E27FC236}">
                      <a16:creationId xmlns:a16="http://schemas.microsoft.com/office/drawing/2014/main" id="{9864F976-EDE1-4F94-6B01-E93C43109802}"/>
                    </a:ext>
                  </a:extLst>
                </p:cNvPr>
                <p:cNvPicPr/>
                <p:nvPr/>
              </p:nvPicPr>
              <p:blipFill>
                <a:blip r:embed="rId61"/>
                <a:stretch>
                  <a:fillRect/>
                </a:stretch>
              </p:blipFill>
              <p:spPr>
                <a:xfrm>
                  <a:off x="3132465" y="3639615"/>
                  <a:ext cx="3999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0F365387-C56D-A21A-59FC-072E2D8B4388}"/>
                    </a:ext>
                  </a:extLst>
                </p14:cNvPr>
                <p14:cNvContentPartPr/>
                <p14:nvPr/>
              </p14:nvContentPartPr>
              <p14:xfrm>
                <a:off x="3733665" y="3242535"/>
                <a:ext cx="965520" cy="588600"/>
              </p14:xfrm>
            </p:contentPart>
          </mc:Choice>
          <mc:Fallback xmlns="">
            <p:pic>
              <p:nvPicPr>
                <p:cNvPr id="42" name="Ink 41">
                  <a:extLst>
                    <a:ext uri="{FF2B5EF4-FFF2-40B4-BE49-F238E27FC236}">
                      <a16:creationId xmlns:a16="http://schemas.microsoft.com/office/drawing/2014/main" id="{0F365387-C56D-A21A-59FC-072E2D8B4388}"/>
                    </a:ext>
                  </a:extLst>
                </p:cNvPr>
                <p:cNvPicPr/>
                <p:nvPr/>
              </p:nvPicPr>
              <p:blipFill>
                <a:blip r:embed="rId63"/>
                <a:stretch>
                  <a:fillRect/>
                </a:stretch>
              </p:blipFill>
              <p:spPr>
                <a:xfrm>
                  <a:off x="3727545" y="3236415"/>
                  <a:ext cx="9777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F62E9A2-49A4-D7E0-F6C1-16F94EBF5467}"/>
                    </a:ext>
                  </a:extLst>
                </p14:cNvPr>
                <p14:cNvContentPartPr/>
                <p14:nvPr/>
              </p14:nvContentPartPr>
              <p14:xfrm>
                <a:off x="4934265" y="3360975"/>
                <a:ext cx="110160" cy="16920"/>
              </p14:xfrm>
            </p:contentPart>
          </mc:Choice>
          <mc:Fallback xmlns="">
            <p:pic>
              <p:nvPicPr>
                <p:cNvPr id="43" name="Ink 42">
                  <a:extLst>
                    <a:ext uri="{FF2B5EF4-FFF2-40B4-BE49-F238E27FC236}">
                      <a16:creationId xmlns:a16="http://schemas.microsoft.com/office/drawing/2014/main" id="{CF62E9A2-49A4-D7E0-F6C1-16F94EBF5467}"/>
                    </a:ext>
                  </a:extLst>
                </p:cNvPr>
                <p:cNvPicPr/>
                <p:nvPr/>
              </p:nvPicPr>
              <p:blipFill>
                <a:blip r:embed="rId65"/>
                <a:stretch>
                  <a:fillRect/>
                </a:stretch>
              </p:blipFill>
              <p:spPr>
                <a:xfrm>
                  <a:off x="4928145" y="3354855"/>
                  <a:ext cx="1224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199F4C09-3E90-BFAE-C906-9778BC4D3695}"/>
                    </a:ext>
                  </a:extLst>
                </p14:cNvPr>
                <p14:cNvContentPartPr/>
                <p14:nvPr/>
              </p14:nvContentPartPr>
              <p14:xfrm>
                <a:off x="5221185" y="3336135"/>
                <a:ext cx="32400" cy="63000"/>
              </p14:xfrm>
            </p:contentPart>
          </mc:Choice>
          <mc:Fallback xmlns="">
            <p:pic>
              <p:nvPicPr>
                <p:cNvPr id="44" name="Ink 43">
                  <a:extLst>
                    <a:ext uri="{FF2B5EF4-FFF2-40B4-BE49-F238E27FC236}">
                      <a16:creationId xmlns:a16="http://schemas.microsoft.com/office/drawing/2014/main" id="{199F4C09-3E90-BFAE-C906-9778BC4D3695}"/>
                    </a:ext>
                  </a:extLst>
                </p:cNvPr>
                <p:cNvPicPr/>
                <p:nvPr/>
              </p:nvPicPr>
              <p:blipFill>
                <a:blip r:embed="rId67"/>
                <a:stretch>
                  <a:fillRect/>
                </a:stretch>
              </p:blipFill>
              <p:spPr>
                <a:xfrm>
                  <a:off x="5215065" y="3330015"/>
                  <a:ext cx="44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A0A0656A-EF7B-052F-B3C9-4DE3D6AEB7C8}"/>
                    </a:ext>
                  </a:extLst>
                </p14:cNvPr>
                <p14:cNvContentPartPr/>
                <p14:nvPr/>
              </p14:nvContentPartPr>
              <p14:xfrm>
                <a:off x="9512745" y="501855"/>
                <a:ext cx="82080" cy="546840"/>
              </p14:xfrm>
            </p:contentPart>
          </mc:Choice>
          <mc:Fallback xmlns="">
            <p:pic>
              <p:nvPicPr>
                <p:cNvPr id="46" name="Ink 45">
                  <a:extLst>
                    <a:ext uri="{FF2B5EF4-FFF2-40B4-BE49-F238E27FC236}">
                      <a16:creationId xmlns:a16="http://schemas.microsoft.com/office/drawing/2014/main" id="{A0A0656A-EF7B-052F-B3C9-4DE3D6AEB7C8}"/>
                    </a:ext>
                  </a:extLst>
                </p:cNvPr>
                <p:cNvPicPr/>
                <p:nvPr/>
              </p:nvPicPr>
              <p:blipFill>
                <a:blip r:embed="rId69"/>
                <a:stretch>
                  <a:fillRect/>
                </a:stretch>
              </p:blipFill>
              <p:spPr>
                <a:xfrm>
                  <a:off x="9506625" y="495735"/>
                  <a:ext cx="9432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27E81E5B-DF60-7290-09C4-71A266D53ABA}"/>
                    </a:ext>
                  </a:extLst>
                </p14:cNvPr>
                <p14:cNvContentPartPr/>
                <p14:nvPr/>
              </p14:nvContentPartPr>
              <p14:xfrm>
                <a:off x="9409785" y="1668615"/>
                <a:ext cx="463680" cy="514800"/>
              </p14:xfrm>
            </p:contentPart>
          </mc:Choice>
          <mc:Fallback xmlns="">
            <p:pic>
              <p:nvPicPr>
                <p:cNvPr id="47" name="Ink 46">
                  <a:extLst>
                    <a:ext uri="{FF2B5EF4-FFF2-40B4-BE49-F238E27FC236}">
                      <a16:creationId xmlns:a16="http://schemas.microsoft.com/office/drawing/2014/main" id="{27E81E5B-DF60-7290-09C4-71A266D53ABA}"/>
                    </a:ext>
                  </a:extLst>
                </p:cNvPr>
                <p:cNvPicPr/>
                <p:nvPr/>
              </p:nvPicPr>
              <p:blipFill>
                <a:blip r:embed="rId71"/>
                <a:stretch>
                  <a:fillRect/>
                </a:stretch>
              </p:blipFill>
              <p:spPr>
                <a:xfrm>
                  <a:off x="9403665" y="1662495"/>
                  <a:ext cx="47592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1A6B02F9-0DA4-4004-A56C-38DC020F5045}"/>
                    </a:ext>
                  </a:extLst>
                </p14:cNvPr>
                <p14:cNvContentPartPr/>
                <p14:nvPr/>
              </p14:nvContentPartPr>
              <p14:xfrm>
                <a:off x="10072905" y="1899015"/>
                <a:ext cx="10800" cy="6480"/>
              </p14:xfrm>
            </p:contentPart>
          </mc:Choice>
          <mc:Fallback xmlns="">
            <p:pic>
              <p:nvPicPr>
                <p:cNvPr id="48" name="Ink 47">
                  <a:extLst>
                    <a:ext uri="{FF2B5EF4-FFF2-40B4-BE49-F238E27FC236}">
                      <a16:creationId xmlns:a16="http://schemas.microsoft.com/office/drawing/2014/main" id="{1A6B02F9-0DA4-4004-A56C-38DC020F5045}"/>
                    </a:ext>
                  </a:extLst>
                </p:cNvPr>
                <p:cNvPicPr/>
                <p:nvPr/>
              </p:nvPicPr>
              <p:blipFill>
                <a:blip r:embed="rId73"/>
                <a:stretch>
                  <a:fillRect/>
                </a:stretch>
              </p:blipFill>
              <p:spPr>
                <a:xfrm>
                  <a:off x="10066785" y="1892895"/>
                  <a:ext cx="230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CD829026-9A93-A0C5-D42F-D1B424C0C17D}"/>
                    </a:ext>
                  </a:extLst>
                </p14:cNvPr>
                <p14:cNvContentPartPr/>
                <p14:nvPr/>
              </p14:nvContentPartPr>
              <p14:xfrm>
                <a:off x="8616705" y="1291335"/>
                <a:ext cx="2065680" cy="81720"/>
              </p14:xfrm>
            </p:contentPart>
          </mc:Choice>
          <mc:Fallback xmlns="">
            <p:pic>
              <p:nvPicPr>
                <p:cNvPr id="50" name="Ink 49">
                  <a:extLst>
                    <a:ext uri="{FF2B5EF4-FFF2-40B4-BE49-F238E27FC236}">
                      <a16:creationId xmlns:a16="http://schemas.microsoft.com/office/drawing/2014/main" id="{CD829026-9A93-A0C5-D42F-D1B424C0C17D}"/>
                    </a:ext>
                  </a:extLst>
                </p:cNvPr>
                <p:cNvPicPr/>
                <p:nvPr/>
              </p:nvPicPr>
              <p:blipFill>
                <a:blip r:embed="rId75"/>
                <a:stretch>
                  <a:fillRect/>
                </a:stretch>
              </p:blipFill>
              <p:spPr>
                <a:xfrm>
                  <a:off x="8610585" y="1285215"/>
                  <a:ext cx="20779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FF136C4B-C118-BFC3-C11A-D83ADD50A3CA}"/>
                    </a:ext>
                  </a:extLst>
                </p14:cNvPr>
                <p14:cNvContentPartPr/>
                <p14:nvPr/>
              </p14:nvContentPartPr>
              <p14:xfrm>
                <a:off x="9895785" y="489255"/>
                <a:ext cx="359280" cy="1016280"/>
              </p14:xfrm>
            </p:contentPart>
          </mc:Choice>
          <mc:Fallback xmlns="">
            <p:pic>
              <p:nvPicPr>
                <p:cNvPr id="51" name="Ink 50">
                  <a:extLst>
                    <a:ext uri="{FF2B5EF4-FFF2-40B4-BE49-F238E27FC236}">
                      <a16:creationId xmlns:a16="http://schemas.microsoft.com/office/drawing/2014/main" id="{FF136C4B-C118-BFC3-C11A-D83ADD50A3CA}"/>
                    </a:ext>
                  </a:extLst>
                </p:cNvPr>
                <p:cNvPicPr/>
                <p:nvPr/>
              </p:nvPicPr>
              <p:blipFill>
                <a:blip r:embed="rId77"/>
                <a:stretch>
                  <a:fillRect/>
                </a:stretch>
              </p:blipFill>
              <p:spPr>
                <a:xfrm>
                  <a:off x="9889665" y="483135"/>
                  <a:ext cx="371520" cy="1028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EEBD269F-5C84-02FE-43ED-EE8161CDCF76}"/>
                    </a:ext>
                  </a:extLst>
                </p14:cNvPr>
                <p14:cNvContentPartPr/>
                <p14:nvPr/>
              </p14:nvContentPartPr>
              <p14:xfrm>
                <a:off x="8005425" y="405375"/>
                <a:ext cx="2922480" cy="2511000"/>
              </p14:xfrm>
            </p:contentPart>
          </mc:Choice>
          <mc:Fallback xmlns="">
            <p:pic>
              <p:nvPicPr>
                <p:cNvPr id="53" name="Ink 52">
                  <a:extLst>
                    <a:ext uri="{FF2B5EF4-FFF2-40B4-BE49-F238E27FC236}">
                      <a16:creationId xmlns:a16="http://schemas.microsoft.com/office/drawing/2014/main" id="{EEBD269F-5C84-02FE-43ED-EE8161CDCF76}"/>
                    </a:ext>
                  </a:extLst>
                </p:cNvPr>
                <p:cNvPicPr/>
                <p:nvPr/>
              </p:nvPicPr>
              <p:blipFill>
                <a:blip r:embed="rId79"/>
                <a:stretch>
                  <a:fillRect/>
                </a:stretch>
              </p:blipFill>
              <p:spPr>
                <a:xfrm>
                  <a:off x="7999305" y="399255"/>
                  <a:ext cx="2934720" cy="2523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5601110A-3C8D-169E-A3E3-2794A00126CF}"/>
                    </a:ext>
                  </a:extLst>
                </p14:cNvPr>
                <p14:cNvContentPartPr/>
                <p14:nvPr/>
              </p14:nvContentPartPr>
              <p14:xfrm>
                <a:off x="10628745" y="1355055"/>
                <a:ext cx="78120" cy="4320"/>
              </p14:xfrm>
            </p:contentPart>
          </mc:Choice>
          <mc:Fallback xmlns="">
            <p:pic>
              <p:nvPicPr>
                <p:cNvPr id="54" name="Ink 53">
                  <a:extLst>
                    <a:ext uri="{FF2B5EF4-FFF2-40B4-BE49-F238E27FC236}">
                      <a16:creationId xmlns:a16="http://schemas.microsoft.com/office/drawing/2014/main" id="{5601110A-3C8D-169E-A3E3-2794A00126CF}"/>
                    </a:ext>
                  </a:extLst>
                </p:cNvPr>
                <p:cNvPicPr/>
                <p:nvPr/>
              </p:nvPicPr>
              <p:blipFill>
                <a:blip r:embed="rId81"/>
                <a:stretch>
                  <a:fillRect/>
                </a:stretch>
              </p:blipFill>
              <p:spPr>
                <a:xfrm>
                  <a:off x="10622625" y="1348935"/>
                  <a:ext cx="90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59D99C9D-A518-4E9C-EA3A-A49459953876}"/>
                    </a:ext>
                  </a:extLst>
                </p14:cNvPr>
                <p14:cNvContentPartPr/>
                <p14:nvPr/>
              </p14:nvContentPartPr>
              <p14:xfrm>
                <a:off x="8437425" y="847815"/>
                <a:ext cx="431280" cy="226800"/>
              </p14:xfrm>
            </p:contentPart>
          </mc:Choice>
          <mc:Fallback xmlns="">
            <p:pic>
              <p:nvPicPr>
                <p:cNvPr id="55" name="Ink 54">
                  <a:extLst>
                    <a:ext uri="{FF2B5EF4-FFF2-40B4-BE49-F238E27FC236}">
                      <a16:creationId xmlns:a16="http://schemas.microsoft.com/office/drawing/2014/main" id="{59D99C9D-A518-4E9C-EA3A-A49459953876}"/>
                    </a:ext>
                  </a:extLst>
                </p:cNvPr>
                <p:cNvPicPr/>
                <p:nvPr/>
              </p:nvPicPr>
              <p:blipFill>
                <a:blip r:embed="rId83"/>
                <a:stretch>
                  <a:fillRect/>
                </a:stretch>
              </p:blipFill>
              <p:spPr>
                <a:xfrm>
                  <a:off x="8431305" y="841695"/>
                  <a:ext cx="443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68B89661-7040-6CBD-EC01-128F1D2085D0}"/>
                    </a:ext>
                  </a:extLst>
                </p14:cNvPr>
                <p14:cNvContentPartPr/>
                <p14:nvPr/>
              </p14:nvContentPartPr>
              <p14:xfrm>
                <a:off x="9063465" y="1085415"/>
                <a:ext cx="225000" cy="45360"/>
              </p14:xfrm>
            </p:contentPart>
          </mc:Choice>
          <mc:Fallback xmlns="">
            <p:pic>
              <p:nvPicPr>
                <p:cNvPr id="56" name="Ink 55">
                  <a:extLst>
                    <a:ext uri="{FF2B5EF4-FFF2-40B4-BE49-F238E27FC236}">
                      <a16:creationId xmlns:a16="http://schemas.microsoft.com/office/drawing/2014/main" id="{68B89661-7040-6CBD-EC01-128F1D2085D0}"/>
                    </a:ext>
                  </a:extLst>
                </p:cNvPr>
                <p:cNvPicPr/>
                <p:nvPr/>
              </p:nvPicPr>
              <p:blipFill>
                <a:blip r:embed="rId85"/>
                <a:stretch>
                  <a:fillRect/>
                </a:stretch>
              </p:blipFill>
              <p:spPr>
                <a:xfrm>
                  <a:off x="9057345" y="1079295"/>
                  <a:ext cx="2372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BD45F4B2-B032-EFED-922C-E81558F59422}"/>
                    </a:ext>
                  </a:extLst>
                </p14:cNvPr>
                <p14:cNvContentPartPr/>
                <p14:nvPr/>
              </p14:nvContentPartPr>
              <p14:xfrm>
                <a:off x="8750265" y="667815"/>
                <a:ext cx="375480" cy="238680"/>
              </p14:xfrm>
            </p:contentPart>
          </mc:Choice>
          <mc:Fallback xmlns="">
            <p:pic>
              <p:nvPicPr>
                <p:cNvPr id="58" name="Ink 57">
                  <a:extLst>
                    <a:ext uri="{FF2B5EF4-FFF2-40B4-BE49-F238E27FC236}">
                      <a16:creationId xmlns:a16="http://schemas.microsoft.com/office/drawing/2014/main" id="{BD45F4B2-B032-EFED-922C-E81558F59422}"/>
                    </a:ext>
                  </a:extLst>
                </p:cNvPr>
                <p:cNvPicPr/>
                <p:nvPr/>
              </p:nvPicPr>
              <p:blipFill>
                <a:blip r:embed="rId87"/>
                <a:stretch>
                  <a:fillRect/>
                </a:stretch>
              </p:blipFill>
              <p:spPr>
                <a:xfrm>
                  <a:off x="8744145" y="661695"/>
                  <a:ext cx="38772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B207E8E4-C068-17E1-634A-733F2E3A505F}"/>
                    </a:ext>
                  </a:extLst>
                </p14:cNvPr>
                <p14:cNvContentPartPr/>
                <p14:nvPr/>
              </p14:nvContentPartPr>
              <p14:xfrm>
                <a:off x="9314025" y="719295"/>
                <a:ext cx="193680" cy="200880"/>
              </p14:xfrm>
            </p:contentPart>
          </mc:Choice>
          <mc:Fallback xmlns="">
            <p:pic>
              <p:nvPicPr>
                <p:cNvPr id="59" name="Ink 58">
                  <a:extLst>
                    <a:ext uri="{FF2B5EF4-FFF2-40B4-BE49-F238E27FC236}">
                      <a16:creationId xmlns:a16="http://schemas.microsoft.com/office/drawing/2014/main" id="{B207E8E4-C068-17E1-634A-733F2E3A505F}"/>
                    </a:ext>
                  </a:extLst>
                </p:cNvPr>
                <p:cNvPicPr/>
                <p:nvPr/>
              </p:nvPicPr>
              <p:blipFill>
                <a:blip r:embed="rId89"/>
                <a:stretch>
                  <a:fillRect/>
                </a:stretch>
              </p:blipFill>
              <p:spPr>
                <a:xfrm>
                  <a:off x="9307905" y="713175"/>
                  <a:ext cx="2059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F48DB7A0-9FD2-1856-D7DB-860054481383}"/>
                    </a:ext>
                  </a:extLst>
                </p14:cNvPr>
                <p14:cNvContentPartPr/>
                <p14:nvPr/>
              </p14:nvContentPartPr>
              <p14:xfrm>
                <a:off x="6503505" y="2346495"/>
                <a:ext cx="288360" cy="549000"/>
              </p14:xfrm>
            </p:contentPart>
          </mc:Choice>
          <mc:Fallback xmlns="">
            <p:pic>
              <p:nvPicPr>
                <p:cNvPr id="61" name="Ink 60">
                  <a:extLst>
                    <a:ext uri="{FF2B5EF4-FFF2-40B4-BE49-F238E27FC236}">
                      <a16:creationId xmlns:a16="http://schemas.microsoft.com/office/drawing/2014/main" id="{F48DB7A0-9FD2-1856-D7DB-860054481383}"/>
                    </a:ext>
                  </a:extLst>
                </p:cNvPr>
                <p:cNvPicPr/>
                <p:nvPr/>
              </p:nvPicPr>
              <p:blipFill>
                <a:blip r:embed="rId91"/>
                <a:stretch>
                  <a:fillRect/>
                </a:stretch>
              </p:blipFill>
              <p:spPr>
                <a:xfrm>
                  <a:off x="6497385" y="2340375"/>
                  <a:ext cx="30060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8F856836-D2A5-9F73-FADE-F9D6BE21EF14}"/>
                    </a:ext>
                  </a:extLst>
                </p14:cNvPr>
                <p14:cNvContentPartPr/>
                <p14:nvPr/>
              </p14:nvContentPartPr>
              <p14:xfrm>
                <a:off x="6203985" y="3723135"/>
                <a:ext cx="452520" cy="720720"/>
              </p14:xfrm>
            </p:contentPart>
          </mc:Choice>
          <mc:Fallback xmlns="">
            <p:pic>
              <p:nvPicPr>
                <p:cNvPr id="62" name="Ink 61">
                  <a:extLst>
                    <a:ext uri="{FF2B5EF4-FFF2-40B4-BE49-F238E27FC236}">
                      <a16:creationId xmlns:a16="http://schemas.microsoft.com/office/drawing/2014/main" id="{8F856836-D2A5-9F73-FADE-F9D6BE21EF14}"/>
                    </a:ext>
                  </a:extLst>
                </p:cNvPr>
                <p:cNvPicPr/>
                <p:nvPr/>
              </p:nvPicPr>
              <p:blipFill>
                <a:blip r:embed="rId93"/>
                <a:stretch>
                  <a:fillRect/>
                </a:stretch>
              </p:blipFill>
              <p:spPr>
                <a:xfrm>
                  <a:off x="6197865" y="3717015"/>
                  <a:ext cx="464760" cy="732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D96FD479-F876-619F-F03E-E4C8A590F2E1}"/>
                    </a:ext>
                  </a:extLst>
                </p14:cNvPr>
                <p14:cNvContentPartPr/>
                <p14:nvPr/>
              </p14:nvContentPartPr>
              <p14:xfrm>
                <a:off x="5750385" y="3210855"/>
                <a:ext cx="2127960" cy="91440"/>
              </p14:xfrm>
            </p:contentPart>
          </mc:Choice>
          <mc:Fallback xmlns="">
            <p:pic>
              <p:nvPicPr>
                <p:cNvPr id="63" name="Ink 62">
                  <a:extLst>
                    <a:ext uri="{FF2B5EF4-FFF2-40B4-BE49-F238E27FC236}">
                      <a16:creationId xmlns:a16="http://schemas.microsoft.com/office/drawing/2014/main" id="{D96FD479-F876-619F-F03E-E4C8A590F2E1}"/>
                    </a:ext>
                  </a:extLst>
                </p:cNvPr>
                <p:cNvPicPr/>
                <p:nvPr/>
              </p:nvPicPr>
              <p:blipFill>
                <a:blip r:embed="rId95"/>
                <a:stretch>
                  <a:fillRect/>
                </a:stretch>
              </p:blipFill>
              <p:spPr>
                <a:xfrm>
                  <a:off x="5744265" y="3204735"/>
                  <a:ext cx="21402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CB226AF5-960A-1A4B-F7BA-68A69151A06A}"/>
                    </a:ext>
                  </a:extLst>
                </p14:cNvPr>
                <p14:cNvContentPartPr/>
                <p14:nvPr/>
              </p14:nvContentPartPr>
              <p14:xfrm>
                <a:off x="7174545" y="2301495"/>
                <a:ext cx="449640" cy="2000160"/>
              </p14:xfrm>
            </p:contentPart>
          </mc:Choice>
          <mc:Fallback xmlns="">
            <p:pic>
              <p:nvPicPr>
                <p:cNvPr id="64" name="Ink 63">
                  <a:extLst>
                    <a:ext uri="{FF2B5EF4-FFF2-40B4-BE49-F238E27FC236}">
                      <a16:creationId xmlns:a16="http://schemas.microsoft.com/office/drawing/2014/main" id="{CB226AF5-960A-1A4B-F7BA-68A69151A06A}"/>
                    </a:ext>
                  </a:extLst>
                </p:cNvPr>
                <p:cNvPicPr/>
                <p:nvPr/>
              </p:nvPicPr>
              <p:blipFill>
                <a:blip r:embed="rId97"/>
                <a:stretch>
                  <a:fillRect/>
                </a:stretch>
              </p:blipFill>
              <p:spPr>
                <a:xfrm>
                  <a:off x="7168425" y="2295375"/>
                  <a:ext cx="461880" cy="20124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3F0FAAA6-702C-DDE4-7370-FD3EB22CB0CB}"/>
                    </a:ext>
                  </a:extLst>
                </p14:cNvPr>
                <p14:cNvContentPartPr/>
                <p14:nvPr/>
              </p14:nvContentPartPr>
              <p14:xfrm>
                <a:off x="5334225" y="2495895"/>
                <a:ext cx="536400" cy="2160720"/>
              </p14:xfrm>
            </p:contentPart>
          </mc:Choice>
          <mc:Fallback xmlns="">
            <p:pic>
              <p:nvPicPr>
                <p:cNvPr id="65" name="Ink 64">
                  <a:extLst>
                    <a:ext uri="{FF2B5EF4-FFF2-40B4-BE49-F238E27FC236}">
                      <a16:creationId xmlns:a16="http://schemas.microsoft.com/office/drawing/2014/main" id="{3F0FAAA6-702C-DDE4-7370-FD3EB22CB0CB}"/>
                    </a:ext>
                  </a:extLst>
                </p:cNvPr>
                <p:cNvPicPr/>
                <p:nvPr/>
              </p:nvPicPr>
              <p:blipFill>
                <a:blip r:embed="rId99"/>
                <a:stretch>
                  <a:fillRect/>
                </a:stretch>
              </p:blipFill>
              <p:spPr>
                <a:xfrm>
                  <a:off x="5328105" y="2489775"/>
                  <a:ext cx="548640" cy="2172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34D908E7-4F05-F204-A3F4-6E8EA76C43D2}"/>
                    </a:ext>
                  </a:extLst>
                </p14:cNvPr>
                <p14:cNvContentPartPr/>
                <p14:nvPr/>
              </p14:nvContentPartPr>
              <p14:xfrm>
                <a:off x="5798265" y="2037975"/>
                <a:ext cx="2422800" cy="362520"/>
              </p14:xfrm>
            </p:contentPart>
          </mc:Choice>
          <mc:Fallback xmlns="">
            <p:pic>
              <p:nvPicPr>
                <p:cNvPr id="66" name="Ink 65">
                  <a:extLst>
                    <a:ext uri="{FF2B5EF4-FFF2-40B4-BE49-F238E27FC236}">
                      <a16:creationId xmlns:a16="http://schemas.microsoft.com/office/drawing/2014/main" id="{34D908E7-4F05-F204-A3F4-6E8EA76C43D2}"/>
                    </a:ext>
                  </a:extLst>
                </p:cNvPr>
                <p:cNvPicPr/>
                <p:nvPr/>
              </p:nvPicPr>
              <p:blipFill>
                <a:blip r:embed="rId101"/>
                <a:stretch>
                  <a:fillRect/>
                </a:stretch>
              </p:blipFill>
              <p:spPr>
                <a:xfrm>
                  <a:off x="5792145" y="2031855"/>
                  <a:ext cx="243504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9AAD5577-6A99-F744-913E-43B3E7353926}"/>
                    </a:ext>
                  </a:extLst>
                </p14:cNvPr>
                <p14:cNvContentPartPr/>
                <p14:nvPr/>
              </p14:nvContentPartPr>
              <p14:xfrm>
                <a:off x="5226585" y="4812495"/>
                <a:ext cx="1958400" cy="77040"/>
              </p14:xfrm>
            </p:contentPart>
          </mc:Choice>
          <mc:Fallback xmlns="">
            <p:pic>
              <p:nvPicPr>
                <p:cNvPr id="68" name="Ink 67">
                  <a:extLst>
                    <a:ext uri="{FF2B5EF4-FFF2-40B4-BE49-F238E27FC236}">
                      <a16:creationId xmlns:a16="http://schemas.microsoft.com/office/drawing/2014/main" id="{9AAD5577-6A99-F744-913E-43B3E7353926}"/>
                    </a:ext>
                  </a:extLst>
                </p:cNvPr>
                <p:cNvPicPr/>
                <p:nvPr/>
              </p:nvPicPr>
              <p:blipFill>
                <a:blip r:embed="rId103"/>
                <a:stretch>
                  <a:fillRect/>
                </a:stretch>
              </p:blipFill>
              <p:spPr>
                <a:xfrm>
                  <a:off x="5220465" y="4806375"/>
                  <a:ext cx="1970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55FBCC03-38A3-A292-0423-678D997B6514}"/>
                    </a:ext>
                  </a:extLst>
                </p14:cNvPr>
                <p14:cNvContentPartPr/>
                <p14:nvPr/>
              </p14:nvContentPartPr>
              <p14:xfrm>
                <a:off x="7198305" y="4023375"/>
                <a:ext cx="283320" cy="1082520"/>
              </p14:xfrm>
            </p:contentPart>
          </mc:Choice>
          <mc:Fallback xmlns="">
            <p:pic>
              <p:nvPicPr>
                <p:cNvPr id="69" name="Ink 68">
                  <a:extLst>
                    <a:ext uri="{FF2B5EF4-FFF2-40B4-BE49-F238E27FC236}">
                      <a16:creationId xmlns:a16="http://schemas.microsoft.com/office/drawing/2014/main" id="{55FBCC03-38A3-A292-0423-678D997B6514}"/>
                    </a:ext>
                  </a:extLst>
                </p:cNvPr>
                <p:cNvPicPr/>
                <p:nvPr/>
              </p:nvPicPr>
              <p:blipFill>
                <a:blip r:embed="rId105"/>
                <a:stretch>
                  <a:fillRect/>
                </a:stretch>
              </p:blipFill>
              <p:spPr>
                <a:xfrm>
                  <a:off x="7192185" y="4017255"/>
                  <a:ext cx="295560" cy="1094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51615C77-1155-8CAB-8E75-BE4C33D933D0}"/>
                    </a:ext>
                  </a:extLst>
                </p14:cNvPr>
                <p14:cNvContentPartPr/>
                <p14:nvPr/>
              </p14:nvContentPartPr>
              <p14:xfrm>
                <a:off x="7135665" y="2336055"/>
                <a:ext cx="819720" cy="2245320"/>
              </p14:xfrm>
            </p:contentPart>
          </mc:Choice>
          <mc:Fallback xmlns="">
            <p:pic>
              <p:nvPicPr>
                <p:cNvPr id="71" name="Ink 70">
                  <a:extLst>
                    <a:ext uri="{FF2B5EF4-FFF2-40B4-BE49-F238E27FC236}">
                      <a16:creationId xmlns:a16="http://schemas.microsoft.com/office/drawing/2014/main" id="{51615C77-1155-8CAB-8E75-BE4C33D933D0}"/>
                    </a:ext>
                  </a:extLst>
                </p:cNvPr>
                <p:cNvPicPr/>
                <p:nvPr/>
              </p:nvPicPr>
              <p:blipFill>
                <a:blip r:embed="rId107"/>
                <a:stretch>
                  <a:fillRect/>
                </a:stretch>
              </p:blipFill>
              <p:spPr>
                <a:xfrm>
                  <a:off x="7129545" y="2329935"/>
                  <a:ext cx="831960" cy="2257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2" name="Ink 71">
                  <a:extLst>
                    <a:ext uri="{FF2B5EF4-FFF2-40B4-BE49-F238E27FC236}">
                      <a16:creationId xmlns:a16="http://schemas.microsoft.com/office/drawing/2014/main" id="{87EB6235-725C-1E2E-F947-0B433E491293}"/>
                    </a:ext>
                  </a:extLst>
                </p14:cNvPr>
                <p14:cNvContentPartPr/>
                <p14:nvPr/>
              </p14:nvContentPartPr>
              <p14:xfrm>
                <a:off x="7940265" y="4094295"/>
                <a:ext cx="12960" cy="25920"/>
              </p14:xfrm>
            </p:contentPart>
          </mc:Choice>
          <mc:Fallback xmlns="">
            <p:pic>
              <p:nvPicPr>
                <p:cNvPr id="72" name="Ink 71">
                  <a:extLst>
                    <a:ext uri="{FF2B5EF4-FFF2-40B4-BE49-F238E27FC236}">
                      <a16:creationId xmlns:a16="http://schemas.microsoft.com/office/drawing/2014/main" id="{87EB6235-725C-1E2E-F947-0B433E491293}"/>
                    </a:ext>
                  </a:extLst>
                </p:cNvPr>
                <p:cNvPicPr/>
                <p:nvPr/>
              </p:nvPicPr>
              <p:blipFill>
                <a:blip r:embed="rId109"/>
                <a:stretch>
                  <a:fillRect/>
                </a:stretch>
              </p:blipFill>
              <p:spPr>
                <a:xfrm>
                  <a:off x="7934145" y="4088175"/>
                  <a:ext cx="25200" cy="38160"/>
                </a:xfrm>
                <a:prstGeom prst="rect">
                  <a:avLst/>
                </a:prstGeom>
              </p:spPr>
            </p:pic>
          </mc:Fallback>
        </mc:AlternateContent>
      </p:grpSp>
    </p:spTree>
    <p:extLst>
      <p:ext uri="{BB962C8B-B14F-4D97-AF65-F5344CB8AC3E}">
        <p14:creationId xmlns:p14="http://schemas.microsoft.com/office/powerpoint/2010/main" val="1319320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00A6B1C-51A8-B076-F76E-B21E2B4D1AC5}"/>
              </a:ext>
            </a:extLst>
          </p:cNvPr>
          <p:cNvGrpSpPr/>
          <p:nvPr/>
        </p:nvGrpSpPr>
        <p:grpSpPr>
          <a:xfrm>
            <a:off x="546585" y="199095"/>
            <a:ext cx="7899480" cy="5019120"/>
            <a:chOff x="546585" y="199095"/>
            <a:chExt cx="7899480" cy="50191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8B91886-BAE8-31E3-CA26-81C56705B429}"/>
                    </a:ext>
                  </a:extLst>
                </p14:cNvPr>
                <p14:cNvContentPartPr/>
                <p14:nvPr/>
              </p14:nvContentPartPr>
              <p14:xfrm>
                <a:off x="1287465" y="431295"/>
                <a:ext cx="75240" cy="1111320"/>
              </p14:xfrm>
            </p:contentPart>
          </mc:Choice>
          <mc:Fallback xmlns="">
            <p:pic>
              <p:nvPicPr>
                <p:cNvPr id="2" name="Ink 1">
                  <a:extLst>
                    <a:ext uri="{FF2B5EF4-FFF2-40B4-BE49-F238E27FC236}">
                      <a16:creationId xmlns:a16="http://schemas.microsoft.com/office/drawing/2014/main" id="{C8B91886-BAE8-31E3-CA26-81C56705B429}"/>
                    </a:ext>
                  </a:extLst>
                </p:cNvPr>
                <p:cNvPicPr/>
                <p:nvPr/>
              </p:nvPicPr>
              <p:blipFill>
                <a:blip r:embed="rId3"/>
                <a:stretch>
                  <a:fillRect/>
                </a:stretch>
              </p:blipFill>
              <p:spPr>
                <a:xfrm>
                  <a:off x="1281345" y="425175"/>
                  <a:ext cx="87480" cy="1123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5180336-94A8-16F6-ED74-B51B5CB66A0E}"/>
                    </a:ext>
                  </a:extLst>
                </p14:cNvPr>
                <p14:cNvContentPartPr/>
                <p14:nvPr/>
              </p14:nvContentPartPr>
              <p14:xfrm>
                <a:off x="1358025" y="199095"/>
                <a:ext cx="465120" cy="116280"/>
              </p14:xfrm>
            </p:contentPart>
          </mc:Choice>
          <mc:Fallback xmlns="">
            <p:pic>
              <p:nvPicPr>
                <p:cNvPr id="3" name="Ink 2">
                  <a:extLst>
                    <a:ext uri="{FF2B5EF4-FFF2-40B4-BE49-F238E27FC236}">
                      <a16:creationId xmlns:a16="http://schemas.microsoft.com/office/drawing/2014/main" id="{F5180336-94A8-16F6-ED74-B51B5CB66A0E}"/>
                    </a:ext>
                  </a:extLst>
                </p:cNvPr>
                <p:cNvPicPr/>
                <p:nvPr/>
              </p:nvPicPr>
              <p:blipFill>
                <a:blip r:embed="rId5"/>
                <a:stretch>
                  <a:fillRect/>
                </a:stretch>
              </p:blipFill>
              <p:spPr>
                <a:xfrm>
                  <a:off x="1351905" y="192975"/>
                  <a:ext cx="4773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AA337D5-312B-C9F5-94A8-3E4FF38B13EE}"/>
                    </a:ext>
                  </a:extLst>
                </p14:cNvPr>
                <p14:cNvContentPartPr/>
                <p14:nvPr/>
              </p14:nvContentPartPr>
              <p14:xfrm>
                <a:off x="1370265" y="835575"/>
                <a:ext cx="376560" cy="227160"/>
              </p14:xfrm>
            </p:contentPart>
          </mc:Choice>
          <mc:Fallback xmlns="">
            <p:pic>
              <p:nvPicPr>
                <p:cNvPr id="4" name="Ink 3">
                  <a:extLst>
                    <a:ext uri="{FF2B5EF4-FFF2-40B4-BE49-F238E27FC236}">
                      <a16:creationId xmlns:a16="http://schemas.microsoft.com/office/drawing/2014/main" id="{5AA337D5-312B-C9F5-94A8-3E4FF38B13EE}"/>
                    </a:ext>
                  </a:extLst>
                </p:cNvPr>
                <p:cNvPicPr/>
                <p:nvPr/>
              </p:nvPicPr>
              <p:blipFill>
                <a:blip r:embed="rId7"/>
                <a:stretch>
                  <a:fillRect/>
                </a:stretch>
              </p:blipFill>
              <p:spPr>
                <a:xfrm>
                  <a:off x="1364145" y="829455"/>
                  <a:ext cx="3888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4B7209F-51DF-B0BD-DE53-A0259CFE62BB}"/>
                    </a:ext>
                  </a:extLst>
                </p14:cNvPr>
                <p14:cNvContentPartPr/>
                <p14:nvPr/>
              </p14:nvContentPartPr>
              <p14:xfrm>
                <a:off x="1891545" y="768615"/>
                <a:ext cx="262080" cy="30240"/>
              </p14:xfrm>
            </p:contentPart>
          </mc:Choice>
          <mc:Fallback xmlns="">
            <p:pic>
              <p:nvPicPr>
                <p:cNvPr id="5" name="Ink 4">
                  <a:extLst>
                    <a:ext uri="{FF2B5EF4-FFF2-40B4-BE49-F238E27FC236}">
                      <a16:creationId xmlns:a16="http://schemas.microsoft.com/office/drawing/2014/main" id="{A4B7209F-51DF-B0BD-DE53-A0259CFE62BB}"/>
                    </a:ext>
                  </a:extLst>
                </p:cNvPr>
                <p:cNvPicPr/>
                <p:nvPr/>
              </p:nvPicPr>
              <p:blipFill>
                <a:blip r:embed="rId9"/>
                <a:stretch>
                  <a:fillRect/>
                </a:stretch>
              </p:blipFill>
              <p:spPr>
                <a:xfrm>
                  <a:off x="1885425" y="762495"/>
                  <a:ext cx="274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EBE672E-CC8F-5A46-C8AE-13A00250E27C}"/>
                    </a:ext>
                  </a:extLst>
                </p14:cNvPr>
                <p14:cNvContentPartPr/>
                <p14:nvPr/>
              </p14:nvContentPartPr>
              <p14:xfrm>
                <a:off x="2452785" y="339495"/>
                <a:ext cx="270000" cy="1019880"/>
              </p14:xfrm>
            </p:contentPart>
          </mc:Choice>
          <mc:Fallback xmlns="">
            <p:pic>
              <p:nvPicPr>
                <p:cNvPr id="6" name="Ink 5">
                  <a:extLst>
                    <a:ext uri="{FF2B5EF4-FFF2-40B4-BE49-F238E27FC236}">
                      <a16:creationId xmlns:a16="http://schemas.microsoft.com/office/drawing/2014/main" id="{6EBE672E-CC8F-5A46-C8AE-13A00250E27C}"/>
                    </a:ext>
                  </a:extLst>
                </p:cNvPr>
                <p:cNvPicPr/>
                <p:nvPr/>
              </p:nvPicPr>
              <p:blipFill>
                <a:blip r:embed="rId11"/>
                <a:stretch>
                  <a:fillRect/>
                </a:stretch>
              </p:blipFill>
              <p:spPr>
                <a:xfrm>
                  <a:off x="2446665" y="333375"/>
                  <a:ext cx="282240" cy="1032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0DF319C-167C-E25E-172B-3676EAAF35E6}"/>
                    </a:ext>
                  </a:extLst>
                </p14:cNvPr>
                <p14:cNvContentPartPr/>
                <p14:nvPr/>
              </p14:nvContentPartPr>
              <p14:xfrm>
                <a:off x="2627745" y="420135"/>
                <a:ext cx="432000" cy="915840"/>
              </p14:xfrm>
            </p:contentPart>
          </mc:Choice>
          <mc:Fallback xmlns="">
            <p:pic>
              <p:nvPicPr>
                <p:cNvPr id="7" name="Ink 6">
                  <a:extLst>
                    <a:ext uri="{FF2B5EF4-FFF2-40B4-BE49-F238E27FC236}">
                      <a16:creationId xmlns:a16="http://schemas.microsoft.com/office/drawing/2014/main" id="{90DF319C-167C-E25E-172B-3676EAAF35E6}"/>
                    </a:ext>
                  </a:extLst>
                </p:cNvPr>
                <p:cNvPicPr/>
                <p:nvPr/>
              </p:nvPicPr>
              <p:blipFill>
                <a:blip r:embed="rId13"/>
                <a:stretch>
                  <a:fillRect/>
                </a:stretch>
              </p:blipFill>
              <p:spPr>
                <a:xfrm>
                  <a:off x="2621625" y="414015"/>
                  <a:ext cx="444240" cy="928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68B88C6B-72C9-E775-2B7C-3C6A85EA0571}"/>
                    </a:ext>
                  </a:extLst>
                </p14:cNvPr>
                <p14:cNvContentPartPr/>
                <p14:nvPr/>
              </p14:nvContentPartPr>
              <p14:xfrm>
                <a:off x="3299505" y="603015"/>
                <a:ext cx="882000" cy="628560"/>
              </p14:xfrm>
            </p:contentPart>
          </mc:Choice>
          <mc:Fallback xmlns="">
            <p:pic>
              <p:nvPicPr>
                <p:cNvPr id="8" name="Ink 7">
                  <a:extLst>
                    <a:ext uri="{FF2B5EF4-FFF2-40B4-BE49-F238E27FC236}">
                      <a16:creationId xmlns:a16="http://schemas.microsoft.com/office/drawing/2014/main" id="{68B88C6B-72C9-E775-2B7C-3C6A85EA0571}"/>
                    </a:ext>
                  </a:extLst>
                </p:cNvPr>
                <p:cNvPicPr/>
                <p:nvPr/>
              </p:nvPicPr>
              <p:blipFill>
                <a:blip r:embed="rId15"/>
                <a:stretch>
                  <a:fillRect/>
                </a:stretch>
              </p:blipFill>
              <p:spPr>
                <a:xfrm>
                  <a:off x="3293385" y="596895"/>
                  <a:ext cx="894240" cy="640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F70945E5-85E0-E705-BD66-78FA3384A342}"/>
                    </a:ext>
                  </a:extLst>
                </p14:cNvPr>
                <p14:cNvContentPartPr/>
                <p14:nvPr/>
              </p14:nvContentPartPr>
              <p14:xfrm>
                <a:off x="4057305" y="804615"/>
                <a:ext cx="548640" cy="277920"/>
              </p14:xfrm>
            </p:contentPart>
          </mc:Choice>
          <mc:Fallback xmlns="">
            <p:pic>
              <p:nvPicPr>
                <p:cNvPr id="9" name="Ink 8">
                  <a:extLst>
                    <a:ext uri="{FF2B5EF4-FFF2-40B4-BE49-F238E27FC236}">
                      <a16:creationId xmlns:a16="http://schemas.microsoft.com/office/drawing/2014/main" id="{F70945E5-85E0-E705-BD66-78FA3384A342}"/>
                    </a:ext>
                  </a:extLst>
                </p:cNvPr>
                <p:cNvPicPr/>
                <p:nvPr/>
              </p:nvPicPr>
              <p:blipFill>
                <a:blip r:embed="rId17"/>
                <a:stretch>
                  <a:fillRect/>
                </a:stretch>
              </p:blipFill>
              <p:spPr>
                <a:xfrm>
                  <a:off x="4051185" y="798495"/>
                  <a:ext cx="5608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86FDE626-AADF-216E-8075-6ACAEA8EB8A3}"/>
                    </a:ext>
                  </a:extLst>
                </p14:cNvPr>
                <p14:cNvContentPartPr/>
                <p14:nvPr/>
              </p14:nvContentPartPr>
              <p14:xfrm>
                <a:off x="5237025" y="411855"/>
                <a:ext cx="395640" cy="766080"/>
              </p14:xfrm>
            </p:contentPart>
          </mc:Choice>
          <mc:Fallback xmlns="">
            <p:pic>
              <p:nvPicPr>
                <p:cNvPr id="10" name="Ink 9">
                  <a:extLst>
                    <a:ext uri="{FF2B5EF4-FFF2-40B4-BE49-F238E27FC236}">
                      <a16:creationId xmlns:a16="http://schemas.microsoft.com/office/drawing/2014/main" id="{86FDE626-AADF-216E-8075-6ACAEA8EB8A3}"/>
                    </a:ext>
                  </a:extLst>
                </p:cNvPr>
                <p:cNvPicPr/>
                <p:nvPr/>
              </p:nvPicPr>
              <p:blipFill>
                <a:blip r:embed="rId19"/>
                <a:stretch>
                  <a:fillRect/>
                </a:stretch>
              </p:blipFill>
              <p:spPr>
                <a:xfrm>
                  <a:off x="5230905" y="405735"/>
                  <a:ext cx="407880" cy="778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EF1B5B5E-399F-1D8E-DE14-325B49AA857B}"/>
                    </a:ext>
                  </a:extLst>
                </p14:cNvPr>
                <p14:cNvContentPartPr/>
                <p14:nvPr/>
              </p14:nvContentPartPr>
              <p14:xfrm>
                <a:off x="5893665" y="755295"/>
                <a:ext cx="707400" cy="444600"/>
              </p14:xfrm>
            </p:contentPart>
          </mc:Choice>
          <mc:Fallback xmlns="">
            <p:pic>
              <p:nvPicPr>
                <p:cNvPr id="11" name="Ink 10">
                  <a:extLst>
                    <a:ext uri="{FF2B5EF4-FFF2-40B4-BE49-F238E27FC236}">
                      <a16:creationId xmlns:a16="http://schemas.microsoft.com/office/drawing/2014/main" id="{EF1B5B5E-399F-1D8E-DE14-325B49AA857B}"/>
                    </a:ext>
                  </a:extLst>
                </p:cNvPr>
                <p:cNvPicPr/>
                <p:nvPr/>
              </p:nvPicPr>
              <p:blipFill>
                <a:blip r:embed="rId21"/>
                <a:stretch>
                  <a:fillRect/>
                </a:stretch>
              </p:blipFill>
              <p:spPr>
                <a:xfrm>
                  <a:off x="5887545" y="749175"/>
                  <a:ext cx="71964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03B775E6-233B-5DF3-4433-C5EC68F3C383}"/>
                    </a:ext>
                  </a:extLst>
                </p14:cNvPr>
                <p14:cNvContentPartPr/>
                <p14:nvPr/>
              </p14:nvContentPartPr>
              <p14:xfrm>
                <a:off x="6738945" y="620295"/>
                <a:ext cx="365040" cy="399960"/>
              </p14:xfrm>
            </p:contentPart>
          </mc:Choice>
          <mc:Fallback xmlns="">
            <p:pic>
              <p:nvPicPr>
                <p:cNvPr id="12" name="Ink 11">
                  <a:extLst>
                    <a:ext uri="{FF2B5EF4-FFF2-40B4-BE49-F238E27FC236}">
                      <a16:creationId xmlns:a16="http://schemas.microsoft.com/office/drawing/2014/main" id="{03B775E6-233B-5DF3-4433-C5EC68F3C383}"/>
                    </a:ext>
                  </a:extLst>
                </p:cNvPr>
                <p:cNvPicPr/>
                <p:nvPr/>
              </p:nvPicPr>
              <p:blipFill>
                <a:blip r:embed="rId23"/>
                <a:stretch>
                  <a:fillRect/>
                </a:stretch>
              </p:blipFill>
              <p:spPr>
                <a:xfrm>
                  <a:off x="6732825" y="614175"/>
                  <a:ext cx="37728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FC29C55E-4811-E3A5-0CBB-7486C51EA0B5}"/>
                    </a:ext>
                  </a:extLst>
                </p14:cNvPr>
                <p14:cNvContentPartPr/>
                <p14:nvPr/>
              </p14:nvContentPartPr>
              <p14:xfrm>
                <a:off x="7253025" y="597975"/>
                <a:ext cx="393840" cy="529920"/>
              </p14:xfrm>
            </p:contentPart>
          </mc:Choice>
          <mc:Fallback xmlns="">
            <p:pic>
              <p:nvPicPr>
                <p:cNvPr id="13" name="Ink 12">
                  <a:extLst>
                    <a:ext uri="{FF2B5EF4-FFF2-40B4-BE49-F238E27FC236}">
                      <a16:creationId xmlns:a16="http://schemas.microsoft.com/office/drawing/2014/main" id="{FC29C55E-4811-E3A5-0CBB-7486C51EA0B5}"/>
                    </a:ext>
                  </a:extLst>
                </p:cNvPr>
                <p:cNvPicPr/>
                <p:nvPr/>
              </p:nvPicPr>
              <p:blipFill>
                <a:blip r:embed="rId25"/>
                <a:stretch>
                  <a:fillRect/>
                </a:stretch>
              </p:blipFill>
              <p:spPr>
                <a:xfrm>
                  <a:off x="7246905" y="591855"/>
                  <a:ext cx="406080" cy="542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50EA3989-3BB7-B38C-93CC-639A27396DF3}"/>
                    </a:ext>
                  </a:extLst>
                </p14:cNvPr>
                <p14:cNvContentPartPr/>
                <p14:nvPr/>
              </p14:nvContentPartPr>
              <p14:xfrm>
                <a:off x="7968705" y="536055"/>
                <a:ext cx="74520" cy="44640"/>
              </p14:xfrm>
            </p:contentPart>
          </mc:Choice>
          <mc:Fallback xmlns="">
            <p:pic>
              <p:nvPicPr>
                <p:cNvPr id="14" name="Ink 13">
                  <a:extLst>
                    <a:ext uri="{FF2B5EF4-FFF2-40B4-BE49-F238E27FC236}">
                      <a16:creationId xmlns:a16="http://schemas.microsoft.com/office/drawing/2014/main" id="{50EA3989-3BB7-B38C-93CC-639A27396DF3}"/>
                    </a:ext>
                  </a:extLst>
                </p:cNvPr>
                <p:cNvPicPr/>
                <p:nvPr/>
              </p:nvPicPr>
              <p:blipFill>
                <a:blip r:embed="rId27"/>
                <a:stretch>
                  <a:fillRect/>
                </a:stretch>
              </p:blipFill>
              <p:spPr>
                <a:xfrm>
                  <a:off x="7962585" y="529935"/>
                  <a:ext cx="867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84D1FD0D-8A6B-3FD2-9233-D0352E95A633}"/>
                    </a:ext>
                  </a:extLst>
                </p14:cNvPr>
                <p14:cNvContentPartPr/>
                <p14:nvPr/>
              </p14:nvContentPartPr>
              <p14:xfrm>
                <a:off x="7938105" y="1007295"/>
                <a:ext cx="57600" cy="67320"/>
              </p14:xfrm>
            </p:contentPart>
          </mc:Choice>
          <mc:Fallback xmlns="">
            <p:pic>
              <p:nvPicPr>
                <p:cNvPr id="15" name="Ink 14">
                  <a:extLst>
                    <a:ext uri="{FF2B5EF4-FFF2-40B4-BE49-F238E27FC236}">
                      <a16:creationId xmlns:a16="http://schemas.microsoft.com/office/drawing/2014/main" id="{84D1FD0D-8A6B-3FD2-9233-D0352E95A633}"/>
                    </a:ext>
                  </a:extLst>
                </p:cNvPr>
                <p:cNvPicPr/>
                <p:nvPr/>
              </p:nvPicPr>
              <p:blipFill>
                <a:blip r:embed="rId29"/>
                <a:stretch>
                  <a:fillRect/>
                </a:stretch>
              </p:blipFill>
              <p:spPr>
                <a:xfrm>
                  <a:off x="7931985" y="1001175"/>
                  <a:ext cx="698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3C3145F6-E0CF-0799-DA39-B41E60E3C904}"/>
                    </a:ext>
                  </a:extLst>
                </p14:cNvPr>
                <p14:cNvContentPartPr/>
                <p14:nvPr/>
              </p14:nvContentPartPr>
              <p14:xfrm>
                <a:off x="8194065" y="815055"/>
                <a:ext cx="252000" cy="52920"/>
              </p14:xfrm>
            </p:contentPart>
          </mc:Choice>
          <mc:Fallback xmlns="">
            <p:pic>
              <p:nvPicPr>
                <p:cNvPr id="16" name="Ink 15">
                  <a:extLst>
                    <a:ext uri="{FF2B5EF4-FFF2-40B4-BE49-F238E27FC236}">
                      <a16:creationId xmlns:a16="http://schemas.microsoft.com/office/drawing/2014/main" id="{3C3145F6-E0CF-0799-DA39-B41E60E3C904}"/>
                    </a:ext>
                  </a:extLst>
                </p:cNvPr>
                <p:cNvPicPr/>
                <p:nvPr/>
              </p:nvPicPr>
              <p:blipFill>
                <a:blip r:embed="rId31"/>
                <a:stretch>
                  <a:fillRect/>
                </a:stretch>
              </p:blipFill>
              <p:spPr>
                <a:xfrm>
                  <a:off x="8187945" y="808935"/>
                  <a:ext cx="2642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46922B96-1858-87CE-0935-19CA2922E1C5}"/>
                    </a:ext>
                  </a:extLst>
                </p14:cNvPr>
                <p14:cNvContentPartPr/>
                <p14:nvPr/>
              </p14:nvContentPartPr>
              <p14:xfrm>
                <a:off x="2436225" y="1981095"/>
                <a:ext cx="39600" cy="745560"/>
              </p14:xfrm>
            </p:contentPart>
          </mc:Choice>
          <mc:Fallback xmlns="">
            <p:pic>
              <p:nvPicPr>
                <p:cNvPr id="19" name="Ink 18">
                  <a:extLst>
                    <a:ext uri="{FF2B5EF4-FFF2-40B4-BE49-F238E27FC236}">
                      <a16:creationId xmlns:a16="http://schemas.microsoft.com/office/drawing/2014/main" id="{46922B96-1858-87CE-0935-19CA2922E1C5}"/>
                    </a:ext>
                  </a:extLst>
                </p:cNvPr>
                <p:cNvPicPr/>
                <p:nvPr/>
              </p:nvPicPr>
              <p:blipFill>
                <a:blip r:embed="rId33"/>
                <a:stretch>
                  <a:fillRect/>
                </a:stretch>
              </p:blipFill>
              <p:spPr>
                <a:xfrm>
                  <a:off x="2430105" y="1974975"/>
                  <a:ext cx="5184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50E0886-06E7-04D4-4F6F-C21CAA7E4CEB}"/>
                    </a:ext>
                  </a:extLst>
                </p14:cNvPr>
                <p14:cNvContentPartPr/>
                <p14:nvPr/>
              </p14:nvContentPartPr>
              <p14:xfrm>
                <a:off x="3138585" y="1897935"/>
                <a:ext cx="30960" cy="590760"/>
              </p14:xfrm>
            </p:contentPart>
          </mc:Choice>
          <mc:Fallback xmlns="">
            <p:pic>
              <p:nvPicPr>
                <p:cNvPr id="20" name="Ink 19">
                  <a:extLst>
                    <a:ext uri="{FF2B5EF4-FFF2-40B4-BE49-F238E27FC236}">
                      <a16:creationId xmlns:a16="http://schemas.microsoft.com/office/drawing/2014/main" id="{750E0886-06E7-04D4-4F6F-C21CAA7E4CEB}"/>
                    </a:ext>
                  </a:extLst>
                </p:cNvPr>
                <p:cNvPicPr/>
                <p:nvPr/>
              </p:nvPicPr>
              <p:blipFill>
                <a:blip r:embed="rId35"/>
                <a:stretch>
                  <a:fillRect/>
                </a:stretch>
              </p:blipFill>
              <p:spPr>
                <a:xfrm>
                  <a:off x="3132465" y="1891815"/>
                  <a:ext cx="4320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ACE557F9-8ED7-2CAE-E812-0DF2BACD0EA2}"/>
                    </a:ext>
                  </a:extLst>
                </p14:cNvPr>
                <p14:cNvContentPartPr/>
                <p14:nvPr/>
              </p14:nvContentPartPr>
              <p14:xfrm>
                <a:off x="2887665" y="2089455"/>
                <a:ext cx="662400" cy="221400"/>
              </p14:xfrm>
            </p:contentPart>
          </mc:Choice>
          <mc:Fallback xmlns="">
            <p:pic>
              <p:nvPicPr>
                <p:cNvPr id="21" name="Ink 20">
                  <a:extLst>
                    <a:ext uri="{FF2B5EF4-FFF2-40B4-BE49-F238E27FC236}">
                      <a16:creationId xmlns:a16="http://schemas.microsoft.com/office/drawing/2014/main" id="{ACE557F9-8ED7-2CAE-E812-0DF2BACD0EA2}"/>
                    </a:ext>
                  </a:extLst>
                </p:cNvPr>
                <p:cNvPicPr/>
                <p:nvPr/>
              </p:nvPicPr>
              <p:blipFill>
                <a:blip r:embed="rId37"/>
                <a:stretch>
                  <a:fillRect/>
                </a:stretch>
              </p:blipFill>
              <p:spPr>
                <a:xfrm>
                  <a:off x="2881545" y="2083335"/>
                  <a:ext cx="6746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B3C40B49-75F7-FB7C-34B9-06A8D239F4EB}"/>
                    </a:ext>
                  </a:extLst>
                </p14:cNvPr>
                <p14:cNvContentPartPr/>
                <p14:nvPr/>
              </p14:nvContentPartPr>
              <p14:xfrm>
                <a:off x="3869025" y="1885695"/>
                <a:ext cx="82440" cy="534240"/>
              </p14:xfrm>
            </p:contentPart>
          </mc:Choice>
          <mc:Fallback xmlns="">
            <p:pic>
              <p:nvPicPr>
                <p:cNvPr id="22" name="Ink 21">
                  <a:extLst>
                    <a:ext uri="{FF2B5EF4-FFF2-40B4-BE49-F238E27FC236}">
                      <a16:creationId xmlns:a16="http://schemas.microsoft.com/office/drawing/2014/main" id="{B3C40B49-75F7-FB7C-34B9-06A8D239F4EB}"/>
                    </a:ext>
                  </a:extLst>
                </p:cNvPr>
                <p:cNvPicPr/>
                <p:nvPr/>
              </p:nvPicPr>
              <p:blipFill>
                <a:blip r:embed="rId39"/>
                <a:stretch>
                  <a:fillRect/>
                </a:stretch>
              </p:blipFill>
              <p:spPr>
                <a:xfrm>
                  <a:off x="3862905" y="1879575"/>
                  <a:ext cx="94680" cy="546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0E5BA7FC-1D4B-A194-6B2C-7CD5CF8834D8}"/>
                    </a:ext>
                  </a:extLst>
                </p14:cNvPr>
                <p14:cNvContentPartPr/>
                <p14:nvPr/>
              </p14:nvContentPartPr>
              <p14:xfrm>
                <a:off x="3961545" y="1747815"/>
                <a:ext cx="276480" cy="538200"/>
              </p14:xfrm>
            </p:contentPart>
          </mc:Choice>
          <mc:Fallback xmlns="">
            <p:pic>
              <p:nvPicPr>
                <p:cNvPr id="23" name="Ink 22">
                  <a:extLst>
                    <a:ext uri="{FF2B5EF4-FFF2-40B4-BE49-F238E27FC236}">
                      <a16:creationId xmlns:a16="http://schemas.microsoft.com/office/drawing/2014/main" id="{0E5BA7FC-1D4B-A194-6B2C-7CD5CF8834D8}"/>
                    </a:ext>
                  </a:extLst>
                </p:cNvPr>
                <p:cNvPicPr/>
                <p:nvPr/>
              </p:nvPicPr>
              <p:blipFill>
                <a:blip r:embed="rId41"/>
                <a:stretch>
                  <a:fillRect/>
                </a:stretch>
              </p:blipFill>
              <p:spPr>
                <a:xfrm>
                  <a:off x="3955425" y="1741695"/>
                  <a:ext cx="28872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3DB5CC13-9D29-BEB2-DA7C-A4FF0FD4DDEA}"/>
                    </a:ext>
                  </a:extLst>
                </p14:cNvPr>
                <p14:cNvContentPartPr/>
                <p14:nvPr/>
              </p14:nvContentPartPr>
              <p14:xfrm>
                <a:off x="3861825" y="1878495"/>
                <a:ext cx="68040" cy="864720"/>
              </p14:xfrm>
            </p:contentPart>
          </mc:Choice>
          <mc:Fallback xmlns="">
            <p:pic>
              <p:nvPicPr>
                <p:cNvPr id="25" name="Ink 24">
                  <a:extLst>
                    <a:ext uri="{FF2B5EF4-FFF2-40B4-BE49-F238E27FC236}">
                      <a16:creationId xmlns:a16="http://schemas.microsoft.com/office/drawing/2014/main" id="{3DB5CC13-9D29-BEB2-DA7C-A4FF0FD4DDEA}"/>
                    </a:ext>
                  </a:extLst>
                </p:cNvPr>
                <p:cNvPicPr/>
                <p:nvPr/>
              </p:nvPicPr>
              <p:blipFill>
                <a:blip r:embed="rId43"/>
                <a:stretch>
                  <a:fillRect/>
                </a:stretch>
              </p:blipFill>
              <p:spPr>
                <a:xfrm>
                  <a:off x="3855705" y="1872375"/>
                  <a:ext cx="80280" cy="876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E2A7EF19-0705-CB59-7237-7F0EFAB1C3F2}"/>
                    </a:ext>
                  </a:extLst>
                </p14:cNvPr>
                <p14:cNvContentPartPr/>
                <p14:nvPr/>
              </p14:nvContentPartPr>
              <p14:xfrm>
                <a:off x="3620985" y="1785975"/>
                <a:ext cx="612000" cy="618480"/>
              </p14:xfrm>
            </p:contentPart>
          </mc:Choice>
          <mc:Fallback xmlns="">
            <p:pic>
              <p:nvPicPr>
                <p:cNvPr id="26" name="Ink 25">
                  <a:extLst>
                    <a:ext uri="{FF2B5EF4-FFF2-40B4-BE49-F238E27FC236}">
                      <a16:creationId xmlns:a16="http://schemas.microsoft.com/office/drawing/2014/main" id="{E2A7EF19-0705-CB59-7237-7F0EFAB1C3F2}"/>
                    </a:ext>
                  </a:extLst>
                </p:cNvPr>
                <p:cNvPicPr/>
                <p:nvPr/>
              </p:nvPicPr>
              <p:blipFill>
                <a:blip r:embed="rId45"/>
                <a:stretch>
                  <a:fillRect/>
                </a:stretch>
              </p:blipFill>
              <p:spPr>
                <a:xfrm>
                  <a:off x="3614865" y="1779855"/>
                  <a:ext cx="62424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4325D012-DDDB-4AF1-5256-B31A9C7638EE}"/>
                    </a:ext>
                  </a:extLst>
                </p14:cNvPr>
                <p14:cNvContentPartPr/>
                <p14:nvPr/>
              </p14:nvContentPartPr>
              <p14:xfrm>
                <a:off x="546585" y="2448375"/>
                <a:ext cx="564480" cy="745200"/>
              </p14:xfrm>
            </p:contentPart>
          </mc:Choice>
          <mc:Fallback xmlns="">
            <p:pic>
              <p:nvPicPr>
                <p:cNvPr id="28" name="Ink 27">
                  <a:extLst>
                    <a:ext uri="{FF2B5EF4-FFF2-40B4-BE49-F238E27FC236}">
                      <a16:creationId xmlns:a16="http://schemas.microsoft.com/office/drawing/2014/main" id="{4325D012-DDDB-4AF1-5256-B31A9C7638EE}"/>
                    </a:ext>
                  </a:extLst>
                </p:cNvPr>
                <p:cNvPicPr/>
                <p:nvPr/>
              </p:nvPicPr>
              <p:blipFill>
                <a:blip r:embed="rId47"/>
                <a:stretch>
                  <a:fillRect/>
                </a:stretch>
              </p:blipFill>
              <p:spPr>
                <a:xfrm>
                  <a:off x="540465" y="2442255"/>
                  <a:ext cx="576720" cy="757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504BBEB9-F469-30AF-649F-C45A4DD38189}"/>
                    </a:ext>
                  </a:extLst>
                </p14:cNvPr>
                <p14:cNvContentPartPr/>
                <p14:nvPr/>
              </p14:nvContentPartPr>
              <p14:xfrm>
                <a:off x="878865" y="3335055"/>
                <a:ext cx="47160" cy="599040"/>
              </p14:xfrm>
            </p:contentPart>
          </mc:Choice>
          <mc:Fallback xmlns="">
            <p:pic>
              <p:nvPicPr>
                <p:cNvPr id="29" name="Ink 28">
                  <a:extLst>
                    <a:ext uri="{FF2B5EF4-FFF2-40B4-BE49-F238E27FC236}">
                      <a16:creationId xmlns:a16="http://schemas.microsoft.com/office/drawing/2014/main" id="{504BBEB9-F469-30AF-649F-C45A4DD38189}"/>
                    </a:ext>
                  </a:extLst>
                </p:cNvPr>
                <p:cNvPicPr/>
                <p:nvPr/>
              </p:nvPicPr>
              <p:blipFill>
                <a:blip r:embed="rId49"/>
                <a:stretch>
                  <a:fillRect/>
                </a:stretch>
              </p:blipFill>
              <p:spPr>
                <a:xfrm>
                  <a:off x="872745" y="3328935"/>
                  <a:ext cx="59400" cy="611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02050F31-0DCA-1F08-F4AD-D9815F635000}"/>
                    </a:ext>
                  </a:extLst>
                </p14:cNvPr>
                <p14:cNvContentPartPr/>
                <p14:nvPr/>
              </p14:nvContentPartPr>
              <p14:xfrm>
                <a:off x="722265" y="3177735"/>
                <a:ext cx="456120" cy="471600"/>
              </p14:xfrm>
            </p:contentPart>
          </mc:Choice>
          <mc:Fallback xmlns="">
            <p:pic>
              <p:nvPicPr>
                <p:cNvPr id="30" name="Ink 29">
                  <a:extLst>
                    <a:ext uri="{FF2B5EF4-FFF2-40B4-BE49-F238E27FC236}">
                      <a16:creationId xmlns:a16="http://schemas.microsoft.com/office/drawing/2014/main" id="{02050F31-0DCA-1F08-F4AD-D9815F635000}"/>
                    </a:ext>
                  </a:extLst>
                </p:cNvPr>
                <p:cNvPicPr/>
                <p:nvPr/>
              </p:nvPicPr>
              <p:blipFill>
                <a:blip r:embed="rId51"/>
                <a:stretch>
                  <a:fillRect/>
                </a:stretch>
              </p:blipFill>
              <p:spPr>
                <a:xfrm>
                  <a:off x="716145" y="3171615"/>
                  <a:ext cx="46836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A4F1030A-B6E3-4732-32D0-505A6DF6F57F}"/>
                    </a:ext>
                  </a:extLst>
                </p14:cNvPr>
                <p14:cNvContentPartPr/>
                <p14:nvPr/>
              </p14:nvContentPartPr>
              <p14:xfrm>
                <a:off x="932505" y="4061535"/>
                <a:ext cx="621000" cy="497520"/>
              </p14:xfrm>
            </p:contentPart>
          </mc:Choice>
          <mc:Fallback xmlns="">
            <p:pic>
              <p:nvPicPr>
                <p:cNvPr id="32" name="Ink 31">
                  <a:extLst>
                    <a:ext uri="{FF2B5EF4-FFF2-40B4-BE49-F238E27FC236}">
                      <a16:creationId xmlns:a16="http://schemas.microsoft.com/office/drawing/2014/main" id="{A4F1030A-B6E3-4732-32D0-505A6DF6F57F}"/>
                    </a:ext>
                  </a:extLst>
                </p:cNvPr>
                <p:cNvPicPr/>
                <p:nvPr/>
              </p:nvPicPr>
              <p:blipFill>
                <a:blip r:embed="rId53"/>
                <a:stretch>
                  <a:fillRect/>
                </a:stretch>
              </p:blipFill>
              <p:spPr>
                <a:xfrm>
                  <a:off x="926385" y="4055415"/>
                  <a:ext cx="633240" cy="509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7B0D664F-2FD7-FF83-6F90-B2A90EA11F5F}"/>
                    </a:ext>
                  </a:extLst>
                </p14:cNvPr>
                <p14:cNvContentPartPr/>
                <p14:nvPr/>
              </p14:nvContentPartPr>
              <p14:xfrm>
                <a:off x="1086585" y="4486335"/>
                <a:ext cx="133200" cy="731880"/>
              </p14:xfrm>
            </p:contentPart>
          </mc:Choice>
          <mc:Fallback xmlns="">
            <p:pic>
              <p:nvPicPr>
                <p:cNvPr id="33" name="Ink 32">
                  <a:extLst>
                    <a:ext uri="{FF2B5EF4-FFF2-40B4-BE49-F238E27FC236}">
                      <a16:creationId xmlns:a16="http://schemas.microsoft.com/office/drawing/2014/main" id="{7B0D664F-2FD7-FF83-6F90-B2A90EA11F5F}"/>
                    </a:ext>
                  </a:extLst>
                </p:cNvPr>
                <p:cNvPicPr/>
                <p:nvPr/>
              </p:nvPicPr>
              <p:blipFill>
                <a:blip r:embed="rId55"/>
                <a:stretch>
                  <a:fillRect/>
                </a:stretch>
              </p:blipFill>
              <p:spPr>
                <a:xfrm>
                  <a:off x="1080465" y="4480215"/>
                  <a:ext cx="14544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062C40AF-C242-9CF2-50FA-11D34FF9CBF8}"/>
                    </a:ext>
                  </a:extLst>
                </p14:cNvPr>
                <p14:cNvContentPartPr/>
                <p14:nvPr/>
              </p14:nvContentPartPr>
              <p14:xfrm>
                <a:off x="1373865" y="2163615"/>
                <a:ext cx="597240" cy="2411640"/>
              </p14:xfrm>
            </p:contentPart>
          </mc:Choice>
          <mc:Fallback xmlns="">
            <p:pic>
              <p:nvPicPr>
                <p:cNvPr id="35" name="Ink 34">
                  <a:extLst>
                    <a:ext uri="{FF2B5EF4-FFF2-40B4-BE49-F238E27FC236}">
                      <a16:creationId xmlns:a16="http://schemas.microsoft.com/office/drawing/2014/main" id="{062C40AF-C242-9CF2-50FA-11D34FF9CBF8}"/>
                    </a:ext>
                  </a:extLst>
                </p:cNvPr>
                <p:cNvPicPr/>
                <p:nvPr/>
              </p:nvPicPr>
              <p:blipFill>
                <a:blip r:embed="rId57"/>
                <a:stretch>
                  <a:fillRect/>
                </a:stretch>
              </p:blipFill>
              <p:spPr>
                <a:xfrm>
                  <a:off x="1367745" y="2157495"/>
                  <a:ext cx="609480" cy="2423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C67DD01E-6AB4-944A-AE48-C1C3E9E23A4F}"/>
                    </a:ext>
                  </a:extLst>
                </p14:cNvPr>
                <p14:cNvContentPartPr/>
                <p14:nvPr/>
              </p14:nvContentPartPr>
              <p14:xfrm>
                <a:off x="1198905" y="3350535"/>
                <a:ext cx="410760" cy="294120"/>
              </p14:xfrm>
            </p:contentPart>
          </mc:Choice>
          <mc:Fallback xmlns="">
            <p:pic>
              <p:nvPicPr>
                <p:cNvPr id="36" name="Ink 35">
                  <a:extLst>
                    <a:ext uri="{FF2B5EF4-FFF2-40B4-BE49-F238E27FC236}">
                      <a16:creationId xmlns:a16="http://schemas.microsoft.com/office/drawing/2014/main" id="{C67DD01E-6AB4-944A-AE48-C1C3E9E23A4F}"/>
                    </a:ext>
                  </a:extLst>
                </p:cNvPr>
                <p:cNvPicPr/>
                <p:nvPr/>
              </p:nvPicPr>
              <p:blipFill>
                <a:blip r:embed="rId59"/>
                <a:stretch>
                  <a:fillRect/>
                </a:stretch>
              </p:blipFill>
              <p:spPr>
                <a:xfrm>
                  <a:off x="1192785" y="3344415"/>
                  <a:ext cx="42300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5F7B2AC5-EE12-9FCE-A5A3-F337E345CEFC}"/>
                    </a:ext>
                  </a:extLst>
                </p14:cNvPr>
                <p14:cNvContentPartPr/>
                <p14:nvPr/>
              </p14:nvContentPartPr>
              <p14:xfrm>
                <a:off x="1660425" y="3399135"/>
                <a:ext cx="353520" cy="239400"/>
              </p14:xfrm>
            </p:contentPart>
          </mc:Choice>
          <mc:Fallback xmlns="">
            <p:pic>
              <p:nvPicPr>
                <p:cNvPr id="37" name="Ink 36">
                  <a:extLst>
                    <a:ext uri="{FF2B5EF4-FFF2-40B4-BE49-F238E27FC236}">
                      <a16:creationId xmlns:a16="http://schemas.microsoft.com/office/drawing/2014/main" id="{5F7B2AC5-EE12-9FCE-A5A3-F337E345CEFC}"/>
                    </a:ext>
                  </a:extLst>
                </p:cNvPr>
                <p:cNvPicPr/>
                <p:nvPr/>
              </p:nvPicPr>
              <p:blipFill>
                <a:blip r:embed="rId61"/>
                <a:stretch>
                  <a:fillRect/>
                </a:stretch>
              </p:blipFill>
              <p:spPr>
                <a:xfrm>
                  <a:off x="1654305" y="3393015"/>
                  <a:ext cx="3657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2ECD6E8-696B-C88C-8D8D-C2A21E4756E3}"/>
                    </a:ext>
                  </a:extLst>
                </p14:cNvPr>
                <p14:cNvContentPartPr/>
                <p14:nvPr/>
              </p14:nvContentPartPr>
              <p14:xfrm>
                <a:off x="2254425" y="1842495"/>
                <a:ext cx="542520" cy="1393200"/>
              </p14:xfrm>
            </p:contentPart>
          </mc:Choice>
          <mc:Fallback xmlns="">
            <p:pic>
              <p:nvPicPr>
                <p:cNvPr id="39" name="Ink 38">
                  <a:extLst>
                    <a:ext uri="{FF2B5EF4-FFF2-40B4-BE49-F238E27FC236}">
                      <a16:creationId xmlns:a16="http://schemas.microsoft.com/office/drawing/2014/main" id="{22ECD6E8-696B-C88C-8D8D-C2A21E4756E3}"/>
                    </a:ext>
                  </a:extLst>
                </p:cNvPr>
                <p:cNvPicPr/>
                <p:nvPr/>
              </p:nvPicPr>
              <p:blipFill>
                <a:blip r:embed="rId63"/>
                <a:stretch>
                  <a:fillRect/>
                </a:stretch>
              </p:blipFill>
              <p:spPr>
                <a:xfrm>
                  <a:off x="2248305" y="1836375"/>
                  <a:ext cx="554760" cy="1405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E4A89374-9BD7-4E3A-D816-9A157F36F929}"/>
                    </a:ext>
                  </a:extLst>
                </p14:cNvPr>
                <p14:cNvContentPartPr/>
                <p14:nvPr/>
              </p14:nvContentPartPr>
              <p14:xfrm>
                <a:off x="4380945" y="1755375"/>
                <a:ext cx="414000" cy="1290960"/>
              </p14:xfrm>
            </p:contentPart>
          </mc:Choice>
          <mc:Fallback xmlns="">
            <p:pic>
              <p:nvPicPr>
                <p:cNvPr id="40" name="Ink 39">
                  <a:extLst>
                    <a:ext uri="{FF2B5EF4-FFF2-40B4-BE49-F238E27FC236}">
                      <a16:creationId xmlns:a16="http://schemas.microsoft.com/office/drawing/2014/main" id="{E4A89374-9BD7-4E3A-D816-9A157F36F929}"/>
                    </a:ext>
                  </a:extLst>
                </p:cNvPr>
                <p:cNvPicPr/>
                <p:nvPr/>
              </p:nvPicPr>
              <p:blipFill>
                <a:blip r:embed="rId65"/>
                <a:stretch>
                  <a:fillRect/>
                </a:stretch>
              </p:blipFill>
              <p:spPr>
                <a:xfrm>
                  <a:off x="4374825" y="1749255"/>
                  <a:ext cx="426240" cy="1303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BBA23D23-15E8-E91D-458B-C3DE8C1A4138}"/>
                    </a:ext>
                  </a:extLst>
                </p14:cNvPr>
                <p14:cNvContentPartPr/>
                <p14:nvPr/>
              </p14:nvContentPartPr>
              <p14:xfrm>
                <a:off x="4301025" y="1566735"/>
                <a:ext cx="59760" cy="245880"/>
              </p14:xfrm>
            </p:contentPart>
          </mc:Choice>
          <mc:Fallback xmlns="">
            <p:pic>
              <p:nvPicPr>
                <p:cNvPr id="42" name="Ink 41">
                  <a:extLst>
                    <a:ext uri="{FF2B5EF4-FFF2-40B4-BE49-F238E27FC236}">
                      <a16:creationId xmlns:a16="http://schemas.microsoft.com/office/drawing/2014/main" id="{BBA23D23-15E8-E91D-458B-C3DE8C1A4138}"/>
                    </a:ext>
                  </a:extLst>
                </p:cNvPr>
                <p:cNvPicPr/>
                <p:nvPr/>
              </p:nvPicPr>
              <p:blipFill>
                <a:blip r:embed="rId67"/>
                <a:stretch>
                  <a:fillRect/>
                </a:stretch>
              </p:blipFill>
              <p:spPr>
                <a:xfrm>
                  <a:off x="4294905" y="1560615"/>
                  <a:ext cx="720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2B9819D-7316-AFF7-5349-9B31F5958117}"/>
                    </a:ext>
                  </a:extLst>
                </p14:cNvPr>
                <p14:cNvContentPartPr/>
                <p14:nvPr/>
              </p14:nvContentPartPr>
              <p14:xfrm>
                <a:off x="5103465" y="2188095"/>
                <a:ext cx="319320" cy="80640"/>
              </p14:xfrm>
            </p:contentPart>
          </mc:Choice>
          <mc:Fallback xmlns="">
            <p:pic>
              <p:nvPicPr>
                <p:cNvPr id="43" name="Ink 42">
                  <a:extLst>
                    <a:ext uri="{FF2B5EF4-FFF2-40B4-BE49-F238E27FC236}">
                      <a16:creationId xmlns:a16="http://schemas.microsoft.com/office/drawing/2014/main" id="{52B9819D-7316-AFF7-5349-9B31F5958117}"/>
                    </a:ext>
                  </a:extLst>
                </p:cNvPr>
                <p:cNvPicPr/>
                <p:nvPr/>
              </p:nvPicPr>
              <p:blipFill>
                <a:blip r:embed="rId69"/>
                <a:stretch>
                  <a:fillRect/>
                </a:stretch>
              </p:blipFill>
              <p:spPr>
                <a:xfrm>
                  <a:off x="5097345" y="2181975"/>
                  <a:ext cx="3315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7B31D5B4-0BCA-78F0-1BA4-E4ADD85BEA74}"/>
                    </a:ext>
                  </a:extLst>
                </p14:cNvPr>
                <p14:cNvContentPartPr/>
                <p14:nvPr/>
              </p14:nvContentPartPr>
              <p14:xfrm>
                <a:off x="5289585" y="2461695"/>
                <a:ext cx="288360" cy="51840"/>
              </p14:xfrm>
            </p:contentPart>
          </mc:Choice>
          <mc:Fallback xmlns="">
            <p:pic>
              <p:nvPicPr>
                <p:cNvPr id="44" name="Ink 43">
                  <a:extLst>
                    <a:ext uri="{FF2B5EF4-FFF2-40B4-BE49-F238E27FC236}">
                      <a16:creationId xmlns:a16="http://schemas.microsoft.com/office/drawing/2014/main" id="{7B31D5B4-0BCA-78F0-1BA4-E4ADD85BEA74}"/>
                    </a:ext>
                  </a:extLst>
                </p:cNvPr>
                <p:cNvPicPr/>
                <p:nvPr/>
              </p:nvPicPr>
              <p:blipFill>
                <a:blip r:embed="rId71"/>
                <a:stretch>
                  <a:fillRect/>
                </a:stretch>
              </p:blipFill>
              <p:spPr>
                <a:xfrm>
                  <a:off x="5283465" y="2455575"/>
                  <a:ext cx="3006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208DCA12-14D9-EAA9-E144-855680615936}"/>
                    </a:ext>
                  </a:extLst>
                </p14:cNvPr>
                <p14:cNvContentPartPr/>
                <p14:nvPr/>
              </p14:nvContentPartPr>
              <p14:xfrm>
                <a:off x="4292385" y="1514535"/>
                <a:ext cx="284040" cy="342720"/>
              </p14:xfrm>
            </p:contentPart>
          </mc:Choice>
          <mc:Fallback xmlns="">
            <p:pic>
              <p:nvPicPr>
                <p:cNvPr id="46" name="Ink 45">
                  <a:extLst>
                    <a:ext uri="{FF2B5EF4-FFF2-40B4-BE49-F238E27FC236}">
                      <a16:creationId xmlns:a16="http://schemas.microsoft.com/office/drawing/2014/main" id="{208DCA12-14D9-EAA9-E144-855680615936}"/>
                    </a:ext>
                  </a:extLst>
                </p:cNvPr>
                <p:cNvPicPr/>
                <p:nvPr/>
              </p:nvPicPr>
              <p:blipFill>
                <a:blip r:embed="rId73"/>
                <a:stretch>
                  <a:fillRect/>
                </a:stretch>
              </p:blipFill>
              <p:spPr>
                <a:xfrm>
                  <a:off x="4286265" y="1508415"/>
                  <a:ext cx="29628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07982948-9232-B91A-EDDD-3B596DC88032}"/>
                    </a:ext>
                  </a:extLst>
                </p14:cNvPr>
                <p14:cNvContentPartPr/>
                <p14:nvPr/>
              </p14:nvContentPartPr>
              <p14:xfrm>
                <a:off x="1331385" y="1511295"/>
                <a:ext cx="4308480" cy="90720"/>
              </p14:xfrm>
            </p:contentPart>
          </mc:Choice>
          <mc:Fallback xmlns="">
            <p:pic>
              <p:nvPicPr>
                <p:cNvPr id="47" name="Ink 46">
                  <a:extLst>
                    <a:ext uri="{FF2B5EF4-FFF2-40B4-BE49-F238E27FC236}">
                      <a16:creationId xmlns:a16="http://schemas.microsoft.com/office/drawing/2014/main" id="{07982948-9232-B91A-EDDD-3B596DC88032}"/>
                    </a:ext>
                  </a:extLst>
                </p:cNvPr>
                <p:cNvPicPr/>
                <p:nvPr/>
              </p:nvPicPr>
              <p:blipFill>
                <a:blip r:embed="rId75"/>
                <a:stretch>
                  <a:fillRect/>
                </a:stretch>
              </p:blipFill>
              <p:spPr>
                <a:xfrm>
                  <a:off x="1325265" y="1505175"/>
                  <a:ext cx="4320720" cy="10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0709D867-05A2-AF16-4D24-39D46F99CAD3}"/>
                  </a:ext>
                </a:extLst>
              </p14:cNvPr>
              <p14:cNvContentPartPr/>
              <p14:nvPr/>
            </p14:nvContentPartPr>
            <p14:xfrm>
              <a:off x="6827865" y="1688415"/>
              <a:ext cx="93960" cy="552960"/>
            </p14:xfrm>
          </p:contentPart>
        </mc:Choice>
        <mc:Fallback xmlns="">
          <p:pic>
            <p:nvPicPr>
              <p:cNvPr id="49" name="Ink 48">
                <a:extLst>
                  <a:ext uri="{FF2B5EF4-FFF2-40B4-BE49-F238E27FC236}">
                    <a16:creationId xmlns:a16="http://schemas.microsoft.com/office/drawing/2014/main" id="{0709D867-05A2-AF16-4D24-39D46F99CAD3}"/>
                  </a:ext>
                </a:extLst>
              </p:cNvPr>
              <p:cNvPicPr/>
              <p:nvPr/>
            </p:nvPicPr>
            <p:blipFill>
              <a:blip r:embed="rId77"/>
              <a:stretch>
                <a:fillRect/>
              </a:stretch>
            </p:blipFill>
            <p:spPr>
              <a:xfrm>
                <a:off x="6821745" y="1682295"/>
                <a:ext cx="106200" cy="565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C18E36D2-229D-8488-3186-F1560BDB5C3D}"/>
                  </a:ext>
                </a:extLst>
              </p14:cNvPr>
              <p14:cNvContentPartPr/>
              <p14:nvPr/>
            </p14:nvContentPartPr>
            <p14:xfrm>
              <a:off x="6896625" y="1478535"/>
              <a:ext cx="375120" cy="394200"/>
            </p14:xfrm>
          </p:contentPart>
        </mc:Choice>
        <mc:Fallback xmlns="">
          <p:pic>
            <p:nvPicPr>
              <p:cNvPr id="50" name="Ink 49">
                <a:extLst>
                  <a:ext uri="{FF2B5EF4-FFF2-40B4-BE49-F238E27FC236}">
                    <a16:creationId xmlns:a16="http://schemas.microsoft.com/office/drawing/2014/main" id="{C18E36D2-229D-8488-3186-F1560BDB5C3D}"/>
                  </a:ext>
                </a:extLst>
              </p:cNvPr>
              <p:cNvPicPr/>
              <p:nvPr/>
            </p:nvPicPr>
            <p:blipFill>
              <a:blip r:embed="rId79"/>
              <a:stretch>
                <a:fillRect/>
              </a:stretch>
            </p:blipFill>
            <p:spPr>
              <a:xfrm>
                <a:off x="6890505" y="1472415"/>
                <a:ext cx="38736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4D8F2130-1CBF-B7E3-0AE5-661C80EAF65B}"/>
                  </a:ext>
                </a:extLst>
              </p14:cNvPr>
              <p14:cNvContentPartPr/>
              <p14:nvPr/>
            </p14:nvContentPartPr>
            <p14:xfrm>
              <a:off x="7309905" y="1865175"/>
              <a:ext cx="221400" cy="321120"/>
            </p14:xfrm>
          </p:contentPart>
        </mc:Choice>
        <mc:Fallback xmlns="">
          <p:pic>
            <p:nvPicPr>
              <p:cNvPr id="51" name="Ink 50">
                <a:extLst>
                  <a:ext uri="{FF2B5EF4-FFF2-40B4-BE49-F238E27FC236}">
                    <a16:creationId xmlns:a16="http://schemas.microsoft.com/office/drawing/2014/main" id="{4D8F2130-1CBF-B7E3-0AE5-661C80EAF65B}"/>
                  </a:ext>
                </a:extLst>
              </p:cNvPr>
              <p:cNvPicPr/>
              <p:nvPr/>
            </p:nvPicPr>
            <p:blipFill>
              <a:blip r:embed="rId81"/>
              <a:stretch>
                <a:fillRect/>
              </a:stretch>
            </p:blipFill>
            <p:spPr>
              <a:xfrm>
                <a:off x="7303785" y="1859055"/>
                <a:ext cx="23364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EBEC0710-9828-FF04-B489-9D9E20913108}"/>
                  </a:ext>
                </a:extLst>
              </p14:cNvPr>
              <p14:cNvContentPartPr/>
              <p14:nvPr/>
            </p14:nvContentPartPr>
            <p14:xfrm>
              <a:off x="7612305" y="1906575"/>
              <a:ext cx="478080" cy="212760"/>
            </p14:xfrm>
          </p:contentPart>
        </mc:Choice>
        <mc:Fallback xmlns="">
          <p:pic>
            <p:nvPicPr>
              <p:cNvPr id="52" name="Ink 51">
                <a:extLst>
                  <a:ext uri="{FF2B5EF4-FFF2-40B4-BE49-F238E27FC236}">
                    <a16:creationId xmlns:a16="http://schemas.microsoft.com/office/drawing/2014/main" id="{EBEC0710-9828-FF04-B489-9D9E20913108}"/>
                  </a:ext>
                </a:extLst>
              </p:cNvPr>
              <p:cNvPicPr/>
              <p:nvPr/>
            </p:nvPicPr>
            <p:blipFill>
              <a:blip r:embed="rId83"/>
              <a:stretch>
                <a:fillRect/>
              </a:stretch>
            </p:blipFill>
            <p:spPr>
              <a:xfrm>
                <a:off x="7606185" y="1900455"/>
                <a:ext cx="4903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E665E2C4-3865-80FE-DF71-CE2DB2E159A3}"/>
                  </a:ext>
                </a:extLst>
              </p14:cNvPr>
              <p14:cNvContentPartPr/>
              <p14:nvPr/>
            </p14:nvContentPartPr>
            <p14:xfrm>
              <a:off x="8117385" y="1602735"/>
              <a:ext cx="19800" cy="18000"/>
            </p14:xfrm>
          </p:contentPart>
        </mc:Choice>
        <mc:Fallback xmlns="">
          <p:pic>
            <p:nvPicPr>
              <p:cNvPr id="53" name="Ink 52">
                <a:extLst>
                  <a:ext uri="{FF2B5EF4-FFF2-40B4-BE49-F238E27FC236}">
                    <a16:creationId xmlns:a16="http://schemas.microsoft.com/office/drawing/2014/main" id="{E665E2C4-3865-80FE-DF71-CE2DB2E159A3}"/>
                  </a:ext>
                </a:extLst>
              </p:cNvPr>
              <p:cNvPicPr/>
              <p:nvPr/>
            </p:nvPicPr>
            <p:blipFill>
              <a:blip r:embed="rId85"/>
              <a:stretch>
                <a:fillRect/>
              </a:stretch>
            </p:blipFill>
            <p:spPr>
              <a:xfrm>
                <a:off x="8111265" y="1596615"/>
                <a:ext cx="320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DC1145E9-C787-1BB2-9105-881661F5D2D5}"/>
                  </a:ext>
                </a:extLst>
              </p14:cNvPr>
              <p14:cNvContentPartPr/>
              <p14:nvPr/>
            </p14:nvContentPartPr>
            <p14:xfrm>
              <a:off x="7659105" y="1918455"/>
              <a:ext cx="153720" cy="155520"/>
            </p14:xfrm>
          </p:contentPart>
        </mc:Choice>
        <mc:Fallback xmlns="">
          <p:pic>
            <p:nvPicPr>
              <p:cNvPr id="54" name="Ink 53">
                <a:extLst>
                  <a:ext uri="{FF2B5EF4-FFF2-40B4-BE49-F238E27FC236}">
                    <a16:creationId xmlns:a16="http://schemas.microsoft.com/office/drawing/2014/main" id="{DC1145E9-C787-1BB2-9105-881661F5D2D5}"/>
                  </a:ext>
                </a:extLst>
              </p:cNvPr>
              <p:cNvPicPr/>
              <p:nvPr/>
            </p:nvPicPr>
            <p:blipFill>
              <a:blip r:embed="rId87"/>
              <a:stretch>
                <a:fillRect/>
              </a:stretch>
            </p:blipFill>
            <p:spPr>
              <a:xfrm>
                <a:off x="7652985" y="1912335"/>
                <a:ext cx="1659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2A6AB027-65EE-0C54-AA40-C507770E02E2}"/>
                  </a:ext>
                </a:extLst>
              </p14:cNvPr>
              <p14:cNvContentPartPr/>
              <p14:nvPr/>
            </p14:nvContentPartPr>
            <p14:xfrm>
              <a:off x="7764225" y="1839615"/>
              <a:ext cx="420840" cy="386280"/>
            </p14:xfrm>
          </p:contentPart>
        </mc:Choice>
        <mc:Fallback xmlns="">
          <p:pic>
            <p:nvPicPr>
              <p:cNvPr id="55" name="Ink 54">
                <a:extLst>
                  <a:ext uri="{FF2B5EF4-FFF2-40B4-BE49-F238E27FC236}">
                    <a16:creationId xmlns:a16="http://schemas.microsoft.com/office/drawing/2014/main" id="{2A6AB027-65EE-0C54-AA40-C507770E02E2}"/>
                  </a:ext>
                </a:extLst>
              </p:cNvPr>
              <p:cNvPicPr/>
              <p:nvPr/>
            </p:nvPicPr>
            <p:blipFill>
              <a:blip r:embed="rId89"/>
              <a:stretch>
                <a:fillRect/>
              </a:stretch>
            </p:blipFill>
            <p:spPr>
              <a:xfrm>
                <a:off x="7758105" y="1833495"/>
                <a:ext cx="4330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35EB678B-BFF2-7354-6146-123C18A529AB}"/>
                  </a:ext>
                </a:extLst>
              </p14:cNvPr>
              <p14:cNvContentPartPr/>
              <p14:nvPr/>
            </p14:nvContentPartPr>
            <p14:xfrm>
              <a:off x="8312865" y="1722255"/>
              <a:ext cx="20880" cy="5400"/>
            </p14:xfrm>
          </p:contentPart>
        </mc:Choice>
        <mc:Fallback xmlns="">
          <p:pic>
            <p:nvPicPr>
              <p:cNvPr id="56" name="Ink 55">
                <a:extLst>
                  <a:ext uri="{FF2B5EF4-FFF2-40B4-BE49-F238E27FC236}">
                    <a16:creationId xmlns:a16="http://schemas.microsoft.com/office/drawing/2014/main" id="{35EB678B-BFF2-7354-6146-123C18A529AB}"/>
                  </a:ext>
                </a:extLst>
              </p:cNvPr>
              <p:cNvPicPr/>
              <p:nvPr/>
            </p:nvPicPr>
            <p:blipFill>
              <a:blip r:embed="rId91"/>
              <a:stretch>
                <a:fillRect/>
              </a:stretch>
            </p:blipFill>
            <p:spPr>
              <a:xfrm>
                <a:off x="8306745" y="1716135"/>
                <a:ext cx="33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01B7D37F-2AC4-B893-81EF-701DE9EEC404}"/>
                  </a:ext>
                </a:extLst>
              </p14:cNvPr>
              <p14:cNvContentPartPr/>
              <p14:nvPr/>
            </p14:nvContentPartPr>
            <p14:xfrm>
              <a:off x="8349585" y="1881015"/>
              <a:ext cx="333720" cy="224280"/>
            </p14:xfrm>
          </p:contentPart>
        </mc:Choice>
        <mc:Fallback xmlns="">
          <p:pic>
            <p:nvPicPr>
              <p:cNvPr id="57" name="Ink 56">
                <a:extLst>
                  <a:ext uri="{FF2B5EF4-FFF2-40B4-BE49-F238E27FC236}">
                    <a16:creationId xmlns:a16="http://schemas.microsoft.com/office/drawing/2014/main" id="{01B7D37F-2AC4-B893-81EF-701DE9EEC404}"/>
                  </a:ext>
                </a:extLst>
              </p:cNvPr>
              <p:cNvPicPr/>
              <p:nvPr/>
            </p:nvPicPr>
            <p:blipFill>
              <a:blip r:embed="rId93"/>
              <a:stretch>
                <a:fillRect/>
              </a:stretch>
            </p:blipFill>
            <p:spPr>
              <a:xfrm>
                <a:off x="8343465" y="1874895"/>
                <a:ext cx="3459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9776E412-A746-B9AC-24C1-97679B75B857}"/>
                  </a:ext>
                </a:extLst>
              </p14:cNvPr>
              <p14:cNvContentPartPr/>
              <p14:nvPr/>
            </p14:nvContentPartPr>
            <p14:xfrm>
              <a:off x="8824785" y="1608135"/>
              <a:ext cx="46080" cy="28080"/>
            </p14:xfrm>
          </p:contentPart>
        </mc:Choice>
        <mc:Fallback xmlns="">
          <p:pic>
            <p:nvPicPr>
              <p:cNvPr id="58" name="Ink 57">
                <a:extLst>
                  <a:ext uri="{FF2B5EF4-FFF2-40B4-BE49-F238E27FC236}">
                    <a16:creationId xmlns:a16="http://schemas.microsoft.com/office/drawing/2014/main" id="{9776E412-A746-B9AC-24C1-97679B75B857}"/>
                  </a:ext>
                </a:extLst>
              </p:cNvPr>
              <p:cNvPicPr/>
              <p:nvPr/>
            </p:nvPicPr>
            <p:blipFill>
              <a:blip r:embed="rId95"/>
              <a:stretch>
                <a:fillRect/>
              </a:stretch>
            </p:blipFill>
            <p:spPr>
              <a:xfrm>
                <a:off x="8818665" y="1602015"/>
                <a:ext cx="583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D2C691B9-7C74-3282-E6BF-80356BE4A4B9}"/>
                  </a:ext>
                </a:extLst>
              </p14:cNvPr>
              <p14:cNvContentPartPr/>
              <p14:nvPr/>
            </p14:nvContentPartPr>
            <p14:xfrm>
              <a:off x="8864745" y="1798215"/>
              <a:ext cx="148320" cy="294840"/>
            </p14:xfrm>
          </p:contentPart>
        </mc:Choice>
        <mc:Fallback xmlns="">
          <p:pic>
            <p:nvPicPr>
              <p:cNvPr id="59" name="Ink 58">
                <a:extLst>
                  <a:ext uri="{FF2B5EF4-FFF2-40B4-BE49-F238E27FC236}">
                    <a16:creationId xmlns:a16="http://schemas.microsoft.com/office/drawing/2014/main" id="{D2C691B9-7C74-3282-E6BF-80356BE4A4B9}"/>
                  </a:ext>
                </a:extLst>
              </p:cNvPr>
              <p:cNvPicPr/>
              <p:nvPr/>
            </p:nvPicPr>
            <p:blipFill>
              <a:blip r:embed="rId97"/>
              <a:stretch>
                <a:fillRect/>
              </a:stretch>
            </p:blipFill>
            <p:spPr>
              <a:xfrm>
                <a:off x="8858625" y="1792095"/>
                <a:ext cx="16056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F1AD22F3-2871-EB1F-077A-8E1381E6B7FA}"/>
                  </a:ext>
                </a:extLst>
              </p14:cNvPr>
              <p14:cNvContentPartPr/>
              <p14:nvPr/>
            </p14:nvContentPartPr>
            <p14:xfrm>
              <a:off x="9218265" y="1762215"/>
              <a:ext cx="244800" cy="385200"/>
            </p14:xfrm>
          </p:contentPart>
        </mc:Choice>
        <mc:Fallback xmlns="">
          <p:pic>
            <p:nvPicPr>
              <p:cNvPr id="60" name="Ink 59">
                <a:extLst>
                  <a:ext uri="{FF2B5EF4-FFF2-40B4-BE49-F238E27FC236}">
                    <a16:creationId xmlns:a16="http://schemas.microsoft.com/office/drawing/2014/main" id="{F1AD22F3-2871-EB1F-077A-8E1381E6B7FA}"/>
                  </a:ext>
                </a:extLst>
              </p:cNvPr>
              <p:cNvPicPr/>
              <p:nvPr/>
            </p:nvPicPr>
            <p:blipFill>
              <a:blip r:embed="rId99"/>
              <a:stretch>
                <a:fillRect/>
              </a:stretch>
            </p:blipFill>
            <p:spPr>
              <a:xfrm>
                <a:off x="9212145" y="1756095"/>
                <a:ext cx="25704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DA1915F7-62F3-C766-8DD3-2A1B09C81221}"/>
                  </a:ext>
                </a:extLst>
              </p14:cNvPr>
              <p14:cNvContentPartPr/>
              <p14:nvPr/>
            </p14:nvContentPartPr>
            <p14:xfrm>
              <a:off x="9918825" y="1619295"/>
              <a:ext cx="221040" cy="306000"/>
            </p14:xfrm>
          </p:contentPart>
        </mc:Choice>
        <mc:Fallback xmlns="">
          <p:pic>
            <p:nvPicPr>
              <p:cNvPr id="61" name="Ink 60">
                <a:extLst>
                  <a:ext uri="{FF2B5EF4-FFF2-40B4-BE49-F238E27FC236}">
                    <a16:creationId xmlns:a16="http://schemas.microsoft.com/office/drawing/2014/main" id="{DA1915F7-62F3-C766-8DD3-2A1B09C81221}"/>
                  </a:ext>
                </a:extLst>
              </p:cNvPr>
              <p:cNvPicPr/>
              <p:nvPr/>
            </p:nvPicPr>
            <p:blipFill>
              <a:blip r:embed="rId101"/>
              <a:stretch>
                <a:fillRect/>
              </a:stretch>
            </p:blipFill>
            <p:spPr>
              <a:xfrm>
                <a:off x="9912705" y="1613175"/>
                <a:ext cx="23328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B73DD841-A270-DE9C-B531-3B85878F59F8}"/>
                  </a:ext>
                </a:extLst>
              </p14:cNvPr>
              <p14:cNvContentPartPr/>
              <p14:nvPr/>
            </p14:nvContentPartPr>
            <p14:xfrm>
              <a:off x="9942945" y="1543335"/>
              <a:ext cx="241560" cy="288360"/>
            </p14:xfrm>
          </p:contentPart>
        </mc:Choice>
        <mc:Fallback xmlns="">
          <p:pic>
            <p:nvPicPr>
              <p:cNvPr id="62" name="Ink 61">
                <a:extLst>
                  <a:ext uri="{FF2B5EF4-FFF2-40B4-BE49-F238E27FC236}">
                    <a16:creationId xmlns:a16="http://schemas.microsoft.com/office/drawing/2014/main" id="{B73DD841-A270-DE9C-B531-3B85878F59F8}"/>
                  </a:ext>
                </a:extLst>
              </p:cNvPr>
              <p:cNvPicPr/>
              <p:nvPr/>
            </p:nvPicPr>
            <p:blipFill>
              <a:blip r:embed="rId103"/>
              <a:stretch>
                <a:fillRect/>
              </a:stretch>
            </p:blipFill>
            <p:spPr>
              <a:xfrm>
                <a:off x="9936825" y="1537215"/>
                <a:ext cx="2538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83A002CF-CBBF-7BA0-7633-8DD348CC6E91}"/>
                  </a:ext>
                </a:extLst>
              </p14:cNvPr>
              <p14:cNvContentPartPr/>
              <p14:nvPr/>
            </p14:nvContentPartPr>
            <p14:xfrm>
              <a:off x="9963105" y="1559535"/>
              <a:ext cx="28440" cy="373680"/>
            </p14:xfrm>
          </p:contentPart>
        </mc:Choice>
        <mc:Fallback xmlns="">
          <p:pic>
            <p:nvPicPr>
              <p:cNvPr id="65" name="Ink 64">
                <a:extLst>
                  <a:ext uri="{FF2B5EF4-FFF2-40B4-BE49-F238E27FC236}">
                    <a16:creationId xmlns:a16="http://schemas.microsoft.com/office/drawing/2014/main" id="{83A002CF-CBBF-7BA0-7633-8DD348CC6E91}"/>
                  </a:ext>
                </a:extLst>
              </p:cNvPr>
              <p:cNvPicPr/>
              <p:nvPr/>
            </p:nvPicPr>
            <p:blipFill>
              <a:blip r:embed="rId105"/>
              <a:stretch>
                <a:fillRect/>
              </a:stretch>
            </p:blipFill>
            <p:spPr>
              <a:xfrm>
                <a:off x="9956985" y="1553415"/>
                <a:ext cx="4068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D264DDD8-3A21-D94C-CD2F-EED08A579DAC}"/>
                  </a:ext>
                </a:extLst>
              </p14:cNvPr>
              <p14:cNvContentPartPr/>
              <p14:nvPr/>
            </p14:nvContentPartPr>
            <p14:xfrm>
              <a:off x="10404465" y="1400415"/>
              <a:ext cx="312120" cy="479520"/>
            </p14:xfrm>
          </p:contentPart>
        </mc:Choice>
        <mc:Fallback xmlns="">
          <p:pic>
            <p:nvPicPr>
              <p:cNvPr id="66" name="Ink 65">
                <a:extLst>
                  <a:ext uri="{FF2B5EF4-FFF2-40B4-BE49-F238E27FC236}">
                    <a16:creationId xmlns:a16="http://schemas.microsoft.com/office/drawing/2014/main" id="{D264DDD8-3A21-D94C-CD2F-EED08A579DAC}"/>
                  </a:ext>
                </a:extLst>
              </p:cNvPr>
              <p:cNvPicPr/>
              <p:nvPr/>
            </p:nvPicPr>
            <p:blipFill>
              <a:blip r:embed="rId107"/>
              <a:stretch>
                <a:fillRect/>
              </a:stretch>
            </p:blipFill>
            <p:spPr>
              <a:xfrm>
                <a:off x="10398345" y="1394295"/>
                <a:ext cx="32436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DC533427-6DB6-77B5-A2D0-E60863DFF68F}"/>
                  </a:ext>
                </a:extLst>
              </p14:cNvPr>
              <p14:cNvContentPartPr/>
              <p14:nvPr/>
            </p14:nvContentPartPr>
            <p14:xfrm>
              <a:off x="10846545" y="1628295"/>
              <a:ext cx="605160" cy="268200"/>
            </p14:xfrm>
          </p:contentPart>
        </mc:Choice>
        <mc:Fallback xmlns="">
          <p:pic>
            <p:nvPicPr>
              <p:cNvPr id="67" name="Ink 66">
                <a:extLst>
                  <a:ext uri="{FF2B5EF4-FFF2-40B4-BE49-F238E27FC236}">
                    <a16:creationId xmlns:a16="http://schemas.microsoft.com/office/drawing/2014/main" id="{DC533427-6DB6-77B5-A2D0-E60863DFF68F}"/>
                  </a:ext>
                </a:extLst>
              </p:cNvPr>
              <p:cNvPicPr/>
              <p:nvPr/>
            </p:nvPicPr>
            <p:blipFill>
              <a:blip r:embed="rId109"/>
              <a:stretch>
                <a:fillRect/>
              </a:stretch>
            </p:blipFill>
            <p:spPr>
              <a:xfrm>
                <a:off x="10840425" y="1622175"/>
                <a:ext cx="61740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149ABAD6-1EE2-2CCA-0C46-07E2A83D404C}"/>
                  </a:ext>
                </a:extLst>
              </p14:cNvPr>
              <p14:cNvContentPartPr/>
              <p14:nvPr/>
            </p14:nvContentPartPr>
            <p14:xfrm>
              <a:off x="6304425" y="2312655"/>
              <a:ext cx="5536080" cy="447120"/>
            </p14:xfrm>
          </p:contentPart>
        </mc:Choice>
        <mc:Fallback xmlns="">
          <p:pic>
            <p:nvPicPr>
              <p:cNvPr id="68" name="Ink 67">
                <a:extLst>
                  <a:ext uri="{FF2B5EF4-FFF2-40B4-BE49-F238E27FC236}">
                    <a16:creationId xmlns:a16="http://schemas.microsoft.com/office/drawing/2014/main" id="{149ABAD6-1EE2-2CCA-0C46-07E2A83D404C}"/>
                  </a:ext>
                </a:extLst>
              </p:cNvPr>
              <p:cNvPicPr/>
              <p:nvPr/>
            </p:nvPicPr>
            <p:blipFill>
              <a:blip r:embed="rId111"/>
              <a:stretch>
                <a:fillRect/>
              </a:stretch>
            </p:blipFill>
            <p:spPr>
              <a:xfrm>
                <a:off x="6298305" y="2306535"/>
                <a:ext cx="554832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5E7E5FA2-F8ED-60C7-58A2-F8E085A4ECE6}"/>
                  </a:ext>
                </a:extLst>
              </p14:cNvPr>
              <p14:cNvContentPartPr/>
              <p14:nvPr/>
            </p14:nvContentPartPr>
            <p14:xfrm>
              <a:off x="6917145" y="3015375"/>
              <a:ext cx="92160" cy="648360"/>
            </p14:xfrm>
          </p:contentPart>
        </mc:Choice>
        <mc:Fallback xmlns="">
          <p:pic>
            <p:nvPicPr>
              <p:cNvPr id="70" name="Ink 69">
                <a:extLst>
                  <a:ext uri="{FF2B5EF4-FFF2-40B4-BE49-F238E27FC236}">
                    <a16:creationId xmlns:a16="http://schemas.microsoft.com/office/drawing/2014/main" id="{5E7E5FA2-F8ED-60C7-58A2-F8E085A4ECE6}"/>
                  </a:ext>
                </a:extLst>
              </p:cNvPr>
              <p:cNvPicPr/>
              <p:nvPr/>
            </p:nvPicPr>
            <p:blipFill>
              <a:blip r:embed="rId113"/>
              <a:stretch>
                <a:fillRect/>
              </a:stretch>
            </p:blipFill>
            <p:spPr>
              <a:xfrm>
                <a:off x="6911025" y="3009255"/>
                <a:ext cx="10440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45D9786C-16E4-E45E-BEF3-2523B3641D34}"/>
                  </a:ext>
                </a:extLst>
              </p14:cNvPr>
              <p14:cNvContentPartPr/>
              <p14:nvPr/>
            </p14:nvContentPartPr>
            <p14:xfrm>
              <a:off x="7040625" y="2931855"/>
              <a:ext cx="279360" cy="346320"/>
            </p14:xfrm>
          </p:contentPart>
        </mc:Choice>
        <mc:Fallback xmlns="">
          <p:pic>
            <p:nvPicPr>
              <p:cNvPr id="71" name="Ink 70">
                <a:extLst>
                  <a:ext uri="{FF2B5EF4-FFF2-40B4-BE49-F238E27FC236}">
                    <a16:creationId xmlns:a16="http://schemas.microsoft.com/office/drawing/2014/main" id="{45D9786C-16E4-E45E-BEF3-2523B3641D34}"/>
                  </a:ext>
                </a:extLst>
              </p:cNvPr>
              <p:cNvPicPr/>
              <p:nvPr/>
            </p:nvPicPr>
            <p:blipFill>
              <a:blip r:embed="rId115"/>
              <a:stretch>
                <a:fillRect/>
              </a:stretch>
            </p:blipFill>
            <p:spPr>
              <a:xfrm>
                <a:off x="7034505" y="2925735"/>
                <a:ext cx="29160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B1DF519E-F1D2-68A6-02F6-9C0A042FC1CC}"/>
                  </a:ext>
                </a:extLst>
              </p14:cNvPr>
              <p14:cNvContentPartPr/>
              <p14:nvPr/>
            </p14:nvContentPartPr>
            <p14:xfrm>
              <a:off x="7241865" y="3147855"/>
              <a:ext cx="433440" cy="213120"/>
            </p14:xfrm>
          </p:contentPart>
        </mc:Choice>
        <mc:Fallback xmlns="">
          <p:pic>
            <p:nvPicPr>
              <p:cNvPr id="72" name="Ink 71">
                <a:extLst>
                  <a:ext uri="{FF2B5EF4-FFF2-40B4-BE49-F238E27FC236}">
                    <a16:creationId xmlns:a16="http://schemas.microsoft.com/office/drawing/2014/main" id="{B1DF519E-F1D2-68A6-02F6-9C0A042FC1CC}"/>
                  </a:ext>
                </a:extLst>
              </p:cNvPr>
              <p:cNvPicPr/>
              <p:nvPr/>
            </p:nvPicPr>
            <p:blipFill>
              <a:blip r:embed="rId117"/>
              <a:stretch>
                <a:fillRect/>
              </a:stretch>
            </p:blipFill>
            <p:spPr>
              <a:xfrm>
                <a:off x="7235745" y="3141735"/>
                <a:ext cx="4456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F47F7491-2EAB-4E03-FFF9-D2E7FC25DAEF}"/>
                  </a:ext>
                </a:extLst>
              </p14:cNvPr>
              <p14:cNvContentPartPr/>
              <p14:nvPr/>
            </p14:nvContentPartPr>
            <p14:xfrm>
              <a:off x="7770345" y="3136695"/>
              <a:ext cx="630720" cy="209880"/>
            </p14:xfrm>
          </p:contentPart>
        </mc:Choice>
        <mc:Fallback xmlns="">
          <p:pic>
            <p:nvPicPr>
              <p:cNvPr id="73" name="Ink 72">
                <a:extLst>
                  <a:ext uri="{FF2B5EF4-FFF2-40B4-BE49-F238E27FC236}">
                    <a16:creationId xmlns:a16="http://schemas.microsoft.com/office/drawing/2014/main" id="{F47F7491-2EAB-4E03-FFF9-D2E7FC25DAEF}"/>
                  </a:ext>
                </a:extLst>
              </p:cNvPr>
              <p:cNvPicPr/>
              <p:nvPr/>
            </p:nvPicPr>
            <p:blipFill>
              <a:blip r:embed="rId119"/>
              <a:stretch>
                <a:fillRect/>
              </a:stretch>
            </p:blipFill>
            <p:spPr>
              <a:xfrm>
                <a:off x="7764225" y="3130575"/>
                <a:ext cx="6429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44153AC6-278D-0E85-47E5-CB54C5E2B73A}"/>
                  </a:ext>
                </a:extLst>
              </p14:cNvPr>
              <p14:cNvContentPartPr/>
              <p14:nvPr/>
            </p14:nvContentPartPr>
            <p14:xfrm>
              <a:off x="8444265" y="2848695"/>
              <a:ext cx="59760" cy="102240"/>
            </p14:xfrm>
          </p:contentPart>
        </mc:Choice>
        <mc:Fallback xmlns="">
          <p:pic>
            <p:nvPicPr>
              <p:cNvPr id="74" name="Ink 73">
                <a:extLst>
                  <a:ext uri="{FF2B5EF4-FFF2-40B4-BE49-F238E27FC236}">
                    <a16:creationId xmlns:a16="http://schemas.microsoft.com/office/drawing/2014/main" id="{44153AC6-278D-0E85-47E5-CB54C5E2B73A}"/>
                  </a:ext>
                </a:extLst>
              </p:cNvPr>
              <p:cNvPicPr/>
              <p:nvPr/>
            </p:nvPicPr>
            <p:blipFill>
              <a:blip r:embed="rId121"/>
              <a:stretch>
                <a:fillRect/>
              </a:stretch>
            </p:blipFill>
            <p:spPr>
              <a:xfrm>
                <a:off x="8438145" y="2842575"/>
                <a:ext cx="720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34951523-E6DC-88DE-71D8-F0B687F2F947}"/>
                  </a:ext>
                </a:extLst>
              </p14:cNvPr>
              <p14:cNvContentPartPr/>
              <p14:nvPr/>
            </p14:nvContentPartPr>
            <p14:xfrm>
              <a:off x="8536425" y="3088815"/>
              <a:ext cx="256680" cy="234360"/>
            </p14:xfrm>
          </p:contentPart>
        </mc:Choice>
        <mc:Fallback xmlns="">
          <p:pic>
            <p:nvPicPr>
              <p:cNvPr id="75" name="Ink 74">
                <a:extLst>
                  <a:ext uri="{FF2B5EF4-FFF2-40B4-BE49-F238E27FC236}">
                    <a16:creationId xmlns:a16="http://schemas.microsoft.com/office/drawing/2014/main" id="{34951523-E6DC-88DE-71D8-F0B687F2F947}"/>
                  </a:ext>
                </a:extLst>
              </p:cNvPr>
              <p:cNvPicPr/>
              <p:nvPr/>
            </p:nvPicPr>
            <p:blipFill>
              <a:blip r:embed="rId123"/>
              <a:stretch>
                <a:fillRect/>
              </a:stretch>
            </p:blipFill>
            <p:spPr>
              <a:xfrm>
                <a:off x="8530305" y="3082695"/>
                <a:ext cx="2689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A661E71D-314C-FD28-D526-18F0482C5518}"/>
                  </a:ext>
                </a:extLst>
              </p14:cNvPr>
              <p14:cNvContentPartPr/>
              <p14:nvPr/>
            </p14:nvContentPartPr>
            <p14:xfrm>
              <a:off x="8905065" y="2899095"/>
              <a:ext cx="50760" cy="59040"/>
            </p14:xfrm>
          </p:contentPart>
        </mc:Choice>
        <mc:Fallback xmlns="">
          <p:pic>
            <p:nvPicPr>
              <p:cNvPr id="76" name="Ink 75">
                <a:extLst>
                  <a:ext uri="{FF2B5EF4-FFF2-40B4-BE49-F238E27FC236}">
                    <a16:creationId xmlns:a16="http://schemas.microsoft.com/office/drawing/2014/main" id="{A661E71D-314C-FD28-D526-18F0482C5518}"/>
                  </a:ext>
                </a:extLst>
              </p:cNvPr>
              <p:cNvPicPr/>
              <p:nvPr/>
            </p:nvPicPr>
            <p:blipFill>
              <a:blip r:embed="rId125"/>
              <a:stretch>
                <a:fillRect/>
              </a:stretch>
            </p:blipFill>
            <p:spPr>
              <a:xfrm>
                <a:off x="8898945" y="2892975"/>
                <a:ext cx="63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6D668FE7-6AD4-6AE0-ECA4-BBA65F6E5BA6}"/>
                  </a:ext>
                </a:extLst>
              </p14:cNvPr>
              <p14:cNvContentPartPr/>
              <p14:nvPr/>
            </p14:nvContentPartPr>
            <p14:xfrm>
              <a:off x="8876265" y="3056415"/>
              <a:ext cx="78120" cy="163800"/>
            </p14:xfrm>
          </p:contentPart>
        </mc:Choice>
        <mc:Fallback xmlns="">
          <p:pic>
            <p:nvPicPr>
              <p:cNvPr id="77" name="Ink 76">
                <a:extLst>
                  <a:ext uri="{FF2B5EF4-FFF2-40B4-BE49-F238E27FC236}">
                    <a16:creationId xmlns:a16="http://schemas.microsoft.com/office/drawing/2014/main" id="{6D668FE7-6AD4-6AE0-ECA4-BBA65F6E5BA6}"/>
                  </a:ext>
                </a:extLst>
              </p:cNvPr>
              <p:cNvPicPr/>
              <p:nvPr/>
            </p:nvPicPr>
            <p:blipFill>
              <a:blip r:embed="rId127"/>
              <a:stretch>
                <a:fillRect/>
              </a:stretch>
            </p:blipFill>
            <p:spPr>
              <a:xfrm>
                <a:off x="8870145" y="3050295"/>
                <a:ext cx="90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CAEFCB72-6FE3-94F8-94ED-B3D22F07A892}"/>
                  </a:ext>
                </a:extLst>
              </p14:cNvPr>
              <p14:cNvContentPartPr/>
              <p14:nvPr/>
            </p14:nvContentPartPr>
            <p14:xfrm>
              <a:off x="9103785" y="3081975"/>
              <a:ext cx="200520" cy="221760"/>
            </p14:xfrm>
          </p:contentPart>
        </mc:Choice>
        <mc:Fallback xmlns="">
          <p:pic>
            <p:nvPicPr>
              <p:cNvPr id="78" name="Ink 77">
                <a:extLst>
                  <a:ext uri="{FF2B5EF4-FFF2-40B4-BE49-F238E27FC236}">
                    <a16:creationId xmlns:a16="http://schemas.microsoft.com/office/drawing/2014/main" id="{CAEFCB72-6FE3-94F8-94ED-B3D22F07A892}"/>
                  </a:ext>
                </a:extLst>
              </p:cNvPr>
              <p:cNvPicPr/>
              <p:nvPr/>
            </p:nvPicPr>
            <p:blipFill>
              <a:blip r:embed="rId129"/>
              <a:stretch>
                <a:fillRect/>
              </a:stretch>
            </p:blipFill>
            <p:spPr>
              <a:xfrm>
                <a:off x="9097665" y="3075855"/>
                <a:ext cx="2127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E8EE8C74-5533-9B21-925C-688DB0D06E5E}"/>
                  </a:ext>
                </a:extLst>
              </p14:cNvPr>
              <p14:cNvContentPartPr/>
              <p14:nvPr/>
            </p14:nvContentPartPr>
            <p14:xfrm>
              <a:off x="9495105" y="2923215"/>
              <a:ext cx="12600" cy="369000"/>
            </p14:xfrm>
          </p:contentPart>
        </mc:Choice>
        <mc:Fallback xmlns="">
          <p:pic>
            <p:nvPicPr>
              <p:cNvPr id="79" name="Ink 78">
                <a:extLst>
                  <a:ext uri="{FF2B5EF4-FFF2-40B4-BE49-F238E27FC236}">
                    <a16:creationId xmlns:a16="http://schemas.microsoft.com/office/drawing/2014/main" id="{E8EE8C74-5533-9B21-925C-688DB0D06E5E}"/>
                  </a:ext>
                </a:extLst>
              </p:cNvPr>
              <p:cNvPicPr/>
              <p:nvPr/>
            </p:nvPicPr>
            <p:blipFill>
              <a:blip r:embed="rId131"/>
              <a:stretch>
                <a:fillRect/>
              </a:stretch>
            </p:blipFill>
            <p:spPr>
              <a:xfrm>
                <a:off x="9488985" y="2917095"/>
                <a:ext cx="248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F7BCC935-58D2-15A4-2B75-86B400F1C524}"/>
                  </a:ext>
                </a:extLst>
              </p14:cNvPr>
              <p14:cNvContentPartPr/>
              <p14:nvPr/>
            </p14:nvContentPartPr>
            <p14:xfrm>
              <a:off x="9454785" y="3140655"/>
              <a:ext cx="254160" cy="63000"/>
            </p14:xfrm>
          </p:contentPart>
        </mc:Choice>
        <mc:Fallback xmlns="">
          <p:pic>
            <p:nvPicPr>
              <p:cNvPr id="80" name="Ink 79">
                <a:extLst>
                  <a:ext uri="{FF2B5EF4-FFF2-40B4-BE49-F238E27FC236}">
                    <a16:creationId xmlns:a16="http://schemas.microsoft.com/office/drawing/2014/main" id="{F7BCC935-58D2-15A4-2B75-86B400F1C524}"/>
                  </a:ext>
                </a:extLst>
              </p:cNvPr>
              <p:cNvPicPr/>
              <p:nvPr/>
            </p:nvPicPr>
            <p:blipFill>
              <a:blip r:embed="rId133"/>
              <a:stretch>
                <a:fillRect/>
              </a:stretch>
            </p:blipFill>
            <p:spPr>
              <a:xfrm>
                <a:off x="9448665" y="3134535"/>
                <a:ext cx="2664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D4E80066-8FEF-953A-52F6-5C186F82A0C7}"/>
                  </a:ext>
                </a:extLst>
              </p14:cNvPr>
              <p14:cNvContentPartPr/>
              <p14:nvPr/>
            </p14:nvContentPartPr>
            <p14:xfrm>
              <a:off x="10176945" y="2557455"/>
              <a:ext cx="21960" cy="59040"/>
            </p14:xfrm>
          </p:contentPart>
        </mc:Choice>
        <mc:Fallback xmlns="">
          <p:pic>
            <p:nvPicPr>
              <p:cNvPr id="82" name="Ink 81">
                <a:extLst>
                  <a:ext uri="{FF2B5EF4-FFF2-40B4-BE49-F238E27FC236}">
                    <a16:creationId xmlns:a16="http://schemas.microsoft.com/office/drawing/2014/main" id="{D4E80066-8FEF-953A-52F6-5C186F82A0C7}"/>
                  </a:ext>
                </a:extLst>
              </p:cNvPr>
              <p:cNvPicPr/>
              <p:nvPr/>
            </p:nvPicPr>
            <p:blipFill>
              <a:blip r:embed="rId135"/>
              <a:stretch>
                <a:fillRect/>
              </a:stretch>
            </p:blipFill>
            <p:spPr>
              <a:xfrm>
                <a:off x="10170825" y="2551335"/>
                <a:ext cx="34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8D803354-81F6-B3C8-6133-6CC4D58347D8}"/>
                  </a:ext>
                </a:extLst>
              </p14:cNvPr>
              <p14:cNvContentPartPr/>
              <p14:nvPr/>
            </p14:nvContentPartPr>
            <p14:xfrm>
              <a:off x="9387825" y="2927895"/>
              <a:ext cx="937440" cy="135000"/>
            </p14:xfrm>
          </p:contentPart>
        </mc:Choice>
        <mc:Fallback xmlns="">
          <p:pic>
            <p:nvPicPr>
              <p:cNvPr id="83" name="Ink 82">
                <a:extLst>
                  <a:ext uri="{FF2B5EF4-FFF2-40B4-BE49-F238E27FC236}">
                    <a16:creationId xmlns:a16="http://schemas.microsoft.com/office/drawing/2014/main" id="{8D803354-81F6-B3C8-6133-6CC4D58347D8}"/>
                  </a:ext>
                </a:extLst>
              </p:cNvPr>
              <p:cNvPicPr/>
              <p:nvPr/>
            </p:nvPicPr>
            <p:blipFill>
              <a:blip r:embed="rId137"/>
              <a:stretch>
                <a:fillRect/>
              </a:stretch>
            </p:blipFill>
            <p:spPr>
              <a:xfrm>
                <a:off x="9381705" y="2921775"/>
                <a:ext cx="9496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87363D27-0E6F-6A0E-AB82-147703874B3F}"/>
                  </a:ext>
                </a:extLst>
              </p14:cNvPr>
              <p14:cNvContentPartPr/>
              <p14:nvPr/>
            </p14:nvContentPartPr>
            <p14:xfrm>
              <a:off x="9475305" y="2787855"/>
              <a:ext cx="201960" cy="879840"/>
            </p14:xfrm>
          </p:contentPart>
        </mc:Choice>
        <mc:Fallback xmlns="">
          <p:pic>
            <p:nvPicPr>
              <p:cNvPr id="84" name="Ink 83">
                <a:extLst>
                  <a:ext uri="{FF2B5EF4-FFF2-40B4-BE49-F238E27FC236}">
                    <a16:creationId xmlns:a16="http://schemas.microsoft.com/office/drawing/2014/main" id="{87363D27-0E6F-6A0E-AB82-147703874B3F}"/>
                  </a:ext>
                </a:extLst>
              </p:cNvPr>
              <p:cNvPicPr/>
              <p:nvPr/>
            </p:nvPicPr>
            <p:blipFill>
              <a:blip r:embed="rId139"/>
              <a:stretch>
                <a:fillRect/>
              </a:stretch>
            </p:blipFill>
            <p:spPr>
              <a:xfrm>
                <a:off x="9469185" y="2781735"/>
                <a:ext cx="214200" cy="892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D0A16A74-1EEF-9EB3-6FA9-8140009E6360}"/>
                  </a:ext>
                </a:extLst>
              </p14:cNvPr>
              <p14:cNvContentPartPr/>
              <p14:nvPr/>
            </p14:nvContentPartPr>
            <p14:xfrm>
              <a:off x="9276585" y="3067935"/>
              <a:ext cx="812880" cy="27720"/>
            </p14:xfrm>
          </p:contentPart>
        </mc:Choice>
        <mc:Fallback xmlns="">
          <p:pic>
            <p:nvPicPr>
              <p:cNvPr id="85" name="Ink 84">
                <a:extLst>
                  <a:ext uri="{FF2B5EF4-FFF2-40B4-BE49-F238E27FC236}">
                    <a16:creationId xmlns:a16="http://schemas.microsoft.com/office/drawing/2014/main" id="{D0A16A74-1EEF-9EB3-6FA9-8140009E6360}"/>
                  </a:ext>
                </a:extLst>
              </p:cNvPr>
              <p:cNvPicPr/>
              <p:nvPr/>
            </p:nvPicPr>
            <p:blipFill>
              <a:blip r:embed="rId141"/>
              <a:stretch>
                <a:fillRect/>
              </a:stretch>
            </p:blipFill>
            <p:spPr>
              <a:xfrm>
                <a:off x="9270465" y="3061815"/>
                <a:ext cx="825120" cy="39960"/>
              </a:xfrm>
              <a:prstGeom prst="rect">
                <a:avLst/>
              </a:prstGeom>
            </p:spPr>
          </p:pic>
        </mc:Fallback>
      </mc:AlternateContent>
      <p:grpSp>
        <p:nvGrpSpPr>
          <p:cNvPr id="92" name="Group 91">
            <a:extLst>
              <a:ext uri="{FF2B5EF4-FFF2-40B4-BE49-F238E27FC236}">
                <a16:creationId xmlns:a16="http://schemas.microsoft.com/office/drawing/2014/main" id="{4C75C4FF-F9B8-CE1F-7DD7-4CEEB676B40F}"/>
              </a:ext>
            </a:extLst>
          </p:cNvPr>
          <p:cNvGrpSpPr/>
          <p:nvPr/>
        </p:nvGrpSpPr>
        <p:grpSpPr>
          <a:xfrm>
            <a:off x="10642425" y="2601375"/>
            <a:ext cx="1026360" cy="575640"/>
            <a:chOff x="10642425" y="2601375"/>
            <a:chExt cx="1026360" cy="575640"/>
          </a:xfrm>
        </p:grpSpPr>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74735EFE-4DCA-3347-8796-00C0BF796E6C}"/>
                    </a:ext>
                  </a:extLst>
                </p14:cNvPr>
                <p14:cNvContentPartPr/>
                <p14:nvPr/>
              </p14:nvContentPartPr>
              <p14:xfrm>
                <a:off x="10642425" y="2601375"/>
                <a:ext cx="288000" cy="492480"/>
              </p14:xfrm>
            </p:contentPart>
          </mc:Choice>
          <mc:Fallback xmlns="">
            <p:pic>
              <p:nvPicPr>
                <p:cNvPr id="86" name="Ink 85">
                  <a:extLst>
                    <a:ext uri="{FF2B5EF4-FFF2-40B4-BE49-F238E27FC236}">
                      <a16:creationId xmlns:a16="http://schemas.microsoft.com/office/drawing/2014/main" id="{74735EFE-4DCA-3347-8796-00C0BF796E6C}"/>
                    </a:ext>
                  </a:extLst>
                </p:cNvPr>
                <p:cNvPicPr/>
                <p:nvPr/>
              </p:nvPicPr>
              <p:blipFill>
                <a:blip r:embed="rId143"/>
                <a:stretch>
                  <a:fillRect/>
                </a:stretch>
              </p:blipFill>
              <p:spPr>
                <a:xfrm>
                  <a:off x="10636305" y="2595255"/>
                  <a:ext cx="30024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753A689D-5CA3-56E9-BF3F-9DB5D32C7764}"/>
                    </a:ext>
                  </a:extLst>
                </p14:cNvPr>
                <p14:cNvContentPartPr/>
                <p14:nvPr/>
              </p14:nvContentPartPr>
              <p14:xfrm>
                <a:off x="10881105" y="2910255"/>
                <a:ext cx="178560" cy="108360"/>
              </p14:xfrm>
            </p:contentPart>
          </mc:Choice>
          <mc:Fallback xmlns="">
            <p:pic>
              <p:nvPicPr>
                <p:cNvPr id="87" name="Ink 86">
                  <a:extLst>
                    <a:ext uri="{FF2B5EF4-FFF2-40B4-BE49-F238E27FC236}">
                      <a16:creationId xmlns:a16="http://schemas.microsoft.com/office/drawing/2014/main" id="{753A689D-5CA3-56E9-BF3F-9DB5D32C7764}"/>
                    </a:ext>
                  </a:extLst>
                </p:cNvPr>
                <p:cNvPicPr/>
                <p:nvPr/>
              </p:nvPicPr>
              <p:blipFill>
                <a:blip r:embed="rId145"/>
                <a:stretch>
                  <a:fillRect/>
                </a:stretch>
              </p:blipFill>
              <p:spPr>
                <a:xfrm>
                  <a:off x="10874985" y="2904135"/>
                  <a:ext cx="1908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3E8D0ED7-9280-7B09-1AB3-CEE792B28043}"/>
                    </a:ext>
                  </a:extLst>
                </p14:cNvPr>
                <p14:cNvContentPartPr/>
                <p14:nvPr/>
              </p14:nvContentPartPr>
              <p14:xfrm>
                <a:off x="10957785" y="2984415"/>
                <a:ext cx="249480" cy="192600"/>
              </p14:xfrm>
            </p:contentPart>
          </mc:Choice>
          <mc:Fallback xmlns="">
            <p:pic>
              <p:nvPicPr>
                <p:cNvPr id="90" name="Ink 89">
                  <a:extLst>
                    <a:ext uri="{FF2B5EF4-FFF2-40B4-BE49-F238E27FC236}">
                      <a16:creationId xmlns:a16="http://schemas.microsoft.com/office/drawing/2014/main" id="{3E8D0ED7-9280-7B09-1AB3-CEE792B28043}"/>
                    </a:ext>
                  </a:extLst>
                </p:cNvPr>
                <p:cNvPicPr/>
                <p:nvPr/>
              </p:nvPicPr>
              <p:blipFill>
                <a:blip r:embed="rId147"/>
                <a:stretch>
                  <a:fillRect/>
                </a:stretch>
              </p:blipFill>
              <p:spPr>
                <a:xfrm>
                  <a:off x="10951665" y="2978295"/>
                  <a:ext cx="2617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CEB68917-7BBE-FC18-B1C4-9594E48ED3F3}"/>
                    </a:ext>
                  </a:extLst>
                </p14:cNvPr>
                <p14:cNvContentPartPr/>
                <p14:nvPr/>
              </p14:nvContentPartPr>
              <p14:xfrm>
                <a:off x="11291865" y="2765175"/>
                <a:ext cx="376920" cy="383400"/>
              </p14:xfrm>
            </p:contentPart>
          </mc:Choice>
          <mc:Fallback xmlns="">
            <p:pic>
              <p:nvPicPr>
                <p:cNvPr id="91" name="Ink 90">
                  <a:extLst>
                    <a:ext uri="{FF2B5EF4-FFF2-40B4-BE49-F238E27FC236}">
                      <a16:creationId xmlns:a16="http://schemas.microsoft.com/office/drawing/2014/main" id="{CEB68917-7BBE-FC18-B1C4-9594E48ED3F3}"/>
                    </a:ext>
                  </a:extLst>
                </p:cNvPr>
                <p:cNvPicPr/>
                <p:nvPr/>
              </p:nvPicPr>
              <p:blipFill>
                <a:blip r:embed="rId149"/>
                <a:stretch>
                  <a:fillRect/>
                </a:stretch>
              </p:blipFill>
              <p:spPr>
                <a:xfrm>
                  <a:off x="11285745" y="2759055"/>
                  <a:ext cx="389160" cy="395640"/>
                </a:xfrm>
                <a:prstGeom prst="rect">
                  <a:avLst/>
                </a:prstGeom>
              </p:spPr>
            </p:pic>
          </mc:Fallback>
        </mc:AlternateContent>
      </p:grpSp>
    </p:spTree>
    <p:extLst>
      <p:ext uri="{BB962C8B-B14F-4D97-AF65-F5344CB8AC3E}">
        <p14:creationId xmlns:p14="http://schemas.microsoft.com/office/powerpoint/2010/main" val="1747481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158C0E5A-09AC-F507-DCD8-7379459B1831}"/>
              </a:ext>
            </a:extLst>
          </p:cNvPr>
          <p:cNvGrpSpPr/>
          <p:nvPr/>
        </p:nvGrpSpPr>
        <p:grpSpPr>
          <a:xfrm>
            <a:off x="637665" y="27375"/>
            <a:ext cx="10941120" cy="2977920"/>
            <a:chOff x="637665" y="27375"/>
            <a:chExt cx="10941120" cy="297792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10BB882-508A-7FA4-E206-397DA282651B}"/>
                    </a:ext>
                  </a:extLst>
                </p14:cNvPr>
                <p14:cNvContentPartPr/>
                <p14:nvPr/>
              </p14:nvContentPartPr>
              <p14:xfrm>
                <a:off x="761145" y="366495"/>
                <a:ext cx="87120" cy="240120"/>
              </p14:xfrm>
            </p:contentPart>
          </mc:Choice>
          <mc:Fallback xmlns="">
            <p:pic>
              <p:nvPicPr>
                <p:cNvPr id="2" name="Ink 1">
                  <a:extLst>
                    <a:ext uri="{FF2B5EF4-FFF2-40B4-BE49-F238E27FC236}">
                      <a16:creationId xmlns:a16="http://schemas.microsoft.com/office/drawing/2014/main" id="{910BB882-508A-7FA4-E206-397DA282651B}"/>
                    </a:ext>
                  </a:extLst>
                </p:cNvPr>
                <p:cNvPicPr/>
                <p:nvPr/>
              </p:nvPicPr>
              <p:blipFill>
                <a:blip r:embed="rId3"/>
                <a:stretch>
                  <a:fillRect/>
                </a:stretch>
              </p:blipFill>
              <p:spPr>
                <a:xfrm>
                  <a:off x="755025" y="360375"/>
                  <a:ext cx="993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42396CC-5EA2-0A13-FE63-FE5C228512FF}"/>
                    </a:ext>
                  </a:extLst>
                </p14:cNvPr>
                <p14:cNvContentPartPr/>
                <p14:nvPr/>
              </p14:nvContentPartPr>
              <p14:xfrm>
                <a:off x="637665" y="171735"/>
                <a:ext cx="391320" cy="676440"/>
              </p14:xfrm>
            </p:contentPart>
          </mc:Choice>
          <mc:Fallback xmlns="">
            <p:pic>
              <p:nvPicPr>
                <p:cNvPr id="3" name="Ink 2">
                  <a:extLst>
                    <a:ext uri="{FF2B5EF4-FFF2-40B4-BE49-F238E27FC236}">
                      <a16:creationId xmlns:a16="http://schemas.microsoft.com/office/drawing/2014/main" id="{842396CC-5EA2-0A13-FE63-FE5C228512FF}"/>
                    </a:ext>
                  </a:extLst>
                </p:cNvPr>
                <p:cNvPicPr/>
                <p:nvPr/>
              </p:nvPicPr>
              <p:blipFill>
                <a:blip r:embed="rId5"/>
                <a:stretch>
                  <a:fillRect/>
                </a:stretch>
              </p:blipFill>
              <p:spPr>
                <a:xfrm>
                  <a:off x="631545" y="165615"/>
                  <a:ext cx="403560" cy="68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B909189-94DE-AA64-DDCA-B935C9115785}"/>
                    </a:ext>
                  </a:extLst>
                </p14:cNvPr>
                <p14:cNvContentPartPr/>
                <p14:nvPr/>
              </p14:nvContentPartPr>
              <p14:xfrm>
                <a:off x="1305105" y="147255"/>
                <a:ext cx="41400" cy="467280"/>
              </p14:xfrm>
            </p:contentPart>
          </mc:Choice>
          <mc:Fallback xmlns="">
            <p:pic>
              <p:nvPicPr>
                <p:cNvPr id="4" name="Ink 3">
                  <a:extLst>
                    <a:ext uri="{FF2B5EF4-FFF2-40B4-BE49-F238E27FC236}">
                      <a16:creationId xmlns:a16="http://schemas.microsoft.com/office/drawing/2014/main" id="{8B909189-94DE-AA64-DDCA-B935C9115785}"/>
                    </a:ext>
                  </a:extLst>
                </p:cNvPr>
                <p:cNvPicPr/>
                <p:nvPr/>
              </p:nvPicPr>
              <p:blipFill>
                <a:blip r:embed="rId7"/>
                <a:stretch>
                  <a:fillRect/>
                </a:stretch>
              </p:blipFill>
              <p:spPr>
                <a:xfrm>
                  <a:off x="1298985" y="141135"/>
                  <a:ext cx="5364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C1C1A80-91EA-B3D2-CAFB-A410C25D54DE}"/>
                    </a:ext>
                  </a:extLst>
                </p14:cNvPr>
                <p14:cNvContentPartPr/>
                <p14:nvPr/>
              </p14:nvContentPartPr>
              <p14:xfrm>
                <a:off x="1419585" y="85695"/>
                <a:ext cx="137520" cy="82800"/>
              </p14:xfrm>
            </p:contentPart>
          </mc:Choice>
          <mc:Fallback xmlns="">
            <p:pic>
              <p:nvPicPr>
                <p:cNvPr id="5" name="Ink 4">
                  <a:extLst>
                    <a:ext uri="{FF2B5EF4-FFF2-40B4-BE49-F238E27FC236}">
                      <a16:creationId xmlns:a16="http://schemas.microsoft.com/office/drawing/2014/main" id="{1C1C1A80-91EA-B3D2-CAFB-A410C25D54DE}"/>
                    </a:ext>
                  </a:extLst>
                </p:cNvPr>
                <p:cNvPicPr/>
                <p:nvPr/>
              </p:nvPicPr>
              <p:blipFill>
                <a:blip r:embed="rId9"/>
                <a:stretch>
                  <a:fillRect/>
                </a:stretch>
              </p:blipFill>
              <p:spPr>
                <a:xfrm>
                  <a:off x="1413465" y="79575"/>
                  <a:ext cx="1497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AD6AD22-DB49-35D1-FB5B-A2531358E118}"/>
                    </a:ext>
                  </a:extLst>
                </p14:cNvPr>
                <p14:cNvContentPartPr/>
                <p14:nvPr/>
              </p14:nvContentPartPr>
              <p14:xfrm>
                <a:off x="1341825" y="337695"/>
                <a:ext cx="294120" cy="80640"/>
              </p14:xfrm>
            </p:contentPart>
          </mc:Choice>
          <mc:Fallback xmlns="">
            <p:pic>
              <p:nvPicPr>
                <p:cNvPr id="6" name="Ink 5">
                  <a:extLst>
                    <a:ext uri="{FF2B5EF4-FFF2-40B4-BE49-F238E27FC236}">
                      <a16:creationId xmlns:a16="http://schemas.microsoft.com/office/drawing/2014/main" id="{BAD6AD22-DB49-35D1-FB5B-A2531358E118}"/>
                    </a:ext>
                  </a:extLst>
                </p:cNvPr>
                <p:cNvPicPr/>
                <p:nvPr/>
              </p:nvPicPr>
              <p:blipFill>
                <a:blip r:embed="rId11"/>
                <a:stretch>
                  <a:fillRect/>
                </a:stretch>
              </p:blipFill>
              <p:spPr>
                <a:xfrm>
                  <a:off x="1335705" y="331575"/>
                  <a:ext cx="3063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6F163109-2276-71D2-856C-4D92CF2DFE40}"/>
                    </a:ext>
                  </a:extLst>
                </p14:cNvPr>
                <p14:cNvContentPartPr/>
                <p14:nvPr/>
              </p14:nvContentPartPr>
              <p14:xfrm>
                <a:off x="1791105" y="260295"/>
                <a:ext cx="83880" cy="301680"/>
              </p14:xfrm>
            </p:contentPart>
          </mc:Choice>
          <mc:Fallback xmlns="">
            <p:pic>
              <p:nvPicPr>
                <p:cNvPr id="7" name="Ink 6">
                  <a:extLst>
                    <a:ext uri="{FF2B5EF4-FFF2-40B4-BE49-F238E27FC236}">
                      <a16:creationId xmlns:a16="http://schemas.microsoft.com/office/drawing/2014/main" id="{6F163109-2276-71D2-856C-4D92CF2DFE40}"/>
                    </a:ext>
                  </a:extLst>
                </p:cNvPr>
                <p:cNvPicPr/>
                <p:nvPr/>
              </p:nvPicPr>
              <p:blipFill>
                <a:blip r:embed="rId13"/>
                <a:stretch>
                  <a:fillRect/>
                </a:stretch>
              </p:blipFill>
              <p:spPr>
                <a:xfrm>
                  <a:off x="1784985" y="254175"/>
                  <a:ext cx="961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9140CDE3-252D-3E00-83B9-409AA9FEABE9}"/>
                    </a:ext>
                  </a:extLst>
                </p14:cNvPr>
                <p14:cNvContentPartPr/>
                <p14:nvPr/>
              </p14:nvContentPartPr>
              <p14:xfrm>
                <a:off x="1812705" y="27375"/>
                <a:ext cx="237960" cy="344160"/>
              </p14:xfrm>
            </p:contentPart>
          </mc:Choice>
          <mc:Fallback xmlns="">
            <p:pic>
              <p:nvPicPr>
                <p:cNvPr id="8" name="Ink 7">
                  <a:extLst>
                    <a:ext uri="{FF2B5EF4-FFF2-40B4-BE49-F238E27FC236}">
                      <a16:creationId xmlns:a16="http://schemas.microsoft.com/office/drawing/2014/main" id="{9140CDE3-252D-3E00-83B9-409AA9FEABE9}"/>
                    </a:ext>
                  </a:extLst>
                </p:cNvPr>
                <p:cNvPicPr/>
                <p:nvPr/>
              </p:nvPicPr>
              <p:blipFill>
                <a:blip r:embed="rId15"/>
                <a:stretch>
                  <a:fillRect/>
                </a:stretch>
              </p:blipFill>
              <p:spPr>
                <a:xfrm>
                  <a:off x="1806585" y="21255"/>
                  <a:ext cx="2502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090C9C7-CDE9-947F-9CF3-896B15AD5BAD}"/>
                    </a:ext>
                  </a:extLst>
                </p14:cNvPr>
                <p14:cNvContentPartPr/>
                <p14:nvPr/>
              </p14:nvContentPartPr>
              <p14:xfrm>
                <a:off x="2480505" y="143295"/>
                <a:ext cx="379440" cy="374760"/>
              </p14:xfrm>
            </p:contentPart>
          </mc:Choice>
          <mc:Fallback xmlns="">
            <p:pic>
              <p:nvPicPr>
                <p:cNvPr id="11" name="Ink 10">
                  <a:extLst>
                    <a:ext uri="{FF2B5EF4-FFF2-40B4-BE49-F238E27FC236}">
                      <a16:creationId xmlns:a16="http://schemas.microsoft.com/office/drawing/2014/main" id="{6090C9C7-CDE9-947F-9CF3-896B15AD5BAD}"/>
                    </a:ext>
                  </a:extLst>
                </p:cNvPr>
                <p:cNvPicPr/>
                <p:nvPr/>
              </p:nvPicPr>
              <p:blipFill>
                <a:blip r:embed="rId17"/>
                <a:stretch>
                  <a:fillRect/>
                </a:stretch>
              </p:blipFill>
              <p:spPr>
                <a:xfrm>
                  <a:off x="2474385" y="137175"/>
                  <a:ext cx="39168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55F8F7D-CEA7-335F-F701-4FA823309FDF}"/>
                    </a:ext>
                  </a:extLst>
                </p14:cNvPr>
                <p14:cNvContentPartPr/>
                <p14:nvPr/>
              </p14:nvContentPartPr>
              <p14:xfrm>
                <a:off x="2604345" y="218175"/>
                <a:ext cx="30240" cy="426240"/>
              </p14:xfrm>
            </p:contentPart>
          </mc:Choice>
          <mc:Fallback xmlns="">
            <p:pic>
              <p:nvPicPr>
                <p:cNvPr id="12" name="Ink 11">
                  <a:extLst>
                    <a:ext uri="{FF2B5EF4-FFF2-40B4-BE49-F238E27FC236}">
                      <a16:creationId xmlns:a16="http://schemas.microsoft.com/office/drawing/2014/main" id="{E55F8F7D-CEA7-335F-F701-4FA823309FDF}"/>
                    </a:ext>
                  </a:extLst>
                </p:cNvPr>
                <p:cNvPicPr/>
                <p:nvPr/>
              </p:nvPicPr>
              <p:blipFill>
                <a:blip r:embed="rId19"/>
                <a:stretch>
                  <a:fillRect/>
                </a:stretch>
              </p:blipFill>
              <p:spPr>
                <a:xfrm>
                  <a:off x="2598225" y="212055"/>
                  <a:ext cx="424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4E9EDCDD-6C9A-D1EB-571B-1128FF20B710}"/>
                    </a:ext>
                  </a:extLst>
                </p14:cNvPr>
                <p14:cNvContentPartPr/>
                <p14:nvPr/>
              </p14:nvContentPartPr>
              <p14:xfrm>
                <a:off x="3192945" y="327255"/>
                <a:ext cx="50040" cy="260640"/>
              </p14:xfrm>
            </p:contentPart>
          </mc:Choice>
          <mc:Fallback xmlns="">
            <p:pic>
              <p:nvPicPr>
                <p:cNvPr id="13" name="Ink 12">
                  <a:extLst>
                    <a:ext uri="{FF2B5EF4-FFF2-40B4-BE49-F238E27FC236}">
                      <a16:creationId xmlns:a16="http://schemas.microsoft.com/office/drawing/2014/main" id="{4E9EDCDD-6C9A-D1EB-571B-1128FF20B710}"/>
                    </a:ext>
                  </a:extLst>
                </p:cNvPr>
                <p:cNvPicPr/>
                <p:nvPr/>
              </p:nvPicPr>
              <p:blipFill>
                <a:blip r:embed="rId21"/>
                <a:stretch>
                  <a:fillRect/>
                </a:stretch>
              </p:blipFill>
              <p:spPr>
                <a:xfrm>
                  <a:off x="3186825" y="321135"/>
                  <a:ext cx="622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4D6B9E25-799E-374E-F426-02325070807C}"/>
                    </a:ext>
                  </a:extLst>
                </p14:cNvPr>
                <p14:cNvContentPartPr/>
                <p14:nvPr/>
              </p14:nvContentPartPr>
              <p14:xfrm>
                <a:off x="3220665" y="119535"/>
                <a:ext cx="227880" cy="80640"/>
              </p14:xfrm>
            </p:contentPart>
          </mc:Choice>
          <mc:Fallback xmlns="">
            <p:pic>
              <p:nvPicPr>
                <p:cNvPr id="14" name="Ink 13">
                  <a:extLst>
                    <a:ext uri="{FF2B5EF4-FFF2-40B4-BE49-F238E27FC236}">
                      <a16:creationId xmlns:a16="http://schemas.microsoft.com/office/drawing/2014/main" id="{4D6B9E25-799E-374E-F426-02325070807C}"/>
                    </a:ext>
                  </a:extLst>
                </p:cNvPr>
                <p:cNvPicPr/>
                <p:nvPr/>
              </p:nvPicPr>
              <p:blipFill>
                <a:blip r:embed="rId23"/>
                <a:stretch>
                  <a:fillRect/>
                </a:stretch>
              </p:blipFill>
              <p:spPr>
                <a:xfrm>
                  <a:off x="3214545" y="113415"/>
                  <a:ext cx="2401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122B0CF3-D347-E0EC-45D5-C0DD7A04E9B4}"/>
                    </a:ext>
                  </a:extLst>
                </p14:cNvPr>
                <p14:cNvContentPartPr/>
                <p14:nvPr/>
              </p14:nvContentPartPr>
              <p14:xfrm>
                <a:off x="3272145" y="400335"/>
                <a:ext cx="178560" cy="78480"/>
              </p14:xfrm>
            </p:contentPart>
          </mc:Choice>
          <mc:Fallback xmlns="">
            <p:pic>
              <p:nvPicPr>
                <p:cNvPr id="15" name="Ink 14">
                  <a:extLst>
                    <a:ext uri="{FF2B5EF4-FFF2-40B4-BE49-F238E27FC236}">
                      <a16:creationId xmlns:a16="http://schemas.microsoft.com/office/drawing/2014/main" id="{122B0CF3-D347-E0EC-45D5-C0DD7A04E9B4}"/>
                    </a:ext>
                  </a:extLst>
                </p:cNvPr>
                <p:cNvPicPr/>
                <p:nvPr/>
              </p:nvPicPr>
              <p:blipFill>
                <a:blip r:embed="rId25"/>
                <a:stretch>
                  <a:fillRect/>
                </a:stretch>
              </p:blipFill>
              <p:spPr>
                <a:xfrm>
                  <a:off x="3266025" y="394215"/>
                  <a:ext cx="190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39A69644-E32C-FA9C-DCB4-10D371C34847}"/>
                    </a:ext>
                  </a:extLst>
                </p14:cNvPr>
                <p14:cNvContentPartPr/>
                <p14:nvPr/>
              </p14:nvContentPartPr>
              <p14:xfrm>
                <a:off x="3628905" y="167775"/>
                <a:ext cx="69120" cy="320400"/>
              </p14:xfrm>
            </p:contentPart>
          </mc:Choice>
          <mc:Fallback xmlns="">
            <p:pic>
              <p:nvPicPr>
                <p:cNvPr id="16" name="Ink 15">
                  <a:extLst>
                    <a:ext uri="{FF2B5EF4-FFF2-40B4-BE49-F238E27FC236}">
                      <a16:creationId xmlns:a16="http://schemas.microsoft.com/office/drawing/2014/main" id="{39A69644-E32C-FA9C-DCB4-10D371C34847}"/>
                    </a:ext>
                  </a:extLst>
                </p:cNvPr>
                <p:cNvPicPr/>
                <p:nvPr/>
              </p:nvPicPr>
              <p:blipFill>
                <a:blip r:embed="rId27"/>
                <a:stretch>
                  <a:fillRect/>
                </a:stretch>
              </p:blipFill>
              <p:spPr>
                <a:xfrm>
                  <a:off x="3622785" y="161655"/>
                  <a:ext cx="8136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D36ABA7E-DB36-BEED-25CF-F2E407AA0A62}"/>
                    </a:ext>
                  </a:extLst>
                </p14:cNvPr>
                <p14:cNvContentPartPr/>
                <p14:nvPr/>
              </p14:nvContentPartPr>
              <p14:xfrm>
                <a:off x="3739785" y="110535"/>
                <a:ext cx="311400" cy="345600"/>
              </p14:xfrm>
            </p:contentPart>
          </mc:Choice>
          <mc:Fallback xmlns="">
            <p:pic>
              <p:nvPicPr>
                <p:cNvPr id="17" name="Ink 16">
                  <a:extLst>
                    <a:ext uri="{FF2B5EF4-FFF2-40B4-BE49-F238E27FC236}">
                      <a16:creationId xmlns:a16="http://schemas.microsoft.com/office/drawing/2014/main" id="{D36ABA7E-DB36-BEED-25CF-F2E407AA0A62}"/>
                    </a:ext>
                  </a:extLst>
                </p:cNvPr>
                <p:cNvPicPr/>
                <p:nvPr/>
              </p:nvPicPr>
              <p:blipFill>
                <a:blip r:embed="rId29"/>
                <a:stretch>
                  <a:fillRect/>
                </a:stretch>
              </p:blipFill>
              <p:spPr>
                <a:xfrm>
                  <a:off x="3733665" y="104415"/>
                  <a:ext cx="32364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F656FC02-C788-FC72-AC34-84E93D1D20FD}"/>
                    </a:ext>
                  </a:extLst>
                </p14:cNvPr>
                <p14:cNvContentPartPr/>
                <p14:nvPr/>
              </p14:nvContentPartPr>
              <p14:xfrm>
                <a:off x="4158105" y="448575"/>
                <a:ext cx="9360" cy="68400"/>
              </p14:xfrm>
            </p:contentPart>
          </mc:Choice>
          <mc:Fallback xmlns="">
            <p:pic>
              <p:nvPicPr>
                <p:cNvPr id="18" name="Ink 17">
                  <a:extLst>
                    <a:ext uri="{FF2B5EF4-FFF2-40B4-BE49-F238E27FC236}">
                      <a16:creationId xmlns:a16="http://schemas.microsoft.com/office/drawing/2014/main" id="{F656FC02-C788-FC72-AC34-84E93D1D20FD}"/>
                    </a:ext>
                  </a:extLst>
                </p:cNvPr>
                <p:cNvPicPr/>
                <p:nvPr/>
              </p:nvPicPr>
              <p:blipFill>
                <a:blip r:embed="rId31"/>
                <a:stretch>
                  <a:fillRect/>
                </a:stretch>
              </p:blipFill>
              <p:spPr>
                <a:xfrm>
                  <a:off x="4151985" y="442455"/>
                  <a:ext cx="216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C8C24AF8-6298-0812-6247-2BF6A0DF3770}"/>
                    </a:ext>
                  </a:extLst>
                </p14:cNvPr>
                <p14:cNvContentPartPr/>
                <p14:nvPr/>
              </p14:nvContentPartPr>
              <p14:xfrm>
                <a:off x="5127225" y="333375"/>
                <a:ext cx="1027080" cy="48600"/>
              </p14:xfrm>
            </p:contentPart>
          </mc:Choice>
          <mc:Fallback xmlns="">
            <p:pic>
              <p:nvPicPr>
                <p:cNvPr id="21" name="Ink 20">
                  <a:extLst>
                    <a:ext uri="{FF2B5EF4-FFF2-40B4-BE49-F238E27FC236}">
                      <a16:creationId xmlns:a16="http://schemas.microsoft.com/office/drawing/2014/main" id="{C8C24AF8-6298-0812-6247-2BF6A0DF3770}"/>
                    </a:ext>
                  </a:extLst>
                </p:cNvPr>
                <p:cNvPicPr/>
                <p:nvPr/>
              </p:nvPicPr>
              <p:blipFill>
                <a:blip r:embed="rId33"/>
                <a:stretch>
                  <a:fillRect/>
                </a:stretch>
              </p:blipFill>
              <p:spPr>
                <a:xfrm>
                  <a:off x="5121105" y="327255"/>
                  <a:ext cx="10393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70C764D1-3D9B-4151-C0B4-9A9592404A90}"/>
                    </a:ext>
                  </a:extLst>
                </p14:cNvPr>
                <p14:cNvContentPartPr/>
                <p14:nvPr/>
              </p14:nvContentPartPr>
              <p14:xfrm>
                <a:off x="5903385" y="109095"/>
                <a:ext cx="185040" cy="497160"/>
              </p14:xfrm>
            </p:contentPart>
          </mc:Choice>
          <mc:Fallback xmlns="">
            <p:pic>
              <p:nvPicPr>
                <p:cNvPr id="22" name="Ink 21">
                  <a:extLst>
                    <a:ext uri="{FF2B5EF4-FFF2-40B4-BE49-F238E27FC236}">
                      <a16:creationId xmlns:a16="http://schemas.microsoft.com/office/drawing/2014/main" id="{70C764D1-3D9B-4151-C0B4-9A9592404A90}"/>
                    </a:ext>
                  </a:extLst>
                </p:cNvPr>
                <p:cNvPicPr/>
                <p:nvPr/>
              </p:nvPicPr>
              <p:blipFill>
                <a:blip r:embed="rId35"/>
                <a:stretch>
                  <a:fillRect/>
                </a:stretch>
              </p:blipFill>
              <p:spPr>
                <a:xfrm>
                  <a:off x="5897265" y="102975"/>
                  <a:ext cx="19728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08BDCD6A-BAC8-9178-E66B-6F8F7BF043AD}"/>
                    </a:ext>
                  </a:extLst>
                </p14:cNvPr>
                <p14:cNvContentPartPr/>
                <p14:nvPr/>
              </p14:nvContentPartPr>
              <p14:xfrm>
                <a:off x="6464265" y="370095"/>
                <a:ext cx="30240" cy="185040"/>
              </p14:xfrm>
            </p:contentPart>
          </mc:Choice>
          <mc:Fallback xmlns="">
            <p:pic>
              <p:nvPicPr>
                <p:cNvPr id="23" name="Ink 22">
                  <a:extLst>
                    <a:ext uri="{FF2B5EF4-FFF2-40B4-BE49-F238E27FC236}">
                      <a16:creationId xmlns:a16="http://schemas.microsoft.com/office/drawing/2014/main" id="{08BDCD6A-BAC8-9178-E66B-6F8F7BF043AD}"/>
                    </a:ext>
                  </a:extLst>
                </p:cNvPr>
                <p:cNvPicPr/>
                <p:nvPr/>
              </p:nvPicPr>
              <p:blipFill>
                <a:blip r:embed="rId37"/>
                <a:stretch>
                  <a:fillRect/>
                </a:stretch>
              </p:blipFill>
              <p:spPr>
                <a:xfrm>
                  <a:off x="6458145" y="363975"/>
                  <a:ext cx="42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5DE9C152-DEAF-EEFF-1FEA-CD0487EAA12C}"/>
                    </a:ext>
                  </a:extLst>
                </p14:cNvPr>
                <p14:cNvContentPartPr/>
                <p14:nvPr/>
              </p14:nvContentPartPr>
              <p14:xfrm>
                <a:off x="6565065" y="69135"/>
                <a:ext cx="26640" cy="30240"/>
              </p14:xfrm>
            </p:contentPart>
          </mc:Choice>
          <mc:Fallback xmlns="">
            <p:pic>
              <p:nvPicPr>
                <p:cNvPr id="24" name="Ink 23">
                  <a:extLst>
                    <a:ext uri="{FF2B5EF4-FFF2-40B4-BE49-F238E27FC236}">
                      <a16:creationId xmlns:a16="http://schemas.microsoft.com/office/drawing/2014/main" id="{5DE9C152-DEAF-EEFF-1FEA-CD0487EAA12C}"/>
                    </a:ext>
                  </a:extLst>
                </p:cNvPr>
                <p:cNvPicPr/>
                <p:nvPr/>
              </p:nvPicPr>
              <p:blipFill>
                <a:blip r:embed="rId39"/>
                <a:stretch>
                  <a:fillRect/>
                </a:stretch>
              </p:blipFill>
              <p:spPr>
                <a:xfrm>
                  <a:off x="6558945" y="63015"/>
                  <a:ext cx="38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B41768CA-FAE9-9C1A-9563-C904147754E7}"/>
                    </a:ext>
                  </a:extLst>
                </p14:cNvPr>
                <p14:cNvContentPartPr/>
                <p14:nvPr/>
              </p14:nvContentPartPr>
              <p14:xfrm>
                <a:off x="6668025" y="337695"/>
                <a:ext cx="625680" cy="218880"/>
              </p14:xfrm>
            </p:contentPart>
          </mc:Choice>
          <mc:Fallback xmlns="">
            <p:pic>
              <p:nvPicPr>
                <p:cNvPr id="25" name="Ink 24">
                  <a:extLst>
                    <a:ext uri="{FF2B5EF4-FFF2-40B4-BE49-F238E27FC236}">
                      <a16:creationId xmlns:a16="http://schemas.microsoft.com/office/drawing/2014/main" id="{B41768CA-FAE9-9C1A-9563-C904147754E7}"/>
                    </a:ext>
                  </a:extLst>
                </p:cNvPr>
                <p:cNvPicPr/>
                <p:nvPr/>
              </p:nvPicPr>
              <p:blipFill>
                <a:blip r:embed="rId41"/>
                <a:stretch>
                  <a:fillRect/>
                </a:stretch>
              </p:blipFill>
              <p:spPr>
                <a:xfrm>
                  <a:off x="6661905" y="331575"/>
                  <a:ext cx="6379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F98B238F-69EB-8B2C-F0CD-1905B05CAC93}"/>
                    </a:ext>
                  </a:extLst>
                </p14:cNvPr>
                <p14:cNvContentPartPr/>
                <p14:nvPr/>
              </p14:nvContentPartPr>
              <p14:xfrm>
                <a:off x="7310625" y="362175"/>
                <a:ext cx="137520" cy="132120"/>
              </p14:xfrm>
            </p:contentPart>
          </mc:Choice>
          <mc:Fallback xmlns="">
            <p:pic>
              <p:nvPicPr>
                <p:cNvPr id="26" name="Ink 25">
                  <a:extLst>
                    <a:ext uri="{FF2B5EF4-FFF2-40B4-BE49-F238E27FC236}">
                      <a16:creationId xmlns:a16="http://schemas.microsoft.com/office/drawing/2014/main" id="{F98B238F-69EB-8B2C-F0CD-1905B05CAC93}"/>
                    </a:ext>
                  </a:extLst>
                </p:cNvPr>
                <p:cNvPicPr/>
                <p:nvPr/>
              </p:nvPicPr>
              <p:blipFill>
                <a:blip r:embed="rId43"/>
                <a:stretch>
                  <a:fillRect/>
                </a:stretch>
              </p:blipFill>
              <p:spPr>
                <a:xfrm>
                  <a:off x="7304505" y="356055"/>
                  <a:ext cx="1497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B5B6A33E-2A2A-E40D-D131-643025962551}"/>
                    </a:ext>
                  </a:extLst>
                </p14:cNvPr>
                <p14:cNvContentPartPr/>
                <p14:nvPr/>
              </p14:nvContentPartPr>
              <p14:xfrm>
                <a:off x="7623825" y="328335"/>
                <a:ext cx="105120" cy="198360"/>
              </p14:xfrm>
            </p:contentPart>
          </mc:Choice>
          <mc:Fallback xmlns="">
            <p:pic>
              <p:nvPicPr>
                <p:cNvPr id="27" name="Ink 26">
                  <a:extLst>
                    <a:ext uri="{FF2B5EF4-FFF2-40B4-BE49-F238E27FC236}">
                      <a16:creationId xmlns:a16="http://schemas.microsoft.com/office/drawing/2014/main" id="{B5B6A33E-2A2A-E40D-D131-643025962551}"/>
                    </a:ext>
                  </a:extLst>
                </p:cNvPr>
                <p:cNvPicPr/>
                <p:nvPr/>
              </p:nvPicPr>
              <p:blipFill>
                <a:blip r:embed="rId45"/>
                <a:stretch>
                  <a:fillRect/>
                </a:stretch>
              </p:blipFill>
              <p:spPr>
                <a:xfrm>
                  <a:off x="7617705" y="322215"/>
                  <a:ext cx="1173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47F7E1C6-42DB-BB86-2FEC-1E94A47807F4}"/>
                    </a:ext>
                  </a:extLst>
                </p14:cNvPr>
                <p14:cNvContentPartPr/>
                <p14:nvPr/>
              </p14:nvContentPartPr>
              <p14:xfrm>
                <a:off x="7868625" y="286215"/>
                <a:ext cx="259200" cy="225720"/>
              </p14:xfrm>
            </p:contentPart>
          </mc:Choice>
          <mc:Fallback xmlns="">
            <p:pic>
              <p:nvPicPr>
                <p:cNvPr id="28" name="Ink 27">
                  <a:extLst>
                    <a:ext uri="{FF2B5EF4-FFF2-40B4-BE49-F238E27FC236}">
                      <a16:creationId xmlns:a16="http://schemas.microsoft.com/office/drawing/2014/main" id="{47F7E1C6-42DB-BB86-2FEC-1E94A47807F4}"/>
                    </a:ext>
                  </a:extLst>
                </p:cNvPr>
                <p:cNvPicPr/>
                <p:nvPr/>
              </p:nvPicPr>
              <p:blipFill>
                <a:blip r:embed="rId47"/>
                <a:stretch>
                  <a:fillRect/>
                </a:stretch>
              </p:blipFill>
              <p:spPr>
                <a:xfrm>
                  <a:off x="7862505" y="280095"/>
                  <a:ext cx="2714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67DA9B6E-C7D9-16F4-ACAA-022834CD8B83}"/>
                    </a:ext>
                  </a:extLst>
                </p14:cNvPr>
                <p14:cNvContentPartPr/>
                <p14:nvPr/>
              </p14:nvContentPartPr>
              <p14:xfrm>
                <a:off x="8191545" y="344895"/>
                <a:ext cx="447120" cy="59040"/>
              </p14:xfrm>
            </p:contentPart>
          </mc:Choice>
          <mc:Fallback xmlns="">
            <p:pic>
              <p:nvPicPr>
                <p:cNvPr id="29" name="Ink 28">
                  <a:extLst>
                    <a:ext uri="{FF2B5EF4-FFF2-40B4-BE49-F238E27FC236}">
                      <a16:creationId xmlns:a16="http://schemas.microsoft.com/office/drawing/2014/main" id="{67DA9B6E-C7D9-16F4-ACAA-022834CD8B83}"/>
                    </a:ext>
                  </a:extLst>
                </p:cNvPr>
                <p:cNvPicPr/>
                <p:nvPr/>
              </p:nvPicPr>
              <p:blipFill>
                <a:blip r:embed="rId49"/>
                <a:stretch>
                  <a:fillRect/>
                </a:stretch>
              </p:blipFill>
              <p:spPr>
                <a:xfrm>
                  <a:off x="8185425" y="338775"/>
                  <a:ext cx="459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E1F4C76D-73A2-CCE7-DEB7-F8F8615C5BA1}"/>
                    </a:ext>
                  </a:extLst>
                </p14:cNvPr>
                <p14:cNvContentPartPr/>
                <p14:nvPr/>
              </p14:nvContentPartPr>
              <p14:xfrm>
                <a:off x="1466025" y="1162095"/>
                <a:ext cx="80280" cy="576000"/>
              </p14:xfrm>
            </p:contentPart>
          </mc:Choice>
          <mc:Fallback xmlns="">
            <p:pic>
              <p:nvPicPr>
                <p:cNvPr id="31" name="Ink 30">
                  <a:extLst>
                    <a:ext uri="{FF2B5EF4-FFF2-40B4-BE49-F238E27FC236}">
                      <a16:creationId xmlns:a16="http://schemas.microsoft.com/office/drawing/2014/main" id="{E1F4C76D-73A2-CCE7-DEB7-F8F8615C5BA1}"/>
                    </a:ext>
                  </a:extLst>
                </p:cNvPr>
                <p:cNvPicPr/>
                <p:nvPr/>
              </p:nvPicPr>
              <p:blipFill>
                <a:blip r:embed="rId51"/>
                <a:stretch>
                  <a:fillRect/>
                </a:stretch>
              </p:blipFill>
              <p:spPr>
                <a:xfrm>
                  <a:off x="1459905" y="1155975"/>
                  <a:ext cx="9252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896100FA-7D8F-03AB-C814-156857230EFB}"/>
                    </a:ext>
                  </a:extLst>
                </p14:cNvPr>
                <p14:cNvContentPartPr/>
                <p14:nvPr/>
              </p14:nvContentPartPr>
              <p14:xfrm>
                <a:off x="1534785" y="1043295"/>
                <a:ext cx="287280" cy="491040"/>
              </p14:xfrm>
            </p:contentPart>
          </mc:Choice>
          <mc:Fallback xmlns="">
            <p:pic>
              <p:nvPicPr>
                <p:cNvPr id="32" name="Ink 31">
                  <a:extLst>
                    <a:ext uri="{FF2B5EF4-FFF2-40B4-BE49-F238E27FC236}">
                      <a16:creationId xmlns:a16="http://schemas.microsoft.com/office/drawing/2014/main" id="{896100FA-7D8F-03AB-C814-156857230EFB}"/>
                    </a:ext>
                  </a:extLst>
                </p:cNvPr>
                <p:cNvPicPr/>
                <p:nvPr/>
              </p:nvPicPr>
              <p:blipFill>
                <a:blip r:embed="rId53"/>
                <a:stretch>
                  <a:fillRect/>
                </a:stretch>
              </p:blipFill>
              <p:spPr>
                <a:xfrm>
                  <a:off x="1528665" y="1037175"/>
                  <a:ext cx="29952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ED761C92-3140-9AF0-EAED-08E3E927B78B}"/>
                    </a:ext>
                  </a:extLst>
                </p14:cNvPr>
                <p14:cNvContentPartPr/>
                <p14:nvPr/>
              </p14:nvContentPartPr>
              <p14:xfrm>
                <a:off x="2107545" y="1241655"/>
                <a:ext cx="155880" cy="57960"/>
              </p14:xfrm>
            </p:contentPart>
          </mc:Choice>
          <mc:Fallback xmlns="">
            <p:pic>
              <p:nvPicPr>
                <p:cNvPr id="33" name="Ink 32">
                  <a:extLst>
                    <a:ext uri="{FF2B5EF4-FFF2-40B4-BE49-F238E27FC236}">
                      <a16:creationId xmlns:a16="http://schemas.microsoft.com/office/drawing/2014/main" id="{ED761C92-3140-9AF0-EAED-08E3E927B78B}"/>
                    </a:ext>
                  </a:extLst>
                </p:cNvPr>
                <p:cNvPicPr/>
                <p:nvPr/>
              </p:nvPicPr>
              <p:blipFill>
                <a:blip r:embed="rId55"/>
                <a:stretch>
                  <a:fillRect/>
                </a:stretch>
              </p:blipFill>
              <p:spPr>
                <a:xfrm>
                  <a:off x="2101425" y="1235535"/>
                  <a:ext cx="168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2B705DA5-5513-2B16-2B46-086EF3F77E0D}"/>
                    </a:ext>
                  </a:extLst>
                </p14:cNvPr>
                <p14:cNvContentPartPr/>
                <p14:nvPr/>
              </p14:nvContentPartPr>
              <p14:xfrm>
                <a:off x="2139585" y="1450455"/>
                <a:ext cx="217440" cy="106200"/>
              </p14:xfrm>
            </p:contentPart>
          </mc:Choice>
          <mc:Fallback xmlns="">
            <p:pic>
              <p:nvPicPr>
                <p:cNvPr id="34" name="Ink 33">
                  <a:extLst>
                    <a:ext uri="{FF2B5EF4-FFF2-40B4-BE49-F238E27FC236}">
                      <a16:creationId xmlns:a16="http://schemas.microsoft.com/office/drawing/2014/main" id="{2B705DA5-5513-2B16-2B46-086EF3F77E0D}"/>
                    </a:ext>
                  </a:extLst>
                </p:cNvPr>
                <p:cNvPicPr/>
                <p:nvPr/>
              </p:nvPicPr>
              <p:blipFill>
                <a:blip r:embed="rId57"/>
                <a:stretch>
                  <a:fillRect/>
                </a:stretch>
              </p:blipFill>
              <p:spPr>
                <a:xfrm>
                  <a:off x="2133465" y="1444335"/>
                  <a:ext cx="229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47E025AD-9391-7973-2B10-842320F9F84F}"/>
                    </a:ext>
                  </a:extLst>
                </p14:cNvPr>
                <p14:cNvContentPartPr/>
                <p14:nvPr/>
              </p14:nvContentPartPr>
              <p14:xfrm>
                <a:off x="2546385" y="1144095"/>
                <a:ext cx="93960" cy="427320"/>
              </p14:xfrm>
            </p:contentPart>
          </mc:Choice>
          <mc:Fallback xmlns="">
            <p:pic>
              <p:nvPicPr>
                <p:cNvPr id="35" name="Ink 34">
                  <a:extLst>
                    <a:ext uri="{FF2B5EF4-FFF2-40B4-BE49-F238E27FC236}">
                      <a16:creationId xmlns:a16="http://schemas.microsoft.com/office/drawing/2014/main" id="{47E025AD-9391-7973-2B10-842320F9F84F}"/>
                    </a:ext>
                  </a:extLst>
                </p:cNvPr>
                <p:cNvPicPr/>
                <p:nvPr/>
              </p:nvPicPr>
              <p:blipFill>
                <a:blip r:embed="rId59"/>
                <a:stretch>
                  <a:fillRect/>
                </a:stretch>
              </p:blipFill>
              <p:spPr>
                <a:xfrm>
                  <a:off x="2540265" y="1137975"/>
                  <a:ext cx="10620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1B9F83B1-9317-D182-B3EE-771AFAF1139A}"/>
                    </a:ext>
                  </a:extLst>
                </p14:cNvPr>
                <p14:cNvContentPartPr/>
                <p14:nvPr/>
              </p14:nvContentPartPr>
              <p14:xfrm>
                <a:off x="2204385" y="2320215"/>
                <a:ext cx="64440" cy="551520"/>
              </p14:xfrm>
            </p:contentPart>
          </mc:Choice>
          <mc:Fallback xmlns="">
            <p:pic>
              <p:nvPicPr>
                <p:cNvPr id="38" name="Ink 37">
                  <a:extLst>
                    <a:ext uri="{FF2B5EF4-FFF2-40B4-BE49-F238E27FC236}">
                      <a16:creationId xmlns:a16="http://schemas.microsoft.com/office/drawing/2014/main" id="{1B9F83B1-9317-D182-B3EE-771AFAF1139A}"/>
                    </a:ext>
                  </a:extLst>
                </p:cNvPr>
                <p:cNvPicPr/>
                <p:nvPr/>
              </p:nvPicPr>
              <p:blipFill>
                <a:blip r:embed="rId61"/>
                <a:stretch>
                  <a:fillRect/>
                </a:stretch>
              </p:blipFill>
              <p:spPr>
                <a:xfrm>
                  <a:off x="2198265" y="2314095"/>
                  <a:ext cx="7668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3DFB5FD9-B1A5-E14B-5584-249F42FF1B3D}"/>
                    </a:ext>
                  </a:extLst>
                </p14:cNvPr>
                <p14:cNvContentPartPr/>
                <p14:nvPr/>
              </p14:nvContentPartPr>
              <p14:xfrm>
                <a:off x="2274225" y="2171895"/>
                <a:ext cx="329040" cy="203040"/>
              </p14:xfrm>
            </p:contentPart>
          </mc:Choice>
          <mc:Fallback xmlns="">
            <p:pic>
              <p:nvPicPr>
                <p:cNvPr id="39" name="Ink 38">
                  <a:extLst>
                    <a:ext uri="{FF2B5EF4-FFF2-40B4-BE49-F238E27FC236}">
                      <a16:creationId xmlns:a16="http://schemas.microsoft.com/office/drawing/2014/main" id="{3DFB5FD9-B1A5-E14B-5584-249F42FF1B3D}"/>
                    </a:ext>
                  </a:extLst>
                </p:cNvPr>
                <p:cNvPicPr/>
                <p:nvPr/>
              </p:nvPicPr>
              <p:blipFill>
                <a:blip r:embed="rId63"/>
                <a:stretch>
                  <a:fillRect/>
                </a:stretch>
              </p:blipFill>
              <p:spPr>
                <a:xfrm>
                  <a:off x="2268105" y="2165775"/>
                  <a:ext cx="3412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8606CC43-68EA-E111-820E-F230B407CD7F}"/>
                    </a:ext>
                  </a:extLst>
                </p14:cNvPr>
                <p14:cNvContentPartPr/>
                <p14:nvPr/>
              </p14:nvContentPartPr>
              <p14:xfrm>
                <a:off x="2054985" y="2540895"/>
                <a:ext cx="577440" cy="35280"/>
              </p14:xfrm>
            </p:contentPart>
          </mc:Choice>
          <mc:Fallback xmlns="">
            <p:pic>
              <p:nvPicPr>
                <p:cNvPr id="40" name="Ink 39">
                  <a:extLst>
                    <a:ext uri="{FF2B5EF4-FFF2-40B4-BE49-F238E27FC236}">
                      <a16:creationId xmlns:a16="http://schemas.microsoft.com/office/drawing/2014/main" id="{8606CC43-68EA-E111-820E-F230B407CD7F}"/>
                    </a:ext>
                  </a:extLst>
                </p:cNvPr>
                <p:cNvPicPr/>
                <p:nvPr/>
              </p:nvPicPr>
              <p:blipFill>
                <a:blip r:embed="rId65"/>
                <a:stretch>
                  <a:fillRect/>
                </a:stretch>
              </p:blipFill>
              <p:spPr>
                <a:xfrm>
                  <a:off x="2048865" y="2534775"/>
                  <a:ext cx="5896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095D2A11-0F12-C9BC-6556-5FADFE496A03}"/>
                    </a:ext>
                  </a:extLst>
                </p14:cNvPr>
                <p14:cNvContentPartPr/>
                <p14:nvPr/>
              </p14:nvContentPartPr>
              <p14:xfrm>
                <a:off x="2784345" y="2409495"/>
                <a:ext cx="123480" cy="595800"/>
              </p14:xfrm>
            </p:contentPart>
          </mc:Choice>
          <mc:Fallback xmlns="">
            <p:pic>
              <p:nvPicPr>
                <p:cNvPr id="42" name="Ink 41">
                  <a:extLst>
                    <a:ext uri="{FF2B5EF4-FFF2-40B4-BE49-F238E27FC236}">
                      <a16:creationId xmlns:a16="http://schemas.microsoft.com/office/drawing/2014/main" id="{095D2A11-0F12-C9BC-6556-5FADFE496A03}"/>
                    </a:ext>
                  </a:extLst>
                </p:cNvPr>
                <p:cNvPicPr/>
                <p:nvPr/>
              </p:nvPicPr>
              <p:blipFill>
                <a:blip r:embed="rId67"/>
                <a:stretch>
                  <a:fillRect/>
                </a:stretch>
              </p:blipFill>
              <p:spPr>
                <a:xfrm>
                  <a:off x="2778225" y="2403375"/>
                  <a:ext cx="13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5AFB65C5-A7D8-D381-ECB2-993C0C36F50B}"/>
                    </a:ext>
                  </a:extLst>
                </p14:cNvPr>
                <p14:cNvContentPartPr/>
                <p14:nvPr/>
              </p14:nvContentPartPr>
              <p14:xfrm>
                <a:off x="3553305" y="1902255"/>
                <a:ext cx="282960" cy="752400"/>
              </p14:xfrm>
            </p:contentPart>
          </mc:Choice>
          <mc:Fallback xmlns="">
            <p:pic>
              <p:nvPicPr>
                <p:cNvPr id="44" name="Ink 43">
                  <a:extLst>
                    <a:ext uri="{FF2B5EF4-FFF2-40B4-BE49-F238E27FC236}">
                      <a16:creationId xmlns:a16="http://schemas.microsoft.com/office/drawing/2014/main" id="{5AFB65C5-A7D8-D381-ECB2-993C0C36F50B}"/>
                    </a:ext>
                  </a:extLst>
                </p:cNvPr>
                <p:cNvPicPr/>
                <p:nvPr/>
              </p:nvPicPr>
              <p:blipFill>
                <a:blip r:embed="rId69"/>
                <a:stretch>
                  <a:fillRect/>
                </a:stretch>
              </p:blipFill>
              <p:spPr>
                <a:xfrm>
                  <a:off x="3547185" y="1896135"/>
                  <a:ext cx="295200" cy="764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A3ED7AC3-D793-E9AC-6DF2-FF17BD0A8270}"/>
                    </a:ext>
                  </a:extLst>
                </p14:cNvPr>
                <p14:cNvContentPartPr/>
                <p14:nvPr/>
              </p14:nvContentPartPr>
              <p14:xfrm>
                <a:off x="4080705" y="2131575"/>
                <a:ext cx="587160" cy="321840"/>
              </p14:xfrm>
            </p:contentPart>
          </mc:Choice>
          <mc:Fallback xmlns="">
            <p:pic>
              <p:nvPicPr>
                <p:cNvPr id="45" name="Ink 44">
                  <a:extLst>
                    <a:ext uri="{FF2B5EF4-FFF2-40B4-BE49-F238E27FC236}">
                      <a16:creationId xmlns:a16="http://schemas.microsoft.com/office/drawing/2014/main" id="{A3ED7AC3-D793-E9AC-6DF2-FF17BD0A8270}"/>
                    </a:ext>
                  </a:extLst>
                </p:cNvPr>
                <p:cNvPicPr/>
                <p:nvPr/>
              </p:nvPicPr>
              <p:blipFill>
                <a:blip r:embed="rId71"/>
                <a:stretch>
                  <a:fillRect/>
                </a:stretch>
              </p:blipFill>
              <p:spPr>
                <a:xfrm>
                  <a:off x="4074585" y="2125455"/>
                  <a:ext cx="5994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C4B57DCF-233C-90D5-8467-CC8366B6307B}"/>
                    </a:ext>
                  </a:extLst>
                </p14:cNvPr>
                <p14:cNvContentPartPr/>
                <p14:nvPr/>
              </p14:nvContentPartPr>
              <p14:xfrm>
                <a:off x="4754625" y="2070015"/>
                <a:ext cx="305640" cy="296640"/>
              </p14:xfrm>
            </p:contentPart>
          </mc:Choice>
          <mc:Fallback xmlns="">
            <p:pic>
              <p:nvPicPr>
                <p:cNvPr id="46" name="Ink 45">
                  <a:extLst>
                    <a:ext uri="{FF2B5EF4-FFF2-40B4-BE49-F238E27FC236}">
                      <a16:creationId xmlns:a16="http://schemas.microsoft.com/office/drawing/2014/main" id="{C4B57DCF-233C-90D5-8467-CC8366B6307B}"/>
                    </a:ext>
                  </a:extLst>
                </p:cNvPr>
                <p:cNvPicPr/>
                <p:nvPr/>
              </p:nvPicPr>
              <p:blipFill>
                <a:blip r:embed="rId73"/>
                <a:stretch>
                  <a:fillRect/>
                </a:stretch>
              </p:blipFill>
              <p:spPr>
                <a:xfrm>
                  <a:off x="4748505" y="2063895"/>
                  <a:ext cx="31788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60B2E967-A368-302A-B92F-65278A0C7193}"/>
                    </a:ext>
                  </a:extLst>
                </p14:cNvPr>
                <p14:cNvContentPartPr/>
                <p14:nvPr/>
              </p14:nvContentPartPr>
              <p14:xfrm>
                <a:off x="5166105" y="1921335"/>
                <a:ext cx="442800" cy="464040"/>
              </p14:xfrm>
            </p:contentPart>
          </mc:Choice>
          <mc:Fallback xmlns="">
            <p:pic>
              <p:nvPicPr>
                <p:cNvPr id="47" name="Ink 46">
                  <a:extLst>
                    <a:ext uri="{FF2B5EF4-FFF2-40B4-BE49-F238E27FC236}">
                      <a16:creationId xmlns:a16="http://schemas.microsoft.com/office/drawing/2014/main" id="{60B2E967-A368-302A-B92F-65278A0C7193}"/>
                    </a:ext>
                  </a:extLst>
                </p:cNvPr>
                <p:cNvPicPr/>
                <p:nvPr/>
              </p:nvPicPr>
              <p:blipFill>
                <a:blip r:embed="rId75"/>
                <a:stretch>
                  <a:fillRect/>
                </a:stretch>
              </p:blipFill>
              <p:spPr>
                <a:xfrm>
                  <a:off x="5159985" y="1915215"/>
                  <a:ext cx="455040" cy="476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D54ADA43-A74B-2586-B099-C1C53EEB7375}"/>
                    </a:ext>
                  </a:extLst>
                </p14:cNvPr>
                <p14:cNvContentPartPr/>
                <p14:nvPr/>
              </p14:nvContentPartPr>
              <p14:xfrm>
                <a:off x="6157185" y="1808655"/>
                <a:ext cx="210600" cy="90720"/>
              </p14:xfrm>
            </p:contentPart>
          </mc:Choice>
          <mc:Fallback xmlns="">
            <p:pic>
              <p:nvPicPr>
                <p:cNvPr id="48" name="Ink 47">
                  <a:extLst>
                    <a:ext uri="{FF2B5EF4-FFF2-40B4-BE49-F238E27FC236}">
                      <a16:creationId xmlns:a16="http://schemas.microsoft.com/office/drawing/2014/main" id="{D54ADA43-A74B-2586-B099-C1C53EEB7375}"/>
                    </a:ext>
                  </a:extLst>
                </p:cNvPr>
                <p:cNvPicPr/>
                <p:nvPr/>
              </p:nvPicPr>
              <p:blipFill>
                <a:blip r:embed="rId77"/>
                <a:stretch>
                  <a:fillRect/>
                </a:stretch>
              </p:blipFill>
              <p:spPr>
                <a:xfrm>
                  <a:off x="6151065" y="1802535"/>
                  <a:ext cx="222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7B48D554-C293-7159-D607-68C5CEE959FA}"/>
                    </a:ext>
                  </a:extLst>
                </p14:cNvPr>
                <p14:cNvContentPartPr/>
                <p14:nvPr/>
              </p14:nvContentPartPr>
              <p14:xfrm>
                <a:off x="6208665" y="2111055"/>
                <a:ext cx="276840" cy="122760"/>
              </p14:xfrm>
            </p:contentPart>
          </mc:Choice>
          <mc:Fallback xmlns="">
            <p:pic>
              <p:nvPicPr>
                <p:cNvPr id="49" name="Ink 48">
                  <a:extLst>
                    <a:ext uri="{FF2B5EF4-FFF2-40B4-BE49-F238E27FC236}">
                      <a16:creationId xmlns:a16="http://schemas.microsoft.com/office/drawing/2014/main" id="{7B48D554-C293-7159-D607-68C5CEE959FA}"/>
                    </a:ext>
                  </a:extLst>
                </p:cNvPr>
                <p:cNvPicPr/>
                <p:nvPr/>
              </p:nvPicPr>
              <p:blipFill>
                <a:blip r:embed="rId79"/>
                <a:stretch>
                  <a:fillRect/>
                </a:stretch>
              </p:blipFill>
              <p:spPr>
                <a:xfrm>
                  <a:off x="6202545" y="2104935"/>
                  <a:ext cx="2890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39E73C1E-2675-8005-2E53-944E621FB18B}"/>
                    </a:ext>
                  </a:extLst>
                </p14:cNvPr>
                <p14:cNvContentPartPr/>
                <p14:nvPr/>
              </p14:nvContentPartPr>
              <p14:xfrm>
                <a:off x="7586025" y="1475295"/>
                <a:ext cx="571680" cy="399600"/>
              </p14:xfrm>
            </p:contentPart>
          </mc:Choice>
          <mc:Fallback xmlns="">
            <p:pic>
              <p:nvPicPr>
                <p:cNvPr id="51" name="Ink 50">
                  <a:extLst>
                    <a:ext uri="{FF2B5EF4-FFF2-40B4-BE49-F238E27FC236}">
                      <a16:creationId xmlns:a16="http://schemas.microsoft.com/office/drawing/2014/main" id="{39E73C1E-2675-8005-2E53-944E621FB18B}"/>
                    </a:ext>
                  </a:extLst>
                </p:cNvPr>
                <p:cNvPicPr/>
                <p:nvPr/>
              </p:nvPicPr>
              <p:blipFill>
                <a:blip r:embed="rId81"/>
                <a:stretch>
                  <a:fillRect/>
                </a:stretch>
              </p:blipFill>
              <p:spPr>
                <a:xfrm>
                  <a:off x="7579905" y="1469175"/>
                  <a:ext cx="58392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A3187A4E-9658-2C04-C20C-5DEADA0C759E}"/>
                    </a:ext>
                  </a:extLst>
                </p14:cNvPr>
                <p14:cNvContentPartPr/>
                <p14:nvPr/>
              </p14:nvContentPartPr>
              <p14:xfrm>
                <a:off x="8326905" y="1497255"/>
                <a:ext cx="291600" cy="273960"/>
              </p14:xfrm>
            </p:contentPart>
          </mc:Choice>
          <mc:Fallback xmlns="">
            <p:pic>
              <p:nvPicPr>
                <p:cNvPr id="52" name="Ink 51">
                  <a:extLst>
                    <a:ext uri="{FF2B5EF4-FFF2-40B4-BE49-F238E27FC236}">
                      <a16:creationId xmlns:a16="http://schemas.microsoft.com/office/drawing/2014/main" id="{A3187A4E-9658-2C04-C20C-5DEADA0C759E}"/>
                    </a:ext>
                  </a:extLst>
                </p:cNvPr>
                <p:cNvPicPr/>
                <p:nvPr/>
              </p:nvPicPr>
              <p:blipFill>
                <a:blip r:embed="rId83"/>
                <a:stretch>
                  <a:fillRect/>
                </a:stretch>
              </p:blipFill>
              <p:spPr>
                <a:xfrm>
                  <a:off x="8320785" y="1491135"/>
                  <a:ext cx="3038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3314160A-07D7-94CD-2792-2311AFB09389}"/>
                    </a:ext>
                  </a:extLst>
                </p14:cNvPr>
                <p14:cNvContentPartPr/>
                <p14:nvPr/>
              </p14:nvContentPartPr>
              <p14:xfrm>
                <a:off x="8253465" y="1556655"/>
                <a:ext cx="365040" cy="253440"/>
              </p14:xfrm>
            </p:contentPart>
          </mc:Choice>
          <mc:Fallback xmlns="">
            <p:pic>
              <p:nvPicPr>
                <p:cNvPr id="53" name="Ink 52">
                  <a:extLst>
                    <a:ext uri="{FF2B5EF4-FFF2-40B4-BE49-F238E27FC236}">
                      <a16:creationId xmlns:a16="http://schemas.microsoft.com/office/drawing/2014/main" id="{3314160A-07D7-94CD-2792-2311AFB09389}"/>
                    </a:ext>
                  </a:extLst>
                </p:cNvPr>
                <p:cNvPicPr/>
                <p:nvPr/>
              </p:nvPicPr>
              <p:blipFill>
                <a:blip r:embed="rId85"/>
                <a:stretch>
                  <a:fillRect/>
                </a:stretch>
              </p:blipFill>
              <p:spPr>
                <a:xfrm>
                  <a:off x="8247345" y="1550535"/>
                  <a:ext cx="3772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5" name="Ink 54">
                  <a:extLst>
                    <a:ext uri="{FF2B5EF4-FFF2-40B4-BE49-F238E27FC236}">
                      <a16:creationId xmlns:a16="http://schemas.microsoft.com/office/drawing/2014/main" id="{E2CE19E3-C211-229B-B71B-722D00381F04}"/>
                    </a:ext>
                  </a:extLst>
                </p14:cNvPr>
                <p14:cNvContentPartPr/>
                <p14:nvPr/>
              </p14:nvContentPartPr>
              <p14:xfrm>
                <a:off x="9287385" y="1041135"/>
                <a:ext cx="63720" cy="451800"/>
              </p14:xfrm>
            </p:contentPart>
          </mc:Choice>
          <mc:Fallback xmlns="">
            <p:pic>
              <p:nvPicPr>
                <p:cNvPr id="55" name="Ink 54">
                  <a:extLst>
                    <a:ext uri="{FF2B5EF4-FFF2-40B4-BE49-F238E27FC236}">
                      <a16:creationId xmlns:a16="http://schemas.microsoft.com/office/drawing/2014/main" id="{E2CE19E3-C211-229B-B71B-722D00381F04}"/>
                    </a:ext>
                  </a:extLst>
                </p:cNvPr>
                <p:cNvPicPr/>
                <p:nvPr/>
              </p:nvPicPr>
              <p:blipFill>
                <a:blip r:embed="rId87"/>
                <a:stretch>
                  <a:fillRect/>
                </a:stretch>
              </p:blipFill>
              <p:spPr>
                <a:xfrm>
                  <a:off x="9281265" y="1035015"/>
                  <a:ext cx="7596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12B35ADE-F80F-7439-CDD1-026A543158B1}"/>
                    </a:ext>
                  </a:extLst>
                </p14:cNvPr>
                <p14:cNvContentPartPr/>
                <p14:nvPr/>
              </p14:nvContentPartPr>
              <p14:xfrm>
                <a:off x="9397545" y="759255"/>
                <a:ext cx="339120" cy="427320"/>
              </p14:xfrm>
            </p:contentPart>
          </mc:Choice>
          <mc:Fallback xmlns="">
            <p:pic>
              <p:nvPicPr>
                <p:cNvPr id="56" name="Ink 55">
                  <a:extLst>
                    <a:ext uri="{FF2B5EF4-FFF2-40B4-BE49-F238E27FC236}">
                      <a16:creationId xmlns:a16="http://schemas.microsoft.com/office/drawing/2014/main" id="{12B35ADE-F80F-7439-CDD1-026A543158B1}"/>
                    </a:ext>
                  </a:extLst>
                </p:cNvPr>
                <p:cNvPicPr/>
                <p:nvPr/>
              </p:nvPicPr>
              <p:blipFill>
                <a:blip r:embed="rId89"/>
                <a:stretch>
                  <a:fillRect/>
                </a:stretch>
              </p:blipFill>
              <p:spPr>
                <a:xfrm>
                  <a:off x="9391425" y="753135"/>
                  <a:ext cx="35136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1CFDE6B6-7EEC-D161-AFB2-D74C8FA05494}"/>
                    </a:ext>
                  </a:extLst>
                </p14:cNvPr>
                <p14:cNvContentPartPr/>
                <p14:nvPr/>
              </p14:nvContentPartPr>
              <p14:xfrm>
                <a:off x="9649185" y="1197375"/>
                <a:ext cx="305640" cy="245160"/>
              </p14:xfrm>
            </p:contentPart>
          </mc:Choice>
          <mc:Fallback xmlns="">
            <p:pic>
              <p:nvPicPr>
                <p:cNvPr id="57" name="Ink 56">
                  <a:extLst>
                    <a:ext uri="{FF2B5EF4-FFF2-40B4-BE49-F238E27FC236}">
                      <a16:creationId xmlns:a16="http://schemas.microsoft.com/office/drawing/2014/main" id="{1CFDE6B6-7EEC-D161-AFB2-D74C8FA05494}"/>
                    </a:ext>
                  </a:extLst>
                </p:cNvPr>
                <p:cNvPicPr/>
                <p:nvPr/>
              </p:nvPicPr>
              <p:blipFill>
                <a:blip r:embed="rId91"/>
                <a:stretch>
                  <a:fillRect/>
                </a:stretch>
              </p:blipFill>
              <p:spPr>
                <a:xfrm>
                  <a:off x="9643065" y="1191255"/>
                  <a:ext cx="3178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76A8623A-D199-1F0C-664A-D697A863D904}"/>
                    </a:ext>
                  </a:extLst>
                </p14:cNvPr>
                <p14:cNvContentPartPr/>
                <p14:nvPr/>
              </p14:nvContentPartPr>
              <p14:xfrm>
                <a:off x="9989745" y="1165335"/>
                <a:ext cx="398160" cy="238680"/>
              </p14:xfrm>
            </p:contentPart>
          </mc:Choice>
          <mc:Fallback xmlns="">
            <p:pic>
              <p:nvPicPr>
                <p:cNvPr id="58" name="Ink 57">
                  <a:extLst>
                    <a:ext uri="{FF2B5EF4-FFF2-40B4-BE49-F238E27FC236}">
                      <a16:creationId xmlns:a16="http://schemas.microsoft.com/office/drawing/2014/main" id="{76A8623A-D199-1F0C-664A-D697A863D904}"/>
                    </a:ext>
                  </a:extLst>
                </p:cNvPr>
                <p:cNvPicPr/>
                <p:nvPr/>
              </p:nvPicPr>
              <p:blipFill>
                <a:blip r:embed="rId93"/>
                <a:stretch>
                  <a:fillRect/>
                </a:stretch>
              </p:blipFill>
              <p:spPr>
                <a:xfrm>
                  <a:off x="9983625" y="1159215"/>
                  <a:ext cx="4104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FF1E7F39-1330-3C4D-6C24-62F54B41FA45}"/>
                    </a:ext>
                  </a:extLst>
                </p14:cNvPr>
                <p14:cNvContentPartPr/>
                <p14:nvPr/>
              </p14:nvContentPartPr>
              <p14:xfrm>
                <a:off x="10535145" y="1184055"/>
                <a:ext cx="168120" cy="121680"/>
              </p14:xfrm>
            </p:contentPart>
          </mc:Choice>
          <mc:Fallback xmlns="">
            <p:pic>
              <p:nvPicPr>
                <p:cNvPr id="59" name="Ink 58">
                  <a:extLst>
                    <a:ext uri="{FF2B5EF4-FFF2-40B4-BE49-F238E27FC236}">
                      <a16:creationId xmlns:a16="http://schemas.microsoft.com/office/drawing/2014/main" id="{FF1E7F39-1330-3C4D-6C24-62F54B41FA45}"/>
                    </a:ext>
                  </a:extLst>
                </p:cNvPr>
                <p:cNvPicPr/>
                <p:nvPr/>
              </p:nvPicPr>
              <p:blipFill>
                <a:blip r:embed="rId95"/>
                <a:stretch>
                  <a:fillRect/>
                </a:stretch>
              </p:blipFill>
              <p:spPr>
                <a:xfrm>
                  <a:off x="10529025" y="1177935"/>
                  <a:ext cx="1803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322B4682-7972-8BEF-0653-5205023C5239}"/>
                    </a:ext>
                  </a:extLst>
                </p14:cNvPr>
                <p14:cNvContentPartPr/>
                <p14:nvPr/>
              </p14:nvContentPartPr>
              <p14:xfrm>
                <a:off x="10533705" y="1197735"/>
                <a:ext cx="142200" cy="80640"/>
              </p14:xfrm>
            </p:contentPart>
          </mc:Choice>
          <mc:Fallback xmlns="">
            <p:pic>
              <p:nvPicPr>
                <p:cNvPr id="60" name="Ink 59">
                  <a:extLst>
                    <a:ext uri="{FF2B5EF4-FFF2-40B4-BE49-F238E27FC236}">
                      <a16:creationId xmlns:a16="http://schemas.microsoft.com/office/drawing/2014/main" id="{322B4682-7972-8BEF-0653-5205023C5239}"/>
                    </a:ext>
                  </a:extLst>
                </p:cNvPr>
                <p:cNvPicPr/>
                <p:nvPr/>
              </p:nvPicPr>
              <p:blipFill>
                <a:blip r:embed="rId97"/>
                <a:stretch>
                  <a:fillRect/>
                </a:stretch>
              </p:blipFill>
              <p:spPr>
                <a:xfrm>
                  <a:off x="10527585" y="1191615"/>
                  <a:ext cx="1544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1AABFFF6-908F-DE7B-AB15-58751EBA8765}"/>
                    </a:ext>
                  </a:extLst>
                </p14:cNvPr>
                <p14:cNvContentPartPr/>
                <p14:nvPr/>
              </p14:nvContentPartPr>
              <p14:xfrm>
                <a:off x="10763745" y="929895"/>
                <a:ext cx="173520" cy="396720"/>
              </p14:xfrm>
            </p:contentPart>
          </mc:Choice>
          <mc:Fallback xmlns="">
            <p:pic>
              <p:nvPicPr>
                <p:cNvPr id="61" name="Ink 60">
                  <a:extLst>
                    <a:ext uri="{FF2B5EF4-FFF2-40B4-BE49-F238E27FC236}">
                      <a16:creationId xmlns:a16="http://schemas.microsoft.com/office/drawing/2014/main" id="{1AABFFF6-908F-DE7B-AB15-58751EBA8765}"/>
                    </a:ext>
                  </a:extLst>
                </p:cNvPr>
                <p:cNvPicPr/>
                <p:nvPr/>
              </p:nvPicPr>
              <p:blipFill>
                <a:blip r:embed="rId99"/>
                <a:stretch>
                  <a:fillRect/>
                </a:stretch>
              </p:blipFill>
              <p:spPr>
                <a:xfrm>
                  <a:off x="10757625" y="923775"/>
                  <a:ext cx="18576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A8AE8D30-6F71-6069-74E7-757D8B55E7E8}"/>
                    </a:ext>
                  </a:extLst>
                </p14:cNvPr>
                <p14:cNvContentPartPr/>
                <p14:nvPr/>
              </p14:nvContentPartPr>
              <p14:xfrm>
                <a:off x="10998825" y="1275855"/>
                <a:ext cx="20880" cy="5400"/>
              </p14:xfrm>
            </p:contentPart>
          </mc:Choice>
          <mc:Fallback xmlns="">
            <p:pic>
              <p:nvPicPr>
                <p:cNvPr id="62" name="Ink 61">
                  <a:extLst>
                    <a:ext uri="{FF2B5EF4-FFF2-40B4-BE49-F238E27FC236}">
                      <a16:creationId xmlns:a16="http://schemas.microsoft.com/office/drawing/2014/main" id="{A8AE8D30-6F71-6069-74E7-757D8B55E7E8}"/>
                    </a:ext>
                  </a:extLst>
                </p:cNvPr>
                <p:cNvPicPr/>
                <p:nvPr/>
              </p:nvPicPr>
              <p:blipFill>
                <a:blip r:embed="rId101"/>
                <a:stretch>
                  <a:fillRect/>
                </a:stretch>
              </p:blipFill>
              <p:spPr>
                <a:xfrm>
                  <a:off x="10992705" y="1269735"/>
                  <a:ext cx="3312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7EAF1573-0298-5695-314D-2170B7AD2B29}"/>
                    </a:ext>
                  </a:extLst>
                </p14:cNvPr>
                <p14:cNvContentPartPr/>
                <p14:nvPr/>
              </p14:nvContentPartPr>
              <p14:xfrm>
                <a:off x="8894625" y="1695615"/>
                <a:ext cx="2148840" cy="91800"/>
              </p14:xfrm>
            </p:contentPart>
          </mc:Choice>
          <mc:Fallback xmlns="">
            <p:pic>
              <p:nvPicPr>
                <p:cNvPr id="63" name="Ink 62">
                  <a:extLst>
                    <a:ext uri="{FF2B5EF4-FFF2-40B4-BE49-F238E27FC236}">
                      <a16:creationId xmlns:a16="http://schemas.microsoft.com/office/drawing/2014/main" id="{7EAF1573-0298-5695-314D-2170B7AD2B29}"/>
                    </a:ext>
                  </a:extLst>
                </p:cNvPr>
                <p:cNvPicPr/>
                <p:nvPr/>
              </p:nvPicPr>
              <p:blipFill>
                <a:blip r:embed="rId103"/>
                <a:stretch>
                  <a:fillRect/>
                </a:stretch>
              </p:blipFill>
              <p:spPr>
                <a:xfrm>
                  <a:off x="8888505" y="1689495"/>
                  <a:ext cx="21610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F11B2C74-CC20-CE1E-8C2B-5D34C03E06AB}"/>
                    </a:ext>
                  </a:extLst>
                </p14:cNvPr>
                <p14:cNvContentPartPr/>
                <p14:nvPr/>
              </p14:nvContentPartPr>
              <p14:xfrm>
                <a:off x="9254625" y="2008095"/>
                <a:ext cx="121680" cy="455040"/>
              </p14:xfrm>
            </p:contentPart>
          </mc:Choice>
          <mc:Fallback xmlns="">
            <p:pic>
              <p:nvPicPr>
                <p:cNvPr id="64" name="Ink 63">
                  <a:extLst>
                    <a:ext uri="{FF2B5EF4-FFF2-40B4-BE49-F238E27FC236}">
                      <a16:creationId xmlns:a16="http://schemas.microsoft.com/office/drawing/2014/main" id="{F11B2C74-CC20-CE1E-8C2B-5D34C03E06AB}"/>
                    </a:ext>
                  </a:extLst>
                </p:cNvPr>
                <p:cNvPicPr/>
                <p:nvPr/>
              </p:nvPicPr>
              <p:blipFill>
                <a:blip r:embed="rId105"/>
                <a:stretch>
                  <a:fillRect/>
                </a:stretch>
              </p:blipFill>
              <p:spPr>
                <a:xfrm>
                  <a:off x="9248505" y="2001975"/>
                  <a:ext cx="13392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554C84DC-E461-A59C-07B7-8C34BCEB93F5}"/>
                    </a:ext>
                  </a:extLst>
                </p14:cNvPr>
                <p14:cNvContentPartPr/>
                <p14:nvPr/>
              </p14:nvContentPartPr>
              <p14:xfrm>
                <a:off x="9266145" y="1839975"/>
                <a:ext cx="384840" cy="329040"/>
              </p14:xfrm>
            </p:contentPart>
          </mc:Choice>
          <mc:Fallback xmlns="">
            <p:pic>
              <p:nvPicPr>
                <p:cNvPr id="65" name="Ink 64">
                  <a:extLst>
                    <a:ext uri="{FF2B5EF4-FFF2-40B4-BE49-F238E27FC236}">
                      <a16:creationId xmlns:a16="http://schemas.microsoft.com/office/drawing/2014/main" id="{554C84DC-E461-A59C-07B7-8C34BCEB93F5}"/>
                    </a:ext>
                  </a:extLst>
                </p:cNvPr>
                <p:cNvPicPr/>
                <p:nvPr/>
              </p:nvPicPr>
              <p:blipFill>
                <a:blip r:embed="rId107"/>
                <a:stretch>
                  <a:fillRect/>
                </a:stretch>
              </p:blipFill>
              <p:spPr>
                <a:xfrm>
                  <a:off x="9260025" y="1833855"/>
                  <a:ext cx="39708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919AD41F-BB80-5B12-4BF3-E82675E35A47}"/>
                    </a:ext>
                  </a:extLst>
                </p14:cNvPr>
                <p14:cNvContentPartPr/>
                <p14:nvPr/>
              </p14:nvContentPartPr>
              <p14:xfrm>
                <a:off x="9605265" y="2192415"/>
                <a:ext cx="616680" cy="40320"/>
              </p14:xfrm>
            </p:contentPart>
          </mc:Choice>
          <mc:Fallback xmlns="">
            <p:pic>
              <p:nvPicPr>
                <p:cNvPr id="66" name="Ink 65">
                  <a:extLst>
                    <a:ext uri="{FF2B5EF4-FFF2-40B4-BE49-F238E27FC236}">
                      <a16:creationId xmlns:a16="http://schemas.microsoft.com/office/drawing/2014/main" id="{919AD41F-BB80-5B12-4BF3-E82675E35A47}"/>
                    </a:ext>
                  </a:extLst>
                </p:cNvPr>
                <p:cNvPicPr/>
                <p:nvPr/>
              </p:nvPicPr>
              <p:blipFill>
                <a:blip r:embed="rId109"/>
                <a:stretch>
                  <a:fillRect/>
                </a:stretch>
              </p:blipFill>
              <p:spPr>
                <a:xfrm>
                  <a:off x="9599145" y="2186295"/>
                  <a:ext cx="6289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C90DDC0C-928A-59CA-C463-4DA7F5EF05E1}"/>
                    </a:ext>
                  </a:extLst>
                </p14:cNvPr>
                <p14:cNvContentPartPr/>
                <p14:nvPr/>
              </p14:nvContentPartPr>
              <p14:xfrm>
                <a:off x="9959865" y="2094495"/>
                <a:ext cx="41400" cy="246240"/>
              </p14:xfrm>
            </p:contentPart>
          </mc:Choice>
          <mc:Fallback xmlns="">
            <p:pic>
              <p:nvPicPr>
                <p:cNvPr id="67" name="Ink 66">
                  <a:extLst>
                    <a:ext uri="{FF2B5EF4-FFF2-40B4-BE49-F238E27FC236}">
                      <a16:creationId xmlns:a16="http://schemas.microsoft.com/office/drawing/2014/main" id="{C90DDC0C-928A-59CA-C463-4DA7F5EF05E1}"/>
                    </a:ext>
                  </a:extLst>
                </p:cNvPr>
                <p:cNvPicPr/>
                <p:nvPr/>
              </p:nvPicPr>
              <p:blipFill>
                <a:blip r:embed="rId111"/>
                <a:stretch>
                  <a:fillRect/>
                </a:stretch>
              </p:blipFill>
              <p:spPr>
                <a:xfrm>
                  <a:off x="9953745" y="2088375"/>
                  <a:ext cx="536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0330794D-7573-B55E-55E9-B25CD9143549}"/>
                    </a:ext>
                  </a:extLst>
                </p14:cNvPr>
                <p14:cNvContentPartPr/>
                <p14:nvPr/>
              </p14:nvContentPartPr>
              <p14:xfrm>
                <a:off x="10172625" y="1932855"/>
                <a:ext cx="618840" cy="441000"/>
              </p14:xfrm>
            </p:contentPart>
          </mc:Choice>
          <mc:Fallback xmlns="">
            <p:pic>
              <p:nvPicPr>
                <p:cNvPr id="68" name="Ink 67">
                  <a:extLst>
                    <a:ext uri="{FF2B5EF4-FFF2-40B4-BE49-F238E27FC236}">
                      <a16:creationId xmlns:a16="http://schemas.microsoft.com/office/drawing/2014/main" id="{0330794D-7573-B55E-55E9-B25CD9143549}"/>
                    </a:ext>
                  </a:extLst>
                </p:cNvPr>
                <p:cNvPicPr/>
                <p:nvPr/>
              </p:nvPicPr>
              <p:blipFill>
                <a:blip r:embed="rId113"/>
                <a:stretch>
                  <a:fillRect/>
                </a:stretch>
              </p:blipFill>
              <p:spPr>
                <a:xfrm>
                  <a:off x="10166505" y="1926735"/>
                  <a:ext cx="63108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83F2E58A-FE71-7B2A-EE2F-AEB2011A42D5}"/>
                    </a:ext>
                  </a:extLst>
                </p14:cNvPr>
                <p14:cNvContentPartPr/>
                <p14:nvPr/>
              </p14:nvContentPartPr>
              <p14:xfrm>
                <a:off x="10774545" y="611655"/>
                <a:ext cx="804240" cy="1778040"/>
              </p14:xfrm>
            </p:contentPart>
          </mc:Choice>
          <mc:Fallback xmlns="">
            <p:pic>
              <p:nvPicPr>
                <p:cNvPr id="70" name="Ink 69">
                  <a:extLst>
                    <a:ext uri="{FF2B5EF4-FFF2-40B4-BE49-F238E27FC236}">
                      <a16:creationId xmlns:a16="http://schemas.microsoft.com/office/drawing/2014/main" id="{83F2E58A-FE71-7B2A-EE2F-AEB2011A42D5}"/>
                    </a:ext>
                  </a:extLst>
                </p:cNvPr>
                <p:cNvPicPr/>
                <p:nvPr/>
              </p:nvPicPr>
              <p:blipFill>
                <a:blip r:embed="rId115"/>
                <a:stretch>
                  <a:fillRect/>
                </a:stretch>
              </p:blipFill>
              <p:spPr>
                <a:xfrm>
                  <a:off x="10768425" y="605535"/>
                  <a:ext cx="816480" cy="1790280"/>
                </a:xfrm>
                <a:prstGeom prst="rect">
                  <a:avLst/>
                </a:prstGeom>
              </p:spPr>
            </p:pic>
          </mc:Fallback>
        </mc:AlternateContent>
      </p:grpSp>
      <p:grpSp>
        <p:nvGrpSpPr>
          <p:cNvPr id="88" name="Group 87">
            <a:extLst>
              <a:ext uri="{FF2B5EF4-FFF2-40B4-BE49-F238E27FC236}">
                <a16:creationId xmlns:a16="http://schemas.microsoft.com/office/drawing/2014/main" id="{942EE7E5-161C-3757-F1C7-8B9EBED578E0}"/>
              </a:ext>
            </a:extLst>
          </p:cNvPr>
          <p:cNvGrpSpPr/>
          <p:nvPr/>
        </p:nvGrpSpPr>
        <p:grpSpPr>
          <a:xfrm>
            <a:off x="8842065" y="2914575"/>
            <a:ext cx="2851920" cy="1071000"/>
            <a:chOff x="8842065" y="2914575"/>
            <a:chExt cx="2851920" cy="1071000"/>
          </a:xfrm>
        </p:grpSpPr>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163B12FE-DFE2-4CFC-A256-4A5D89F0D41C}"/>
                    </a:ext>
                  </a:extLst>
                </p14:cNvPr>
                <p14:cNvContentPartPr/>
                <p14:nvPr/>
              </p14:nvContentPartPr>
              <p14:xfrm>
                <a:off x="8870145" y="3099255"/>
                <a:ext cx="119520" cy="420480"/>
              </p14:xfrm>
            </p:contentPart>
          </mc:Choice>
          <mc:Fallback xmlns="">
            <p:pic>
              <p:nvPicPr>
                <p:cNvPr id="72" name="Ink 71">
                  <a:extLst>
                    <a:ext uri="{FF2B5EF4-FFF2-40B4-BE49-F238E27FC236}">
                      <a16:creationId xmlns:a16="http://schemas.microsoft.com/office/drawing/2014/main" id="{163B12FE-DFE2-4CFC-A256-4A5D89F0D41C}"/>
                    </a:ext>
                  </a:extLst>
                </p:cNvPr>
                <p:cNvPicPr/>
                <p:nvPr/>
              </p:nvPicPr>
              <p:blipFill>
                <a:blip r:embed="rId117"/>
                <a:stretch>
                  <a:fillRect/>
                </a:stretch>
              </p:blipFill>
              <p:spPr>
                <a:xfrm>
                  <a:off x="8864025" y="3093135"/>
                  <a:ext cx="13176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255BB787-2E0C-C69F-86CE-9AC7B9AB8DCC}"/>
                    </a:ext>
                  </a:extLst>
                </p14:cNvPr>
                <p14:cNvContentPartPr/>
                <p14:nvPr/>
              </p14:nvContentPartPr>
              <p14:xfrm>
                <a:off x="8842065" y="3310575"/>
                <a:ext cx="375120" cy="29160"/>
              </p14:xfrm>
            </p:contentPart>
          </mc:Choice>
          <mc:Fallback xmlns="">
            <p:pic>
              <p:nvPicPr>
                <p:cNvPr id="73" name="Ink 72">
                  <a:extLst>
                    <a:ext uri="{FF2B5EF4-FFF2-40B4-BE49-F238E27FC236}">
                      <a16:creationId xmlns:a16="http://schemas.microsoft.com/office/drawing/2014/main" id="{255BB787-2E0C-C69F-86CE-9AC7B9AB8DCC}"/>
                    </a:ext>
                  </a:extLst>
                </p:cNvPr>
                <p:cNvPicPr/>
                <p:nvPr/>
              </p:nvPicPr>
              <p:blipFill>
                <a:blip r:embed="rId119"/>
                <a:stretch>
                  <a:fillRect/>
                </a:stretch>
              </p:blipFill>
              <p:spPr>
                <a:xfrm>
                  <a:off x="8835945" y="3304455"/>
                  <a:ext cx="3873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106D8623-ED70-C93F-FC40-8A831D87C424}"/>
                    </a:ext>
                  </a:extLst>
                </p14:cNvPr>
                <p14:cNvContentPartPr/>
                <p14:nvPr/>
              </p14:nvContentPartPr>
              <p14:xfrm>
                <a:off x="9266145" y="3239655"/>
                <a:ext cx="230040" cy="307800"/>
              </p14:xfrm>
            </p:contentPart>
          </mc:Choice>
          <mc:Fallback xmlns="">
            <p:pic>
              <p:nvPicPr>
                <p:cNvPr id="74" name="Ink 73">
                  <a:extLst>
                    <a:ext uri="{FF2B5EF4-FFF2-40B4-BE49-F238E27FC236}">
                      <a16:creationId xmlns:a16="http://schemas.microsoft.com/office/drawing/2014/main" id="{106D8623-ED70-C93F-FC40-8A831D87C424}"/>
                    </a:ext>
                  </a:extLst>
                </p:cNvPr>
                <p:cNvPicPr/>
                <p:nvPr/>
              </p:nvPicPr>
              <p:blipFill>
                <a:blip r:embed="rId121"/>
                <a:stretch>
                  <a:fillRect/>
                </a:stretch>
              </p:blipFill>
              <p:spPr>
                <a:xfrm>
                  <a:off x="9260025" y="3233535"/>
                  <a:ext cx="24228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3ACA6A55-06D2-7218-2BE7-332A8AEE7411}"/>
                    </a:ext>
                  </a:extLst>
                </p14:cNvPr>
                <p14:cNvContentPartPr/>
                <p14:nvPr/>
              </p14:nvContentPartPr>
              <p14:xfrm>
                <a:off x="9532545" y="3264135"/>
                <a:ext cx="221760" cy="276120"/>
              </p14:xfrm>
            </p:contentPart>
          </mc:Choice>
          <mc:Fallback xmlns="">
            <p:pic>
              <p:nvPicPr>
                <p:cNvPr id="75" name="Ink 74">
                  <a:extLst>
                    <a:ext uri="{FF2B5EF4-FFF2-40B4-BE49-F238E27FC236}">
                      <a16:creationId xmlns:a16="http://schemas.microsoft.com/office/drawing/2014/main" id="{3ACA6A55-06D2-7218-2BE7-332A8AEE7411}"/>
                    </a:ext>
                  </a:extLst>
                </p:cNvPr>
                <p:cNvPicPr/>
                <p:nvPr/>
              </p:nvPicPr>
              <p:blipFill>
                <a:blip r:embed="rId123"/>
                <a:stretch>
                  <a:fillRect/>
                </a:stretch>
              </p:blipFill>
              <p:spPr>
                <a:xfrm>
                  <a:off x="9526425" y="3258015"/>
                  <a:ext cx="2340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F34A4F12-E57C-A1A1-69FD-26039311F4A8}"/>
                    </a:ext>
                  </a:extLst>
                </p14:cNvPr>
                <p14:cNvContentPartPr/>
                <p14:nvPr/>
              </p14:nvContentPartPr>
              <p14:xfrm>
                <a:off x="9866265" y="3231375"/>
                <a:ext cx="248400" cy="242280"/>
              </p14:xfrm>
            </p:contentPart>
          </mc:Choice>
          <mc:Fallback xmlns="">
            <p:pic>
              <p:nvPicPr>
                <p:cNvPr id="76" name="Ink 75">
                  <a:extLst>
                    <a:ext uri="{FF2B5EF4-FFF2-40B4-BE49-F238E27FC236}">
                      <a16:creationId xmlns:a16="http://schemas.microsoft.com/office/drawing/2014/main" id="{F34A4F12-E57C-A1A1-69FD-26039311F4A8}"/>
                    </a:ext>
                  </a:extLst>
                </p:cNvPr>
                <p:cNvPicPr/>
                <p:nvPr/>
              </p:nvPicPr>
              <p:blipFill>
                <a:blip r:embed="rId125"/>
                <a:stretch>
                  <a:fillRect/>
                </a:stretch>
              </p:blipFill>
              <p:spPr>
                <a:xfrm>
                  <a:off x="9860145" y="3225255"/>
                  <a:ext cx="2606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A618666D-FFF3-585B-EB31-3D3CF8AB886B}"/>
                    </a:ext>
                  </a:extLst>
                </p14:cNvPr>
                <p14:cNvContentPartPr/>
                <p14:nvPr/>
              </p14:nvContentPartPr>
              <p14:xfrm>
                <a:off x="10215105" y="3187455"/>
                <a:ext cx="383040" cy="138240"/>
              </p14:xfrm>
            </p:contentPart>
          </mc:Choice>
          <mc:Fallback xmlns="">
            <p:pic>
              <p:nvPicPr>
                <p:cNvPr id="77" name="Ink 76">
                  <a:extLst>
                    <a:ext uri="{FF2B5EF4-FFF2-40B4-BE49-F238E27FC236}">
                      <a16:creationId xmlns:a16="http://schemas.microsoft.com/office/drawing/2014/main" id="{A618666D-FFF3-585B-EB31-3D3CF8AB886B}"/>
                    </a:ext>
                  </a:extLst>
                </p:cNvPr>
                <p:cNvPicPr/>
                <p:nvPr/>
              </p:nvPicPr>
              <p:blipFill>
                <a:blip r:embed="rId127"/>
                <a:stretch>
                  <a:fillRect/>
                </a:stretch>
              </p:blipFill>
              <p:spPr>
                <a:xfrm>
                  <a:off x="10208985" y="3181335"/>
                  <a:ext cx="395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5C3D21C8-A700-E886-92DC-523CA2BD4176}"/>
                    </a:ext>
                  </a:extLst>
                </p14:cNvPr>
                <p14:cNvContentPartPr/>
                <p14:nvPr/>
              </p14:nvContentPartPr>
              <p14:xfrm>
                <a:off x="10472865" y="3130215"/>
                <a:ext cx="136080" cy="266040"/>
              </p14:xfrm>
            </p:contentPart>
          </mc:Choice>
          <mc:Fallback xmlns="">
            <p:pic>
              <p:nvPicPr>
                <p:cNvPr id="79" name="Ink 78">
                  <a:extLst>
                    <a:ext uri="{FF2B5EF4-FFF2-40B4-BE49-F238E27FC236}">
                      <a16:creationId xmlns:a16="http://schemas.microsoft.com/office/drawing/2014/main" id="{5C3D21C8-A700-E886-92DC-523CA2BD4176}"/>
                    </a:ext>
                  </a:extLst>
                </p:cNvPr>
                <p:cNvPicPr/>
                <p:nvPr/>
              </p:nvPicPr>
              <p:blipFill>
                <a:blip r:embed="rId129"/>
                <a:stretch>
                  <a:fillRect/>
                </a:stretch>
              </p:blipFill>
              <p:spPr>
                <a:xfrm>
                  <a:off x="10466745" y="3124095"/>
                  <a:ext cx="1483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E847C7C2-E32C-80EC-1578-4C7B7F6EDF33}"/>
                    </a:ext>
                  </a:extLst>
                </p14:cNvPr>
                <p14:cNvContentPartPr/>
                <p14:nvPr/>
              </p14:nvContentPartPr>
              <p14:xfrm>
                <a:off x="10636665" y="3184935"/>
                <a:ext cx="307800" cy="142200"/>
              </p14:xfrm>
            </p:contentPart>
          </mc:Choice>
          <mc:Fallback xmlns="">
            <p:pic>
              <p:nvPicPr>
                <p:cNvPr id="80" name="Ink 79">
                  <a:extLst>
                    <a:ext uri="{FF2B5EF4-FFF2-40B4-BE49-F238E27FC236}">
                      <a16:creationId xmlns:a16="http://schemas.microsoft.com/office/drawing/2014/main" id="{E847C7C2-E32C-80EC-1578-4C7B7F6EDF33}"/>
                    </a:ext>
                  </a:extLst>
                </p:cNvPr>
                <p:cNvPicPr/>
                <p:nvPr/>
              </p:nvPicPr>
              <p:blipFill>
                <a:blip r:embed="rId131"/>
                <a:stretch>
                  <a:fillRect/>
                </a:stretch>
              </p:blipFill>
              <p:spPr>
                <a:xfrm>
                  <a:off x="10630545" y="3178815"/>
                  <a:ext cx="3200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969B4D97-D124-8D52-B233-09D627F15A03}"/>
                    </a:ext>
                  </a:extLst>
                </p14:cNvPr>
                <p14:cNvContentPartPr/>
                <p14:nvPr/>
              </p14:nvContentPartPr>
              <p14:xfrm>
                <a:off x="11068665" y="2914575"/>
                <a:ext cx="3960" cy="52920"/>
              </p14:xfrm>
            </p:contentPart>
          </mc:Choice>
          <mc:Fallback xmlns="">
            <p:pic>
              <p:nvPicPr>
                <p:cNvPr id="81" name="Ink 80">
                  <a:extLst>
                    <a:ext uri="{FF2B5EF4-FFF2-40B4-BE49-F238E27FC236}">
                      <a16:creationId xmlns:a16="http://schemas.microsoft.com/office/drawing/2014/main" id="{969B4D97-D124-8D52-B233-09D627F15A03}"/>
                    </a:ext>
                  </a:extLst>
                </p:cNvPr>
                <p:cNvPicPr/>
                <p:nvPr/>
              </p:nvPicPr>
              <p:blipFill>
                <a:blip r:embed="rId133"/>
                <a:stretch>
                  <a:fillRect/>
                </a:stretch>
              </p:blipFill>
              <p:spPr>
                <a:xfrm>
                  <a:off x="11062545" y="2908455"/>
                  <a:ext cx="162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9F1D889C-A3AA-5797-AD7D-852FD1281B46}"/>
                    </a:ext>
                  </a:extLst>
                </p14:cNvPr>
                <p14:cNvContentPartPr/>
                <p14:nvPr/>
              </p14:nvContentPartPr>
              <p14:xfrm>
                <a:off x="11111145" y="3072975"/>
                <a:ext cx="147600" cy="331920"/>
              </p14:xfrm>
            </p:contentPart>
          </mc:Choice>
          <mc:Fallback xmlns="">
            <p:pic>
              <p:nvPicPr>
                <p:cNvPr id="82" name="Ink 81">
                  <a:extLst>
                    <a:ext uri="{FF2B5EF4-FFF2-40B4-BE49-F238E27FC236}">
                      <a16:creationId xmlns:a16="http://schemas.microsoft.com/office/drawing/2014/main" id="{9F1D889C-A3AA-5797-AD7D-852FD1281B46}"/>
                    </a:ext>
                  </a:extLst>
                </p:cNvPr>
                <p:cNvPicPr/>
                <p:nvPr/>
              </p:nvPicPr>
              <p:blipFill>
                <a:blip r:embed="rId135"/>
                <a:stretch>
                  <a:fillRect/>
                </a:stretch>
              </p:blipFill>
              <p:spPr>
                <a:xfrm>
                  <a:off x="11105025" y="3066855"/>
                  <a:ext cx="1598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A3B3D0D8-44C1-C697-F474-2CFA25499692}"/>
                    </a:ext>
                  </a:extLst>
                </p14:cNvPr>
                <p14:cNvContentPartPr/>
                <p14:nvPr/>
              </p14:nvContentPartPr>
              <p14:xfrm>
                <a:off x="10110345" y="3809535"/>
                <a:ext cx="558720" cy="161640"/>
              </p14:xfrm>
            </p:contentPart>
          </mc:Choice>
          <mc:Fallback xmlns="">
            <p:pic>
              <p:nvPicPr>
                <p:cNvPr id="83" name="Ink 82">
                  <a:extLst>
                    <a:ext uri="{FF2B5EF4-FFF2-40B4-BE49-F238E27FC236}">
                      <a16:creationId xmlns:a16="http://schemas.microsoft.com/office/drawing/2014/main" id="{A3B3D0D8-44C1-C697-F474-2CFA25499692}"/>
                    </a:ext>
                  </a:extLst>
                </p:cNvPr>
                <p:cNvPicPr/>
                <p:nvPr/>
              </p:nvPicPr>
              <p:blipFill>
                <a:blip r:embed="rId137"/>
                <a:stretch>
                  <a:fillRect/>
                </a:stretch>
              </p:blipFill>
              <p:spPr>
                <a:xfrm>
                  <a:off x="10104225" y="3803415"/>
                  <a:ext cx="57096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F4DB5445-39B9-FAF3-0031-62E10436BE03}"/>
                    </a:ext>
                  </a:extLst>
                </p14:cNvPr>
                <p14:cNvContentPartPr/>
                <p14:nvPr/>
              </p14:nvContentPartPr>
              <p14:xfrm>
                <a:off x="10859505" y="3753015"/>
                <a:ext cx="99720" cy="54000"/>
              </p14:xfrm>
            </p:contentPart>
          </mc:Choice>
          <mc:Fallback xmlns="">
            <p:pic>
              <p:nvPicPr>
                <p:cNvPr id="84" name="Ink 83">
                  <a:extLst>
                    <a:ext uri="{FF2B5EF4-FFF2-40B4-BE49-F238E27FC236}">
                      <a16:creationId xmlns:a16="http://schemas.microsoft.com/office/drawing/2014/main" id="{F4DB5445-39B9-FAF3-0031-62E10436BE03}"/>
                    </a:ext>
                  </a:extLst>
                </p:cNvPr>
                <p:cNvPicPr/>
                <p:nvPr/>
              </p:nvPicPr>
              <p:blipFill>
                <a:blip r:embed="rId139"/>
                <a:stretch>
                  <a:fillRect/>
                </a:stretch>
              </p:blipFill>
              <p:spPr>
                <a:xfrm>
                  <a:off x="10853385" y="3746895"/>
                  <a:ext cx="1119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FB8FA9D2-87A6-4C00-5BAE-71480A67783D}"/>
                    </a:ext>
                  </a:extLst>
                </p14:cNvPr>
                <p14:cNvContentPartPr/>
                <p14:nvPr/>
              </p14:nvContentPartPr>
              <p14:xfrm>
                <a:off x="10917825" y="3657255"/>
                <a:ext cx="180000" cy="221400"/>
              </p14:xfrm>
            </p:contentPart>
          </mc:Choice>
          <mc:Fallback xmlns="">
            <p:pic>
              <p:nvPicPr>
                <p:cNvPr id="85" name="Ink 84">
                  <a:extLst>
                    <a:ext uri="{FF2B5EF4-FFF2-40B4-BE49-F238E27FC236}">
                      <a16:creationId xmlns:a16="http://schemas.microsoft.com/office/drawing/2014/main" id="{FB8FA9D2-87A6-4C00-5BAE-71480A67783D}"/>
                    </a:ext>
                  </a:extLst>
                </p:cNvPr>
                <p:cNvPicPr/>
                <p:nvPr/>
              </p:nvPicPr>
              <p:blipFill>
                <a:blip r:embed="rId141"/>
                <a:stretch>
                  <a:fillRect/>
                </a:stretch>
              </p:blipFill>
              <p:spPr>
                <a:xfrm>
                  <a:off x="10911705" y="3651135"/>
                  <a:ext cx="1922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99FA306C-D3E6-D8A1-0F43-30D3BC021A5C}"/>
                    </a:ext>
                  </a:extLst>
                </p14:cNvPr>
                <p14:cNvContentPartPr/>
                <p14:nvPr/>
              </p14:nvContentPartPr>
              <p14:xfrm>
                <a:off x="10788225" y="3750855"/>
                <a:ext cx="905760" cy="234720"/>
              </p14:xfrm>
            </p:contentPart>
          </mc:Choice>
          <mc:Fallback xmlns="">
            <p:pic>
              <p:nvPicPr>
                <p:cNvPr id="86" name="Ink 85">
                  <a:extLst>
                    <a:ext uri="{FF2B5EF4-FFF2-40B4-BE49-F238E27FC236}">
                      <a16:creationId xmlns:a16="http://schemas.microsoft.com/office/drawing/2014/main" id="{99FA306C-D3E6-D8A1-0F43-30D3BC021A5C}"/>
                    </a:ext>
                  </a:extLst>
                </p:cNvPr>
                <p:cNvPicPr/>
                <p:nvPr/>
              </p:nvPicPr>
              <p:blipFill>
                <a:blip r:embed="rId143"/>
                <a:stretch>
                  <a:fillRect/>
                </a:stretch>
              </p:blipFill>
              <p:spPr>
                <a:xfrm>
                  <a:off x="10782105" y="3744735"/>
                  <a:ext cx="918000" cy="246960"/>
                </a:xfrm>
                <a:prstGeom prst="rect">
                  <a:avLst/>
                </a:prstGeom>
              </p:spPr>
            </p:pic>
          </mc:Fallback>
        </mc:AlternateContent>
      </p:grpSp>
      <p:grpSp>
        <p:nvGrpSpPr>
          <p:cNvPr id="91" name="Group 90">
            <a:extLst>
              <a:ext uri="{FF2B5EF4-FFF2-40B4-BE49-F238E27FC236}">
                <a16:creationId xmlns:a16="http://schemas.microsoft.com/office/drawing/2014/main" id="{E6811B34-909D-B051-1B13-2C7CAB450BC6}"/>
              </a:ext>
            </a:extLst>
          </p:cNvPr>
          <p:cNvGrpSpPr/>
          <p:nvPr/>
        </p:nvGrpSpPr>
        <p:grpSpPr>
          <a:xfrm>
            <a:off x="665745" y="3942375"/>
            <a:ext cx="979920" cy="1018800"/>
            <a:chOff x="665745" y="3942375"/>
            <a:chExt cx="979920" cy="1018800"/>
          </a:xfrm>
        </p:grpSpPr>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B2BC1A08-1B4F-413D-D346-5785BF5E2BDD}"/>
                    </a:ext>
                  </a:extLst>
                </p14:cNvPr>
                <p14:cNvContentPartPr/>
                <p14:nvPr/>
              </p14:nvContentPartPr>
              <p14:xfrm>
                <a:off x="963825" y="4110495"/>
                <a:ext cx="511920" cy="596160"/>
              </p14:xfrm>
            </p:contentPart>
          </mc:Choice>
          <mc:Fallback xmlns="">
            <p:pic>
              <p:nvPicPr>
                <p:cNvPr id="89" name="Ink 88">
                  <a:extLst>
                    <a:ext uri="{FF2B5EF4-FFF2-40B4-BE49-F238E27FC236}">
                      <a16:creationId xmlns:a16="http://schemas.microsoft.com/office/drawing/2014/main" id="{B2BC1A08-1B4F-413D-D346-5785BF5E2BDD}"/>
                    </a:ext>
                  </a:extLst>
                </p:cNvPr>
                <p:cNvPicPr/>
                <p:nvPr/>
              </p:nvPicPr>
              <p:blipFill>
                <a:blip r:embed="rId145"/>
                <a:stretch>
                  <a:fillRect/>
                </a:stretch>
              </p:blipFill>
              <p:spPr>
                <a:xfrm>
                  <a:off x="957705" y="4104375"/>
                  <a:ext cx="524160" cy="6084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33F09774-7AEB-1273-997F-1E5CFEF70D8A}"/>
                    </a:ext>
                  </a:extLst>
                </p14:cNvPr>
                <p14:cNvContentPartPr/>
                <p14:nvPr/>
              </p14:nvContentPartPr>
              <p14:xfrm>
                <a:off x="665745" y="3942375"/>
                <a:ext cx="979920" cy="1018800"/>
              </p14:xfrm>
            </p:contentPart>
          </mc:Choice>
          <mc:Fallback xmlns="">
            <p:pic>
              <p:nvPicPr>
                <p:cNvPr id="90" name="Ink 89">
                  <a:extLst>
                    <a:ext uri="{FF2B5EF4-FFF2-40B4-BE49-F238E27FC236}">
                      <a16:creationId xmlns:a16="http://schemas.microsoft.com/office/drawing/2014/main" id="{33F09774-7AEB-1273-997F-1E5CFEF70D8A}"/>
                    </a:ext>
                  </a:extLst>
                </p:cNvPr>
                <p:cNvPicPr/>
                <p:nvPr/>
              </p:nvPicPr>
              <p:blipFill>
                <a:blip r:embed="rId147"/>
                <a:stretch>
                  <a:fillRect/>
                </a:stretch>
              </p:blipFill>
              <p:spPr>
                <a:xfrm>
                  <a:off x="659625" y="3936255"/>
                  <a:ext cx="992160" cy="1031040"/>
                </a:xfrm>
                <a:prstGeom prst="rect">
                  <a:avLst/>
                </a:prstGeom>
              </p:spPr>
            </p:pic>
          </mc:Fallback>
        </mc:AlternateContent>
      </p:grpSp>
      <p:grpSp>
        <p:nvGrpSpPr>
          <p:cNvPr id="105" name="Group 104">
            <a:extLst>
              <a:ext uri="{FF2B5EF4-FFF2-40B4-BE49-F238E27FC236}">
                <a16:creationId xmlns:a16="http://schemas.microsoft.com/office/drawing/2014/main" id="{AD8F0D1C-F3B9-4550-DCB7-705BFDED67AF}"/>
              </a:ext>
            </a:extLst>
          </p:cNvPr>
          <p:cNvGrpSpPr/>
          <p:nvPr/>
        </p:nvGrpSpPr>
        <p:grpSpPr>
          <a:xfrm>
            <a:off x="2658705" y="3937335"/>
            <a:ext cx="959760" cy="862920"/>
            <a:chOff x="2658705" y="3937335"/>
            <a:chExt cx="959760" cy="862920"/>
          </a:xfrm>
        </p:grpSpPr>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0C105F5D-D2C7-BF6F-DFF0-08C8411E3CD9}"/>
                    </a:ext>
                  </a:extLst>
                </p14:cNvPr>
                <p14:cNvContentPartPr/>
                <p14:nvPr/>
              </p14:nvContentPartPr>
              <p14:xfrm>
                <a:off x="2658705" y="4051095"/>
                <a:ext cx="122400" cy="749160"/>
              </p14:xfrm>
            </p:contentPart>
          </mc:Choice>
          <mc:Fallback xmlns="">
            <p:pic>
              <p:nvPicPr>
                <p:cNvPr id="92" name="Ink 91">
                  <a:extLst>
                    <a:ext uri="{FF2B5EF4-FFF2-40B4-BE49-F238E27FC236}">
                      <a16:creationId xmlns:a16="http://schemas.microsoft.com/office/drawing/2014/main" id="{0C105F5D-D2C7-BF6F-DFF0-08C8411E3CD9}"/>
                    </a:ext>
                  </a:extLst>
                </p:cNvPr>
                <p:cNvPicPr/>
                <p:nvPr/>
              </p:nvPicPr>
              <p:blipFill>
                <a:blip r:embed="rId149"/>
                <a:stretch>
                  <a:fillRect/>
                </a:stretch>
              </p:blipFill>
              <p:spPr>
                <a:xfrm>
                  <a:off x="2652585" y="4044975"/>
                  <a:ext cx="134640" cy="761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9A685DDA-7E7B-84C2-E7CF-5C664052FA64}"/>
                    </a:ext>
                  </a:extLst>
                </p14:cNvPr>
                <p14:cNvContentPartPr/>
                <p14:nvPr/>
              </p14:nvContentPartPr>
              <p14:xfrm>
                <a:off x="2787585" y="3937335"/>
                <a:ext cx="353520" cy="177120"/>
              </p14:xfrm>
            </p:contentPart>
          </mc:Choice>
          <mc:Fallback xmlns="">
            <p:pic>
              <p:nvPicPr>
                <p:cNvPr id="93" name="Ink 92">
                  <a:extLst>
                    <a:ext uri="{FF2B5EF4-FFF2-40B4-BE49-F238E27FC236}">
                      <a16:creationId xmlns:a16="http://schemas.microsoft.com/office/drawing/2014/main" id="{9A685DDA-7E7B-84C2-E7CF-5C664052FA64}"/>
                    </a:ext>
                  </a:extLst>
                </p:cNvPr>
                <p:cNvPicPr/>
                <p:nvPr/>
              </p:nvPicPr>
              <p:blipFill>
                <a:blip r:embed="rId151"/>
                <a:stretch>
                  <a:fillRect/>
                </a:stretch>
              </p:blipFill>
              <p:spPr>
                <a:xfrm>
                  <a:off x="2781465" y="3931215"/>
                  <a:ext cx="3657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976807B2-895F-B703-32CE-4C4347E7E15E}"/>
                    </a:ext>
                  </a:extLst>
                </p14:cNvPr>
                <p14:cNvContentPartPr/>
                <p14:nvPr/>
              </p14:nvContentPartPr>
              <p14:xfrm>
                <a:off x="2785425" y="4417575"/>
                <a:ext cx="342000" cy="96120"/>
              </p14:xfrm>
            </p:contentPart>
          </mc:Choice>
          <mc:Fallback xmlns="">
            <p:pic>
              <p:nvPicPr>
                <p:cNvPr id="94" name="Ink 93">
                  <a:extLst>
                    <a:ext uri="{FF2B5EF4-FFF2-40B4-BE49-F238E27FC236}">
                      <a16:creationId xmlns:a16="http://schemas.microsoft.com/office/drawing/2014/main" id="{976807B2-895F-B703-32CE-4C4347E7E15E}"/>
                    </a:ext>
                  </a:extLst>
                </p:cNvPr>
                <p:cNvPicPr/>
                <p:nvPr/>
              </p:nvPicPr>
              <p:blipFill>
                <a:blip r:embed="rId153"/>
                <a:stretch>
                  <a:fillRect/>
                </a:stretch>
              </p:blipFill>
              <p:spPr>
                <a:xfrm>
                  <a:off x="2779305" y="4411455"/>
                  <a:ext cx="3542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A149E4AD-8504-17A6-11C5-C606B1D90885}"/>
                    </a:ext>
                  </a:extLst>
                </p14:cNvPr>
                <p14:cNvContentPartPr/>
                <p14:nvPr/>
              </p14:nvContentPartPr>
              <p14:xfrm>
                <a:off x="3315705" y="4299135"/>
                <a:ext cx="106560" cy="424080"/>
              </p14:xfrm>
            </p:contentPart>
          </mc:Choice>
          <mc:Fallback xmlns="">
            <p:pic>
              <p:nvPicPr>
                <p:cNvPr id="95" name="Ink 94">
                  <a:extLst>
                    <a:ext uri="{FF2B5EF4-FFF2-40B4-BE49-F238E27FC236}">
                      <a16:creationId xmlns:a16="http://schemas.microsoft.com/office/drawing/2014/main" id="{A149E4AD-8504-17A6-11C5-C606B1D90885}"/>
                    </a:ext>
                  </a:extLst>
                </p:cNvPr>
                <p:cNvPicPr/>
                <p:nvPr/>
              </p:nvPicPr>
              <p:blipFill>
                <a:blip r:embed="rId155"/>
                <a:stretch>
                  <a:fillRect/>
                </a:stretch>
              </p:blipFill>
              <p:spPr>
                <a:xfrm>
                  <a:off x="3309585" y="4293015"/>
                  <a:ext cx="118800" cy="436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3EB79289-1C15-A4A3-799E-913DEA4CD6C2}"/>
                    </a:ext>
                  </a:extLst>
                </p14:cNvPr>
                <p14:cNvContentPartPr/>
                <p14:nvPr/>
              </p14:nvContentPartPr>
              <p14:xfrm>
                <a:off x="3267825" y="3981255"/>
                <a:ext cx="350640" cy="516960"/>
              </p14:xfrm>
            </p:contentPart>
          </mc:Choice>
          <mc:Fallback xmlns="">
            <p:pic>
              <p:nvPicPr>
                <p:cNvPr id="96" name="Ink 95">
                  <a:extLst>
                    <a:ext uri="{FF2B5EF4-FFF2-40B4-BE49-F238E27FC236}">
                      <a16:creationId xmlns:a16="http://schemas.microsoft.com/office/drawing/2014/main" id="{3EB79289-1C15-A4A3-799E-913DEA4CD6C2}"/>
                    </a:ext>
                  </a:extLst>
                </p:cNvPr>
                <p:cNvPicPr/>
                <p:nvPr/>
              </p:nvPicPr>
              <p:blipFill>
                <a:blip r:embed="rId157"/>
                <a:stretch>
                  <a:fillRect/>
                </a:stretch>
              </p:blipFill>
              <p:spPr>
                <a:xfrm>
                  <a:off x="3261705" y="3975135"/>
                  <a:ext cx="362880" cy="52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F47D01CB-23D5-9333-FB3B-A7288EA6D0F9}"/>
                  </a:ext>
                </a:extLst>
              </p14:cNvPr>
              <p14:cNvContentPartPr/>
              <p14:nvPr/>
            </p14:nvContentPartPr>
            <p14:xfrm>
              <a:off x="4215345" y="4120215"/>
              <a:ext cx="35640" cy="14760"/>
            </p14:xfrm>
          </p:contentPart>
        </mc:Choice>
        <mc:Fallback xmlns="">
          <p:pic>
            <p:nvPicPr>
              <p:cNvPr id="98" name="Ink 97">
                <a:extLst>
                  <a:ext uri="{FF2B5EF4-FFF2-40B4-BE49-F238E27FC236}">
                    <a16:creationId xmlns:a16="http://schemas.microsoft.com/office/drawing/2014/main" id="{F47D01CB-23D5-9333-FB3B-A7288EA6D0F9}"/>
                  </a:ext>
                </a:extLst>
              </p:cNvPr>
              <p:cNvPicPr/>
              <p:nvPr/>
            </p:nvPicPr>
            <p:blipFill>
              <a:blip r:embed="rId159"/>
              <a:stretch>
                <a:fillRect/>
              </a:stretch>
            </p:blipFill>
            <p:spPr>
              <a:xfrm>
                <a:off x="4209225" y="4114095"/>
                <a:ext cx="47880" cy="27000"/>
              </a:xfrm>
              <a:prstGeom prst="rect">
                <a:avLst/>
              </a:prstGeom>
            </p:spPr>
          </p:pic>
        </mc:Fallback>
      </mc:AlternateContent>
      <p:grpSp>
        <p:nvGrpSpPr>
          <p:cNvPr id="104" name="Group 103">
            <a:extLst>
              <a:ext uri="{FF2B5EF4-FFF2-40B4-BE49-F238E27FC236}">
                <a16:creationId xmlns:a16="http://schemas.microsoft.com/office/drawing/2014/main" id="{08EE1165-8237-1A38-0C17-0A62EF1BEB24}"/>
              </a:ext>
            </a:extLst>
          </p:cNvPr>
          <p:cNvGrpSpPr/>
          <p:nvPr/>
        </p:nvGrpSpPr>
        <p:grpSpPr>
          <a:xfrm>
            <a:off x="4015185" y="4429095"/>
            <a:ext cx="381960" cy="341640"/>
            <a:chOff x="4015185" y="4429095"/>
            <a:chExt cx="381960" cy="341640"/>
          </a:xfrm>
        </p:grpSpPr>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B57B4EE8-FB97-3090-281F-92C496DC26EE}"/>
                    </a:ext>
                  </a:extLst>
                </p14:cNvPr>
                <p14:cNvContentPartPr/>
                <p14:nvPr/>
              </p14:nvContentPartPr>
              <p14:xfrm>
                <a:off x="4015185" y="4480215"/>
                <a:ext cx="41400" cy="201960"/>
              </p14:xfrm>
            </p:contentPart>
          </mc:Choice>
          <mc:Fallback xmlns="">
            <p:pic>
              <p:nvPicPr>
                <p:cNvPr id="97" name="Ink 96">
                  <a:extLst>
                    <a:ext uri="{FF2B5EF4-FFF2-40B4-BE49-F238E27FC236}">
                      <a16:creationId xmlns:a16="http://schemas.microsoft.com/office/drawing/2014/main" id="{B57B4EE8-FB97-3090-281F-92C496DC26EE}"/>
                    </a:ext>
                  </a:extLst>
                </p:cNvPr>
                <p:cNvPicPr/>
                <p:nvPr/>
              </p:nvPicPr>
              <p:blipFill>
                <a:blip r:embed="rId161"/>
                <a:stretch>
                  <a:fillRect/>
                </a:stretch>
              </p:blipFill>
              <p:spPr>
                <a:xfrm>
                  <a:off x="4009065" y="4474095"/>
                  <a:ext cx="536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8FC3C77D-B959-53C0-DD3E-59B7EA4616EC}"/>
                    </a:ext>
                  </a:extLst>
                </p14:cNvPr>
                <p14:cNvContentPartPr/>
                <p14:nvPr/>
              </p14:nvContentPartPr>
              <p14:xfrm>
                <a:off x="4187625" y="4429095"/>
                <a:ext cx="209520" cy="341640"/>
              </p14:xfrm>
            </p:contentPart>
          </mc:Choice>
          <mc:Fallback xmlns="">
            <p:pic>
              <p:nvPicPr>
                <p:cNvPr id="99" name="Ink 98">
                  <a:extLst>
                    <a:ext uri="{FF2B5EF4-FFF2-40B4-BE49-F238E27FC236}">
                      <a16:creationId xmlns:a16="http://schemas.microsoft.com/office/drawing/2014/main" id="{8FC3C77D-B959-53C0-DD3E-59B7EA4616EC}"/>
                    </a:ext>
                  </a:extLst>
                </p:cNvPr>
                <p:cNvPicPr/>
                <p:nvPr/>
              </p:nvPicPr>
              <p:blipFill>
                <a:blip r:embed="rId163"/>
                <a:stretch>
                  <a:fillRect/>
                </a:stretch>
              </p:blipFill>
              <p:spPr>
                <a:xfrm>
                  <a:off x="4181505" y="4422975"/>
                  <a:ext cx="221760" cy="353880"/>
                </a:xfrm>
                <a:prstGeom prst="rect">
                  <a:avLst/>
                </a:prstGeom>
              </p:spPr>
            </p:pic>
          </mc:Fallback>
        </mc:AlternateContent>
      </p:grpSp>
      <p:grpSp>
        <p:nvGrpSpPr>
          <p:cNvPr id="103" name="Group 102">
            <a:extLst>
              <a:ext uri="{FF2B5EF4-FFF2-40B4-BE49-F238E27FC236}">
                <a16:creationId xmlns:a16="http://schemas.microsoft.com/office/drawing/2014/main" id="{145D6AAA-2EC0-1640-2453-CC44DE7F1A8F}"/>
              </a:ext>
            </a:extLst>
          </p:cNvPr>
          <p:cNvGrpSpPr/>
          <p:nvPr/>
        </p:nvGrpSpPr>
        <p:grpSpPr>
          <a:xfrm>
            <a:off x="4775145" y="4529535"/>
            <a:ext cx="1533240" cy="412920"/>
            <a:chOff x="4775145" y="4529535"/>
            <a:chExt cx="1533240" cy="412920"/>
          </a:xfrm>
        </p:grpSpPr>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395EFDF7-8917-0F19-1EA9-248AB51BB17F}"/>
                    </a:ext>
                  </a:extLst>
                </p14:cNvPr>
                <p14:cNvContentPartPr/>
                <p14:nvPr/>
              </p14:nvContentPartPr>
              <p14:xfrm>
                <a:off x="4775145" y="4529535"/>
                <a:ext cx="610920" cy="209520"/>
              </p14:xfrm>
            </p:contentPart>
          </mc:Choice>
          <mc:Fallback xmlns="">
            <p:pic>
              <p:nvPicPr>
                <p:cNvPr id="100" name="Ink 99">
                  <a:extLst>
                    <a:ext uri="{FF2B5EF4-FFF2-40B4-BE49-F238E27FC236}">
                      <a16:creationId xmlns:a16="http://schemas.microsoft.com/office/drawing/2014/main" id="{395EFDF7-8917-0F19-1EA9-248AB51BB17F}"/>
                    </a:ext>
                  </a:extLst>
                </p:cNvPr>
                <p:cNvPicPr/>
                <p:nvPr/>
              </p:nvPicPr>
              <p:blipFill>
                <a:blip r:embed="rId165"/>
                <a:stretch>
                  <a:fillRect/>
                </a:stretch>
              </p:blipFill>
              <p:spPr>
                <a:xfrm>
                  <a:off x="4769025" y="4523415"/>
                  <a:ext cx="6231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1C515F8E-F87A-BAE3-B540-0409E4C84CFB}"/>
                    </a:ext>
                  </a:extLst>
                </p14:cNvPr>
                <p14:cNvContentPartPr/>
                <p14:nvPr/>
              </p14:nvContentPartPr>
              <p14:xfrm>
                <a:off x="5562825" y="4559415"/>
                <a:ext cx="340920" cy="275040"/>
              </p14:xfrm>
            </p:contentPart>
          </mc:Choice>
          <mc:Fallback xmlns="">
            <p:pic>
              <p:nvPicPr>
                <p:cNvPr id="101" name="Ink 100">
                  <a:extLst>
                    <a:ext uri="{FF2B5EF4-FFF2-40B4-BE49-F238E27FC236}">
                      <a16:creationId xmlns:a16="http://schemas.microsoft.com/office/drawing/2014/main" id="{1C515F8E-F87A-BAE3-B540-0409E4C84CFB}"/>
                    </a:ext>
                  </a:extLst>
                </p:cNvPr>
                <p:cNvPicPr/>
                <p:nvPr/>
              </p:nvPicPr>
              <p:blipFill>
                <a:blip r:embed="rId167"/>
                <a:stretch>
                  <a:fillRect/>
                </a:stretch>
              </p:blipFill>
              <p:spPr>
                <a:xfrm>
                  <a:off x="5556705" y="4553295"/>
                  <a:ext cx="35316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254DF23E-00E0-8C63-3083-7179EAF8C22A}"/>
                    </a:ext>
                  </a:extLst>
                </p14:cNvPr>
                <p14:cNvContentPartPr/>
                <p14:nvPr/>
              </p14:nvContentPartPr>
              <p14:xfrm>
                <a:off x="6058185" y="4640775"/>
                <a:ext cx="250200" cy="301680"/>
              </p14:xfrm>
            </p:contentPart>
          </mc:Choice>
          <mc:Fallback xmlns="">
            <p:pic>
              <p:nvPicPr>
                <p:cNvPr id="102" name="Ink 101">
                  <a:extLst>
                    <a:ext uri="{FF2B5EF4-FFF2-40B4-BE49-F238E27FC236}">
                      <a16:creationId xmlns:a16="http://schemas.microsoft.com/office/drawing/2014/main" id="{254DF23E-00E0-8C63-3083-7179EAF8C22A}"/>
                    </a:ext>
                  </a:extLst>
                </p:cNvPr>
                <p:cNvPicPr/>
                <p:nvPr/>
              </p:nvPicPr>
              <p:blipFill>
                <a:blip r:embed="rId169"/>
                <a:stretch>
                  <a:fillRect/>
                </a:stretch>
              </p:blipFill>
              <p:spPr>
                <a:xfrm>
                  <a:off x="6052065" y="4634655"/>
                  <a:ext cx="262440" cy="31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E30C71EB-32F1-F92F-D890-BA03257A604E}"/>
                  </a:ext>
                </a:extLst>
              </p14:cNvPr>
              <p14:cNvContentPartPr/>
              <p14:nvPr/>
            </p14:nvContentPartPr>
            <p14:xfrm>
              <a:off x="7160865" y="4047135"/>
              <a:ext cx="14040" cy="122760"/>
            </p14:xfrm>
          </p:contentPart>
        </mc:Choice>
        <mc:Fallback xmlns="">
          <p:pic>
            <p:nvPicPr>
              <p:cNvPr id="107" name="Ink 106">
                <a:extLst>
                  <a:ext uri="{FF2B5EF4-FFF2-40B4-BE49-F238E27FC236}">
                    <a16:creationId xmlns:a16="http://schemas.microsoft.com/office/drawing/2014/main" id="{E30C71EB-32F1-F92F-D890-BA03257A604E}"/>
                  </a:ext>
                </a:extLst>
              </p:cNvPr>
              <p:cNvPicPr/>
              <p:nvPr/>
            </p:nvPicPr>
            <p:blipFill>
              <a:blip r:embed="rId171"/>
              <a:stretch>
                <a:fillRect/>
              </a:stretch>
            </p:blipFill>
            <p:spPr>
              <a:xfrm>
                <a:off x="7154745" y="4041015"/>
                <a:ext cx="26280" cy="135000"/>
              </a:xfrm>
              <a:prstGeom prst="rect">
                <a:avLst/>
              </a:prstGeom>
            </p:spPr>
          </p:pic>
        </mc:Fallback>
      </mc:AlternateContent>
      <p:grpSp>
        <p:nvGrpSpPr>
          <p:cNvPr id="117" name="Group 116">
            <a:extLst>
              <a:ext uri="{FF2B5EF4-FFF2-40B4-BE49-F238E27FC236}">
                <a16:creationId xmlns:a16="http://schemas.microsoft.com/office/drawing/2014/main" id="{7B1EB608-E3F0-68EE-D4C4-F106870BE542}"/>
              </a:ext>
            </a:extLst>
          </p:cNvPr>
          <p:cNvGrpSpPr/>
          <p:nvPr/>
        </p:nvGrpSpPr>
        <p:grpSpPr>
          <a:xfrm>
            <a:off x="6808785" y="4339095"/>
            <a:ext cx="3708000" cy="736920"/>
            <a:chOff x="6808785" y="4339095"/>
            <a:chExt cx="3708000" cy="736920"/>
          </a:xfrm>
        </p:grpSpPr>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9D4A182B-4947-9EE3-492E-5DA4223111ED}"/>
                    </a:ext>
                  </a:extLst>
                </p14:cNvPr>
                <p14:cNvContentPartPr/>
                <p14:nvPr/>
              </p14:nvContentPartPr>
              <p14:xfrm>
                <a:off x="6808785" y="4339095"/>
                <a:ext cx="98640" cy="294480"/>
              </p14:xfrm>
            </p:contentPart>
          </mc:Choice>
          <mc:Fallback xmlns="">
            <p:pic>
              <p:nvPicPr>
                <p:cNvPr id="106" name="Ink 105">
                  <a:extLst>
                    <a:ext uri="{FF2B5EF4-FFF2-40B4-BE49-F238E27FC236}">
                      <a16:creationId xmlns:a16="http://schemas.microsoft.com/office/drawing/2014/main" id="{9D4A182B-4947-9EE3-492E-5DA4223111ED}"/>
                    </a:ext>
                  </a:extLst>
                </p:cNvPr>
                <p:cNvPicPr/>
                <p:nvPr/>
              </p:nvPicPr>
              <p:blipFill>
                <a:blip r:embed="rId173"/>
                <a:stretch>
                  <a:fillRect/>
                </a:stretch>
              </p:blipFill>
              <p:spPr>
                <a:xfrm>
                  <a:off x="6802665" y="4332975"/>
                  <a:ext cx="1108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5C488C7E-99D7-E27F-5BCB-47D8AC6E4D32}"/>
                    </a:ext>
                  </a:extLst>
                </p14:cNvPr>
                <p14:cNvContentPartPr/>
                <p14:nvPr/>
              </p14:nvContentPartPr>
              <p14:xfrm>
                <a:off x="7222425" y="4398135"/>
                <a:ext cx="825120" cy="448920"/>
              </p14:xfrm>
            </p:contentPart>
          </mc:Choice>
          <mc:Fallback xmlns="">
            <p:pic>
              <p:nvPicPr>
                <p:cNvPr id="108" name="Ink 107">
                  <a:extLst>
                    <a:ext uri="{FF2B5EF4-FFF2-40B4-BE49-F238E27FC236}">
                      <a16:creationId xmlns:a16="http://schemas.microsoft.com/office/drawing/2014/main" id="{5C488C7E-99D7-E27F-5BCB-47D8AC6E4D32}"/>
                    </a:ext>
                  </a:extLst>
                </p:cNvPr>
                <p:cNvPicPr/>
                <p:nvPr/>
              </p:nvPicPr>
              <p:blipFill>
                <a:blip r:embed="rId175"/>
                <a:stretch>
                  <a:fillRect/>
                </a:stretch>
              </p:blipFill>
              <p:spPr>
                <a:xfrm>
                  <a:off x="7216305" y="4392015"/>
                  <a:ext cx="83736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9E6DD876-06EF-3552-F40D-C959A376EAA9}"/>
                    </a:ext>
                  </a:extLst>
                </p14:cNvPr>
                <p14:cNvContentPartPr/>
                <p14:nvPr/>
              </p14:nvContentPartPr>
              <p14:xfrm>
                <a:off x="8028105" y="4500375"/>
                <a:ext cx="174240" cy="174600"/>
              </p14:xfrm>
            </p:contentPart>
          </mc:Choice>
          <mc:Fallback xmlns="">
            <p:pic>
              <p:nvPicPr>
                <p:cNvPr id="109" name="Ink 108">
                  <a:extLst>
                    <a:ext uri="{FF2B5EF4-FFF2-40B4-BE49-F238E27FC236}">
                      <a16:creationId xmlns:a16="http://schemas.microsoft.com/office/drawing/2014/main" id="{9E6DD876-06EF-3552-F40D-C959A376EAA9}"/>
                    </a:ext>
                  </a:extLst>
                </p:cNvPr>
                <p:cNvPicPr/>
                <p:nvPr/>
              </p:nvPicPr>
              <p:blipFill>
                <a:blip r:embed="rId177"/>
                <a:stretch>
                  <a:fillRect/>
                </a:stretch>
              </p:blipFill>
              <p:spPr>
                <a:xfrm>
                  <a:off x="8021985" y="4494255"/>
                  <a:ext cx="1864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EED98943-EC84-73D8-3E3B-78E78133FEEA}"/>
                    </a:ext>
                  </a:extLst>
                </p14:cNvPr>
                <p14:cNvContentPartPr/>
                <p14:nvPr/>
              </p14:nvContentPartPr>
              <p14:xfrm>
                <a:off x="8367945" y="4560135"/>
                <a:ext cx="92880" cy="217800"/>
              </p14:xfrm>
            </p:contentPart>
          </mc:Choice>
          <mc:Fallback xmlns="">
            <p:pic>
              <p:nvPicPr>
                <p:cNvPr id="110" name="Ink 109">
                  <a:extLst>
                    <a:ext uri="{FF2B5EF4-FFF2-40B4-BE49-F238E27FC236}">
                      <a16:creationId xmlns:a16="http://schemas.microsoft.com/office/drawing/2014/main" id="{EED98943-EC84-73D8-3E3B-78E78133FEEA}"/>
                    </a:ext>
                  </a:extLst>
                </p:cNvPr>
                <p:cNvPicPr/>
                <p:nvPr/>
              </p:nvPicPr>
              <p:blipFill>
                <a:blip r:embed="rId179"/>
                <a:stretch>
                  <a:fillRect/>
                </a:stretch>
              </p:blipFill>
              <p:spPr>
                <a:xfrm>
                  <a:off x="8361825" y="4554015"/>
                  <a:ext cx="1051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DB91B4DB-9107-D271-9442-80C03556CC17}"/>
                    </a:ext>
                  </a:extLst>
                </p14:cNvPr>
                <p14:cNvContentPartPr/>
                <p14:nvPr/>
              </p14:nvContentPartPr>
              <p14:xfrm>
                <a:off x="8654505" y="4607655"/>
                <a:ext cx="375120" cy="150840"/>
              </p14:xfrm>
            </p:contentPart>
          </mc:Choice>
          <mc:Fallback xmlns="">
            <p:pic>
              <p:nvPicPr>
                <p:cNvPr id="111" name="Ink 110">
                  <a:extLst>
                    <a:ext uri="{FF2B5EF4-FFF2-40B4-BE49-F238E27FC236}">
                      <a16:creationId xmlns:a16="http://schemas.microsoft.com/office/drawing/2014/main" id="{DB91B4DB-9107-D271-9442-80C03556CC17}"/>
                    </a:ext>
                  </a:extLst>
                </p:cNvPr>
                <p:cNvPicPr/>
                <p:nvPr/>
              </p:nvPicPr>
              <p:blipFill>
                <a:blip r:embed="rId181"/>
                <a:stretch>
                  <a:fillRect/>
                </a:stretch>
              </p:blipFill>
              <p:spPr>
                <a:xfrm>
                  <a:off x="8648385" y="4601535"/>
                  <a:ext cx="3873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B94B36EB-DD02-798A-FB3F-6A20951BD106}"/>
                    </a:ext>
                  </a:extLst>
                </p14:cNvPr>
                <p14:cNvContentPartPr/>
                <p14:nvPr/>
              </p14:nvContentPartPr>
              <p14:xfrm>
                <a:off x="8974545" y="4564455"/>
                <a:ext cx="367560" cy="188640"/>
              </p14:xfrm>
            </p:contentPart>
          </mc:Choice>
          <mc:Fallback xmlns="">
            <p:pic>
              <p:nvPicPr>
                <p:cNvPr id="112" name="Ink 111">
                  <a:extLst>
                    <a:ext uri="{FF2B5EF4-FFF2-40B4-BE49-F238E27FC236}">
                      <a16:creationId xmlns:a16="http://schemas.microsoft.com/office/drawing/2014/main" id="{B94B36EB-DD02-798A-FB3F-6A20951BD106}"/>
                    </a:ext>
                  </a:extLst>
                </p:cNvPr>
                <p:cNvPicPr/>
                <p:nvPr/>
              </p:nvPicPr>
              <p:blipFill>
                <a:blip r:embed="rId183"/>
                <a:stretch>
                  <a:fillRect/>
                </a:stretch>
              </p:blipFill>
              <p:spPr>
                <a:xfrm>
                  <a:off x="8968425" y="4558335"/>
                  <a:ext cx="3798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5D8F3904-53D9-DCAE-2015-46CAABBCDF4A}"/>
                    </a:ext>
                  </a:extLst>
                </p14:cNvPr>
                <p14:cNvContentPartPr/>
                <p14:nvPr/>
              </p14:nvContentPartPr>
              <p14:xfrm>
                <a:off x="8892465" y="4447095"/>
                <a:ext cx="237960" cy="628920"/>
              </p14:xfrm>
            </p:contentPart>
          </mc:Choice>
          <mc:Fallback xmlns="">
            <p:pic>
              <p:nvPicPr>
                <p:cNvPr id="113" name="Ink 112">
                  <a:extLst>
                    <a:ext uri="{FF2B5EF4-FFF2-40B4-BE49-F238E27FC236}">
                      <a16:creationId xmlns:a16="http://schemas.microsoft.com/office/drawing/2014/main" id="{5D8F3904-53D9-DCAE-2015-46CAABBCDF4A}"/>
                    </a:ext>
                  </a:extLst>
                </p:cNvPr>
                <p:cNvPicPr/>
                <p:nvPr/>
              </p:nvPicPr>
              <p:blipFill>
                <a:blip r:embed="rId185"/>
                <a:stretch>
                  <a:fillRect/>
                </a:stretch>
              </p:blipFill>
              <p:spPr>
                <a:xfrm>
                  <a:off x="8886345" y="4440975"/>
                  <a:ext cx="250200" cy="641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8B3CE69E-CC87-0F98-9C7D-949C91DE7BF9}"/>
                    </a:ext>
                  </a:extLst>
                </p14:cNvPr>
                <p14:cNvContentPartPr/>
                <p14:nvPr/>
              </p14:nvContentPartPr>
              <p14:xfrm>
                <a:off x="8971305" y="4680735"/>
                <a:ext cx="941760" cy="291600"/>
              </p14:xfrm>
            </p:contentPart>
          </mc:Choice>
          <mc:Fallback xmlns="">
            <p:pic>
              <p:nvPicPr>
                <p:cNvPr id="114" name="Ink 113">
                  <a:extLst>
                    <a:ext uri="{FF2B5EF4-FFF2-40B4-BE49-F238E27FC236}">
                      <a16:creationId xmlns:a16="http://schemas.microsoft.com/office/drawing/2014/main" id="{8B3CE69E-CC87-0F98-9C7D-949C91DE7BF9}"/>
                    </a:ext>
                  </a:extLst>
                </p:cNvPr>
                <p:cNvPicPr/>
                <p:nvPr/>
              </p:nvPicPr>
              <p:blipFill>
                <a:blip r:embed="rId187"/>
                <a:stretch>
                  <a:fillRect/>
                </a:stretch>
              </p:blipFill>
              <p:spPr>
                <a:xfrm>
                  <a:off x="8965185" y="4674615"/>
                  <a:ext cx="9540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52C7D0B3-9F00-ED54-6569-98E572E0963E}"/>
                    </a:ext>
                  </a:extLst>
                </p14:cNvPr>
                <p14:cNvContentPartPr/>
                <p14:nvPr/>
              </p14:nvContentPartPr>
              <p14:xfrm>
                <a:off x="9882105" y="4852455"/>
                <a:ext cx="306720" cy="160920"/>
              </p14:xfrm>
            </p:contentPart>
          </mc:Choice>
          <mc:Fallback xmlns="">
            <p:pic>
              <p:nvPicPr>
                <p:cNvPr id="115" name="Ink 114">
                  <a:extLst>
                    <a:ext uri="{FF2B5EF4-FFF2-40B4-BE49-F238E27FC236}">
                      <a16:creationId xmlns:a16="http://schemas.microsoft.com/office/drawing/2014/main" id="{52C7D0B3-9F00-ED54-6569-98E572E0963E}"/>
                    </a:ext>
                  </a:extLst>
                </p:cNvPr>
                <p:cNvPicPr/>
                <p:nvPr/>
              </p:nvPicPr>
              <p:blipFill>
                <a:blip r:embed="rId189"/>
                <a:stretch>
                  <a:fillRect/>
                </a:stretch>
              </p:blipFill>
              <p:spPr>
                <a:xfrm>
                  <a:off x="9875985" y="4846335"/>
                  <a:ext cx="3189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0DDE75E7-2BAF-9577-A7E3-9A21C65E9BAD}"/>
                    </a:ext>
                  </a:extLst>
                </p14:cNvPr>
                <p14:cNvContentPartPr/>
                <p14:nvPr/>
              </p14:nvContentPartPr>
              <p14:xfrm>
                <a:off x="10436505" y="4905015"/>
                <a:ext cx="80280" cy="50760"/>
              </p14:xfrm>
            </p:contentPart>
          </mc:Choice>
          <mc:Fallback xmlns="">
            <p:pic>
              <p:nvPicPr>
                <p:cNvPr id="116" name="Ink 115">
                  <a:extLst>
                    <a:ext uri="{FF2B5EF4-FFF2-40B4-BE49-F238E27FC236}">
                      <a16:creationId xmlns:a16="http://schemas.microsoft.com/office/drawing/2014/main" id="{0DDE75E7-2BAF-9577-A7E3-9A21C65E9BAD}"/>
                    </a:ext>
                  </a:extLst>
                </p:cNvPr>
                <p:cNvPicPr/>
                <p:nvPr/>
              </p:nvPicPr>
              <p:blipFill>
                <a:blip r:embed="rId191"/>
                <a:stretch>
                  <a:fillRect/>
                </a:stretch>
              </p:blipFill>
              <p:spPr>
                <a:xfrm>
                  <a:off x="10430385" y="4898895"/>
                  <a:ext cx="92520" cy="63000"/>
                </a:xfrm>
                <a:prstGeom prst="rect">
                  <a:avLst/>
                </a:prstGeom>
              </p:spPr>
            </p:pic>
          </mc:Fallback>
        </mc:AlternateContent>
      </p:grpSp>
      <p:grpSp>
        <p:nvGrpSpPr>
          <p:cNvPr id="127" name="Group 126">
            <a:extLst>
              <a:ext uri="{FF2B5EF4-FFF2-40B4-BE49-F238E27FC236}">
                <a16:creationId xmlns:a16="http://schemas.microsoft.com/office/drawing/2014/main" id="{FB2508A7-074F-495B-1687-E014F6B528F4}"/>
              </a:ext>
            </a:extLst>
          </p:cNvPr>
          <p:cNvGrpSpPr/>
          <p:nvPr/>
        </p:nvGrpSpPr>
        <p:grpSpPr>
          <a:xfrm>
            <a:off x="1235985" y="5136495"/>
            <a:ext cx="2232000" cy="680760"/>
            <a:chOff x="1235985" y="5136495"/>
            <a:chExt cx="2232000" cy="680760"/>
          </a:xfrm>
        </p:grpSpPr>
        <mc:AlternateContent xmlns:mc="http://schemas.openxmlformats.org/markup-compatibility/2006" xmlns:p14="http://schemas.microsoft.com/office/powerpoint/2010/main">
          <mc:Choice Requires="p14">
            <p:contentPart p14:bwMode="auto" r:id="rId192">
              <p14:nvContentPartPr>
                <p14:cNvPr id="118" name="Ink 117">
                  <a:extLst>
                    <a:ext uri="{FF2B5EF4-FFF2-40B4-BE49-F238E27FC236}">
                      <a16:creationId xmlns:a16="http://schemas.microsoft.com/office/drawing/2014/main" id="{9DF75CB4-FF00-3C67-39BA-25105A961E13}"/>
                    </a:ext>
                  </a:extLst>
                </p14:cNvPr>
                <p14:cNvContentPartPr/>
                <p14:nvPr/>
              </p14:nvContentPartPr>
              <p14:xfrm>
                <a:off x="1235985" y="5167815"/>
                <a:ext cx="115920" cy="492480"/>
              </p14:xfrm>
            </p:contentPart>
          </mc:Choice>
          <mc:Fallback xmlns="">
            <p:pic>
              <p:nvPicPr>
                <p:cNvPr id="118" name="Ink 117">
                  <a:extLst>
                    <a:ext uri="{FF2B5EF4-FFF2-40B4-BE49-F238E27FC236}">
                      <a16:creationId xmlns:a16="http://schemas.microsoft.com/office/drawing/2014/main" id="{9DF75CB4-FF00-3C67-39BA-25105A961E13}"/>
                    </a:ext>
                  </a:extLst>
                </p:cNvPr>
                <p:cNvPicPr/>
                <p:nvPr/>
              </p:nvPicPr>
              <p:blipFill>
                <a:blip r:embed="rId193"/>
                <a:stretch>
                  <a:fillRect/>
                </a:stretch>
              </p:blipFill>
              <p:spPr>
                <a:xfrm>
                  <a:off x="1229865" y="5161695"/>
                  <a:ext cx="12816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9" name="Ink 118">
                  <a:extLst>
                    <a:ext uri="{FF2B5EF4-FFF2-40B4-BE49-F238E27FC236}">
                      <a16:creationId xmlns:a16="http://schemas.microsoft.com/office/drawing/2014/main" id="{0E51BF97-28BA-4F5E-015A-FBEBC1346DDE}"/>
                    </a:ext>
                  </a:extLst>
                </p14:cNvPr>
                <p14:cNvContentPartPr/>
                <p14:nvPr/>
              </p14:nvContentPartPr>
              <p14:xfrm>
                <a:off x="1455225" y="5136495"/>
                <a:ext cx="216360" cy="322200"/>
              </p14:xfrm>
            </p:contentPart>
          </mc:Choice>
          <mc:Fallback xmlns="">
            <p:pic>
              <p:nvPicPr>
                <p:cNvPr id="119" name="Ink 118">
                  <a:extLst>
                    <a:ext uri="{FF2B5EF4-FFF2-40B4-BE49-F238E27FC236}">
                      <a16:creationId xmlns:a16="http://schemas.microsoft.com/office/drawing/2014/main" id="{0E51BF97-28BA-4F5E-015A-FBEBC1346DDE}"/>
                    </a:ext>
                  </a:extLst>
                </p:cNvPr>
                <p:cNvPicPr/>
                <p:nvPr/>
              </p:nvPicPr>
              <p:blipFill>
                <a:blip r:embed="rId195"/>
                <a:stretch>
                  <a:fillRect/>
                </a:stretch>
              </p:blipFill>
              <p:spPr>
                <a:xfrm>
                  <a:off x="1449105" y="5130375"/>
                  <a:ext cx="22860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348E5DA0-8EDB-6043-2CCE-DAC72814B4EB}"/>
                    </a:ext>
                  </a:extLst>
                </p14:cNvPr>
                <p14:cNvContentPartPr/>
                <p14:nvPr/>
              </p14:nvContentPartPr>
              <p14:xfrm>
                <a:off x="1827465" y="5385255"/>
                <a:ext cx="143280" cy="13680"/>
              </p14:xfrm>
            </p:contentPart>
          </mc:Choice>
          <mc:Fallback xmlns="">
            <p:pic>
              <p:nvPicPr>
                <p:cNvPr id="120" name="Ink 119">
                  <a:extLst>
                    <a:ext uri="{FF2B5EF4-FFF2-40B4-BE49-F238E27FC236}">
                      <a16:creationId xmlns:a16="http://schemas.microsoft.com/office/drawing/2014/main" id="{348E5DA0-8EDB-6043-2CCE-DAC72814B4EB}"/>
                    </a:ext>
                  </a:extLst>
                </p:cNvPr>
                <p:cNvPicPr/>
                <p:nvPr/>
              </p:nvPicPr>
              <p:blipFill>
                <a:blip r:embed="rId197"/>
                <a:stretch>
                  <a:fillRect/>
                </a:stretch>
              </p:blipFill>
              <p:spPr>
                <a:xfrm>
                  <a:off x="1821345" y="5379135"/>
                  <a:ext cx="1555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C6C7EBAA-0FCF-64FD-A929-9D18987434A2}"/>
                    </a:ext>
                  </a:extLst>
                </p14:cNvPr>
                <p14:cNvContentPartPr/>
                <p14:nvPr/>
              </p14:nvContentPartPr>
              <p14:xfrm>
                <a:off x="1944105" y="5502615"/>
                <a:ext cx="226800" cy="48600"/>
              </p14:xfrm>
            </p:contentPart>
          </mc:Choice>
          <mc:Fallback xmlns="">
            <p:pic>
              <p:nvPicPr>
                <p:cNvPr id="121" name="Ink 120">
                  <a:extLst>
                    <a:ext uri="{FF2B5EF4-FFF2-40B4-BE49-F238E27FC236}">
                      <a16:creationId xmlns:a16="http://schemas.microsoft.com/office/drawing/2014/main" id="{C6C7EBAA-0FCF-64FD-A929-9D18987434A2}"/>
                    </a:ext>
                  </a:extLst>
                </p:cNvPr>
                <p:cNvPicPr/>
                <p:nvPr/>
              </p:nvPicPr>
              <p:blipFill>
                <a:blip r:embed="rId199"/>
                <a:stretch>
                  <a:fillRect/>
                </a:stretch>
              </p:blipFill>
              <p:spPr>
                <a:xfrm>
                  <a:off x="1937985" y="5496495"/>
                  <a:ext cx="2390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2" name="Ink 121">
                  <a:extLst>
                    <a:ext uri="{FF2B5EF4-FFF2-40B4-BE49-F238E27FC236}">
                      <a16:creationId xmlns:a16="http://schemas.microsoft.com/office/drawing/2014/main" id="{97D04417-5A86-9931-7646-F35D0726768C}"/>
                    </a:ext>
                  </a:extLst>
                </p14:cNvPr>
                <p14:cNvContentPartPr/>
                <p14:nvPr/>
              </p14:nvContentPartPr>
              <p14:xfrm>
                <a:off x="2402385" y="5401815"/>
                <a:ext cx="224280" cy="317520"/>
              </p14:xfrm>
            </p:contentPart>
          </mc:Choice>
          <mc:Fallback xmlns="">
            <p:pic>
              <p:nvPicPr>
                <p:cNvPr id="122" name="Ink 121">
                  <a:extLst>
                    <a:ext uri="{FF2B5EF4-FFF2-40B4-BE49-F238E27FC236}">
                      <a16:creationId xmlns:a16="http://schemas.microsoft.com/office/drawing/2014/main" id="{97D04417-5A86-9931-7646-F35D0726768C}"/>
                    </a:ext>
                  </a:extLst>
                </p:cNvPr>
                <p:cNvPicPr/>
                <p:nvPr/>
              </p:nvPicPr>
              <p:blipFill>
                <a:blip r:embed="rId201"/>
                <a:stretch>
                  <a:fillRect/>
                </a:stretch>
              </p:blipFill>
              <p:spPr>
                <a:xfrm>
                  <a:off x="2396265" y="5395695"/>
                  <a:ext cx="23652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3" name="Ink 122">
                  <a:extLst>
                    <a:ext uri="{FF2B5EF4-FFF2-40B4-BE49-F238E27FC236}">
                      <a16:creationId xmlns:a16="http://schemas.microsoft.com/office/drawing/2014/main" id="{32A6EDA3-327A-F0B8-2BF6-F121466EA6F2}"/>
                    </a:ext>
                  </a:extLst>
                </p14:cNvPr>
                <p14:cNvContentPartPr/>
                <p14:nvPr/>
              </p14:nvContentPartPr>
              <p14:xfrm>
                <a:off x="2807025" y="5537535"/>
                <a:ext cx="40320" cy="18000"/>
              </p14:xfrm>
            </p:contentPart>
          </mc:Choice>
          <mc:Fallback xmlns="">
            <p:pic>
              <p:nvPicPr>
                <p:cNvPr id="123" name="Ink 122">
                  <a:extLst>
                    <a:ext uri="{FF2B5EF4-FFF2-40B4-BE49-F238E27FC236}">
                      <a16:creationId xmlns:a16="http://schemas.microsoft.com/office/drawing/2014/main" id="{32A6EDA3-327A-F0B8-2BF6-F121466EA6F2}"/>
                    </a:ext>
                  </a:extLst>
                </p:cNvPr>
                <p:cNvPicPr/>
                <p:nvPr/>
              </p:nvPicPr>
              <p:blipFill>
                <a:blip r:embed="rId203"/>
                <a:stretch>
                  <a:fillRect/>
                </a:stretch>
              </p:blipFill>
              <p:spPr>
                <a:xfrm>
                  <a:off x="2800905" y="5531415"/>
                  <a:ext cx="525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4" name="Ink 123">
                  <a:extLst>
                    <a:ext uri="{FF2B5EF4-FFF2-40B4-BE49-F238E27FC236}">
                      <a16:creationId xmlns:a16="http://schemas.microsoft.com/office/drawing/2014/main" id="{BEA5E430-2B11-C19C-06E6-03517663B598}"/>
                    </a:ext>
                  </a:extLst>
                </p14:cNvPr>
                <p14:cNvContentPartPr/>
                <p14:nvPr/>
              </p14:nvContentPartPr>
              <p14:xfrm>
                <a:off x="2997825" y="5398575"/>
                <a:ext cx="166680" cy="418680"/>
              </p14:xfrm>
            </p:contentPart>
          </mc:Choice>
          <mc:Fallback xmlns="">
            <p:pic>
              <p:nvPicPr>
                <p:cNvPr id="124" name="Ink 123">
                  <a:extLst>
                    <a:ext uri="{FF2B5EF4-FFF2-40B4-BE49-F238E27FC236}">
                      <a16:creationId xmlns:a16="http://schemas.microsoft.com/office/drawing/2014/main" id="{BEA5E430-2B11-C19C-06E6-03517663B598}"/>
                    </a:ext>
                  </a:extLst>
                </p:cNvPr>
                <p:cNvPicPr/>
                <p:nvPr/>
              </p:nvPicPr>
              <p:blipFill>
                <a:blip r:embed="rId205"/>
                <a:stretch>
                  <a:fillRect/>
                </a:stretch>
              </p:blipFill>
              <p:spPr>
                <a:xfrm>
                  <a:off x="2991705" y="5392455"/>
                  <a:ext cx="1789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5" name="Ink 124">
                  <a:extLst>
                    <a:ext uri="{FF2B5EF4-FFF2-40B4-BE49-F238E27FC236}">
                      <a16:creationId xmlns:a16="http://schemas.microsoft.com/office/drawing/2014/main" id="{1599CDD1-E6C5-A20A-02C6-55D7BA2D1F80}"/>
                    </a:ext>
                  </a:extLst>
                </p14:cNvPr>
                <p14:cNvContentPartPr/>
                <p14:nvPr/>
              </p14:nvContentPartPr>
              <p14:xfrm>
                <a:off x="3208065" y="5292735"/>
                <a:ext cx="207360" cy="43560"/>
              </p14:xfrm>
            </p:contentPart>
          </mc:Choice>
          <mc:Fallback xmlns="">
            <p:pic>
              <p:nvPicPr>
                <p:cNvPr id="125" name="Ink 124">
                  <a:extLst>
                    <a:ext uri="{FF2B5EF4-FFF2-40B4-BE49-F238E27FC236}">
                      <a16:creationId xmlns:a16="http://schemas.microsoft.com/office/drawing/2014/main" id="{1599CDD1-E6C5-A20A-02C6-55D7BA2D1F80}"/>
                    </a:ext>
                  </a:extLst>
                </p:cNvPr>
                <p:cNvPicPr/>
                <p:nvPr/>
              </p:nvPicPr>
              <p:blipFill>
                <a:blip r:embed="rId207"/>
                <a:stretch>
                  <a:fillRect/>
                </a:stretch>
              </p:blipFill>
              <p:spPr>
                <a:xfrm>
                  <a:off x="3201945" y="5286615"/>
                  <a:ext cx="2196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6" name="Ink 125">
                  <a:extLst>
                    <a:ext uri="{FF2B5EF4-FFF2-40B4-BE49-F238E27FC236}">
                      <a16:creationId xmlns:a16="http://schemas.microsoft.com/office/drawing/2014/main" id="{4EAB8E17-AB81-8A00-8BFF-6559D74D79D3}"/>
                    </a:ext>
                  </a:extLst>
                </p14:cNvPr>
                <p14:cNvContentPartPr/>
                <p14:nvPr/>
              </p14:nvContentPartPr>
              <p14:xfrm>
                <a:off x="3453945" y="5397855"/>
                <a:ext cx="14040" cy="38520"/>
              </p14:xfrm>
            </p:contentPart>
          </mc:Choice>
          <mc:Fallback xmlns="">
            <p:pic>
              <p:nvPicPr>
                <p:cNvPr id="126" name="Ink 125">
                  <a:extLst>
                    <a:ext uri="{FF2B5EF4-FFF2-40B4-BE49-F238E27FC236}">
                      <a16:creationId xmlns:a16="http://schemas.microsoft.com/office/drawing/2014/main" id="{4EAB8E17-AB81-8A00-8BFF-6559D74D79D3}"/>
                    </a:ext>
                  </a:extLst>
                </p:cNvPr>
                <p:cNvPicPr/>
                <p:nvPr/>
              </p:nvPicPr>
              <p:blipFill>
                <a:blip r:embed="rId209"/>
                <a:stretch>
                  <a:fillRect/>
                </a:stretch>
              </p:blipFill>
              <p:spPr>
                <a:xfrm>
                  <a:off x="3447825" y="5391735"/>
                  <a:ext cx="26280" cy="50760"/>
                </a:xfrm>
                <a:prstGeom prst="rect">
                  <a:avLst/>
                </a:prstGeom>
              </p:spPr>
            </p:pic>
          </mc:Fallback>
        </mc:AlternateContent>
      </p:grpSp>
    </p:spTree>
    <p:extLst>
      <p:ext uri="{BB962C8B-B14F-4D97-AF65-F5344CB8AC3E}">
        <p14:creationId xmlns:p14="http://schemas.microsoft.com/office/powerpoint/2010/main" val="2522037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1B7F0F5-23D4-087B-D632-4F20D4F17D6A}"/>
              </a:ext>
            </a:extLst>
          </p:cNvPr>
          <p:cNvGrpSpPr/>
          <p:nvPr/>
        </p:nvGrpSpPr>
        <p:grpSpPr>
          <a:xfrm>
            <a:off x="1018185" y="1118175"/>
            <a:ext cx="377640" cy="1064160"/>
            <a:chOff x="1018185" y="1118175"/>
            <a:chExt cx="377640" cy="10641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453AC01-3420-7C3E-F771-F7C4347F10AC}"/>
                    </a:ext>
                  </a:extLst>
                </p14:cNvPr>
                <p14:cNvContentPartPr/>
                <p14:nvPr/>
              </p14:nvContentPartPr>
              <p14:xfrm>
                <a:off x="1018185" y="1251015"/>
                <a:ext cx="65520" cy="931320"/>
              </p14:xfrm>
            </p:contentPart>
          </mc:Choice>
          <mc:Fallback xmlns="">
            <p:pic>
              <p:nvPicPr>
                <p:cNvPr id="2" name="Ink 1">
                  <a:extLst>
                    <a:ext uri="{FF2B5EF4-FFF2-40B4-BE49-F238E27FC236}">
                      <a16:creationId xmlns:a16="http://schemas.microsoft.com/office/drawing/2014/main" id="{8453AC01-3420-7C3E-F771-F7C4347F10AC}"/>
                    </a:ext>
                  </a:extLst>
                </p:cNvPr>
                <p:cNvPicPr/>
                <p:nvPr/>
              </p:nvPicPr>
              <p:blipFill>
                <a:blip r:embed="rId3"/>
                <a:stretch>
                  <a:fillRect/>
                </a:stretch>
              </p:blipFill>
              <p:spPr>
                <a:xfrm>
                  <a:off x="1012065" y="1244895"/>
                  <a:ext cx="77760" cy="943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0A13519-2381-3D62-803E-C8C6175F1B40}"/>
                    </a:ext>
                  </a:extLst>
                </p14:cNvPr>
                <p14:cNvContentPartPr/>
                <p14:nvPr/>
              </p14:nvContentPartPr>
              <p14:xfrm>
                <a:off x="1064625" y="1118175"/>
                <a:ext cx="278280" cy="31320"/>
              </p14:xfrm>
            </p:contentPart>
          </mc:Choice>
          <mc:Fallback xmlns="">
            <p:pic>
              <p:nvPicPr>
                <p:cNvPr id="3" name="Ink 2">
                  <a:extLst>
                    <a:ext uri="{FF2B5EF4-FFF2-40B4-BE49-F238E27FC236}">
                      <a16:creationId xmlns:a16="http://schemas.microsoft.com/office/drawing/2014/main" id="{A0A13519-2381-3D62-803E-C8C6175F1B40}"/>
                    </a:ext>
                  </a:extLst>
                </p:cNvPr>
                <p:cNvPicPr/>
                <p:nvPr/>
              </p:nvPicPr>
              <p:blipFill>
                <a:blip r:embed="rId5"/>
                <a:stretch>
                  <a:fillRect/>
                </a:stretch>
              </p:blipFill>
              <p:spPr>
                <a:xfrm>
                  <a:off x="1058505" y="1112055"/>
                  <a:ext cx="2905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1EBD821-B643-B8DF-D7EA-AA83CD06A6D4}"/>
                    </a:ext>
                  </a:extLst>
                </p14:cNvPr>
                <p14:cNvContentPartPr/>
                <p14:nvPr/>
              </p14:nvContentPartPr>
              <p14:xfrm>
                <a:off x="1141665" y="1517415"/>
                <a:ext cx="254160" cy="35280"/>
              </p14:xfrm>
            </p:contentPart>
          </mc:Choice>
          <mc:Fallback xmlns="">
            <p:pic>
              <p:nvPicPr>
                <p:cNvPr id="4" name="Ink 3">
                  <a:extLst>
                    <a:ext uri="{FF2B5EF4-FFF2-40B4-BE49-F238E27FC236}">
                      <a16:creationId xmlns:a16="http://schemas.microsoft.com/office/drawing/2014/main" id="{B1EBD821-B643-B8DF-D7EA-AA83CD06A6D4}"/>
                    </a:ext>
                  </a:extLst>
                </p:cNvPr>
                <p:cNvPicPr/>
                <p:nvPr/>
              </p:nvPicPr>
              <p:blipFill>
                <a:blip r:embed="rId7"/>
                <a:stretch>
                  <a:fillRect/>
                </a:stretch>
              </p:blipFill>
              <p:spPr>
                <a:xfrm>
                  <a:off x="1135545" y="1511295"/>
                  <a:ext cx="266400" cy="4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5A2ED897-4670-251E-718E-0BA748BAC111}"/>
                  </a:ext>
                </a:extLst>
              </p14:cNvPr>
              <p14:cNvContentPartPr/>
              <p14:nvPr/>
            </p14:nvContentPartPr>
            <p14:xfrm>
              <a:off x="1797585" y="1310775"/>
              <a:ext cx="297000" cy="522360"/>
            </p14:xfrm>
          </p:contentPart>
        </mc:Choice>
        <mc:Fallback xmlns="">
          <p:pic>
            <p:nvPicPr>
              <p:cNvPr id="5" name="Ink 4">
                <a:extLst>
                  <a:ext uri="{FF2B5EF4-FFF2-40B4-BE49-F238E27FC236}">
                    <a16:creationId xmlns:a16="http://schemas.microsoft.com/office/drawing/2014/main" id="{5A2ED897-4670-251E-718E-0BA748BAC111}"/>
                  </a:ext>
                </a:extLst>
              </p:cNvPr>
              <p:cNvPicPr/>
              <p:nvPr/>
            </p:nvPicPr>
            <p:blipFill>
              <a:blip r:embed="rId9"/>
              <a:stretch>
                <a:fillRect/>
              </a:stretch>
            </p:blipFill>
            <p:spPr>
              <a:xfrm>
                <a:off x="1791465" y="1304655"/>
                <a:ext cx="309240" cy="534600"/>
              </a:xfrm>
              <a:prstGeom prst="rect">
                <a:avLst/>
              </a:prstGeom>
            </p:spPr>
          </p:pic>
        </mc:Fallback>
      </mc:AlternateContent>
      <p:grpSp>
        <p:nvGrpSpPr>
          <p:cNvPr id="9" name="Group 8">
            <a:extLst>
              <a:ext uri="{FF2B5EF4-FFF2-40B4-BE49-F238E27FC236}">
                <a16:creationId xmlns:a16="http://schemas.microsoft.com/office/drawing/2014/main" id="{74F11B7E-3467-A1C6-65CD-3D15E1BF054A}"/>
              </a:ext>
            </a:extLst>
          </p:cNvPr>
          <p:cNvGrpSpPr/>
          <p:nvPr/>
        </p:nvGrpSpPr>
        <p:grpSpPr>
          <a:xfrm>
            <a:off x="2349825" y="1207815"/>
            <a:ext cx="456480" cy="507240"/>
            <a:chOff x="2349825" y="1207815"/>
            <a:chExt cx="456480" cy="50724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CEA7197-4C12-EEF8-B49A-B58650358A90}"/>
                    </a:ext>
                  </a:extLst>
                </p14:cNvPr>
                <p14:cNvContentPartPr/>
                <p14:nvPr/>
              </p14:nvContentPartPr>
              <p14:xfrm>
                <a:off x="2349825" y="1482495"/>
                <a:ext cx="28800" cy="29160"/>
              </p14:xfrm>
            </p:contentPart>
          </mc:Choice>
          <mc:Fallback xmlns="">
            <p:pic>
              <p:nvPicPr>
                <p:cNvPr id="6" name="Ink 5">
                  <a:extLst>
                    <a:ext uri="{FF2B5EF4-FFF2-40B4-BE49-F238E27FC236}">
                      <a16:creationId xmlns:a16="http://schemas.microsoft.com/office/drawing/2014/main" id="{8CEA7197-4C12-EEF8-B49A-B58650358A90}"/>
                    </a:ext>
                  </a:extLst>
                </p:cNvPr>
                <p:cNvPicPr/>
                <p:nvPr/>
              </p:nvPicPr>
              <p:blipFill>
                <a:blip r:embed="rId11"/>
                <a:stretch>
                  <a:fillRect/>
                </a:stretch>
              </p:blipFill>
              <p:spPr>
                <a:xfrm>
                  <a:off x="2343705" y="1476375"/>
                  <a:ext cx="410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8C8FA826-8C2E-65C2-D7A5-A0B17A69DF7E}"/>
                    </a:ext>
                  </a:extLst>
                </p14:cNvPr>
                <p14:cNvContentPartPr/>
                <p14:nvPr/>
              </p14:nvContentPartPr>
              <p14:xfrm>
                <a:off x="2556105" y="1274775"/>
                <a:ext cx="76680" cy="440280"/>
              </p14:xfrm>
            </p:contentPart>
          </mc:Choice>
          <mc:Fallback xmlns="">
            <p:pic>
              <p:nvPicPr>
                <p:cNvPr id="7" name="Ink 6">
                  <a:extLst>
                    <a:ext uri="{FF2B5EF4-FFF2-40B4-BE49-F238E27FC236}">
                      <a16:creationId xmlns:a16="http://schemas.microsoft.com/office/drawing/2014/main" id="{8C8FA826-8C2E-65C2-D7A5-A0B17A69DF7E}"/>
                    </a:ext>
                  </a:extLst>
                </p:cNvPr>
                <p:cNvPicPr/>
                <p:nvPr/>
              </p:nvPicPr>
              <p:blipFill>
                <a:blip r:embed="rId13"/>
                <a:stretch>
                  <a:fillRect/>
                </a:stretch>
              </p:blipFill>
              <p:spPr>
                <a:xfrm>
                  <a:off x="2549985" y="1268655"/>
                  <a:ext cx="8892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5DEE449-1BE6-26D0-C065-66479E7C4039}"/>
                    </a:ext>
                  </a:extLst>
                </p14:cNvPr>
                <p14:cNvContentPartPr/>
                <p14:nvPr/>
              </p14:nvContentPartPr>
              <p14:xfrm>
                <a:off x="2565825" y="1207815"/>
                <a:ext cx="240480" cy="61200"/>
              </p14:xfrm>
            </p:contentPart>
          </mc:Choice>
          <mc:Fallback xmlns="">
            <p:pic>
              <p:nvPicPr>
                <p:cNvPr id="8" name="Ink 7">
                  <a:extLst>
                    <a:ext uri="{FF2B5EF4-FFF2-40B4-BE49-F238E27FC236}">
                      <a16:creationId xmlns:a16="http://schemas.microsoft.com/office/drawing/2014/main" id="{45DEE449-1BE6-26D0-C065-66479E7C4039}"/>
                    </a:ext>
                  </a:extLst>
                </p:cNvPr>
                <p:cNvPicPr/>
                <p:nvPr/>
              </p:nvPicPr>
              <p:blipFill>
                <a:blip r:embed="rId15"/>
                <a:stretch>
                  <a:fillRect/>
                </a:stretch>
              </p:blipFill>
              <p:spPr>
                <a:xfrm>
                  <a:off x="2559705" y="1201695"/>
                  <a:ext cx="252720" cy="73440"/>
                </a:xfrm>
                <a:prstGeom prst="rect">
                  <a:avLst/>
                </a:prstGeom>
              </p:spPr>
            </p:pic>
          </mc:Fallback>
        </mc:AlternateContent>
      </p:grpSp>
      <p:grpSp>
        <p:nvGrpSpPr>
          <p:cNvPr id="17" name="Group 16">
            <a:extLst>
              <a:ext uri="{FF2B5EF4-FFF2-40B4-BE49-F238E27FC236}">
                <a16:creationId xmlns:a16="http://schemas.microsoft.com/office/drawing/2014/main" id="{33E5242B-1EB4-C45F-C0F0-F8995021E500}"/>
              </a:ext>
            </a:extLst>
          </p:cNvPr>
          <p:cNvGrpSpPr/>
          <p:nvPr/>
        </p:nvGrpSpPr>
        <p:grpSpPr>
          <a:xfrm>
            <a:off x="3554385" y="948975"/>
            <a:ext cx="1493280" cy="579600"/>
            <a:chOff x="3554385" y="948975"/>
            <a:chExt cx="1493280" cy="57960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3E495F9-B083-4921-2668-1DAFD5F64A13}"/>
                    </a:ext>
                  </a:extLst>
                </p14:cNvPr>
                <p14:cNvContentPartPr/>
                <p14:nvPr/>
              </p14:nvContentPartPr>
              <p14:xfrm>
                <a:off x="3554385" y="1032855"/>
                <a:ext cx="337320" cy="495720"/>
              </p14:xfrm>
            </p:contentPart>
          </mc:Choice>
          <mc:Fallback xmlns="">
            <p:pic>
              <p:nvPicPr>
                <p:cNvPr id="11" name="Ink 10">
                  <a:extLst>
                    <a:ext uri="{FF2B5EF4-FFF2-40B4-BE49-F238E27FC236}">
                      <a16:creationId xmlns:a16="http://schemas.microsoft.com/office/drawing/2014/main" id="{A3E495F9-B083-4921-2668-1DAFD5F64A13}"/>
                    </a:ext>
                  </a:extLst>
                </p:cNvPr>
                <p:cNvPicPr/>
                <p:nvPr/>
              </p:nvPicPr>
              <p:blipFill>
                <a:blip r:embed="rId17"/>
                <a:stretch>
                  <a:fillRect/>
                </a:stretch>
              </p:blipFill>
              <p:spPr>
                <a:xfrm>
                  <a:off x="3548265" y="1026735"/>
                  <a:ext cx="349560" cy="507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12FEF22-A912-6BC0-631F-9FDAF22C5BA3}"/>
                    </a:ext>
                  </a:extLst>
                </p14:cNvPr>
                <p14:cNvContentPartPr/>
                <p14:nvPr/>
              </p14:nvContentPartPr>
              <p14:xfrm>
                <a:off x="3704145" y="948975"/>
                <a:ext cx="28800" cy="372600"/>
              </p14:xfrm>
            </p:contentPart>
          </mc:Choice>
          <mc:Fallback xmlns="">
            <p:pic>
              <p:nvPicPr>
                <p:cNvPr id="12" name="Ink 11">
                  <a:extLst>
                    <a:ext uri="{FF2B5EF4-FFF2-40B4-BE49-F238E27FC236}">
                      <a16:creationId xmlns:a16="http://schemas.microsoft.com/office/drawing/2014/main" id="{412FEF22-A912-6BC0-631F-9FDAF22C5BA3}"/>
                    </a:ext>
                  </a:extLst>
                </p:cNvPr>
                <p:cNvPicPr/>
                <p:nvPr/>
              </p:nvPicPr>
              <p:blipFill>
                <a:blip r:embed="rId19"/>
                <a:stretch>
                  <a:fillRect/>
                </a:stretch>
              </p:blipFill>
              <p:spPr>
                <a:xfrm>
                  <a:off x="3698025" y="942855"/>
                  <a:ext cx="4104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EF2601FF-0CD5-C8C3-0F32-C03B0686B79E}"/>
                    </a:ext>
                  </a:extLst>
                </p14:cNvPr>
                <p14:cNvContentPartPr/>
                <p14:nvPr/>
              </p14:nvContentPartPr>
              <p14:xfrm>
                <a:off x="4114905" y="1130775"/>
                <a:ext cx="450000" cy="262440"/>
              </p14:xfrm>
            </p:contentPart>
          </mc:Choice>
          <mc:Fallback xmlns="">
            <p:pic>
              <p:nvPicPr>
                <p:cNvPr id="13" name="Ink 12">
                  <a:extLst>
                    <a:ext uri="{FF2B5EF4-FFF2-40B4-BE49-F238E27FC236}">
                      <a16:creationId xmlns:a16="http://schemas.microsoft.com/office/drawing/2014/main" id="{EF2601FF-0CD5-C8C3-0F32-C03B0686B79E}"/>
                    </a:ext>
                  </a:extLst>
                </p:cNvPr>
                <p:cNvPicPr/>
                <p:nvPr/>
              </p:nvPicPr>
              <p:blipFill>
                <a:blip r:embed="rId21"/>
                <a:stretch>
                  <a:fillRect/>
                </a:stretch>
              </p:blipFill>
              <p:spPr>
                <a:xfrm>
                  <a:off x="4108785" y="1124655"/>
                  <a:ext cx="46224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A8BA6D51-5785-8A08-B87D-80E8EED2C808}"/>
                    </a:ext>
                  </a:extLst>
                </p14:cNvPr>
                <p14:cNvContentPartPr/>
                <p14:nvPr/>
              </p14:nvContentPartPr>
              <p14:xfrm>
                <a:off x="4634745" y="1182255"/>
                <a:ext cx="412920" cy="169920"/>
              </p14:xfrm>
            </p:contentPart>
          </mc:Choice>
          <mc:Fallback xmlns="">
            <p:pic>
              <p:nvPicPr>
                <p:cNvPr id="14" name="Ink 13">
                  <a:extLst>
                    <a:ext uri="{FF2B5EF4-FFF2-40B4-BE49-F238E27FC236}">
                      <a16:creationId xmlns:a16="http://schemas.microsoft.com/office/drawing/2014/main" id="{A8BA6D51-5785-8A08-B87D-80E8EED2C808}"/>
                    </a:ext>
                  </a:extLst>
                </p:cNvPr>
                <p:cNvPicPr/>
                <p:nvPr/>
              </p:nvPicPr>
              <p:blipFill>
                <a:blip r:embed="rId23"/>
                <a:stretch>
                  <a:fillRect/>
                </a:stretch>
              </p:blipFill>
              <p:spPr>
                <a:xfrm>
                  <a:off x="4628625" y="1176135"/>
                  <a:ext cx="425160" cy="18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E792718F-2E2A-97EB-384E-BE90BEE1F703}"/>
                  </a:ext>
                </a:extLst>
              </p14:cNvPr>
              <p14:cNvContentPartPr/>
              <p14:nvPr/>
            </p14:nvContentPartPr>
            <p14:xfrm>
              <a:off x="5462385" y="1036095"/>
              <a:ext cx="95400" cy="52920"/>
            </p14:xfrm>
          </p:contentPart>
        </mc:Choice>
        <mc:Fallback xmlns="">
          <p:pic>
            <p:nvPicPr>
              <p:cNvPr id="15" name="Ink 14">
                <a:extLst>
                  <a:ext uri="{FF2B5EF4-FFF2-40B4-BE49-F238E27FC236}">
                    <a16:creationId xmlns:a16="http://schemas.microsoft.com/office/drawing/2014/main" id="{E792718F-2E2A-97EB-384E-BE90BEE1F703}"/>
                  </a:ext>
                </a:extLst>
              </p:cNvPr>
              <p:cNvPicPr/>
              <p:nvPr/>
            </p:nvPicPr>
            <p:blipFill>
              <a:blip r:embed="rId25"/>
              <a:stretch>
                <a:fillRect/>
              </a:stretch>
            </p:blipFill>
            <p:spPr>
              <a:xfrm>
                <a:off x="5456265" y="1029975"/>
                <a:ext cx="107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CCF8EB3E-0536-64F3-9A34-82F2C4C71964}"/>
                  </a:ext>
                </a:extLst>
              </p14:cNvPr>
              <p14:cNvContentPartPr/>
              <p14:nvPr/>
            </p14:nvContentPartPr>
            <p14:xfrm>
              <a:off x="5526105" y="1222215"/>
              <a:ext cx="274680" cy="88920"/>
            </p14:xfrm>
          </p:contentPart>
        </mc:Choice>
        <mc:Fallback xmlns="">
          <p:pic>
            <p:nvPicPr>
              <p:cNvPr id="16" name="Ink 15">
                <a:extLst>
                  <a:ext uri="{FF2B5EF4-FFF2-40B4-BE49-F238E27FC236}">
                    <a16:creationId xmlns:a16="http://schemas.microsoft.com/office/drawing/2014/main" id="{CCF8EB3E-0536-64F3-9A34-82F2C4C71964}"/>
                  </a:ext>
                </a:extLst>
              </p:cNvPr>
              <p:cNvPicPr/>
              <p:nvPr/>
            </p:nvPicPr>
            <p:blipFill>
              <a:blip r:embed="rId27"/>
              <a:stretch>
                <a:fillRect/>
              </a:stretch>
            </p:blipFill>
            <p:spPr>
              <a:xfrm>
                <a:off x="5519985" y="1216095"/>
                <a:ext cx="286920" cy="101160"/>
              </a:xfrm>
              <a:prstGeom prst="rect">
                <a:avLst/>
              </a:prstGeom>
            </p:spPr>
          </p:pic>
        </mc:Fallback>
      </mc:AlternateContent>
      <p:grpSp>
        <p:nvGrpSpPr>
          <p:cNvPr id="28" name="Group 27">
            <a:extLst>
              <a:ext uri="{FF2B5EF4-FFF2-40B4-BE49-F238E27FC236}">
                <a16:creationId xmlns:a16="http://schemas.microsoft.com/office/drawing/2014/main" id="{29C8AEF3-94EA-C230-A7DD-71B618B502E6}"/>
              </a:ext>
            </a:extLst>
          </p:cNvPr>
          <p:cNvGrpSpPr/>
          <p:nvPr/>
        </p:nvGrpSpPr>
        <p:grpSpPr>
          <a:xfrm>
            <a:off x="6272385" y="632895"/>
            <a:ext cx="1333080" cy="687600"/>
            <a:chOff x="6272385" y="632895"/>
            <a:chExt cx="1333080" cy="68760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C6389B3-91D4-2616-D521-016499B9567A}"/>
                    </a:ext>
                  </a:extLst>
                </p14:cNvPr>
                <p14:cNvContentPartPr/>
                <p14:nvPr/>
              </p14:nvContentPartPr>
              <p14:xfrm>
                <a:off x="6272385" y="632895"/>
                <a:ext cx="343440" cy="687600"/>
              </p14:xfrm>
            </p:contentPart>
          </mc:Choice>
          <mc:Fallback xmlns="">
            <p:pic>
              <p:nvPicPr>
                <p:cNvPr id="18" name="Ink 17">
                  <a:extLst>
                    <a:ext uri="{FF2B5EF4-FFF2-40B4-BE49-F238E27FC236}">
                      <a16:creationId xmlns:a16="http://schemas.microsoft.com/office/drawing/2014/main" id="{7C6389B3-91D4-2616-D521-016499B9567A}"/>
                    </a:ext>
                  </a:extLst>
                </p:cNvPr>
                <p:cNvPicPr/>
                <p:nvPr/>
              </p:nvPicPr>
              <p:blipFill>
                <a:blip r:embed="rId29"/>
                <a:stretch>
                  <a:fillRect/>
                </a:stretch>
              </p:blipFill>
              <p:spPr>
                <a:xfrm>
                  <a:off x="6266265" y="626775"/>
                  <a:ext cx="355680" cy="699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B839FB4-306D-CABE-C09C-372868CA84AA}"/>
                    </a:ext>
                  </a:extLst>
                </p14:cNvPr>
                <p14:cNvContentPartPr/>
                <p14:nvPr/>
              </p14:nvContentPartPr>
              <p14:xfrm>
                <a:off x="6881865" y="737655"/>
                <a:ext cx="73440" cy="529200"/>
              </p14:xfrm>
            </p:contentPart>
          </mc:Choice>
          <mc:Fallback xmlns="">
            <p:pic>
              <p:nvPicPr>
                <p:cNvPr id="19" name="Ink 18">
                  <a:extLst>
                    <a:ext uri="{FF2B5EF4-FFF2-40B4-BE49-F238E27FC236}">
                      <a16:creationId xmlns:a16="http://schemas.microsoft.com/office/drawing/2014/main" id="{AB839FB4-306D-CABE-C09C-372868CA84AA}"/>
                    </a:ext>
                  </a:extLst>
                </p:cNvPr>
                <p:cNvPicPr/>
                <p:nvPr/>
              </p:nvPicPr>
              <p:blipFill>
                <a:blip r:embed="rId31"/>
                <a:stretch>
                  <a:fillRect/>
                </a:stretch>
              </p:blipFill>
              <p:spPr>
                <a:xfrm>
                  <a:off x="6875745" y="731535"/>
                  <a:ext cx="85680" cy="54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3A76857F-DA1A-93C5-ED77-5FC562008A07}"/>
                    </a:ext>
                  </a:extLst>
                </p14:cNvPr>
                <p14:cNvContentPartPr/>
                <p14:nvPr/>
              </p14:nvContentPartPr>
              <p14:xfrm>
                <a:off x="7348065" y="851775"/>
                <a:ext cx="56880" cy="443880"/>
              </p14:xfrm>
            </p:contentPart>
          </mc:Choice>
          <mc:Fallback xmlns="">
            <p:pic>
              <p:nvPicPr>
                <p:cNvPr id="20" name="Ink 19">
                  <a:extLst>
                    <a:ext uri="{FF2B5EF4-FFF2-40B4-BE49-F238E27FC236}">
                      <a16:creationId xmlns:a16="http://schemas.microsoft.com/office/drawing/2014/main" id="{3A76857F-DA1A-93C5-ED77-5FC562008A07}"/>
                    </a:ext>
                  </a:extLst>
                </p:cNvPr>
                <p:cNvPicPr/>
                <p:nvPr/>
              </p:nvPicPr>
              <p:blipFill>
                <a:blip r:embed="rId33"/>
                <a:stretch>
                  <a:fillRect/>
                </a:stretch>
              </p:blipFill>
              <p:spPr>
                <a:xfrm>
                  <a:off x="7341945" y="845655"/>
                  <a:ext cx="6912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3B06F14C-A1E7-D265-2D33-CD565839C784}"/>
                    </a:ext>
                  </a:extLst>
                </p14:cNvPr>
                <p14:cNvContentPartPr/>
                <p14:nvPr/>
              </p14:nvContentPartPr>
              <p14:xfrm>
                <a:off x="7242945" y="1073175"/>
                <a:ext cx="362520" cy="81720"/>
              </p14:xfrm>
            </p:contentPart>
          </mc:Choice>
          <mc:Fallback xmlns="">
            <p:pic>
              <p:nvPicPr>
                <p:cNvPr id="21" name="Ink 20">
                  <a:extLst>
                    <a:ext uri="{FF2B5EF4-FFF2-40B4-BE49-F238E27FC236}">
                      <a16:creationId xmlns:a16="http://schemas.microsoft.com/office/drawing/2014/main" id="{3B06F14C-A1E7-D265-2D33-CD565839C784}"/>
                    </a:ext>
                  </a:extLst>
                </p:cNvPr>
                <p:cNvPicPr/>
                <p:nvPr/>
              </p:nvPicPr>
              <p:blipFill>
                <a:blip r:embed="rId35"/>
                <a:stretch>
                  <a:fillRect/>
                </a:stretch>
              </p:blipFill>
              <p:spPr>
                <a:xfrm>
                  <a:off x="7236825" y="1067055"/>
                  <a:ext cx="374760" cy="93960"/>
                </a:xfrm>
                <a:prstGeom prst="rect">
                  <a:avLst/>
                </a:prstGeom>
              </p:spPr>
            </p:pic>
          </mc:Fallback>
        </mc:AlternateContent>
      </p:grpSp>
      <p:grpSp>
        <p:nvGrpSpPr>
          <p:cNvPr id="27" name="Group 26">
            <a:extLst>
              <a:ext uri="{FF2B5EF4-FFF2-40B4-BE49-F238E27FC236}">
                <a16:creationId xmlns:a16="http://schemas.microsoft.com/office/drawing/2014/main" id="{40BCC454-F62A-AB90-FA09-27E7A892F34E}"/>
              </a:ext>
            </a:extLst>
          </p:cNvPr>
          <p:cNvGrpSpPr/>
          <p:nvPr/>
        </p:nvGrpSpPr>
        <p:grpSpPr>
          <a:xfrm>
            <a:off x="7978065" y="370455"/>
            <a:ext cx="1946160" cy="983880"/>
            <a:chOff x="7978065" y="370455"/>
            <a:chExt cx="1946160" cy="983880"/>
          </a:xfrm>
        </p:grpSpPr>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157B3ED4-37DF-C098-5196-2022EE45D3C5}"/>
                    </a:ext>
                  </a:extLst>
                </p14:cNvPr>
                <p14:cNvContentPartPr/>
                <p14:nvPr/>
              </p14:nvContentPartPr>
              <p14:xfrm>
                <a:off x="7978065" y="769695"/>
                <a:ext cx="344520" cy="408960"/>
              </p14:xfrm>
            </p:contentPart>
          </mc:Choice>
          <mc:Fallback xmlns="">
            <p:pic>
              <p:nvPicPr>
                <p:cNvPr id="22" name="Ink 21">
                  <a:extLst>
                    <a:ext uri="{FF2B5EF4-FFF2-40B4-BE49-F238E27FC236}">
                      <a16:creationId xmlns:a16="http://schemas.microsoft.com/office/drawing/2014/main" id="{157B3ED4-37DF-C098-5196-2022EE45D3C5}"/>
                    </a:ext>
                  </a:extLst>
                </p:cNvPr>
                <p:cNvPicPr/>
                <p:nvPr/>
              </p:nvPicPr>
              <p:blipFill>
                <a:blip r:embed="rId37"/>
                <a:stretch>
                  <a:fillRect/>
                </a:stretch>
              </p:blipFill>
              <p:spPr>
                <a:xfrm>
                  <a:off x="7971945" y="763575"/>
                  <a:ext cx="35676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3ED7E030-ADF6-F419-6EDE-899ED78B363E}"/>
                    </a:ext>
                  </a:extLst>
                </p14:cNvPr>
                <p14:cNvContentPartPr/>
                <p14:nvPr/>
              </p14:nvContentPartPr>
              <p14:xfrm>
                <a:off x="8484225" y="887775"/>
                <a:ext cx="97560" cy="51840"/>
              </p14:xfrm>
            </p:contentPart>
          </mc:Choice>
          <mc:Fallback xmlns="">
            <p:pic>
              <p:nvPicPr>
                <p:cNvPr id="23" name="Ink 22">
                  <a:extLst>
                    <a:ext uri="{FF2B5EF4-FFF2-40B4-BE49-F238E27FC236}">
                      <a16:creationId xmlns:a16="http://schemas.microsoft.com/office/drawing/2014/main" id="{3ED7E030-ADF6-F419-6EDE-899ED78B363E}"/>
                    </a:ext>
                  </a:extLst>
                </p:cNvPr>
                <p:cNvPicPr/>
                <p:nvPr/>
              </p:nvPicPr>
              <p:blipFill>
                <a:blip r:embed="rId39"/>
                <a:stretch>
                  <a:fillRect/>
                </a:stretch>
              </p:blipFill>
              <p:spPr>
                <a:xfrm>
                  <a:off x="8478105" y="881655"/>
                  <a:ext cx="109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E7E44FB1-58B9-3577-DE90-89C3A4FD9D2F}"/>
                    </a:ext>
                  </a:extLst>
                </p14:cNvPr>
                <p14:cNvContentPartPr/>
                <p14:nvPr/>
              </p14:nvContentPartPr>
              <p14:xfrm>
                <a:off x="8841705" y="694455"/>
                <a:ext cx="445680" cy="480960"/>
              </p14:xfrm>
            </p:contentPart>
          </mc:Choice>
          <mc:Fallback xmlns="">
            <p:pic>
              <p:nvPicPr>
                <p:cNvPr id="24" name="Ink 23">
                  <a:extLst>
                    <a:ext uri="{FF2B5EF4-FFF2-40B4-BE49-F238E27FC236}">
                      <a16:creationId xmlns:a16="http://schemas.microsoft.com/office/drawing/2014/main" id="{E7E44FB1-58B9-3577-DE90-89C3A4FD9D2F}"/>
                    </a:ext>
                  </a:extLst>
                </p:cNvPr>
                <p:cNvPicPr/>
                <p:nvPr/>
              </p:nvPicPr>
              <p:blipFill>
                <a:blip r:embed="rId41"/>
                <a:stretch>
                  <a:fillRect/>
                </a:stretch>
              </p:blipFill>
              <p:spPr>
                <a:xfrm>
                  <a:off x="8835585" y="688335"/>
                  <a:ext cx="45792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940BF3D8-5E15-5890-5FB5-24F4F5093640}"/>
                    </a:ext>
                  </a:extLst>
                </p14:cNvPr>
                <p14:cNvContentPartPr/>
                <p14:nvPr/>
              </p14:nvContentPartPr>
              <p14:xfrm>
                <a:off x="9349665" y="590775"/>
                <a:ext cx="203760" cy="25920"/>
              </p14:xfrm>
            </p:contentPart>
          </mc:Choice>
          <mc:Fallback xmlns="">
            <p:pic>
              <p:nvPicPr>
                <p:cNvPr id="25" name="Ink 24">
                  <a:extLst>
                    <a:ext uri="{FF2B5EF4-FFF2-40B4-BE49-F238E27FC236}">
                      <a16:creationId xmlns:a16="http://schemas.microsoft.com/office/drawing/2014/main" id="{940BF3D8-5E15-5890-5FB5-24F4F5093640}"/>
                    </a:ext>
                  </a:extLst>
                </p:cNvPr>
                <p:cNvPicPr/>
                <p:nvPr/>
              </p:nvPicPr>
              <p:blipFill>
                <a:blip r:embed="rId43"/>
                <a:stretch>
                  <a:fillRect/>
                </a:stretch>
              </p:blipFill>
              <p:spPr>
                <a:xfrm>
                  <a:off x="9343545" y="584655"/>
                  <a:ext cx="216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43AD955-2189-EF5D-A4EB-E3FDBAC3D3F7}"/>
                    </a:ext>
                  </a:extLst>
                </p14:cNvPr>
                <p14:cNvContentPartPr/>
                <p14:nvPr/>
              </p14:nvContentPartPr>
              <p14:xfrm>
                <a:off x="9474225" y="370455"/>
                <a:ext cx="450000" cy="983880"/>
              </p14:xfrm>
            </p:contentPart>
          </mc:Choice>
          <mc:Fallback xmlns="">
            <p:pic>
              <p:nvPicPr>
                <p:cNvPr id="26" name="Ink 25">
                  <a:extLst>
                    <a:ext uri="{FF2B5EF4-FFF2-40B4-BE49-F238E27FC236}">
                      <a16:creationId xmlns:a16="http://schemas.microsoft.com/office/drawing/2014/main" id="{D43AD955-2189-EF5D-A4EB-E3FDBAC3D3F7}"/>
                    </a:ext>
                  </a:extLst>
                </p:cNvPr>
                <p:cNvPicPr/>
                <p:nvPr/>
              </p:nvPicPr>
              <p:blipFill>
                <a:blip r:embed="rId45"/>
                <a:stretch>
                  <a:fillRect/>
                </a:stretch>
              </p:blipFill>
              <p:spPr>
                <a:xfrm>
                  <a:off x="9468105" y="364335"/>
                  <a:ext cx="462240" cy="996120"/>
                </a:xfrm>
                <a:prstGeom prst="rect">
                  <a:avLst/>
                </a:prstGeom>
              </p:spPr>
            </p:pic>
          </mc:Fallback>
        </mc:AlternateContent>
      </p:grpSp>
      <p:grpSp>
        <p:nvGrpSpPr>
          <p:cNvPr id="42" name="Group 41">
            <a:extLst>
              <a:ext uri="{FF2B5EF4-FFF2-40B4-BE49-F238E27FC236}">
                <a16:creationId xmlns:a16="http://schemas.microsoft.com/office/drawing/2014/main" id="{BD198794-26AB-4A75-6756-D7197AE92B8C}"/>
              </a:ext>
            </a:extLst>
          </p:cNvPr>
          <p:cNvGrpSpPr/>
          <p:nvPr/>
        </p:nvGrpSpPr>
        <p:grpSpPr>
          <a:xfrm>
            <a:off x="10697145" y="320055"/>
            <a:ext cx="1081080" cy="786240"/>
            <a:chOff x="10697145" y="320055"/>
            <a:chExt cx="1081080" cy="786240"/>
          </a:xfrm>
        </p:grpSpPr>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6E39C445-9FF0-1516-E0BD-DF435C023497}"/>
                    </a:ext>
                  </a:extLst>
                </p14:cNvPr>
                <p14:cNvContentPartPr/>
                <p14:nvPr/>
              </p14:nvContentPartPr>
              <p14:xfrm>
                <a:off x="10697145" y="456855"/>
                <a:ext cx="54000" cy="559080"/>
              </p14:xfrm>
            </p:contentPart>
          </mc:Choice>
          <mc:Fallback xmlns="">
            <p:pic>
              <p:nvPicPr>
                <p:cNvPr id="29" name="Ink 28">
                  <a:extLst>
                    <a:ext uri="{FF2B5EF4-FFF2-40B4-BE49-F238E27FC236}">
                      <a16:creationId xmlns:a16="http://schemas.microsoft.com/office/drawing/2014/main" id="{6E39C445-9FF0-1516-E0BD-DF435C023497}"/>
                    </a:ext>
                  </a:extLst>
                </p:cNvPr>
                <p:cNvPicPr/>
                <p:nvPr/>
              </p:nvPicPr>
              <p:blipFill>
                <a:blip r:embed="rId47"/>
                <a:stretch>
                  <a:fillRect/>
                </a:stretch>
              </p:blipFill>
              <p:spPr>
                <a:xfrm>
                  <a:off x="10691025" y="450735"/>
                  <a:ext cx="66240" cy="571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68FE7590-6B4B-B9CC-E5AD-CA6DF3EF8392}"/>
                    </a:ext>
                  </a:extLst>
                </p14:cNvPr>
                <p14:cNvContentPartPr/>
                <p14:nvPr/>
              </p14:nvContentPartPr>
              <p14:xfrm>
                <a:off x="10740705" y="320055"/>
                <a:ext cx="257760" cy="307080"/>
              </p14:xfrm>
            </p:contentPart>
          </mc:Choice>
          <mc:Fallback xmlns="">
            <p:pic>
              <p:nvPicPr>
                <p:cNvPr id="30" name="Ink 29">
                  <a:extLst>
                    <a:ext uri="{FF2B5EF4-FFF2-40B4-BE49-F238E27FC236}">
                      <a16:creationId xmlns:a16="http://schemas.microsoft.com/office/drawing/2014/main" id="{68FE7590-6B4B-B9CC-E5AD-CA6DF3EF8392}"/>
                    </a:ext>
                  </a:extLst>
                </p:cNvPr>
                <p:cNvPicPr/>
                <p:nvPr/>
              </p:nvPicPr>
              <p:blipFill>
                <a:blip r:embed="rId49"/>
                <a:stretch>
                  <a:fillRect/>
                </a:stretch>
              </p:blipFill>
              <p:spPr>
                <a:xfrm>
                  <a:off x="10734585" y="313935"/>
                  <a:ext cx="2700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145FCBFE-C0B9-3D95-FF51-856FC787976E}"/>
                    </a:ext>
                  </a:extLst>
                </p14:cNvPr>
                <p14:cNvContentPartPr/>
                <p14:nvPr/>
              </p14:nvContentPartPr>
              <p14:xfrm>
                <a:off x="10996665" y="616335"/>
                <a:ext cx="322560" cy="370800"/>
              </p14:xfrm>
            </p:contentPart>
          </mc:Choice>
          <mc:Fallback xmlns="">
            <p:pic>
              <p:nvPicPr>
                <p:cNvPr id="31" name="Ink 30">
                  <a:extLst>
                    <a:ext uri="{FF2B5EF4-FFF2-40B4-BE49-F238E27FC236}">
                      <a16:creationId xmlns:a16="http://schemas.microsoft.com/office/drawing/2014/main" id="{145FCBFE-C0B9-3D95-FF51-856FC787976E}"/>
                    </a:ext>
                  </a:extLst>
                </p:cNvPr>
                <p:cNvPicPr/>
                <p:nvPr/>
              </p:nvPicPr>
              <p:blipFill>
                <a:blip r:embed="rId51"/>
                <a:stretch>
                  <a:fillRect/>
                </a:stretch>
              </p:blipFill>
              <p:spPr>
                <a:xfrm>
                  <a:off x="10990545" y="610215"/>
                  <a:ext cx="33480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61C62A91-9798-69DB-465B-0DC4412E70DB}"/>
                    </a:ext>
                  </a:extLst>
                </p14:cNvPr>
                <p14:cNvContentPartPr/>
                <p14:nvPr/>
              </p14:nvContentPartPr>
              <p14:xfrm>
                <a:off x="11043465" y="705975"/>
                <a:ext cx="253080" cy="216360"/>
              </p14:xfrm>
            </p:contentPart>
          </mc:Choice>
          <mc:Fallback xmlns="">
            <p:pic>
              <p:nvPicPr>
                <p:cNvPr id="32" name="Ink 31">
                  <a:extLst>
                    <a:ext uri="{FF2B5EF4-FFF2-40B4-BE49-F238E27FC236}">
                      <a16:creationId xmlns:a16="http://schemas.microsoft.com/office/drawing/2014/main" id="{61C62A91-9798-69DB-465B-0DC4412E70DB}"/>
                    </a:ext>
                  </a:extLst>
                </p:cNvPr>
                <p:cNvPicPr/>
                <p:nvPr/>
              </p:nvPicPr>
              <p:blipFill>
                <a:blip r:embed="rId53"/>
                <a:stretch>
                  <a:fillRect/>
                </a:stretch>
              </p:blipFill>
              <p:spPr>
                <a:xfrm>
                  <a:off x="11037345" y="699855"/>
                  <a:ext cx="265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0F783ACF-7BA0-067B-322A-8F73DDAF6471}"/>
                    </a:ext>
                  </a:extLst>
                </p14:cNvPr>
                <p14:cNvContentPartPr/>
                <p14:nvPr/>
              </p14:nvContentPartPr>
              <p14:xfrm>
                <a:off x="11099625" y="704895"/>
                <a:ext cx="126000" cy="309960"/>
              </p14:xfrm>
            </p:contentPart>
          </mc:Choice>
          <mc:Fallback xmlns="">
            <p:pic>
              <p:nvPicPr>
                <p:cNvPr id="33" name="Ink 32">
                  <a:extLst>
                    <a:ext uri="{FF2B5EF4-FFF2-40B4-BE49-F238E27FC236}">
                      <a16:creationId xmlns:a16="http://schemas.microsoft.com/office/drawing/2014/main" id="{0F783ACF-7BA0-067B-322A-8F73DDAF6471}"/>
                    </a:ext>
                  </a:extLst>
                </p:cNvPr>
                <p:cNvPicPr/>
                <p:nvPr/>
              </p:nvPicPr>
              <p:blipFill>
                <a:blip r:embed="rId55"/>
                <a:stretch>
                  <a:fillRect/>
                </a:stretch>
              </p:blipFill>
              <p:spPr>
                <a:xfrm>
                  <a:off x="11093505" y="698775"/>
                  <a:ext cx="138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742CBC5A-8DA3-D8CC-0278-CE3B66AD6324}"/>
                    </a:ext>
                  </a:extLst>
                </p14:cNvPr>
                <p14:cNvContentPartPr/>
                <p14:nvPr/>
              </p14:nvContentPartPr>
              <p14:xfrm>
                <a:off x="11392305" y="486015"/>
                <a:ext cx="385920" cy="620280"/>
              </p14:xfrm>
            </p:contentPart>
          </mc:Choice>
          <mc:Fallback xmlns="">
            <p:pic>
              <p:nvPicPr>
                <p:cNvPr id="34" name="Ink 33">
                  <a:extLst>
                    <a:ext uri="{FF2B5EF4-FFF2-40B4-BE49-F238E27FC236}">
                      <a16:creationId xmlns:a16="http://schemas.microsoft.com/office/drawing/2014/main" id="{742CBC5A-8DA3-D8CC-0278-CE3B66AD6324}"/>
                    </a:ext>
                  </a:extLst>
                </p:cNvPr>
                <p:cNvPicPr/>
                <p:nvPr/>
              </p:nvPicPr>
              <p:blipFill>
                <a:blip r:embed="rId57"/>
                <a:stretch>
                  <a:fillRect/>
                </a:stretch>
              </p:blipFill>
              <p:spPr>
                <a:xfrm>
                  <a:off x="11386185" y="479895"/>
                  <a:ext cx="398160" cy="632520"/>
                </a:xfrm>
                <a:prstGeom prst="rect">
                  <a:avLst/>
                </a:prstGeom>
              </p:spPr>
            </p:pic>
          </mc:Fallback>
        </mc:AlternateContent>
      </p:grpSp>
      <p:grpSp>
        <p:nvGrpSpPr>
          <p:cNvPr id="41" name="Group 40">
            <a:extLst>
              <a:ext uri="{FF2B5EF4-FFF2-40B4-BE49-F238E27FC236}">
                <a16:creationId xmlns:a16="http://schemas.microsoft.com/office/drawing/2014/main" id="{8A7F73AA-417A-8A99-806D-A13B21BDD116}"/>
              </a:ext>
            </a:extLst>
          </p:cNvPr>
          <p:cNvGrpSpPr/>
          <p:nvPr/>
        </p:nvGrpSpPr>
        <p:grpSpPr>
          <a:xfrm>
            <a:off x="10136625" y="1392855"/>
            <a:ext cx="1869120" cy="732960"/>
            <a:chOff x="10136625" y="1392855"/>
            <a:chExt cx="1869120" cy="732960"/>
          </a:xfrm>
        </p:grpSpPr>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80D79802-9D8E-8CFA-C7D3-6FB824BEBDAB}"/>
                    </a:ext>
                  </a:extLst>
                </p14:cNvPr>
                <p14:cNvContentPartPr/>
                <p14:nvPr/>
              </p14:nvContentPartPr>
              <p14:xfrm>
                <a:off x="10136625" y="1392855"/>
                <a:ext cx="1869120" cy="32760"/>
              </p14:xfrm>
            </p:contentPart>
          </mc:Choice>
          <mc:Fallback xmlns="">
            <p:pic>
              <p:nvPicPr>
                <p:cNvPr id="35" name="Ink 34">
                  <a:extLst>
                    <a:ext uri="{FF2B5EF4-FFF2-40B4-BE49-F238E27FC236}">
                      <a16:creationId xmlns:a16="http://schemas.microsoft.com/office/drawing/2014/main" id="{80D79802-9D8E-8CFA-C7D3-6FB824BEBDAB}"/>
                    </a:ext>
                  </a:extLst>
                </p:cNvPr>
                <p:cNvPicPr/>
                <p:nvPr/>
              </p:nvPicPr>
              <p:blipFill>
                <a:blip r:embed="rId59"/>
                <a:stretch>
                  <a:fillRect/>
                </a:stretch>
              </p:blipFill>
              <p:spPr>
                <a:xfrm>
                  <a:off x="10130505" y="1386735"/>
                  <a:ext cx="18813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1973A39F-2555-23BC-F149-3A48626FC3B5}"/>
                    </a:ext>
                  </a:extLst>
                </p14:cNvPr>
                <p14:cNvContentPartPr/>
                <p14:nvPr/>
              </p14:nvContentPartPr>
              <p14:xfrm>
                <a:off x="10420665" y="1805415"/>
                <a:ext cx="66600" cy="320400"/>
              </p14:xfrm>
            </p:contentPart>
          </mc:Choice>
          <mc:Fallback xmlns="">
            <p:pic>
              <p:nvPicPr>
                <p:cNvPr id="36" name="Ink 35">
                  <a:extLst>
                    <a:ext uri="{FF2B5EF4-FFF2-40B4-BE49-F238E27FC236}">
                      <a16:creationId xmlns:a16="http://schemas.microsoft.com/office/drawing/2014/main" id="{1973A39F-2555-23BC-F149-3A48626FC3B5}"/>
                    </a:ext>
                  </a:extLst>
                </p:cNvPr>
                <p:cNvPicPr/>
                <p:nvPr/>
              </p:nvPicPr>
              <p:blipFill>
                <a:blip r:embed="rId61"/>
                <a:stretch>
                  <a:fillRect/>
                </a:stretch>
              </p:blipFill>
              <p:spPr>
                <a:xfrm>
                  <a:off x="10414545" y="1799295"/>
                  <a:ext cx="788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9706198C-AA74-522B-03C5-527EF52F33EE}"/>
                    </a:ext>
                  </a:extLst>
                </p14:cNvPr>
                <p14:cNvContentPartPr/>
                <p14:nvPr/>
              </p14:nvContentPartPr>
              <p14:xfrm>
                <a:off x="10390785" y="1509135"/>
                <a:ext cx="361440" cy="410760"/>
              </p14:xfrm>
            </p:contentPart>
          </mc:Choice>
          <mc:Fallback xmlns="">
            <p:pic>
              <p:nvPicPr>
                <p:cNvPr id="37" name="Ink 36">
                  <a:extLst>
                    <a:ext uri="{FF2B5EF4-FFF2-40B4-BE49-F238E27FC236}">
                      <a16:creationId xmlns:a16="http://schemas.microsoft.com/office/drawing/2014/main" id="{9706198C-AA74-522B-03C5-527EF52F33EE}"/>
                    </a:ext>
                  </a:extLst>
                </p:cNvPr>
                <p:cNvPicPr/>
                <p:nvPr/>
              </p:nvPicPr>
              <p:blipFill>
                <a:blip r:embed="rId63"/>
                <a:stretch>
                  <a:fillRect/>
                </a:stretch>
              </p:blipFill>
              <p:spPr>
                <a:xfrm>
                  <a:off x="10384665" y="1503015"/>
                  <a:ext cx="37368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3EBAA9E8-2A2F-163A-76F7-CEA98C5C2EFF}"/>
                    </a:ext>
                  </a:extLst>
                </p14:cNvPr>
                <p14:cNvContentPartPr/>
                <p14:nvPr/>
              </p14:nvContentPartPr>
              <p14:xfrm>
                <a:off x="11046345" y="1736655"/>
                <a:ext cx="461520" cy="58680"/>
              </p14:xfrm>
            </p:contentPart>
          </mc:Choice>
          <mc:Fallback xmlns="">
            <p:pic>
              <p:nvPicPr>
                <p:cNvPr id="38" name="Ink 37">
                  <a:extLst>
                    <a:ext uri="{FF2B5EF4-FFF2-40B4-BE49-F238E27FC236}">
                      <a16:creationId xmlns:a16="http://schemas.microsoft.com/office/drawing/2014/main" id="{3EBAA9E8-2A2F-163A-76F7-CEA98C5C2EFF}"/>
                    </a:ext>
                  </a:extLst>
                </p:cNvPr>
                <p:cNvPicPr/>
                <p:nvPr/>
              </p:nvPicPr>
              <p:blipFill>
                <a:blip r:embed="rId65"/>
                <a:stretch>
                  <a:fillRect/>
                </a:stretch>
              </p:blipFill>
              <p:spPr>
                <a:xfrm>
                  <a:off x="11040225" y="1730535"/>
                  <a:ext cx="473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D883B60C-A711-9110-482B-5A11BF3BDA09}"/>
                    </a:ext>
                  </a:extLst>
                </p14:cNvPr>
                <p14:cNvContentPartPr/>
                <p14:nvPr/>
              </p14:nvContentPartPr>
              <p14:xfrm>
                <a:off x="11159025" y="1672575"/>
                <a:ext cx="146520" cy="370800"/>
              </p14:xfrm>
            </p:contentPart>
          </mc:Choice>
          <mc:Fallback xmlns="">
            <p:pic>
              <p:nvPicPr>
                <p:cNvPr id="39" name="Ink 38">
                  <a:extLst>
                    <a:ext uri="{FF2B5EF4-FFF2-40B4-BE49-F238E27FC236}">
                      <a16:creationId xmlns:a16="http://schemas.microsoft.com/office/drawing/2014/main" id="{D883B60C-A711-9110-482B-5A11BF3BDA09}"/>
                    </a:ext>
                  </a:extLst>
                </p:cNvPr>
                <p:cNvPicPr/>
                <p:nvPr/>
              </p:nvPicPr>
              <p:blipFill>
                <a:blip r:embed="rId67"/>
                <a:stretch>
                  <a:fillRect/>
                </a:stretch>
              </p:blipFill>
              <p:spPr>
                <a:xfrm>
                  <a:off x="11152905" y="1666455"/>
                  <a:ext cx="1587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CBACF561-FF45-A37D-43B2-882D77155275}"/>
                    </a:ext>
                  </a:extLst>
                </p14:cNvPr>
                <p14:cNvContentPartPr/>
                <p14:nvPr/>
              </p14:nvContentPartPr>
              <p14:xfrm>
                <a:off x="11513625" y="1583295"/>
                <a:ext cx="451800" cy="428760"/>
              </p14:xfrm>
            </p:contentPart>
          </mc:Choice>
          <mc:Fallback xmlns="">
            <p:pic>
              <p:nvPicPr>
                <p:cNvPr id="40" name="Ink 39">
                  <a:extLst>
                    <a:ext uri="{FF2B5EF4-FFF2-40B4-BE49-F238E27FC236}">
                      <a16:creationId xmlns:a16="http://schemas.microsoft.com/office/drawing/2014/main" id="{CBACF561-FF45-A37D-43B2-882D77155275}"/>
                    </a:ext>
                  </a:extLst>
                </p:cNvPr>
                <p:cNvPicPr/>
                <p:nvPr/>
              </p:nvPicPr>
              <p:blipFill>
                <a:blip r:embed="rId69"/>
                <a:stretch>
                  <a:fillRect/>
                </a:stretch>
              </p:blipFill>
              <p:spPr>
                <a:xfrm>
                  <a:off x="11507505" y="1577175"/>
                  <a:ext cx="464040" cy="441000"/>
                </a:xfrm>
                <a:prstGeom prst="rect">
                  <a:avLst/>
                </a:prstGeom>
              </p:spPr>
            </p:pic>
          </mc:Fallback>
        </mc:AlternateContent>
      </p:grpSp>
      <p:grpSp>
        <p:nvGrpSpPr>
          <p:cNvPr id="54" name="Group 53">
            <a:extLst>
              <a:ext uri="{FF2B5EF4-FFF2-40B4-BE49-F238E27FC236}">
                <a16:creationId xmlns:a16="http://schemas.microsoft.com/office/drawing/2014/main" id="{41CEE749-CE47-35BB-3951-99EFB91DF576}"/>
              </a:ext>
            </a:extLst>
          </p:cNvPr>
          <p:cNvGrpSpPr/>
          <p:nvPr/>
        </p:nvGrpSpPr>
        <p:grpSpPr>
          <a:xfrm>
            <a:off x="690945" y="3195375"/>
            <a:ext cx="2190240" cy="1185840"/>
            <a:chOff x="690945" y="3195375"/>
            <a:chExt cx="2190240" cy="118584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7C13549A-CB06-D12C-FA28-10434261E3A8}"/>
                    </a:ext>
                  </a:extLst>
                </p14:cNvPr>
                <p14:cNvContentPartPr/>
                <p14:nvPr/>
              </p14:nvContentPartPr>
              <p14:xfrm>
                <a:off x="1055985" y="3442335"/>
                <a:ext cx="82800" cy="65520"/>
              </p14:xfrm>
            </p:contentPart>
          </mc:Choice>
          <mc:Fallback xmlns="">
            <p:pic>
              <p:nvPicPr>
                <p:cNvPr id="43" name="Ink 42">
                  <a:extLst>
                    <a:ext uri="{FF2B5EF4-FFF2-40B4-BE49-F238E27FC236}">
                      <a16:creationId xmlns:a16="http://schemas.microsoft.com/office/drawing/2014/main" id="{7C13549A-CB06-D12C-FA28-10434261E3A8}"/>
                    </a:ext>
                  </a:extLst>
                </p:cNvPr>
                <p:cNvPicPr/>
                <p:nvPr/>
              </p:nvPicPr>
              <p:blipFill>
                <a:blip r:embed="rId71"/>
                <a:stretch>
                  <a:fillRect/>
                </a:stretch>
              </p:blipFill>
              <p:spPr>
                <a:xfrm>
                  <a:off x="1049865" y="3436215"/>
                  <a:ext cx="950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CFD75245-2285-7F08-14B2-327BB249D420}"/>
                    </a:ext>
                  </a:extLst>
                </p14:cNvPr>
                <p14:cNvContentPartPr/>
                <p14:nvPr/>
              </p14:nvContentPartPr>
              <p14:xfrm>
                <a:off x="1023945" y="3421095"/>
                <a:ext cx="427320" cy="559440"/>
              </p14:xfrm>
            </p:contentPart>
          </mc:Choice>
          <mc:Fallback xmlns="">
            <p:pic>
              <p:nvPicPr>
                <p:cNvPr id="44" name="Ink 43">
                  <a:extLst>
                    <a:ext uri="{FF2B5EF4-FFF2-40B4-BE49-F238E27FC236}">
                      <a16:creationId xmlns:a16="http://schemas.microsoft.com/office/drawing/2014/main" id="{CFD75245-2285-7F08-14B2-327BB249D420}"/>
                    </a:ext>
                  </a:extLst>
                </p:cNvPr>
                <p:cNvPicPr/>
                <p:nvPr/>
              </p:nvPicPr>
              <p:blipFill>
                <a:blip r:embed="rId73"/>
                <a:stretch>
                  <a:fillRect/>
                </a:stretch>
              </p:blipFill>
              <p:spPr>
                <a:xfrm>
                  <a:off x="1017825" y="3414975"/>
                  <a:ext cx="4395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379CD287-E66E-8240-B6A2-E7CC6AD9738E}"/>
                    </a:ext>
                  </a:extLst>
                </p14:cNvPr>
                <p14:cNvContentPartPr/>
                <p14:nvPr/>
              </p14:nvContentPartPr>
              <p14:xfrm>
                <a:off x="690945" y="3273855"/>
                <a:ext cx="948600" cy="1107360"/>
              </p14:xfrm>
            </p:contentPart>
          </mc:Choice>
          <mc:Fallback xmlns="">
            <p:pic>
              <p:nvPicPr>
                <p:cNvPr id="45" name="Ink 44">
                  <a:extLst>
                    <a:ext uri="{FF2B5EF4-FFF2-40B4-BE49-F238E27FC236}">
                      <a16:creationId xmlns:a16="http://schemas.microsoft.com/office/drawing/2014/main" id="{379CD287-E66E-8240-B6A2-E7CC6AD9738E}"/>
                    </a:ext>
                  </a:extLst>
                </p:cNvPr>
                <p:cNvPicPr/>
                <p:nvPr/>
              </p:nvPicPr>
              <p:blipFill>
                <a:blip r:embed="rId75"/>
                <a:stretch>
                  <a:fillRect/>
                </a:stretch>
              </p:blipFill>
              <p:spPr>
                <a:xfrm>
                  <a:off x="684825" y="3267735"/>
                  <a:ext cx="960840" cy="1119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36559F6E-BC35-77DA-F439-C64896B4DF81}"/>
                    </a:ext>
                  </a:extLst>
                </p14:cNvPr>
                <p14:cNvContentPartPr/>
                <p14:nvPr/>
              </p14:nvContentPartPr>
              <p14:xfrm>
                <a:off x="1938705" y="3385455"/>
                <a:ext cx="34560" cy="697680"/>
              </p14:xfrm>
            </p:contentPart>
          </mc:Choice>
          <mc:Fallback xmlns="">
            <p:pic>
              <p:nvPicPr>
                <p:cNvPr id="46" name="Ink 45">
                  <a:extLst>
                    <a:ext uri="{FF2B5EF4-FFF2-40B4-BE49-F238E27FC236}">
                      <a16:creationId xmlns:a16="http://schemas.microsoft.com/office/drawing/2014/main" id="{36559F6E-BC35-77DA-F439-C64896B4DF81}"/>
                    </a:ext>
                  </a:extLst>
                </p:cNvPr>
                <p:cNvPicPr/>
                <p:nvPr/>
              </p:nvPicPr>
              <p:blipFill>
                <a:blip r:embed="rId77"/>
                <a:stretch>
                  <a:fillRect/>
                </a:stretch>
              </p:blipFill>
              <p:spPr>
                <a:xfrm>
                  <a:off x="1932585" y="3379335"/>
                  <a:ext cx="46800" cy="709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EE457656-E302-039C-CAB2-F3D8A9124FA1}"/>
                    </a:ext>
                  </a:extLst>
                </p14:cNvPr>
                <p14:cNvContentPartPr/>
                <p14:nvPr/>
              </p14:nvContentPartPr>
              <p14:xfrm>
                <a:off x="1957785" y="3195375"/>
                <a:ext cx="216360" cy="67320"/>
              </p14:xfrm>
            </p:contentPart>
          </mc:Choice>
          <mc:Fallback xmlns="">
            <p:pic>
              <p:nvPicPr>
                <p:cNvPr id="47" name="Ink 46">
                  <a:extLst>
                    <a:ext uri="{FF2B5EF4-FFF2-40B4-BE49-F238E27FC236}">
                      <a16:creationId xmlns:a16="http://schemas.microsoft.com/office/drawing/2014/main" id="{EE457656-E302-039C-CAB2-F3D8A9124FA1}"/>
                    </a:ext>
                  </a:extLst>
                </p:cNvPr>
                <p:cNvPicPr/>
                <p:nvPr/>
              </p:nvPicPr>
              <p:blipFill>
                <a:blip r:embed="rId79"/>
                <a:stretch>
                  <a:fillRect/>
                </a:stretch>
              </p:blipFill>
              <p:spPr>
                <a:xfrm>
                  <a:off x="1951665" y="3189255"/>
                  <a:ext cx="228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A179F7A3-6C6F-4E99-B626-214EBC4FB429}"/>
                    </a:ext>
                  </a:extLst>
                </p14:cNvPr>
                <p14:cNvContentPartPr/>
                <p14:nvPr/>
              </p14:nvContentPartPr>
              <p14:xfrm>
                <a:off x="1821705" y="3598575"/>
                <a:ext cx="280440" cy="159840"/>
              </p14:xfrm>
            </p:contentPart>
          </mc:Choice>
          <mc:Fallback xmlns="">
            <p:pic>
              <p:nvPicPr>
                <p:cNvPr id="48" name="Ink 47">
                  <a:extLst>
                    <a:ext uri="{FF2B5EF4-FFF2-40B4-BE49-F238E27FC236}">
                      <a16:creationId xmlns:a16="http://schemas.microsoft.com/office/drawing/2014/main" id="{A179F7A3-6C6F-4E99-B626-214EBC4FB429}"/>
                    </a:ext>
                  </a:extLst>
                </p:cNvPr>
                <p:cNvPicPr/>
                <p:nvPr/>
              </p:nvPicPr>
              <p:blipFill>
                <a:blip r:embed="rId81"/>
                <a:stretch>
                  <a:fillRect/>
                </a:stretch>
              </p:blipFill>
              <p:spPr>
                <a:xfrm>
                  <a:off x="1815585" y="3592455"/>
                  <a:ext cx="2926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7E4C397E-50E8-2090-C19C-885A11EB81D3}"/>
                    </a:ext>
                  </a:extLst>
                </p14:cNvPr>
                <p14:cNvContentPartPr/>
                <p14:nvPr/>
              </p14:nvContentPartPr>
              <p14:xfrm>
                <a:off x="2427585" y="3447375"/>
                <a:ext cx="48240" cy="518760"/>
              </p14:xfrm>
            </p:contentPart>
          </mc:Choice>
          <mc:Fallback xmlns="">
            <p:pic>
              <p:nvPicPr>
                <p:cNvPr id="49" name="Ink 48">
                  <a:extLst>
                    <a:ext uri="{FF2B5EF4-FFF2-40B4-BE49-F238E27FC236}">
                      <a16:creationId xmlns:a16="http://schemas.microsoft.com/office/drawing/2014/main" id="{7E4C397E-50E8-2090-C19C-885A11EB81D3}"/>
                    </a:ext>
                  </a:extLst>
                </p:cNvPr>
                <p:cNvPicPr/>
                <p:nvPr/>
              </p:nvPicPr>
              <p:blipFill>
                <a:blip r:embed="rId83"/>
                <a:stretch>
                  <a:fillRect/>
                </a:stretch>
              </p:blipFill>
              <p:spPr>
                <a:xfrm>
                  <a:off x="2421465" y="3441255"/>
                  <a:ext cx="6048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2A0DC139-510D-6A1B-AF8C-1D55D6B3C7D7}"/>
                    </a:ext>
                  </a:extLst>
                </p14:cNvPr>
                <p14:cNvContentPartPr/>
                <p14:nvPr/>
              </p14:nvContentPartPr>
              <p14:xfrm>
                <a:off x="2461065" y="3363135"/>
                <a:ext cx="420120" cy="505440"/>
              </p14:xfrm>
            </p:contentPart>
          </mc:Choice>
          <mc:Fallback xmlns="">
            <p:pic>
              <p:nvPicPr>
                <p:cNvPr id="50" name="Ink 49">
                  <a:extLst>
                    <a:ext uri="{FF2B5EF4-FFF2-40B4-BE49-F238E27FC236}">
                      <a16:creationId xmlns:a16="http://schemas.microsoft.com/office/drawing/2014/main" id="{2A0DC139-510D-6A1B-AF8C-1D55D6B3C7D7}"/>
                    </a:ext>
                  </a:extLst>
                </p:cNvPr>
                <p:cNvPicPr/>
                <p:nvPr/>
              </p:nvPicPr>
              <p:blipFill>
                <a:blip r:embed="rId85"/>
                <a:stretch>
                  <a:fillRect/>
                </a:stretch>
              </p:blipFill>
              <p:spPr>
                <a:xfrm>
                  <a:off x="2454945" y="3357015"/>
                  <a:ext cx="432360" cy="517680"/>
                </a:xfrm>
                <a:prstGeom prst="rect">
                  <a:avLst/>
                </a:prstGeom>
              </p:spPr>
            </p:pic>
          </mc:Fallback>
        </mc:AlternateContent>
      </p:grpSp>
      <p:grpSp>
        <p:nvGrpSpPr>
          <p:cNvPr id="53" name="Group 52">
            <a:extLst>
              <a:ext uri="{FF2B5EF4-FFF2-40B4-BE49-F238E27FC236}">
                <a16:creationId xmlns:a16="http://schemas.microsoft.com/office/drawing/2014/main" id="{2C8A0DFA-08F1-02FF-7E77-C8DA916C707E}"/>
              </a:ext>
            </a:extLst>
          </p:cNvPr>
          <p:cNvGrpSpPr/>
          <p:nvPr/>
        </p:nvGrpSpPr>
        <p:grpSpPr>
          <a:xfrm>
            <a:off x="3413985" y="2966055"/>
            <a:ext cx="1338480" cy="1046520"/>
            <a:chOff x="3413985" y="2966055"/>
            <a:chExt cx="1338480" cy="1046520"/>
          </a:xfrm>
        </p:grpSpPr>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C955D35B-8C86-C87D-4E38-7A88F56CECFE}"/>
                    </a:ext>
                  </a:extLst>
                </p14:cNvPr>
                <p14:cNvContentPartPr/>
                <p14:nvPr/>
              </p14:nvContentPartPr>
              <p14:xfrm>
                <a:off x="3413985" y="3198255"/>
                <a:ext cx="725400" cy="789480"/>
              </p14:xfrm>
            </p:contentPart>
          </mc:Choice>
          <mc:Fallback xmlns="">
            <p:pic>
              <p:nvPicPr>
                <p:cNvPr id="51" name="Ink 50">
                  <a:extLst>
                    <a:ext uri="{FF2B5EF4-FFF2-40B4-BE49-F238E27FC236}">
                      <a16:creationId xmlns:a16="http://schemas.microsoft.com/office/drawing/2014/main" id="{C955D35B-8C86-C87D-4E38-7A88F56CECFE}"/>
                    </a:ext>
                  </a:extLst>
                </p:cNvPr>
                <p:cNvPicPr/>
                <p:nvPr/>
              </p:nvPicPr>
              <p:blipFill>
                <a:blip r:embed="rId87"/>
                <a:stretch>
                  <a:fillRect/>
                </a:stretch>
              </p:blipFill>
              <p:spPr>
                <a:xfrm>
                  <a:off x="3407865" y="3192135"/>
                  <a:ext cx="737640" cy="801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78FF4BFB-5DA6-9EF9-6693-9F4BEDAA7F3A}"/>
                    </a:ext>
                  </a:extLst>
                </p14:cNvPr>
                <p14:cNvContentPartPr/>
                <p14:nvPr/>
              </p14:nvContentPartPr>
              <p14:xfrm>
                <a:off x="4277625" y="2966055"/>
                <a:ext cx="474840" cy="1046520"/>
              </p14:xfrm>
            </p:contentPart>
          </mc:Choice>
          <mc:Fallback xmlns="">
            <p:pic>
              <p:nvPicPr>
                <p:cNvPr id="52" name="Ink 51">
                  <a:extLst>
                    <a:ext uri="{FF2B5EF4-FFF2-40B4-BE49-F238E27FC236}">
                      <a16:creationId xmlns:a16="http://schemas.microsoft.com/office/drawing/2014/main" id="{78FF4BFB-5DA6-9EF9-6693-9F4BEDAA7F3A}"/>
                    </a:ext>
                  </a:extLst>
                </p:cNvPr>
                <p:cNvPicPr/>
                <p:nvPr/>
              </p:nvPicPr>
              <p:blipFill>
                <a:blip r:embed="rId89"/>
                <a:stretch>
                  <a:fillRect/>
                </a:stretch>
              </p:blipFill>
              <p:spPr>
                <a:xfrm>
                  <a:off x="4271505" y="2959935"/>
                  <a:ext cx="487080" cy="1058760"/>
                </a:xfrm>
                <a:prstGeom prst="rect">
                  <a:avLst/>
                </a:prstGeom>
              </p:spPr>
            </p:pic>
          </mc:Fallback>
        </mc:AlternateContent>
      </p:grpSp>
      <p:grpSp>
        <p:nvGrpSpPr>
          <p:cNvPr id="61" name="Group 60">
            <a:extLst>
              <a:ext uri="{FF2B5EF4-FFF2-40B4-BE49-F238E27FC236}">
                <a16:creationId xmlns:a16="http://schemas.microsoft.com/office/drawing/2014/main" id="{2592E312-9C4C-010C-FDFB-AB6F9789199F}"/>
              </a:ext>
            </a:extLst>
          </p:cNvPr>
          <p:cNvGrpSpPr/>
          <p:nvPr/>
        </p:nvGrpSpPr>
        <p:grpSpPr>
          <a:xfrm>
            <a:off x="5800065" y="2812695"/>
            <a:ext cx="563400" cy="1104120"/>
            <a:chOff x="5800065" y="2812695"/>
            <a:chExt cx="563400" cy="1104120"/>
          </a:xfrm>
        </p:grpSpPr>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23EA4CF7-A95C-6898-CD72-AA17E3D52732}"/>
                    </a:ext>
                  </a:extLst>
                </p14:cNvPr>
                <p14:cNvContentPartPr/>
                <p14:nvPr/>
              </p14:nvContentPartPr>
              <p14:xfrm>
                <a:off x="5800065" y="3088455"/>
                <a:ext cx="70560" cy="828360"/>
              </p14:xfrm>
            </p:contentPart>
          </mc:Choice>
          <mc:Fallback xmlns="">
            <p:pic>
              <p:nvPicPr>
                <p:cNvPr id="55" name="Ink 54">
                  <a:extLst>
                    <a:ext uri="{FF2B5EF4-FFF2-40B4-BE49-F238E27FC236}">
                      <a16:creationId xmlns:a16="http://schemas.microsoft.com/office/drawing/2014/main" id="{23EA4CF7-A95C-6898-CD72-AA17E3D52732}"/>
                    </a:ext>
                  </a:extLst>
                </p:cNvPr>
                <p:cNvPicPr/>
                <p:nvPr/>
              </p:nvPicPr>
              <p:blipFill>
                <a:blip r:embed="rId91"/>
                <a:stretch>
                  <a:fillRect/>
                </a:stretch>
              </p:blipFill>
              <p:spPr>
                <a:xfrm>
                  <a:off x="5793945" y="3082335"/>
                  <a:ext cx="82800" cy="840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DF3565EE-D3F9-5B4B-7D3B-CC6F7A92D1A3}"/>
                    </a:ext>
                  </a:extLst>
                </p14:cNvPr>
                <p14:cNvContentPartPr/>
                <p14:nvPr/>
              </p14:nvContentPartPr>
              <p14:xfrm>
                <a:off x="5949105" y="2812695"/>
                <a:ext cx="399240" cy="175320"/>
              </p14:xfrm>
            </p:contentPart>
          </mc:Choice>
          <mc:Fallback xmlns="">
            <p:pic>
              <p:nvPicPr>
                <p:cNvPr id="56" name="Ink 55">
                  <a:extLst>
                    <a:ext uri="{FF2B5EF4-FFF2-40B4-BE49-F238E27FC236}">
                      <a16:creationId xmlns:a16="http://schemas.microsoft.com/office/drawing/2014/main" id="{DF3565EE-D3F9-5B4B-7D3B-CC6F7A92D1A3}"/>
                    </a:ext>
                  </a:extLst>
                </p:cNvPr>
                <p:cNvPicPr/>
                <p:nvPr/>
              </p:nvPicPr>
              <p:blipFill>
                <a:blip r:embed="rId93"/>
                <a:stretch>
                  <a:fillRect/>
                </a:stretch>
              </p:blipFill>
              <p:spPr>
                <a:xfrm>
                  <a:off x="5942985" y="2806575"/>
                  <a:ext cx="4114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A7ECDBCA-0267-75AE-921C-B48BE6C8ED38}"/>
                    </a:ext>
                  </a:extLst>
                </p14:cNvPr>
                <p14:cNvContentPartPr/>
                <p14:nvPr/>
              </p14:nvContentPartPr>
              <p14:xfrm>
                <a:off x="5980065" y="3380415"/>
                <a:ext cx="383400" cy="41400"/>
              </p14:xfrm>
            </p:contentPart>
          </mc:Choice>
          <mc:Fallback xmlns="">
            <p:pic>
              <p:nvPicPr>
                <p:cNvPr id="57" name="Ink 56">
                  <a:extLst>
                    <a:ext uri="{FF2B5EF4-FFF2-40B4-BE49-F238E27FC236}">
                      <a16:creationId xmlns:a16="http://schemas.microsoft.com/office/drawing/2014/main" id="{A7ECDBCA-0267-75AE-921C-B48BE6C8ED38}"/>
                    </a:ext>
                  </a:extLst>
                </p:cNvPr>
                <p:cNvPicPr/>
                <p:nvPr/>
              </p:nvPicPr>
              <p:blipFill>
                <a:blip r:embed="rId95"/>
                <a:stretch>
                  <a:fillRect/>
                </a:stretch>
              </p:blipFill>
              <p:spPr>
                <a:xfrm>
                  <a:off x="5973945" y="3374295"/>
                  <a:ext cx="395640" cy="53640"/>
                </a:xfrm>
                <a:prstGeom prst="rect">
                  <a:avLst/>
                </a:prstGeom>
              </p:spPr>
            </p:pic>
          </mc:Fallback>
        </mc:AlternateContent>
      </p:grpSp>
      <p:grpSp>
        <p:nvGrpSpPr>
          <p:cNvPr id="60" name="Group 59">
            <a:extLst>
              <a:ext uri="{FF2B5EF4-FFF2-40B4-BE49-F238E27FC236}">
                <a16:creationId xmlns:a16="http://schemas.microsoft.com/office/drawing/2014/main" id="{8ADEA6D0-7C5C-8A83-505B-6666D2EB82DD}"/>
              </a:ext>
            </a:extLst>
          </p:cNvPr>
          <p:cNvGrpSpPr/>
          <p:nvPr/>
        </p:nvGrpSpPr>
        <p:grpSpPr>
          <a:xfrm>
            <a:off x="6768825" y="2738895"/>
            <a:ext cx="526680" cy="929160"/>
            <a:chOff x="6768825" y="2738895"/>
            <a:chExt cx="526680" cy="929160"/>
          </a:xfrm>
        </p:grpSpPr>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B9E147D3-EDB1-5B12-C635-0927AFCBD9D8}"/>
                    </a:ext>
                  </a:extLst>
                </p14:cNvPr>
                <p14:cNvContentPartPr/>
                <p14:nvPr/>
              </p14:nvContentPartPr>
              <p14:xfrm>
                <a:off x="6768825" y="3332175"/>
                <a:ext cx="61920" cy="335880"/>
              </p14:xfrm>
            </p:contentPart>
          </mc:Choice>
          <mc:Fallback xmlns="">
            <p:pic>
              <p:nvPicPr>
                <p:cNvPr id="58" name="Ink 57">
                  <a:extLst>
                    <a:ext uri="{FF2B5EF4-FFF2-40B4-BE49-F238E27FC236}">
                      <a16:creationId xmlns:a16="http://schemas.microsoft.com/office/drawing/2014/main" id="{B9E147D3-EDB1-5B12-C635-0927AFCBD9D8}"/>
                    </a:ext>
                  </a:extLst>
                </p:cNvPr>
                <p:cNvPicPr/>
                <p:nvPr/>
              </p:nvPicPr>
              <p:blipFill>
                <a:blip r:embed="rId97"/>
                <a:stretch>
                  <a:fillRect/>
                </a:stretch>
              </p:blipFill>
              <p:spPr>
                <a:xfrm>
                  <a:off x="6762705" y="3326055"/>
                  <a:ext cx="7416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5F1AAC8D-76E9-B585-D326-E2B26F72844E}"/>
                    </a:ext>
                  </a:extLst>
                </p14:cNvPr>
                <p14:cNvContentPartPr/>
                <p14:nvPr/>
              </p14:nvContentPartPr>
              <p14:xfrm>
                <a:off x="6823545" y="2738895"/>
                <a:ext cx="471960" cy="851760"/>
              </p14:xfrm>
            </p:contentPart>
          </mc:Choice>
          <mc:Fallback xmlns="">
            <p:pic>
              <p:nvPicPr>
                <p:cNvPr id="59" name="Ink 58">
                  <a:extLst>
                    <a:ext uri="{FF2B5EF4-FFF2-40B4-BE49-F238E27FC236}">
                      <a16:creationId xmlns:a16="http://schemas.microsoft.com/office/drawing/2014/main" id="{5F1AAC8D-76E9-B585-D326-E2B26F72844E}"/>
                    </a:ext>
                  </a:extLst>
                </p:cNvPr>
                <p:cNvPicPr/>
                <p:nvPr/>
              </p:nvPicPr>
              <p:blipFill>
                <a:blip r:embed="rId99"/>
                <a:stretch>
                  <a:fillRect/>
                </a:stretch>
              </p:blipFill>
              <p:spPr>
                <a:xfrm>
                  <a:off x="6817425" y="2732775"/>
                  <a:ext cx="484200" cy="864000"/>
                </a:xfrm>
                <a:prstGeom prst="rect">
                  <a:avLst/>
                </a:prstGeom>
              </p:spPr>
            </p:pic>
          </mc:Fallback>
        </mc:AlternateContent>
      </p:grpSp>
      <p:grpSp>
        <p:nvGrpSpPr>
          <p:cNvPr id="67" name="Group 66">
            <a:extLst>
              <a:ext uri="{FF2B5EF4-FFF2-40B4-BE49-F238E27FC236}">
                <a16:creationId xmlns:a16="http://schemas.microsoft.com/office/drawing/2014/main" id="{B8100F53-14AB-F39A-2C0A-7E9FA24805B5}"/>
              </a:ext>
            </a:extLst>
          </p:cNvPr>
          <p:cNvGrpSpPr/>
          <p:nvPr/>
        </p:nvGrpSpPr>
        <p:grpSpPr>
          <a:xfrm>
            <a:off x="3252705" y="4838775"/>
            <a:ext cx="1832400" cy="750600"/>
            <a:chOff x="3252705" y="4838775"/>
            <a:chExt cx="1832400" cy="750600"/>
          </a:xfrm>
        </p:grpSpPr>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34135A8F-44AE-D99E-3731-B244ECB4D269}"/>
                    </a:ext>
                  </a:extLst>
                </p14:cNvPr>
                <p14:cNvContentPartPr/>
                <p14:nvPr/>
              </p14:nvContentPartPr>
              <p14:xfrm>
                <a:off x="3300945" y="4994295"/>
                <a:ext cx="100800" cy="595080"/>
              </p14:xfrm>
            </p:contentPart>
          </mc:Choice>
          <mc:Fallback xmlns="">
            <p:pic>
              <p:nvPicPr>
                <p:cNvPr id="62" name="Ink 61">
                  <a:extLst>
                    <a:ext uri="{FF2B5EF4-FFF2-40B4-BE49-F238E27FC236}">
                      <a16:creationId xmlns:a16="http://schemas.microsoft.com/office/drawing/2014/main" id="{34135A8F-44AE-D99E-3731-B244ECB4D269}"/>
                    </a:ext>
                  </a:extLst>
                </p:cNvPr>
                <p:cNvPicPr/>
                <p:nvPr/>
              </p:nvPicPr>
              <p:blipFill>
                <a:blip r:embed="rId101"/>
                <a:stretch>
                  <a:fillRect/>
                </a:stretch>
              </p:blipFill>
              <p:spPr>
                <a:xfrm>
                  <a:off x="3294825" y="4988175"/>
                  <a:ext cx="113040" cy="607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AACFE529-8EE0-D85A-8AEF-A93A132C4B30}"/>
                    </a:ext>
                  </a:extLst>
                </p14:cNvPr>
                <p14:cNvContentPartPr/>
                <p14:nvPr/>
              </p14:nvContentPartPr>
              <p14:xfrm>
                <a:off x="3252705" y="4949655"/>
                <a:ext cx="388800" cy="291240"/>
              </p14:xfrm>
            </p:contentPart>
          </mc:Choice>
          <mc:Fallback xmlns="">
            <p:pic>
              <p:nvPicPr>
                <p:cNvPr id="63" name="Ink 62">
                  <a:extLst>
                    <a:ext uri="{FF2B5EF4-FFF2-40B4-BE49-F238E27FC236}">
                      <a16:creationId xmlns:a16="http://schemas.microsoft.com/office/drawing/2014/main" id="{AACFE529-8EE0-D85A-8AEF-A93A132C4B30}"/>
                    </a:ext>
                  </a:extLst>
                </p:cNvPr>
                <p:cNvPicPr/>
                <p:nvPr/>
              </p:nvPicPr>
              <p:blipFill>
                <a:blip r:embed="rId103"/>
                <a:stretch>
                  <a:fillRect/>
                </a:stretch>
              </p:blipFill>
              <p:spPr>
                <a:xfrm>
                  <a:off x="3246585" y="4943535"/>
                  <a:ext cx="4010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7513FBBC-7AD5-A7AA-426D-A3188E713EE4}"/>
                    </a:ext>
                  </a:extLst>
                </p14:cNvPr>
                <p14:cNvContentPartPr/>
                <p14:nvPr/>
              </p14:nvContentPartPr>
              <p14:xfrm>
                <a:off x="3970545" y="5062335"/>
                <a:ext cx="176400" cy="48600"/>
              </p14:xfrm>
            </p:contentPart>
          </mc:Choice>
          <mc:Fallback xmlns="">
            <p:pic>
              <p:nvPicPr>
                <p:cNvPr id="64" name="Ink 63">
                  <a:extLst>
                    <a:ext uri="{FF2B5EF4-FFF2-40B4-BE49-F238E27FC236}">
                      <a16:creationId xmlns:a16="http://schemas.microsoft.com/office/drawing/2014/main" id="{7513FBBC-7AD5-A7AA-426D-A3188E713EE4}"/>
                    </a:ext>
                  </a:extLst>
                </p:cNvPr>
                <p:cNvPicPr/>
                <p:nvPr/>
              </p:nvPicPr>
              <p:blipFill>
                <a:blip r:embed="rId105"/>
                <a:stretch>
                  <a:fillRect/>
                </a:stretch>
              </p:blipFill>
              <p:spPr>
                <a:xfrm>
                  <a:off x="3964425" y="5056215"/>
                  <a:ext cx="1886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4B5AE025-AF1A-7830-7ABE-EB3B1E9561C6}"/>
                    </a:ext>
                  </a:extLst>
                </p14:cNvPr>
                <p14:cNvContentPartPr/>
                <p14:nvPr/>
              </p14:nvContentPartPr>
              <p14:xfrm>
                <a:off x="4190145" y="5205255"/>
                <a:ext cx="57600" cy="7560"/>
              </p14:xfrm>
            </p:contentPart>
          </mc:Choice>
          <mc:Fallback xmlns="">
            <p:pic>
              <p:nvPicPr>
                <p:cNvPr id="65" name="Ink 64">
                  <a:extLst>
                    <a:ext uri="{FF2B5EF4-FFF2-40B4-BE49-F238E27FC236}">
                      <a16:creationId xmlns:a16="http://schemas.microsoft.com/office/drawing/2014/main" id="{4B5AE025-AF1A-7830-7ABE-EB3B1E9561C6}"/>
                    </a:ext>
                  </a:extLst>
                </p:cNvPr>
                <p:cNvPicPr/>
                <p:nvPr/>
              </p:nvPicPr>
              <p:blipFill>
                <a:blip r:embed="rId107"/>
                <a:stretch>
                  <a:fillRect/>
                </a:stretch>
              </p:blipFill>
              <p:spPr>
                <a:xfrm>
                  <a:off x="4184025" y="5199135"/>
                  <a:ext cx="698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74A11F41-2FC4-CCD0-212E-319D9E45F7E4}"/>
                    </a:ext>
                  </a:extLst>
                </p14:cNvPr>
                <p14:cNvContentPartPr/>
                <p14:nvPr/>
              </p14:nvContentPartPr>
              <p14:xfrm>
                <a:off x="4472025" y="4838775"/>
                <a:ext cx="613080" cy="438120"/>
              </p14:xfrm>
            </p:contentPart>
          </mc:Choice>
          <mc:Fallback xmlns="">
            <p:pic>
              <p:nvPicPr>
                <p:cNvPr id="66" name="Ink 65">
                  <a:extLst>
                    <a:ext uri="{FF2B5EF4-FFF2-40B4-BE49-F238E27FC236}">
                      <a16:creationId xmlns:a16="http://schemas.microsoft.com/office/drawing/2014/main" id="{74A11F41-2FC4-CCD0-212E-319D9E45F7E4}"/>
                    </a:ext>
                  </a:extLst>
                </p:cNvPr>
                <p:cNvPicPr/>
                <p:nvPr/>
              </p:nvPicPr>
              <p:blipFill>
                <a:blip r:embed="rId109"/>
                <a:stretch>
                  <a:fillRect/>
                </a:stretch>
              </p:blipFill>
              <p:spPr>
                <a:xfrm>
                  <a:off x="4465905" y="4832655"/>
                  <a:ext cx="625320" cy="450360"/>
                </a:xfrm>
                <a:prstGeom prst="rect">
                  <a:avLst/>
                </a:prstGeom>
              </p:spPr>
            </p:pic>
          </mc:Fallback>
        </mc:AlternateContent>
      </p:grpSp>
      <p:grpSp>
        <p:nvGrpSpPr>
          <p:cNvPr id="83" name="Group 82">
            <a:extLst>
              <a:ext uri="{FF2B5EF4-FFF2-40B4-BE49-F238E27FC236}">
                <a16:creationId xmlns:a16="http://schemas.microsoft.com/office/drawing/2014/main" id="{400CBE9B-D713-3056-B06C-F9DC226A4D1F}"/>
              </a:ext>
            </a:extLst>
          </p:cNvPr>
          <p:cNvGrpSpPr/>
          <p:nvPr/>
        </p:nvGrpSpPr>
        <p:grpSpPr>
          <a:xfrm>
            <a:off x="5462385" y="4210215"/>
            <a:ext cx="2622240" cy="973800"/>
            <a:chOff x="5462385" y="4210215"/>
            <a:chExt cx="2622240" cy="973800"/>
          </a:xfrm>
        </p:grpSpPr>
        <mc:AlternateContent xmlns:mc="http://schemas.openxmlformats.org/markup-compatibility/2006" xmlns:p14="http://schemas.microsoft.com/office/powerpoint/2010/main">
          <mc:Choice Requires="p14">
            <p:contentPart p14:bwMode="auto" r:id="rId110">
              <p14:nvContentPartPr>
                <p14:cNvPr id="68" name="Ink 67">
                  <a:extLst>
                    <a:ext uri="{FF2B5EF4-FFF2-40B4-BE49-F238E27FC236}">
                      <a16:creationId xmlns:a16="http://schemas.microsoft.com/office/drawing/2014/main" id="{39367669-DF4C-0F7F-E86B-4C686C9181C4}"/>
                    </a:ext>
                  </a:extLst>
                </p14:cNvPr>
                <p14:cNvContentPartPr/>
                <p14:nvPr/>
              </p14:nvContentPartPr>
              <p14:xfrm>
                <a:off x="5462385" y="4638975"/>
                <a:ext cx="144360" cy="545040"/>
              </p14:xfrm>
            </p:contentPart>
          </mc:Choice>
          <mc:Fallback xmlns="">
            <p:pic>
              <p:nvPicPr>
                <p:cNvPr id="68" name="Ink 67">
                  <a:extLst>
                    <a:ext uri="{FF2B5EF4-FFF2-40B4-BE49-F238E27FC236}">
                      <a16:creationId xmlns:a16="http://schemas.microsoft.com/office/drawing/2014/main" id="{39367669-DF4C-0F7F-E86B-4C686C9181C4}"/>
                    </a:ext>
                  </a:extLst>
                </p:cNvPr>
                <p:cNvPicPr/>
                <p:nvPr/>
              </p:nvPicPr>
              <p:blipFill>
                <a:blip r:embed="rId111"/>
                <a:stretch>
                  <a:fillRect/>
                </a:stretch>
              </p:blipFill>
              <p:spPr>
                <a:xfrm>
                  <a:off x="5456265" y="4632855"/>
                  <a:ext cx="15660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2F548FCE-CA43-1A23-733A-642B613433E4}"/>
                    </a:ext>
                  </a:extLst>
                </p14:cNvPr>
                <p14:cNvContentPartPr/>
                <p14:nvPr/>
              </p14:nvContentPartPr>
              <p14:xfrm>
                <a:off x="5748945" y="4210215"/>
                <a:ext cx="256680" cy="268200"/>
              </p14:xfrm>
            </p:contentPart>
          </mc:Choice>
          <mc:Fallback xmlns="">
            <p:pic>
              <p:nvPicPr>
                <p:cNvPr id="69" name="Ink 68">
                  <a:extLst>
                    <a:ext uri="{FF2B5EF4-FFF2-40B4-BE49-F238E27FC236}">
                      <a16:creationId xmlns:a16="http://schemas.microsoft.com/office/drawing/2014/main" id="{2F548FCE-CA43-1A23-733A-642B613433E4}"/>
                    </a:ext>
                  </a:extLst>
                </p:cNvPr>
                <p:cNvPicPr/>
                <p:nvPr/>
              </p:nvPicPr>
              <p:blipFill>
                <a:blip r:embed="rId113"/>
                <a:stretch>
                  <a:fillRect/>
                </a:stretch>
              </p:blipFill>
              <p:spPr>
                <a:xfrm>
                  <a:off x="5742825" y="4204095"/>
                  <a:ext cx="2689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D03D1514-288E-6618-9BDD-67575F869C1B}"/>
                    </a:ext>
                  </a:extLst>
                </p14:cNvPr>
                <p14:cNvContentPartPr/>
                <p14:nvPr/>
              </p14:nvContentPartPr>
              <p14:xfrm>
                <a:off x="5776665" y="4804215"/>
                <a:ext cx="252000" cy="52920"/>
              </p14:xfrm>
            </p:contentPart>
          </mc:Choice>
          <mc:Fallback xmlns="">
            <p:pic>
              <p:nvPicPr>
                <p:cNvPr id="70" name="Ink 69">
                  <a:extLst>
                    <a:ext uri="{FF2B5EF4-FFF2-40B4-BE49-F238E27FC236}">
                      <a16:creationId xmlns:a16="http://schemas.microsoft.com/office/drawing/2014/main" id="{D03D1514-288E-6618-9BDD-67575F869C1B}"/>
                    </a:ext>
                  </a:extLst>
                </p:cNvPr>
                <p:cNvPicPr/>
                <p:nvPr/>
              </p:nvPicPr>
              <p:blipFill>
                <a:blip r:embed="rId115"/>
                <a:stretch>
                  <a:fillRect/>
                </a:stretch>
              </p:blipFill>
              <p:spPr>
                <a:xfrm>
                  <a:off x="5770545" y="4798095"/>
                  <a:ext cx="2642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1929DB8C-3846-2214-B251-6BF917641300}"/>
                    </a:ext>
                  </a:extLst>
                </p14:cNvPr>
                <p14:cNvContentPartPr/>
                <p14:nvPr/>
              </p14:nvContentPartPr>
              <p14:xfrm>
                <a:off x="6188145" y="4680375"/>
                <a:ext cx="359280" cy="277920"/>
              </p14:xfrm>
            </p:contentPart>
          </mc:Choice>
          <mc:Fallback xmlns="">
            <p:pic>
              <p:nvPicPr>
                <p:cNvPr id="72" name="Ink 71">
                  <a:extLst>
                    <a:ext uri="{FF2B5EF4-FFF2-40B4-BE49-F238E27FC236}">
                      <a16:creationId xmlns:a16="http://schemas.microsoft.com/office/drawing/2014/main" id="{1929DB8C-3846-2214-B251-6BF917641300}"/>
                    </a:ext>
                  </a:extLst>
                </p:cNvPr>
                <p:cNvPicPr/>
                <p:nvPr/>
              </p:nvPicPr>
              <p:blipFill>
                <a:blip r:embed="rId117"/>
                <a:stretch>
                  <a:fillRect/>
                </a:stretch>
              </p:blipFill>
              <p:spPr>
                <a:xfrm>
                  <a:off x="6182025" y="4674255"/>
                  <a:ext cx="37152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4DACF152-301B-99E0-B9FC-7D435C3E38E1}"/>
                    </a:ext>
                  </a:extLst>
                </p14:cNvPr>
                <p14:cNvContentPartPr/>
                <p14:nvPr/>
              </p14:nvContentPartPr>
              <p14:xfrm>
                <a:off x="6701145" y="4449615"/>
                <a:ext cx="257400" cy="477360"/>
              </p14:xfrm>
            </p:contentPart>
          </mc:Choice>
          <mc:Fallback xmlns="">
            <p:pic>
              <p:nvPicPr>
                <p:cNvPr id="73" name="Ink 72">
                  <a:extLst>
                    <a:ext uri="{FF2B5EF4-FFF2-40B4-BE49-F238E27FC236}">
                      <a16:creationId xmlns:a16="http://schemas.microsoft.com/office/drawing/2014/main" id="{4DACF152-301B-99E0-B9FC-7D435C3E38E1}"/>
                    </a:ext>
                  </a:extLst>
                </p:cNvPr>
                <p:cNvPicPr/>
                <p:nvPr/>
              </p:nvPicPr>
              <p:blipFill>
                <a:blip r:embed="rId119"/>
                <a:stretch>
                  <a:fillRect/>
                </a:stretch>
              </p:blipFill>
              <p:spPr>
                <a:xfrm>
                  <a:off x="6695025" y="4443495"/>
                  <a:ext cx="26964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7491594C-67BB-A6F9-DF7B-75B9D460DCA6}"/>
                    </a:ext>
                  </a:extLst>
                </p14:cNvPr>
                <p14:cNvContentPartPr/>
                <p14:nvPr/>
              </p14:nvContentPartPr>
              <p14:xfrm>
                <a:off x="7060785" y="4604775"/>
                <a:ext cx="158400" cy="299880"/>
              </p14:xfrm>
            </p:contentPart>
          </mc:Choice>
          <mc:Fallback xmlns="">
            <p:pic>
              <p:nvPicPr>
                <p:cNvPr id="74" name="Ink 73">
                  <a:extLst>
                    <a:ext uri="{FF2B5EF4-FFF2-40B4-BE49-F238E27FC236}">
                      <a16:creationId xmlns:a16="http://schemas.microsoft.com/office/drawing/2014/main" id="{7491594C-67BB-A6F9-DF7B-75B9D460DCA6}"/>
                    </a:ext>
                  </a:extLst>
                </p:cNvPr>
                <p:cNvPicPr/>
                <p:nvPr/>
              </p:nvPicPr>
              <p:blipFill>
                <a:blip r:embed="rId121"/>
                <a:stretch>
                  <a:fillRect/>
                </a:stretch>
              </p:blipFill>
              <p:spPr>
                <a:xfrm>
                  <a:off x="7054665" y="4598655"/>
                  <a:ext cx="17064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4D30B9DB-F6C3-CB74-9152-B7BF292B7CD5}"/>
                    </a:ext>
                  </a:extLst>
                </p14:cNvPr>
                <p14:cNvContentPartPr/>
                <p14:nvPr/>
              </p14:nvContentPartPr>
              <p14:xfrm>
                <a:off x="7370385" y="4590375"/>
                <a:ext cx="188280" cy="228600"/>
              </p14:xfrm>
            </p:contentPart>
          </mc:Choice>
          <mc:Fallback xmlns="">
            <p:pic>
              <p:nvPicPr>
                <p:cNvPr id="75" name="Ink 74">
                  <a:extLst>
                    <a:ext uri="{FF2B5EF4-FFF2-40B4-BE49-F238E27FC236}">
                      <a16:creationId xmlns:a16="http://schemas.microsoft.com/office/drawing/2014/main" id="{4D30B9DB-F6C3-CB74-9152-B7BF292B7CD5}"/>
                    </a:ext>
                  </a:extLst>
                </p:cNvPr>
                <p:cNvPicPr/>
                <p:nvPr/>
              </p:nvPicPr>
              <p:blipFill>
                <a:blip r:embed="rId123"/>
                <a:stretch>
                  <a:fillRect/>
                </a:stretch>
              </p:blipFill>
              <p:spPr>
                <a:xfrm>
                  <a:off x="7364265" y="4584255"/>
                  <a:ext cx="2005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AADAB2A7-CF42-2208-97D3-EEE9C2BE46E3}"/>
                    </a:ext>
                  </a:extLst>
                </p14:cNvPr>
                <p14:cNvContentPartPr/>
                <p14:nvPr/>
              </p14:nvContentPartPr>
              <p14:xfrm>
                <a:off x="7583505" y="4614855"/>
                <a:ext cx="214920" cy="326520"/>
              </p14:xfrm>
            </p:contentPart>
          </mc:Choice>
          <mc:Fallback xmlns="">
            <p:pic>
              <p:nvPicPr>
                <p:cNvPr id="76" name="Ink 75">
                  <a:extLst>
                    <a:ext uri="{FF2B5EF4-FFF2-40B4-BE49-F238E27FC236}">
                      <a16:creationId xmlns:a16="http://schemas.microsoft.com/office/drawing/2014/main" id="{AADAB2A7-CF42-2208-97D3-EEE9C2BE46E3}"/>
                    </a:ext>
                  </a:extLst>
                </p:cNvPr>
                <p:cNvPicPr/>
                <p:nvPr/>
              </p:nvPicPr>
              <p:blipFill>
                <a:blip r:embed="rId125"/>
                <a:stretch>
                  <a:fillRect/>
                </a:stretch>
              </p:blipFill>
              <p:spPr>
                <a:xfrm>
                  <a:off x="7577385" y="4608735"/>
                  <a:ext cx="2271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B2F7ECF7-7029-F43B-B9E8-E6C57F911930}"/>
                    </a:ext>
                  </a:extLst>
                </p14:cNvPr>
                <p14:cNvContentPartPr/>
                <p14:nvPr/>
              </p14:nvContentPartPr>
              <p14:xfrm>
                <a:off x="8019105" y="4596495"/>
                <a:ext cx="65520" cy="46440"/>
              </p14:xfrm>
            </p:contentPart>
          </mc:Choice>
          <mc:Fallback xmlns="">
            <p:pic>
              <p:nvPicPr>
                <p:cNvPr id="77" name="Ink 76">
                  <a:extLst>
                    <a:ext uri="{FF2B5EF4-FFF2-40B4-BE49-F238E27FC236}">
                      <a16:creationId xmlns:a16="http://schemas.microsoft.com/office/drawing/2014/main" id="{B2F7ECF7-7029-F43B-B9E8-E6C57F911930}"/>
                    </a:ext>
                  </a:extLst>
                </p:cNvPr>
                <p:cNvPicPr/>
                <p:nvPr/>
              </p:nvPicPr>
              <p:blipFill>
                <a:blip r:embed="rId127"/>
                <a:stretch>
                  <a:fillRect/>
                </a:stretch>
              </p:blipFill>
              <p:spPr>
                <a:xfrm>
                  <a:off x="8012985" y="4590375"/>
                  <a:ext cx="777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B1529381-16AC-437C-0651-9EC3659C762A}"/>
                    </a:ext>
                  </a:extLst>
                </p14:cNvPr>
                <p14:cNvContentPartPr/>
                <p14:nvPr/>
              </p14:nvContentPartPr>
              <p14:xfrm>
                <a:off x="6991305" y="4686855"/>
                <a:ext cx="78120" cy="299880"/>
              </p14:xfrm>
            </p:contentPart>
          </mc:Choice>
          <mc:Fallback xmlns="">
            <p:pic>
              <p:nvPicPr>
                <p:cNvPr id="79" name="Ink 78">
                  <a:extLst>
                    <a:ext uri="{FF2B5EF4-FFF2-40B4-BE49-F238E27FC236}">
                      <a16:creationId xmlns:a16="http://schemas.microsoft.com/office/drawing/2014/main" id="{B1529381-16AC-437C-0651-9EC3659C762A}"/>
                    </a:ext>
                  </a:extLst>
                </p:cNvPr>
                <p:cNvPicPr/>
                <p:nvPr/>
              </p:nvPicPr>
              <p:blipFill>
                <a:blip r:embed="rId129"/>
                <a:stretch>
                  <a:fillRect/>
                </a:stretch>
              </p:blipFill>
              <p:spPr>
                <a:xfrm>
                  <a:off x="6985185" y="4680735"/>
                  <a:ext cx="90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973A26F3-A7AF-0AC6-7173-0A3382BB4596}"/>
                    </a:ext>
                  </a:extLst>
                </p14:cNvPr>
                <p14:cNvContentPartPr/>
                <p14:nvPr/>
              </p14:nvContentPartPr>
              <p14:xfrm>
                <a:off x="5627625" y="4448175"/>
                <a:ext cx="512640" cy="201240"/>
              </p14:xfrm>
            </p:contentPart>
          </mc:Choice>
          <mc:Fallback xmlns="">
            <p:pic>
              <p:nvPicPr>
                <p:cNvPr id="81" name="Ink 80">
                  <a:extLst>
                    <a:ext uri="{FF2B5EF4-FFF2-40B4-BE49-F238E27FC236}">
                      <a16:creationId xmlns:a16="http://schemas.microsoft.com/office/drawing/2014/main" id="{973A26F3-A7AF-0AC6-7173-0A3382BB4596}"/>
                    </a:ext>
                  </a:extLst>
                </p:cNvPr>
                <p:cNvPicPr/>
                <p:nvPr/>
              </p:nvPicPr>
              <p:blipFill>
                <a:blip r:embed="rId131"/>
                <a:stretch>
                  <a:fillRect/>
                </a:stretch>
              </p:blipFill>
              <p:spPr>
                <a:xfrm>
                  <a:off x="5621505" y="4442055"/>
                  <a:ext cx="5248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AD0306C8-503D-14D8-2092-3AC88E1FCCC9}"/>
                    </a:ext>
                  </a:extLst>
                </p14:cNvPr>
                <p14:cNvContentPartPr/>
                <p14:nvPr/>
              </p14:nvContentPartPr>
              <p14:xfrm>
                <a:off x="5656065" y="4852455"/>
                <a:ext cx="332280" cy="126720"/>
              </p14:xfrm>
            </p:contentPart>
          </mc:Choice>
          <mc:Fallback xmlns="">
            <p:pic>
              <p:nvPicPr>
                <p:cNvPr id="82" name="Ink 81">
                  <a:extLst>
                    <a:ext uri="{FF2B5EF4-FFF2-40B4-BE49-F238E27FC236}">
                      <a16:creationId xmlns:a16="http://schemas.microsoft.com/office/drawing/2014/main" id="{AD0306C8-503D-14D8-2092-3AC88E1FCCC9}"/>
                    </a:ext>
                  </a:extLst>
                </p:cNvPr>
                <p:cNvPicPr/>
                <p:nvPr/>
              </p:nvPicPr>
              <p:blipFill>
                <a:blip r:embed="rId133"/>
                <a:stretch>
                  <a:fillRect/>
                </a:stretch>
              </p:blipFill>
              <p:spPr>
                <a:xfrm>
                  <a:off x="5649945" y="4846335"/>
                  <a:ext cx="344520" cy="138960"/>
                </a:xfrm>
                <a:prstGeom prst="rect">
                  <a:avLst/>
                </a:prstGeom>
              </p:spPr>
            </p:pic>
          </mc:Fallback>
        </mc:AlternateContent>
      </p:grpSp>
      <p:grpSp>
        <p:nvGrpSpPr>
          <p:cNvPr id="106" name="Group 105">
            <a:extLst>
              <a:ext uri="{FF2B5EF4-FFF2-40B4-BE49-F238E27FC236}">
                <a16:creationId xmlns:a16="http://schemas.microsoft.com/office/drawing/2014/main" id="{E39EFF55-850F-7F04-5ADD-5EA7B5F89D88}"/>
              </a:ext>
            </a:extLst>
          </p:cNvPr>
          <p:cNvGrpSpPr/>
          <p:nvPr/>
        </p:nvGrpSpPr>
        <p:grpSpPr>
          <a:xfrm>
            <a:off x="8201985" y="3895935"/>
            <a:ext cx="2858760" cy="2161800"/>
            <a:chOff x="8201985" y="3895935"/>
            <a:chExt cx="2858760" cy="2161800"/>
          </a:xfrm>
        </p:grpSpPr>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3BE4EF87-53F5-23CD-C044-7AA0A56CEB33}"/>
                    </a:ext>
                  </a:extLst>
                </p14:cNvPr>
                <p14:cNvContentPartPr/>
                <p14:nvPr/>
              </p14:nvContentPartPr>
              <p14:xfrm>
                <a:off x="8308185" y="4445655"/>
                <a:ext cx="256320" cy="72720"/>
              </p14:xfrm>
            </p:contentPart>
          </mc:Choice>
          <mc:Fallback xmlns="">
            <p:pic>
              <p:nvPicPr>
                <p:cNvPr id="84" name="Ink 83">
                  <a:extLst>
                    <a:ext uri="{FF2B5EF4-FFF2-40B4-BE49-F238E27FC236}">
                      <a16:creationId xmlns:a16="http://schemas.microsoft.com/office/drawing/2014/main" id="{3BE4EF87-53F5-23CD-C044-7AA0A56CEB33}"/>
                    </a:ext>
                  </a:extLst>
                </p:cNvPr>
                <p:cNvPicPr/>
                <p:nvPr/>
              </p:nvPicPr>
              <p:blipFill>
                <a:blip r:embed="rId135"/>
                <a:stretch>
                  <a:fillRect/>
                </a:stretch>
              </p:blipFill>
              <p:spPr>
                <a:xfrm>
                  <a:off x="8302065" y="4439535"/>
                  <a:ext cx="2685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5" name="Ink 84">
                  <a:extLst>
                    <a:ext uri="{FF2B5EF4-FFF2-40B4-BE49-F238E27FC236}">
                      <a16:creationId xmlns:a16="http://schemas.microsoft.com/office/drawing/2014/main" id="{8737E8D0-7C31-77C7-7BA4-42F2CC5396CD}"/>
                    </a:ext>
                  </a:extLst>
                </p14:cNvPr>
                <p14:cNvContentPartPr/>
                <p14:nvPr/>
              </p14:nvContentPartPr>
              <p14:xfrm>
                <a:off x="8201985" y="4723935"/>
                <a:ext cx="283680" cy="63000"/>
              </p14:xfrm>
            </p:contentPart>
          </mc:Choice>
          <mc:Fallback xmlns="">
            <p:pic>
              <p:nvPicPr>
                <p:cNvPr id="85" name="Ink 84">
                  <a:extLst>
                    <a:ext uri="{FF2B5EF4-FFF2-40B4-BE49-F238E27FC236}">
                      <a16:creationId xmlns:a16="http://schemas.microsoft.com/office/drawing/2014/main" id="{8737E8D0-7C31-77C7-7BA4-42F2CC5396CD}"/>
                    </a:ext>
                  </a:extLst>
                </p:cNvPr>
                <p:cNvPicPr/>
                <p:nvPr/>
              </p:nvPicPr>
              <p:blipFill>
                <a:blip r:embed="rId137"/>
                <a:stretch>
                  <a:fillRect/>
                </a:stretch>
              </p:blipFill>
              <p:spPr>
                <a:xfrm>
                  <a:off x="8195865" y="4717815"/>
                  <a:ext cx="2959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C3CBFD4E-FD64-A668-A537-E78077767372}"/>
                    </a:ext>
                  </a:extLst>
                </p14:cNvPr>
                <p14:cNvContentPartPr/>
                <p14:nvPr/>
              </p14:nvContentPartPr>
              <p14:xfrm>
                <a:off x="8898585" y="4094295"/>
                <a:ext cx="237600" cy="563400"/>
              </p14:xfrm>
            </p:contentPart>
          </mc:Choice>
          <mc:Fallback xmlns="">
            <p:pic>
              <p:nvPicPr>
                <p:cNvPr id="86" name="Ink 85">
                  <a:extLst>
                    <a:ext uri="{FF2B5EF4-FFF2-40B4-BE49-F238E27FC236}">
                      <a16:creationId xmlns:a16="http://schemas.microsoft.com/office/drawing/2014/main" id="{C3CBFD4E-FD64-A668-A537-E78077767372}"/>
                    </a:ext>
                  </a:extLst>
                </p:cNvPr>
                <p:cNvPicPr/>
                <p:nvPr/>
              </p:nvPicPr>
              <p:blipFill>
                <a:blip r:embed="rId139"/>
                <a:stretch>
                  <a:fillRect/>
                </a:stretch>
              </p:blipFill>
              <p:spPr>
                <a:xfrm>
                  <a:off x="8892465" y="4088175"/>
                  <a:ext cx="249840" cy="575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99D65FE5-7F4F-E1E7-CC1B-5468EAF4EC26}"/>
                    </a:ext>
                  </a:extLst>
                </p14:cNvPr>
                <p14:cNvContentPartPr/>
                <p14:nvPr/>
              </p14:nvContentPartPr>
              <p14:xfrm>
                <a:off x="9452625" y="4101495"/>
                <a:ext cx="109800" cy="468360"/>
              </p14:xfrm>
            </p:contentPart>
          </mc:Choice>
          <mc:Fallback xmlns="">
            <p:pic>
              <p:nvPicPr>
                <p:cNvPr id="87" name="Ink 86">
                  <a:extLst>
                    <a:ext uri="{FF2B5EF4-FFF2-40B4-BE49-F238E27FC236}">
                      <a16:creationId xmlns:a16="http://schemas.microsoft.com/office/drawing/2014/main" id="{99D65FE5-7F4F-E1E7-CC1B-5468EAF4EC26}"/>
                    </a:ext>
                  </a:extLst>
                </p:cNvPr>
                <p:cNvPicPr/>
                <p:nvPr/>
              </p:nvPicPr>
              <p:blipFill>
                <a:blip r:embed="rId141"/>
                <a:stretch>
                  <a:fillRect/>
                </a:stretch>
              </p:blipFill>
              <p:spPr>
                <a:xfrm>
                  <a:off x="9446505" y="4095375"/>
                  <a:ext cx="12204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0F857E36-F212-ADA8-F434-7356BB9ECB8D}"/>
                    </a:ext>
                  </a:extLst>
                </p14:cNvPr>
                <p14:cNvContentPartPr/>
                <p14:nvPr/>
              </p14:nvContentPartPr>
              <p14:xfrm>
                <a:off x="9656745" y="4203015"/>
                <a:ext cx="190440" cy="365040"/>
              </p14:xfrm>
            </p:contentPart>
          </mc:Choice>
          <mc:Fallback xmlns="">
            <p:pic>
              <p:nvPicPr>
                <p:cNvPr id="88" name="Ink 87">
                  <a:extLst>
                    <a:ext uri="{FF2B5EF4-FFF2-40B4-BE49-F238E27FC236}">
                      <a16:creationId xmlns:a16="http://schemas.microsoft.com/office/drawing/2014/main" id="{0F857E36-F212-ADA8-F434-7356BB9ECB8D}"/>
                    </a:ext>
                  </a:extLst>
                </p:cNvPr>
                <p:cNvPicPr/>
                <p:nvPr/>
              </p:nvPicPr>
              <p:blipFill>
                <a:blip r:embed="rId143"/>
                <a:stretch>
                  <a:fillRect/>
                </a:stretch>
              </p:blipFill>
              <p:spPr>
                <a:xfrm>
                  <a:off x="9650625" y="4196895"/>
                  <a:ext cx="20268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CD312AF1-71AD-E656-0215-7A129A5F0B1A}"/>
                    </a:ext>
                  </a:extLst>
                </p14:cNvPr>
                <p14:cNvContentPartPr/>
                <p14:nvPr/>
              </p14:nvContentPartPr>
              <p14:xfrm>
                <a:off x="9640185" y="4396695"/>
                <a:ext cx="282240" cy="39600"/>
              </p14:xfrm>
            </p:contentPart>
          </mc:Choice>
          <mc:Fallback xmlns="">
            <p:pic>
              <p:nvPicPr>
                <p:cNvPr id="89" name="Ink 88">
                  <a:extLst>
                    <a:ext uri="{FF2B5EF4-FFF2-40B4-BE49-F238E27FC236}">
                      <a16:creationId xmlns:a16="http://schemas.microsoft.com/office/drawing/2014/main" id="{CD312AF1-71AD-E656-0215-7A129A5F0B1A}"/>
                    </a:ext>
                  </a:extLst>
                </p:cNvPr>
                <p:cNvPicPr/>
                <p:nvPr/>
              </p:nvPicPr>
              <p:blipFill>
                <a:blip r:embed="rId145"/>
                <a:stretch>
                  <a:fillRect/>
                </a:stretch>
              </p:blipFill>
              <p:spPr>
                <a:xfrm>
                  <a:off x="9634065" y="4390575"/>
                  <a:ext cx="2944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C421A2AD-144E-B24B-9CCC-EBCF54D4C8CA}"/>
                    </a:ext>
                  </a:extLst>
                </p14:cNvPr>
                <p14:cNvContentPartPr/>
                <p14:nvPr/>
              </p14:nvContentPartPr>
              <p14:xfrm>
                <a:off x="10286745" y="4100055"/>
                <a:ext cx="253800" cy="566640"/>
              </p14:xfrm>
            </p:contentPart>
          </mc:Choice>
          <mc:Fallback xmlns="">
            <p:pic>
              <p:nvPicPr>
                <p:cNvPr id="91" name="Ink 90">
                  <a:extLst>
                    <a:ext uri="{FF2B5EF4-FFF2-40B4-BE49-F238E27FC236}">
                      <a16:creationId xmlns:a16="http://schemas.microsoft.com/office/drawing/2014/main" id="{C421A2AD-144E-B24B-9CCC-EBCF54D4C8CA}"/>
                    </a:ext>
                  </a:extLst>
                </p:cNvPr>
                <p:cNvPicPr/>
                <p:nvPr/>
              </p:nvPicPr>
              <p:blipFill>
                <a:blip r:embed="rId147"/>
                <a:stretch>
                  <a:fillRect/>
                </a:stretch>
              </p:blipFill>
              <p:spPr>
                <a:xfrm>
                  <a:off x="10280625" y="4093935"/>
                  <a:ext cx="266040" cy="578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94107747-5C31-9F43-6251-A76581755876}"/>
                    </a:ext>
                  </a:extLst>
                </p14:cNvPr>
                <p14:cNvContentPartPr/>
                <p14:nvPr/>
              </p14:nvContentPartPr>
              <p14:xfrm>
                <a:off x="10405545" y="3895935"/>
                <a:ext cx="450720" cy="888120"/>
              </p14:xfrm>
            </p:contentPart>
          </mc:Choice>
          <mc:Fallback xmlns="">
            <p:pic>
              <p:nvPicPr>
                <p:cNvPr id="92" name="Ink 91">
                  <a:extLst>
                    <a:ext uri="{FF2B5EF4-FFF2-40B4-BE49-F238E27FC236}">
                      <a16:creationId xmlns:a16="http://schemas.microsoft.com/office/drawing/2014/main" id="{94107747-5C31-9F43-6251-A76581755876}"/>
                    </a:ext>
                  </a:extLst>
                </p:cNvPr>
                <p:cNvPicPr/>
                <p:nvPr/>
              </p:nvPicPr>
              <p:blipFill>
                <a:blip r:embed="rId149"/>
                <a:stretch>
                  <a:fillRect/>
                </a:stretch>
              </p:blipFill>
              <p:spPr>
                <a:xfrm>
                  <a:off x="10399425" y="3889815"/>
                  <a:ext cx="462960" cy="900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E685CCC2-D957-9112-ECB5-15E2919D857B}"/>
                    </a:ext>
                  </a:extLst>
                </p14:cNvPr>
                <p14:cNvContentPartPr/>
                <p14:nvPr/>
              </p14:nvContentPartPr>
              <p14:xfrm>
                <a:off x="9324465" y="5014095"/>
                <a:ext cx="75240" cy="376920"/>
              </p14:xfrm>
            </p:contentPart>
          </mc:Choice>
          <mc:Fallback xmlns="">
            <p:pic>
              <p:nvPicPr>
                <p:cNvPr id="94" name="Ink 93">
                  <a:extLst>
                    <a:ext uri="{FF2B5EF4-FFF2-40B4-BE49-F238E27FC236}">
                      <a16:creationId xmlns:a16="http://schemas.microsoft.com/office/drawing/2014/main" id="{E685CCC2-D957-9112-ECB5-15E2919D857B}"/>
                    </a:ext>
                  </a:extLst>
                </p:cNvPr>
                <p:cNvPicPr/>
                <p:nvPr/>
              </p:nvPicPr>
              <p:blipFill>
                <a:blip r:embed="rId151"/>
                <a:stretch>
                  <a:fillRect/>
                </a:stretch>
              </p:blipFill>
              <p:spPr>
                <a:xfrm>
                  <a:off x="9318345" y="5007975"/>
                  <a:ext cx="874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7C3DD040-05DD-97EB-5F44-9522A7139607}"/>
                    </a:ext>
                  </a:extLst>
                </p14:cNvPr>
                <p14:cNvContentPartPr/>
                <p14:nvPr/>
              </p14:nvContentPartPr>
              <p14:xfrm>
                <a:off x="9256425" y="4970895"/>
                <a:ext cx="228600" cy="209520"/>
              </p14:xfrm>
            </p:contentPart>
          </mc:Choice>
          <mc:Fallback xmlns="">
            <p:pic>
              <p:nvPicPr>
                <p:cNvPr id="95" name="Ink 94">
                  <a:extLst>
                    <a:ext uri="{FF2B5EF4-FFF2-40B4-BE49-F238E27FC236}">
                      <a16:creationId xmlns:a16="http://schemas.microsoft.com/office/drawing/2014/main" id="{7C3DD040-05DD-97EB-5F44-9522A7139607}"/>
                    </a:ext>
                  </a:extLst>
                </p:cNvPr>
                <p:cNvPicPr/>
                <p:nvPr/>
              </p:nvPicPr>
              <p:blipFill>
                <a:blip r:embed="rId153"/>
                <a:stretch>
                  <a:fillRect/>
                </a:stretch>
              </p:blipFill>
              <p:spPr>
                <a:xfrm>
                  <a:off x="9250305" y="4964775"/>
                  <a:ext cx="2408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3E170A64-32CD-A8D1-24A3-1FE13C29908E}"/>
                    </a:ext>
                  </a:extLst>
                </p14:cNvPr>
                <p14:cNvContentPartPr/>
                <p14:nvPr/>
              </p14:nvContentPartPr>
              <p14:xfrm>
                <a:off x="9758985" y="5045415"/>
                <a:ext cx="209520" cy="248760"/>
              </p14:xfrm>
            </p:contentPart>
          </mc:Choice>
          <mc:Fallback xmlns="">
            <p:pic>
              <p:nvPicPr>
                <p:cNvPr id="96" name="Ink 95">
                  <a:extLst>
                    <a:ext uri="{FF2B5EF4-FFF2-40B4-BE49-F238E27FC236}">
                      <a16:creationId xmlns:a16="http://schemas.microsoft.com/office/drawing/2014/main" id="{3E170A64-32CD-A8D1-24A3-1FE13C29908E}"/>
                    </a:ext>
                  </a:extLst>
                </p:cNvPr>
                <p:cNvPicPr/>
                <p:nvPr/>
              </p:nvPicPr>
              <p:blipFill>
                <a:blip r:embed="rId155"/>
                <a:stretch>
                  <a:fillRect/>
                </a:stretch>
              </p:blipFill>
              <p:spPr>
                <a:xfrm>
                  <a:off x="9752865" y="5039295"/>
                  <a:ext cx="22176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9456119F-D1EB-DBA2-5768-20BE1FD01749}"/>
                    </a:ext>
                  </a:extLst>
                </p14:cNvPr>
                <p14:cNvContentPartPr/>
                <p14:nvPr/>
              </p14:nvContentPartPr>
              <p14:xfrm>
                <a:off x="9766905" y="5108775"/>
                <a:ext cx="218520" cy="162000"/>
              </p14:xfrm>
            </p:contentPart>
          </mc:Choice>
          <mc:Fallback xmlns="">
            <p:pic>
              <p:nvPicPr>
                <p:cNvPr id="97" name="Ink 96">
                  <a:extLst>
                    <a:ext uri="{FF2B5EF4-FFF2-40B4-BE49-F238E27FC236}">
                      <a16:creationId xmlns:a16="http://schemas.microsoft.com/office/drawing/2014/main" id="{9456119F-D1EB-DBA2-5768-20BE1FD01749}"/>
                    </a:ext>
                  </a:extLst>
                </p:cNvPr>
                <p:cNvPicPr/>
                <p:nvPr/>
              </p:nvPicPr>
              <p:blipFill>
                <a:blip r:embed="rId157"/>
                <a:stretch>
                  <a:fillRect/>
                </a:stretch>
              </p:blipFill>
              <p:spPr>
                <a:xfrm>
                  <a:off x="9760785" y="5102655"/>
                  <a:ext cx="2307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7BD8E0E8-7611-1264-88CB-F3F5CDE7D151}"/>
                    </a:ext>
                  </a:extLst>
                </p14:cNvPr>
                <p14:cNvContentPartPr/>
                <p14:nvPr/>
              </p14:nvContentPartPr>
              <p14:xfrm>
                <a:off x="10054185" y="4820415"/>
                <a:ext cx="411120" cy="539640"/>
              </p14:xfrm>
            </p:contentPart>
          </mc:Choice>
          <mc:Fallback xmlns="">
            <p:pic>
              <p:nvPicPr>
                <p:cNvPr id="98" name="Ink 97">
                  <a:extLst>
                    <a:ext uri="{FF2B5EF4-FFF2-40B4-BE49-F238E27FC236}">
                      <a16:creationId xmlns:a16="http://schemas.microsoft.com/office/drawing/2014/main" id="{7BD8E0E8-7611-1264-88CB-F3F5CDE7D151}"/>
                    </a:ext>
                  </a:extLst>
                </p:cNvPr>
                <p:cNvPicPr/>
                <p:nvPr/>
              </p:nvPicPr>
              <p:blipFill>
                <a:blip r:embed="rId159"/>
                <a:stretch>
                  <a:fillRect/>
                </a:stretch>
              </p:blipFill>
              <p:spPr>
                <a:xfrm>
                  <a:off x="10048065" y="4814295"/>
                  <a:ext cx="423360" cy="5518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90444091-0C46-EA71-20D6-185CB02BE0EF}"/>
                    </a:ext>
                  </a:extLst>
                </p14:cNvPr>
                <p14:cNvContentPartPr/>
                <p14:nvPr/>
              </p14:nvContentPartPr>
              <p14:xfrm>
                <a:off x="8608425" y="5406855"/>
                <a:ext cx="2190960" cy="45720"/>
              </p14:xfrm>
            </p:contentPart>
          </mc:Choice>
          <mc:Fallback xmlns="">
            <p:pic>
              <p:nvPicPr>
                <p:cNvPr id="99" name="Ink 98">
                  <a:extLst>
                    <a:ext uri="{FF2B5EF4-FFF2-40B4-BE49-F238E27FC236}">
                      <a16:creationId xmlns:a16="http://schemas.microsoft.com/office/drawing/2014/main" id="{90444091-0C46-EA71-20D6-185CB02BE0EF}"/>
                    </a:ext>
                  </a:extLst>
                </p:cNvPr>
                <p:cNvPicPr/>
                <p:nvPr/>
              </p:nvPicPr>
              <p:blipFill>
                <a:blip r:embed="rId161"/>
                <a:stretch>
                  <a:fillRect/>
                </a:stretch>
              </p:blipFill>
              <p:spPr>
                <a:xfrm>
                  <a:off x="8602305" y="5400735"/>
                  <a:ext cx="2203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0" name="Ink 99">
                  <a:extLst>
                    <a:ext uri="{FF2B5EF4-FFF2-40B4-BE49-F238E27FC236}">
                      <a16:creationId xmlns:a16="http://schemas.microsoft.com/office/drawing/2014/main" id="{78041A72-E5FC-9677-09A0-7289E36D67F0}"/>
                    </a:ext>
                  </a:extLst>
                </p14:cNvPr>
                <p14:cNvContentPartPr/>
                <p14:nvPr/>
              </p14:nvContentPartPr>
              <p14:xfrm>
                <a:off x="9278385" y="5623215"/>
                <a:ext cx="114840" cy="379080"/>
              </p14:xfrm>
            </p:contentPart>
          </mc:Choice>
          <mc:Fallback xmlns="">
            <p:pic>
              <p:nvPicPr>
                <p:cNvPr id="100" name="Ink 99">
                  <a:extLst>
                    <a:ext uri="{FF2B5EF4-FFF2-40B4-BE49-F238E27FC236}">
                      <a16:creationId xmlns:a16="http://schemas.microsoft.com/office/drawing/2014/main" id="{78041A72-E5FC-9677-09A0-7289E36D67F0}"/>
                    </a:ext>
                  </a:extLst>
                </p:cNvPr>
                <p:cNvPicPr/>
                <p:nvPr/>
              </p:nvPicPr>
              <p:blipFill>
                <a:blip r:embed="rId163"/>
                <a:stretch>
                  <a:fillRect/>
                </a:stretch>
              </p:blipFill>
              <p:spPr>
                <a:xfrm>
                  <a:off x="9272265" y="5617095"/>
                  <a:ext cx="12708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1" name="Ink 100">
                  <a:extLst>
                    <a:ext uri="{FF2B5EF4-FFF2-40B4-BE49-F238E27FC236}">
                      <a16:creationId xmlns:a16="http://schemas.microsoft.com/office/drawing/2014/main" id="{41205FDA-E594-B0F3-E966-AF644DE744AA}"/>
                    </a:ext>
                  </a:extLst>
                </p14:cNvPr>
                <p14:cNvContentPartPr/>
                <p14:nvPr/>
              </p14:nvContentPartPr>
              <p14:xfrm>
                <a:off x="9468465" y="5509815"/>
                <a:ext cx="136080" cy="358920"/>
              </p14:xfrm>
            </p:contentPart>
          </mc:Choice>
          <mc:Fallback xmlns="">
            <p:pic>
              <p:nvPicPr>
                <p:cNvPr id="101" name="Ink 100">
                  <a:extLst>
                    <a:ext uri="{FF2B5EF4-FFF2-40B4-BE49-F238E27FC236}">
                      <a16:creationId xmlns:a16="http://schemas.microsoft.com/office/drawing/2014/main" id="{41205FDA-E594-B0F3-E966-AF644DE744AA}"/>
                    </a:ext>
                  </a:extLst>
                </p:cNvPr>
                <p:cNvPicPr/>
                <p:nvPr/>
              </p:nvPicPr>
              <p:blipFill>
                <a:blip r:embed="rId165"/>
                <a:stretch>
                  <a:fillRect/>
                </a:stretch>
              </p:blipFill>
              <p:spPr>
                <a:xfrm>
                  <a:off x="9462345" y="5503695"/>
                  <a:ext cx="14832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6D4B04F5-5B2F-4C5E-AA60-779484BA2F33}"/>
                    </a:ext>
                  </a:extLst>
                </p14:cNvPr>
                <p14:cNvContentPartPr/>
                <p14:nvPr/>
              </p14:nvContentPartPr>
              <p14:xfrm>
                <a:off x="9712905" y="5822655"/>
                <a:ext cx="693720" cy="52560"/>
              </p14:xfrm>
            </p:contentPart>
          </mc:Choice>
          <mc:Fallback xmlns="">
            <p:pic>
              <p:nvPicPr>
                <p:cNvPr id="102" name="Ink 101">
                  <a:extLst>
                    <a:ext uri="{FF2B5EF4-FFF2-40B4-BE49-F238E27FC236}">
                      <a16:creationId xmlns:a16="http://schemas.microsoft.com/office/drawing/2014/main" id="{6D4B04F5-5B2F-4C5E-AA60-779484BA2F33}"/>
                    </a:ext>
                  </a:extLst>
                </p:cNvPr>
                <p:cNvPicPr/>
                <p:nvPr/>
              </p:nvPicPr>
              <p:blipFill>
                <a:blip r:embed="rId167"/>
                <a:stretch>
                  <a:fillRect/>
                </a:stretch>
              </p:blipFill>
              <p:spPr>
                <a:xfrm>
                  <a:off x="9706785" y="5816535"/>
                  <a:ext cx="7059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BE23B17E-D1DE-0983-4051-939FCF485703}"/>
                    </a:ext>
                  </a:extLst>
                </p14:cNvPr>
                <p14:cNvContentPartPr/>
                <p14:nvPr/>
              </p14:nvContentPartPr>
              <p14:xfrm>
                <a:off x="10006665" y="5766135"/>
                <a:ext cx="189000" cy="291600"/>
              </p14:xfrm>
            </p:contentPart>
          </mc:Choice>
          <mc:Fallback xmlns="">
            <p:pic>
              <p:nvPicPr>
                <p:cNvPr id="103" name="Ink 102">
                  <a:extLst>
                    <a:ext uri="{FF2B5EF4-FFF2-40B4-BE49-F238E27FC236}">
                      <a16:creationId xmlns:a16="http://schemas.microsoft.com/office/drawing/2014/main" id="{BE23B17E-D1DE-0983-4051-939FCF485703}"/>
                    </a:ext>
                  </a:extLst>
                </p:cNvPr>
                <p:cNvPicPr/>
                <p:nvPr/>
              </p:nvPicPr>
              <p:blipFill>
                <a:blip r:embed="rId169"/>
                <a:stretch>
                  <a:fillRect/>
                </a:stretch>
              </p:blipFill>
              <p:spPr>
                <a:xfrm>
                  <a:off x="10000545" y="5760015"/>
                  <a:ext cx="2012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971FDBF8-8EE2-B738-3D8C-E52E84A80DF5}"/>
                    </a:ext>
                  </a:extLst>
                </p14:cNvPr>
                <p14:cNvContentPartPr/>
                <p14:nvPr/>
              </p14:nvContentPartPr>
              <p14:xfrm>
                <a:off x="10382145" y="5625375"/>
                <a:ext cx="471960" cy="423000"/>
              </p14:xfrm>
            </p:contentPart>
          </mc:Choice>
          <mc:Fallback xmlns="">
            <p:pic>
              <p:nvPicPr>
                <p:cNvPr id="104" name="Ink 103">
                  <a:extLst>
                    <a:ext uri="{FF2B5EF4-FFF2-40B4-BE49-F238E27FC236}">
                      <a16:creationId xmlns:a16="http://schemas.microsoft.com/office/drawing/2014/main" id="{971FDBF8-8EE2-B738-3D8C-E52E84A80DF5}"/>
                    </a:ext>
                  </a:extLst>
                </p:cNvPr>
                <p:cNvPicPr/>
                <p:nvPr/>
              </p:nvPicPr>
              <p:blipFill>
                <a:blip r:embed="rId171"/>
                <a:stretch>
                  <a:fillRect/>
                </a:stretch>
              </p:blipFill>
              <p:spPr>
                <a:xfrm>
                  <a:off x="10376025" y="5619255"/>
                  <a:ext cx="4842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CBFFBC84-2D69-E6E6-059A-AD7D10A92667}"/>
                    </a:ext>
                  </a:extLst>
                </p14:cNvPr>
                <p14:cNvContentPartPr/>
                <p14:nvPr/>
              </p14:nvContentPartPr>
              <p14:xfrm>
                <a:off x="11037705" y="5983935"/>
                <a:ext cx="23040" cy="30240"/>
              </p14:xfrm>
            </p:contentPart>
          </mc:Choice>
          <mc:Fallback xmlns="">
            <p:pic>
              <p:nvPicPr>
                <p:cNvPr id="105" name="Ink 104">
                  <a:extLst>
                    <a:ext uri="{FF2B5EF4-FFF2-40B4-BE49-F238E27FC236}">
                      <a16:creationId xmlns:a16="http://schemas.microsoft.com/office/drawing/2014/main" id="{CBFFBC84-2D69-E6E6-059A-AD7D10A92667}"/>
                    </a:ext>
                  </a:extLst>
                </p:cNvPr>
                <p:cNvPicPr/>
                <p:nvPr/>
              </p:nvPicPr>
              <p:blipFill>
                <a:blip r:embed="rId173"/>
                <a:stretch>
                  <a:fillRect/>
                </a:stretch>
              </p:blipFill>
              <p:spPr>
                <a:xfrm>
                  <a:off x="11031585" y="5977815"/>
                  <a:ext cx="35280" cy="42480"/>
                </a:xfrm>
                <a:prstGeom prst="rect">
                  <a:avLst/>
                </a:prstGeom>
              </p:spPr>
            </p:pic>
          </mc:Fallback>
        </mc:AlternateContent>
      </p:grpSp>
    </p:spTree>
    <p:extLst>
      <p:ext uri="{BB962C8B-B14F-4D97-AF65-F5344CB8AC3E}">
        <p14:creationId xmlns:p14="http://schemas.microsoft.com/office/powerpoint/2010/main" val="995702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381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908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122</Words>
  <Application>Microsoft Office PowerPoint</Application>
  <PresentationFormat>Widescreen</PresentationFormat>
  <Paragraphs>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Droid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testBI Power</dc:creator>
  <cp:lastModifiedBy>Admin</cp:lastModifiedBy>
  <cp:revision>4</cp:revision>
  <dcterms:created xsi:type="dcterms:W3CDTF">2025-12-09T07:04:16Z</dcterms:created>
  <dcterms:modified xsi:type="dcterms:W3CDTF">2026-05-12T07:48:38Z</dcterms:modified>
</cp:coreProperties>
</file>